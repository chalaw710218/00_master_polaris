
<file path=[Content_Types].xml><?xml version="1.0" encoding="utf-8"?>
<Types xmlns="http://schemas.openxmlformats.org/package/2006/content-types">
  <Default Extension="bin" ContentType="application/vnd.openxmlformats-officedocument.oleObject"/>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3.xml" ContentType="application/vnd.openxmlformats-officedocument.theme+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4.xml" ContentType="application/vnd.openxmlformats-officedocument.theme+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5.xml" ContentType="application/vnd.openxmlformats-officedocument.theme+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6.xml" ContentType="application/vnd.openxmlformats-officedocument.theme+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7.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theme/theme8.xml" ContentType="application/vnd.openxmlformats-officedocument.theme+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9.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10.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1.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2.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theme/theme13.xml" ContentType="application/vnd.openxmlformats-officedocument.theme+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theme/theme14.xml" ContentType="application/vnd.openxmlformats-officedocument.theme+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15.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theme/theme16.xml" ContentType="application/vnd.openxmlformats-officedocument.theme+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theme/theme17.xml" ContentType="application/vnd.openxmlformats-officedocument.theme+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theme/theme18.xml" ContentType="application/vnd.openxmlformats-officedocument.theme+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theme/theme19.xml" ContentType="application/vnd.openxmlformats-officedocument.theme+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theme/theme20.xml" ContentType="application/vnd.openxmlformats-officedocument.theme+xml"/>
  <Override PartName="/ppt/theme/theme2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4224" r:id="rId2"/>
    <p:sldMasterId id="2147484237" r:id="rId3"/>
    <p:sldMasterId id="2147484250" r:id="rId4"/>
    <p:sldMasterId id="2147484264" r:id="rId5"/>
    <p:sldMasterId id="2147484277" r:id="rId6"/>
    <p:sldMasterId id="2147484290" r:id="rId7"/>
    <p:sldMasterId id="2147484304" r:id="rId8"/>
    <p:sldMasterId id="2147484317" r:id="rId9"/>
    <p:sldMasterId id="2147484330" r:id="rId10"/>
    <p:sldMasterId id="2147484343" r:id="rId11"/>
    <p:sldMasterId id="2147484356" r:id="rId12"/>
    <p:sldMasterId id="2147484382" r:id="rId13"/>
    <p:sldMasterId id="2147484395" r:id="rId14"/>
    <p:sldMasterId id="2147484408" r:id="rId15"/>
    <p:sldMasterId id="2147484421" r:id="rId16"/>
    <p:sldMasterId id="2147484434" r:id="rId17"/>
    <p:sldMasterId id="2147484449" r:id="rId18"/>
    <p:sldMasterId id="2147484501" r:id="rId19"/>
    <p:sldMasterId id="2147484515" r:id="rId20"/>
  </p:sldMasterIdLst>
  <p:notesMasterIdLst>
    <p:notesMasterId r:id="rId162"/>
  </p:notesMasterIdLst>
  <p:sldIdLst>
    <p:sldId id="553" r:id="rId21"/>
    <p:sldId id="478" r:id="rId22"/>
    <p:sldId id="670" r:id="rId23"/>
    <p:sldId id="685" r:id="rId24"/>
    <p:sldId id="554" r:id="rId25"/>
    <p:sldId id="580" r:id="rId26"/>
    <p:sldId id="557" r:id="rId27"/>
    <p:sldId id="686" r:id="rId28"/>
    <p:sldId id="687" r:id="rId29"/>
    <p:sldId id="430" r:id="rId30"/>
    <p:sldId id="431" r:id="rId31"/>
    <p:sldId id="486" r:id="rId32"/>
    <p:sldId id="483" r:id="rId33"/>
    <p:sldId id="484" r:id="rId34"/>
    <p:sldId id="492" r:id="rId35"/>
    <p:sldId id="485" r:id="rId36"/>
    <p:sldId id="481" r:id="rId37"/>
    <p:sldId id="487" r:id="rId38"/>
    <p:sldId id="482" r:id="rId39"/>
    <p:sldId id="490" r:id="rId40"/>
    <p:sldId id="489" r:id="rId41"/>
    <p:sldId id="488" r:id="rId42"/>
    <p:sldId id="491" r:id="rId43"/>
    <p:sldId id="493" r:id="rId44"/>
    <p:sldId id="494" r:id="rId45"/>
    <p:sldId id="495" r:id="rId46"/>
    <p:sldId id="498" r:id="rId47"/>
    <p:sldId id="523" r:id="rId48"/>
    <p:sldId id="524" r:id="rId49"/>
    <p:sldId id="522" r:id="rId50"/>
    <p:sldId id="499" r:id="rId51"/>
    <p:sldId id="525" r:id="rId52"/>
    <p:sldId id="500" r:id="rId53"/>
    <p:sldId id="527" r:id="rId54"/>
    <p:sldId id="501" r:id="rId55"/>
    <p:sldId id="530" r:id="rId56"/>
    <p:sldId id="502" r:id="rId57"/>
    <p:sldId id="535" r:id="rId58"/>
    <p:sldId id="537" r:id="rId59"/>
    <p:sldId id="538" r:id="rId60"/>
    <p:sldId id="539" r:id="rId61"/>
    <p:sldId id="504" r:id="rId62"/>
    <p:sldId id="505" r:id="rId63"/>
    <p:sldId id="506" r:id="rId64"/>
    <p:sldId id="507" r:id="rId65"/>
    <p:sldId id="548" r:id="rId66"/>
    <p:sldId id="688" r:id="rId67"/>
    <p:sldId id="549" r:id="rId68"/>
    <p:sldId id="550" r:id="rId69"/>
    <p:sldId id="551" r:id="rId70"/>
    <p:sldId id="552" r:id="rId71"/>
    <p:sldId id="558" r:id="rId72"/>
    <p:sldId id="559" r:id="rId73"/>
    <p:sldId id="515" r:id="rId74"/>
    <p:sldId id="516" r:id="rId75"/>
    <p:sldId id="517" r:id="rId76"/>
    <p:sldId id="520" r:id="rId77"/>
    <p:sldId id="638" r:id="rId78"/>
    <p:sldId id="590" r:id="rId79"/>
    <p:sldId id="646" r:id="rId80"/>
    <p:sldId id="526" r:id="rId81"/>
    <p:sldId id="602" r:id="rId82"/>
    <p:sldId id="603" r:id="rId83"/>
    <p:sldId id="604" r:id="rId84"/>
    <p:sldId id="605" r:id="rId85"/>
    <p:sldId id="606" r:id="rId86"/>
    <p:sldId id="607" r:id="rId87"/>
    <p:sldId id="668" r:id="rId88"/>
    <p:sldId id="669" r:id="rId89"/>
    <p:sldId id="591" r:id="rId90"/>
    <p:sldId id="592" r:id="rId91"/>
    <p:sldId id="565" r:id="rId92"/>
    <p:sldId id="673" r:id="rId93"/>
    <p:sldId id="541" r:id="rId94"/>
    <p:sldId id="608" r:id="rId95"/>
    <p:sldId id="609" r:id="rId96"/>
    <p:sldId id="357" r:id="rId97"/>
    <p:sldId id="362" r:id="rId98"/>
    <p:sldId id="363" r:id="rId99"/>
    <p:sldId id="610" r:id="rId100"/>
    <p:sldId id="611" r:id="rId101"/>
    <p:sldId id="612" r:id="rId102"/>
    <p:sldId id="613" r:id="rId103"/>
    <p:sldId id="615" r:id="rId104"/>
    <p:sldId id="616" r:id="rId105"/>
    <p:sldId id="617" r:id="rId106"/>
    <p:sldId id="344" r:id="rId107"/>
    <p:sldId id="618" r:id="rId108"/>
    <p:sldId id="619" r:id="rId109"/>
    <p:sldId id="355" r:id="rId110"/>
    <p:sldId id="620" r:id="rId111"/>
    <p:sldId id="354" r:id="rId112"/>
    <p:sldId id="621" r:id="rId113"/>
    <p:sldId id="622" r:id="rId114"/>
    <p:sldId id="623" r:id="rId115"/>
    <p:sldId id="624" r:id="rId116"/>
    <p:sldId id="349" r:id="rId117"/>
    <p:sldId id="625" r:id="rId118"/>
    <p:sldId id="626" r:id="rId119"/>
    <p:sldId id="675" r:id="rId120"/>
    <p:sldId id="627" r:id="rId121"/>
    <p:sldId id="360" r:id="rId122"/>
    <p:sldId id="628" r:id="rId123"/>
    <p:sldId id="359" r:id="rId124"/>
    <p:sldId id="629" r:id="rId125"/>
    <p:sldId id="639" r:id="rId126"/>
    <p:sldId id="643" r:id="rId127"/>
    <p:sldId id="644" r:id="rId128"/>
    <p:sldId id="637" r:id="rId129"/>
    <p:sldId id="674" r:id="rId130"/>
    <p:sldId id="671" r:id="rId131"/>
    <p:sldId id="576" r:id="rId132"/>
    <p:sldId id="570" r:id="rId133"/>
    <p:sldId id="573" r:id="rId134"/>
    <p:sldId id="640" r:id="rId135"/>
    <p:sldId id="641" r:id="rId136"/>
    <p:sldId id="642" r:id="rId137"/>
    <p:sldId id="645" r:id="rId138"/>
    <p:sldId id="676" r:id="rId139"/>
    <p:sldId id="677" r:id="rId140"/>
    <p:sldId id="678" r:id="rId141"/>
    <p:sldId id="679" r:id="rId142"/>
    <p:sldId id="680" r:id="rId143"/>
    <p:sldId id="681" r:id="rId144"/>
    <p:sldId id="682" r:id="rId145"/>
    <p:sldId id="683" r:id="rId146"/>
    <p:sldId id="631" r:id="rId147"/>
    <p:sldId id="633" r:id="rId148"/>
    <p:sldId id="635" r:id="rId149"/>
    <p:sldId id="684" r:id="rId150"/>
    <p:sldId id="508" r:id="rId151"/>
    <p:sldId id="661" r:id="rId152"/>
    <p:sldId id="648" r:id="rId153"/>
    <p:sldId id="572" r:id="rId154"/>
    <p:sldId id="658" r:id="rId155"/>
    <p:sldId id="659" r:id="rId156"/>
    <p:sldId id="662" r:id="rId157"/>
    <p:sldId id="663" r:id="rId158"/>
    <p:sldId id="664" r:id="rId159"/>
    <p:sldId id="665" r:id="rId160"/>
    <p:sldId id="672" r:id="rId161"/>
  </p:sldIdLst>
  <p:sldSz cx="9144000" cy="6858000" type="screen4x3"/>
  <p:notesSz cx="6858000" cy="9144000"/>
  <p:defaultTex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66CC"/>
    <a:srgbClr val="F765D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varScale="1">
        <p:scale>
          <a:sx n="104" d="100"/>
          <a:sy n="104" d="100"/>
        </p:scale>
        <p:origin x="942" y="72"/>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97.xml"/><Relationship Id="rId21" Type="http://schemas.openxmlformats.org/officeDocument/2006/relationships/slide" Target="slides/slide1.xml"/><Relationship Id="rId42" Type="http://schemas.openxmlformats.org/officeDocument/2006/relationships/slide" Target="slides/slide22.xml"/><Relationship Id="rId63" Type="http://schemas.openxmlformats.org/officeDocument/2006/relationships/slide" Target="slides/slide43.xml"/><Relationship Id="rId84" Type="http://schemas.openxmlformats.org/officeDocument/2006/relationships/slide" Target="slides/slide64.xml"/><Relationship Id="rId138" Type="http://schemas.openxmlformats.org/officeDocument/2006/relationships/slide" Target="slides/slide118.xml"/><Relationship Id="rId159" Type="http://schemas.openxmlformats.org/officeDocument/2006/relationships/slide" Target="slides/slide139.xml"/><Relationship Id="rId107" Type="http://schemas.openxmlformats.org/officeDocument/2006/relationships/slide" Target="slides/slide87.xml"/><Relationship Id="rId11" Type="http://schemas.openxmlformats.org/officeDocument/2006/relationships/slideMaster" Target="slideMasters/slideMaster11.xml"/><Relationship Id="rId32" Type="http://schemas.openxmlformats.org/officeDocument/2006/relationships/slide" Target="slides/slide12.xml"/><Relationship Id="rId53" Type="http://schemas.openxmlformats.org/officeDocument/2006/relationships/slide" Target="slides/slide33.xml"/><Relationship Id="rId74" Type="http://schemas.openxmlformats.org/officeDocument/2006/relationships/slide" Target="slides/slide54.xml"/><Relationship Id="rId128" Type="http://schemas.openxmlformats.org/officeDocument/2006/relationships/slide" Target="slides/slide108.xml"/><Relationship Id="rId149" Type="http://schemas.openxmlformats.org/officeDocument/2006/relationships/slide" Target="slides/slide129.xml"/><Relationship Id="rId5" Type="http://schemas.openxmlformats.org/officeDocument/2006/relationships/slideMaster" Target="slideMasters/slideMaster5.xml"/><Relationship Id="rId95" Type="http://schemas.openxmlformats.org/officeDocument/2006/relationships/slide" Target="slides/slide75.xml"/><Relationship Id="rId160" Type="http://schemas.openxmlformats.org/officeDocument/2006/relationships/slide" Target="slides/slide140.xml"/><Relationship Id="rId22" Type="http://schemas.openxmlformats.org/officeDocument/2006/relationships/slide" Target="slides/slide2.xml"/><Relationship Id="rId43" Type="http://schemas.openxmlformats.org/officeDocument/2006/relationships/slide" Target="slides/slide23.xml"/><Relationship Id="rId64" Type="http://schemas.openxmlformats.org/officeDocument/2006/relationships/slide" Target="slides/slide44.xml"/><Relationship Id="rId118" Type="http://schemas.openxmlformats.org/officeDocument/2006/relationships/slide" Target="slides/slide98.xml"/><Relationship Id="rId139" Type="http://schemas.openxmlformats.org/officeDocument/2006/relationships/slide" Target="slides/slide119.xml"/><Relationship Id="rId85" Type="http://schemas.openxmlformats.org/officeDocument/2006/relationships/slide" Target="slides/slide65.xml"/><Relationship Id="rId150" Type="http://schemas.openxmlformats.org/officeDocument/2006/relationships/slide" Target="slides/slide130.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 Target="slides/slide13.xml"/><Relationship Id="rId38" Type="http://schemas.openxmlformats.org/officeDocument/2006/relationships/slide" Target="slides/slide18.xml"/><Relationship Id="rId59" Type="http://schemas.openxmlformats.org/officeDocument/2006/relationships/slide" Target="slides/slide39.xml"/><Relationship Id="rId103" Type="http://schemas.openxmlformats.org/officeDocument/2006/relationships/slide" Target="slides/slide83.xml"/><Relationship Id="rId108" Type="http://schemas.openxmlformats.org/officeDocument/2006/relationships/slide" Target="slides/slide88.xml"/><Relationship Id="rId124" Type="http://schemas.openxmlformats.org/officeDocument/2006/relationships/slide" Target="slides/slide104.xml"/><Relationship Id="rId129" Type="http://schemas.openxmlformats.org/officeDocument/2006/relationships/slide" Target="slides/slide109.xml"/><Relationship Id="rId54" Type="http://schemas.openxmlformats.org/officeDocument/2006/relationships/slide" Target="slides/slide34.xml"/><Relationship Id="rId70" Type="http://schemas.openxmlformats.org/officeDocument/2006/relationships/slide" Target="slides/slide50.xml"/><Relationship Id="rId75" Type="http://schemas.openxmlformats.org/officeDocument/2006/relationships/slide" Target="slides/slide55.xml"/><Relationship Id="rId91" Type="http://schemas.openxmlformats.org/officeDocument/2006/relationships/slide" Target="slides/slide71.xml"/><Relationship Id="rId96" Type="http://schemas.openxmlformats.org/officeDocument/2006/relationships/slide" Target="slides/slide76.xml"/><Relationship Id="rId140" Type="http://schemas.openxmlformats.org/officeDocument/2006/relationships/slide" Target="slides/slide120.xml"/><Relationship Id="rId145" Type="http://schemas.openxmlformats.org/officeDocument/2006/relationships/slide" Target="slides/slide125.xml"/><Relationship Id="rId161" Type="http://schemas.openxmlformats.org/officeDocument/2006/relationships/slide" Target="slides/slide141.xml"/><Relationship Id="rId166"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3.xml"/><Relationship Id="rId28" Type="http://schemas.openxmlformats.org/officeDocument/2006/relationships/slide" Target="slides/slide8.xml"/><Relationship Id="rId49" Type="http://schemas.openxmlformats.org/officeDocument/2006/relationships/slide" Target="slides/slide29.xml"/><Relationship Id="rId114" Type="http://schemas.openxmlformats.org/officeDocument/2006/relationships/slide" Target="slides/slide94.xml"/><Relationship Id="rId119" Type="http://schemas.openxmlformats.org/officeDocument/2006/relationships/slide" Target="slides/slide99.xml"/><Relationship Id="rId44" Type="http://schemas.openxmlformats.org/officeDocument/2006/relationships/slide" Target="slides/slide24.xml"/><Relationship Id="rId60" Type="http://schemas.openxmlformats.org/officeDocument/2006/relationships/slide" Target="slides/slide40.xml"/><Relationship Id="rId65" Type="http://schemas.openxmlformats.org/officeDocument/2006/relationships/slide" Target="slides/slide45.xml"/><Relationship Id="rId81" Type="http://schemas.openxmlformats.org/officeDocument/2006/relationships/slide" Target="slides/slide61.xml"/><Relationship Id="rId86" Type="http://schemas.openxmlformats.org/officeDocument/2006/relationships/slide" Target="slides/slide66.xml"/><Relationship Id="rId130" Type="http://schemas.openxmlformats.org/officeDocument/2006/relationships/slide" Target="slides/slide110.xml"/><Relationship Id="rId135" Type="http://schemas.openxmlformats.org/officeDocument/2006/relationships/slide" Target="slides/slide115.xml"/><Relationship Id="rId151" Type="http://schemas.openxmlformats.org/officeDocument/2006/relationships/slide" Target="slides/slide131.xml"/><Relationship Id="rId156" Type="http://schemas.openxmlformats.org/officeDocument/2006/relationships/slide" Target="slides/slide136.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19.xml"/><Relationship Id="rId109" Type="http://schemas.openxmlformats.org/officeDocument/2006/relationships/slide" Target="slides/slide89.xml"/><Relationship Id="rId34" Type="http://schemas.openxmlformats.org/officeDocument/2006/relationships/slide" Target="slides/slide14.xml"/><Relationship Id="rId50" Type="http://schemas.openxmlformats.org/officeDocument/2006/relationships/slide" Target="slides/slide30.xml"/><Relationship Id="rId55" Type="http://schemas.openxmlformats.org/officeDocument/2006/relationships/slide" Target="slides/slide35.xml"/><Relationship Id="rId76" Type="http://schemas.openxmlformats.org/officeDocument/2006/relationships/slide" Target="slides/slide56.xml"/><Relationship Id="rId97" Type="http://schemas.openxmlformats.org/officeDocument/2006/relationships/slide" Target="slides/slide77.xml"/><Relationship Id="rId104" Type="http://schemas.openxmlformats.org/officeDocument/2006/relationships/slide" Target="slides/slide84.xml"/><Relationship Id="rId120" Type="http://schemas.openxmlformats.org/officeDocument/2006/relationships/slide" Target="slides/slide100.xml"/><Relationship Id="rId125" Type="http://schemas.openxmlformats.org/officeDocument/2006/relationships/slide" Target="slides/slide105.xml"/><Relationship Id="rId141" Type="http://schemas.openxmlformats.org/officeDocument/2006/relationships/slide" Target="slides/slide121.xml"/><Relationship Id="rId146" Type="http://schemas.openxmlformats.org/officeDocument/2006/relationships/slide" Target="slides/slide126.xml"/><Relationship Id="rId7" Type="http://schemas.openxmlformats.org/officeDocument/2006/relationships/slideMaster" Target="slideMasters/slideMaster7.xml"/><Relationship Id="rId71" Type="http://schemas.openxmlformats.org/officeDocument/2006/relationships/slide" Target="slides/slide51.xml"/><Relationship Id="rId92" Type="http://schemas.openxmlformats.org/officeDocument/2006/relationships/slide" Target="slides/slide72.xml"/><Relationship Id="rId162" Type="http://schemas.openxmlformats.org/officeDocument/2006/relationships/notesMaster" Target="notesMasters/notesMaster1.xml"/><Relationship Id="rId2" Type="http://schemas.openxmlformats.org/officeDocument/2006/relationships/slideMaster" Target="slideMasters/slideMaster2.xml"/><Relationship Id="rId29" Type="http://schemas.openxmlformats.org/officeDocument/2006/relationships/slide" Target="slides/slide9.xml"/><Relationship Id="rId24" Type="http://schemas.openxmlformats.org/officeDocument/2006/relationships/slide" Target="slides/slide4.xml"/><Relationship Id="rId40" Type="http://schemas.openxmlformats.org/officeDocument/2006/relationships/slide" Target="slides/slide20.xml"/><Relationship Id="rId45" Type="http://schemas.openxmlformats.org/officeDocument/2006/relationships/slide" Target="slides/slide25.xml"/><Relationship Id="rId66" Type="http://schemas.openxmlformats.org/officeDocument/2006/relationships/slide" Target="slides/slide46.xml"/><Relationship Id="rId87" Type="http://schemas.openxmlformats.org/officeDocument/2006/relationships/slide" Target="slides/slide67.xml"/><Relationship Id="rId110" Type="http://schemas.openxmlformats.org/officeDocument/2006/relationships/slide" Target="slides/slide90.xml"/><Relationship Id="rId115" Type="http://schemas.openxmlformats.org/officeDocument/2006/relationships/slide" Target="slides/slide95.xml"/><Relationship Id="rId131" Type="http://schemas.openxmlformats.org/officeDocument/2006/relationships/slide" Target="slides/slide111.xml"/><Relationship Id="rId136" Type="http://schemas.openxmlformats.org/officeDocument/2006/relationships/slide" Target="slides/slide116.xml"/><Relationship Id="rId157" Type="http://schemas.openxmlformats.org/officeDocument/2006/relationships/slide" Target="slides/slide137.xml"/><Relationship Id="rId61" Type="http://schemas.openxmlformats.org/officeDocument/2006/relationships/slide" Target="slides/slide41.xml"/><Relationship Id="rId82" Type="http://schemas.openxmlformats.org/officeDocument/2006/relationships/slide" Target="slides/slide62.xml"/><Relationship Id="rId152" Type="http://schemas.openxmlformats.org/officeDocument/2006/relationships/slide" Target="slides/slide132.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 Target="slides/slide10.xml"/><Relationship Id="rId35" Type="http://schemas.openxmlformats.org/officeDocument/2006/relationships/slide" Target="slides/slide15.xml"/><Relationship Id="rId56" Type="http://schemas.openxmlformats.org/officeDocument/2006/relationships/slide" Target="slides/slide36.xml"/><Relationship Id="rId77" Type="http://schemas.openxmlformats.org/officeDocument/2006/relationships/slide" Target="slides/slide57.xml"/><Relationship Id="rId100" Type="http://schemas.openxmlformats.org/officeDocument/2006/relationships/slide" Target="slides/slide80.xml"/><Relationship Id="rId105" Type="http://schemas.openxmlformats.org/officeDocument/2006/relationships/slide" Target="slides/slide85.xml"/><Relationship Id="rId126" Type="http://schemas.openxmlformats.org/officeDocument/2006/relationships/slide" Target="slides/slide106.xml"/><Relationship Id="rId147" Type="http://schemas.openxmlformats.org/officeDocument/2006/relationships/slide" Target="slides/slide127.xml"/><Relationship Id="rId8" Type="http://schemas.openxmlformats.org/officeDocument/2006/relationships/slideMaster" Target="slideMasters/slideMaster8.xml"/><Relationship Id="rId51" Type="http://schemas.openxmlformats.org/officeDocument/2006/relationships/slide" Target="slides/slide31.xml"/><Relationship Id="rId72" Type="http://schemas.openxmlformats.org/officeDocument/2006/relationships/slide" Target="slides/slide52.xml"/><Relationship Id="rId93" Type="http://schemas.openxmlformats.org/officeDocument/2006/relationships/slide" Target="slides/slide73.xml"/><Relationship Id="rId98" Type="http://schemas.openxmlformats.org/officeDocument/2006/relationships/slide" Target="slides/slide78.xml"/><Relationship Id="rId121" Type="http://schemas.openxmlformats.org/officeDocument/2006/relationships/slide" Target="slides/slide101.xml"/><Relationship Id="rId142" Type="http://schemas.openxmlformats.org/officeDocument/2006/relationships/slide" Target="slides/slide122.xml"/><Relationship Id="rId163" Type="http://schemas.openxmlformats.org/officeDocument/2006/relationships/presProps" Target="presProps.xml"/><Relationship Id="rId3" Type="http://schemas.openxmlformats.org/officeDocument/2006/relationships/slideMaster" Target="slideMasters/slideMaster3.xml"/><Relationship Id="rId25" Type="http://schemas.openxmlformats.org/officeDocument/2006/relationships/slide" Target="slides/slide5.xml"/><Relationship Id="rId46" Type="http://schemas.openxmlformats.org/officeDocument/2006/relationships/slide" Target="slides/slide26.xml"/><Relationship Id="rId67" Type="http://schemas.openxmlformats.org/officeDocument/2006/relationships/slide" Target="slides/slide47.xml"/><Relationship Id="rId116" Type="http://schemas.openxmlformats.org/officeDocument/2006/relationships/slide" Target="slides/slide96.xml"/><Relationship Id="rId137" Type="http://schemas.openxmlformats.org/officeDocument/2006/relationships/slide" Target="slides/slide117.xml"/><Relationship Id="rId158" Type="http://schemas.openxmlformats.org/officeDocument/2006/relationships/slide" Target="slides/slide138.xml"/><Relationship Id="rId20" Type="http://schemas.openxmlformats.org/officeDocument/2006/relationships/slideMaster" Target="slideMasters/slideMaster20.xml"/><Relationship Id="rId41" Type="http://schemas.openxmlformats.org/officeDocument/2006/relationships/slide" Target="slides/slide21.xml"/><Relationship Id="rId62" Type="http://schemas.openxmlformats.org/officeDocument/2006/relationships/slide" Target="slides/slide42.xml"/><Relationship Id="rId83" Type="http://schemas.openxmlformats.org/officeDocument/2006/relationships/slide" Target="slides/slide63.xml"/><Relationship Id="rId88" Type="http://schemas.openxmlformats.org/officeDocument/2006/relationships/slide" Target="slides/slide68.xml"/><Relationship Id="rId111" Type="http://schemas.openxmlformats.org/officeDocument/2006/relationships/slide" Target="slides/slide91.xml"/><Relationship Id="rId132" Type="http://schemas.openxmlformats.org/officeDocument/2006/relationships/slide" Target="slides/slide112.xml"/><Relationship Id="rId153" Type="http://schemas.openxmlformats.org/officeDocument/2006/relationships/slide" Target="slides/slide133.xml"/><Relationship Id="rId15" Type="http://schemas.openxmlformats.org/officeDocument/2006/relationships/slideMaster" Target="slideMasters/slideMaster15.xml"/><Relationship Id="rId36" Type="http://schemas.openxmlformats.org/officeDocument/2006/relationships/slide" Target="slides/slide16.xml"/><Relationship Id="rId57" Type="http://schemas.openxmlformats.org/officeDocument/2006/relationships/slide" Target="slides/slide37.xml"/><Relationship Id="rId106" Type="http://schemas.openxmlformats.org/officeDocument/2006/relationships/slide" Target="slides/slide86.xml"/><Relationship Id="rId127" Type="http://schemas.openxmlformats.org/officeDocument/2006/relationships/slide" Target="slides/slide107.xml"/><Relationship Id="rId10" Type="http://schemas.openxmlformats.org/officeDocument/2006/relationships/slideMaster" Target="slideMasters/slideMaster10.xml"/><Relationship Id="rId31" Type="http://schemas.openxmlformats.org/officeDocument/2006/relationships/slide" Target="slides/slide11.xml"/><Relationship Id="rId52" Type="http://schemas.openxmlformats.org/officeDocument/2006/relationships/slide" Target="slides/slide32.xml"/><Relationship Id="rId73" Type="http://schemas.openxmlformats.org/officeDocument/2006/relationships/slide" Target="slides/slide53.xml"/><Relationship Id="rId78" Type="http://schemas.openxmlformats.org/officeDocument/2006/relationships/slide" Target="slides/slide58.xml"/><Relationship Id="rId94" Type="http://schemas.openxmlformats.org/officeDocument/2006/relationships/slide" Target="slides/slide74.xml"/><Relationship Id="rId99" Type="http://schemas.openxmlformats.org/officeDocument/2006/relationships/slide" Target="slides/slide79.xml"/><Relationship Id="rId101" Type="http://schemas.openxmlformats.org/officeDocument/2006/relationships/slide" Target="slides/slide81.xml"/><Relationship Id="rId122" Type="http://schemas.openxmlformats.org/officeDocument/2006/relationships/slide" Target="slides/slide102.xml"/><Relationship Id="rId143" Type="http://schemas.openxmlformats.org/officeDocument/2006/relationships/slide" Target="slides/slide123.xml"/><Relationship Id="rId148" Type="http://schemas.openxmlformats.org/officeDocument/2006/relationships/slide" Target="slides/slide128.xml"/><Relationship Id="rId164"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26" Type="http://schemas.openxmlformats.org/officeDocument/2006/relationships/slide" Target="slides/slide6.xml"/><Relationship Id="rId47" Type="http://schemas.openxmlformats.org/officeDocument/2006/relationships/slide" Target="slides/slide27.xml"/><Relationship Id="rId68" Type="http://schemas.openxmlformats.org/officeDocument/2006/relationships/slide" Target="slides/slide48.xml"/><Relationship Id="rId89" Type="http://schemas.openxmlformats.org/officeDocument/2006/relationships/slide" Target="slides/slide69.xml"/><Relationship Id="rId112" Type="http://schemas.openxmlformats.org/officeDocument/2006/relationships/slide" Target="slides/slide92.xml"/><Relationship Id="rId133" Type="http://schemas.openxmlformats.org/officeDocument/2006/relationships/slide" Target="slides/slide113.xml"/><Relationship Id="rId154" Type="http://schemas.openxmlformats.org/officeDocument/2006/relationships/slide" Target="slides/slide134.xml"/><Relationship Id="rId16" Type="http://schemas.openxmlformats.org/officeDocument/2006/relationships/slideMaster" Target="slideMasters/slideMaster16.xml"/><Relationship Id="rId37" Type="http://schemas.openxmlformats.org/officeDocument/2006/relationships/slide" Target="slides/slide17.xml"/><Relationship Id="rId58" Type="http://schemas.openxmlformats.org/officeDocument/2006/relationships/slide" Target="slides/slide38.xml"/><Relationship Id="rId79" Type="http://schemas.openxmlformats.org/officeDocument/2006/relationships/slide" Target="slides/slide59.xml"/><Relationship Id="rId102" Type="http://schemas.openxmlformats.org/officeDocument/2006/relationships/slide" Target="slides/slide82.xml"/><Relationship Id="rId123" Type="http://schemas.openxmlformats.org/officeDocument/2006/relationships/slide" Target="slides/slide103.xml"/><Relationship Id="rId144" Type="http://schemas.openxmlformats.org/officeDocument/2006/relationships/slide" Target="slides/slide124.xml"/><Relationship Id="rId90" Type="http://schemas.openxmlformats.org/officeDocument/2006/relationships/slide" Target="slides/slide70.xml"/><Relationship Id="rId165" Type="http://schemas.openxmlformats.org/officeDocument/2006/relationships/theme" Target="theme/theme1.xml"/><Relationship Id="rId27" Type="http://schemas.openxmlformats.org/officeDocument/2006/relationships/slide" Target="slides/slide7.xml"/><Relationship Id="rId48" Type="http://schemas.openxmlformats.org/officeDocument/2006/relationships/slide" Target="slides/slide28.xml"/><Relationship Id="rId69" Type="http://schemas.openxmlformats.org/officeDocument/2006/relationships/slide" Target="slides/slide49.xml"/><Relationship Id="rId113" Type="http://schemas.openxmlformats.org/officeDocument/2006/relationships/slide" Target="slides/slide93.xml"/><Relationship Id="rId134" Type="http://schemas.openxmlformats.org/officeDocument/2006/relationships/slide" Target="slides/slide114.xml"/><Relationship Id="rId80" Type="http://schemas.openxmlformats.org/officeDocument/2006/relationships/slide" Target="slides/slide60.xml"/><Relationship Id="rId155" Type="http://schemas.openxmlformats.org/officeDocument/2006/relationships/slide" Target="slides/slide13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頁首版面配置區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TW" altLang="en-US"/>
          </a:p>
        </p:txBody>
      </p:sp>
      <p:sp>
        <p:nvSpPr>
          <p:cNvPr id="3" name="日期版面配置區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A3234A48-18EB-474C-B0EA-23D0C7826912}" type="datetimeFigureOut">
              <a:rPr lang="zh-TW" altLang="en-US" smtClean="0"/>
              <a:t>2026/5/16</a:t>
            </a:fld>
            <a:endParaRPr lang="zh-TW" altLang="en-US"/>
          </a:p>
        </p:txBody>
      </p:sp>
      <p:sp>
        <p:nvSpPr>
          <p:cNvPr id="4" name="投影片圖像版面配置區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zh-TW" altLang="en-US"/>
          </a:p>
        </p:txBody>
      </p:sp>
      <p:sp>
        <p:nvSpPr>
          <p:cNvPr id="5" name="備忘稿版面配置區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6" name="頁尾版面配置區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TW" altLang="en-US"/>
          </a:p>
        </p:txBody>
      </p:sp>
      <p:sp>
        <p:nvSpPr>
          <p:cNvPr id="7" name="投影片編號版面配置區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F5883B5D-9091-4403-A5DE-35438B4D234C}" type="slidenum">
              <a:rPr lang="zh-TW" altLang="en-US" smtClean="0"/>
              <a:t>‹#›</a:t>
            </a:fld>
            <a:endParaRPr lang="zh-TW" altLang="en-US"/>
          </a:p>
        </p:txBody>
      </p:sp>
    </p:spTree>
    <p:extLst>
      <p:ext uri="{BB962C8B-B14F-4D97-AF65-F5344CB8AC3E}">
        <p14:creationId xmlns:p14="http://schemas.microsoft.com/office/powerpoint/2010/main" val="320427455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1"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93188" name="投影片編號版面配置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E344BCA-76CD-4477-ADA9-E65E20FD5EFB}" type="slidenum">
              <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1"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93188" name="投影片編號版面配置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E344BCA-76CD-4477-ADA9-E65E20FD5EFB}" type="slidenum">
              <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1"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93188" name="投影片編號版面配置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E344BCA-76CD-4477-ADA9-E65E20FD5EFB}" type="slidenum">
              <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1"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93188" name="投影片編號版面配置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E344BCA-76CD-4477-ADA9-E65E20FD5EFB}" type="slidenum">
              <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1"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93188" name="投影片編號版面配置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E344BCA-76CD-4477-ADA9-E65E20FD5EFB}" type="slidenum">
              <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883B5D-9091-4403-A5DE-35438B4D234C}" type="slidenum">
              <a:rPr kumimoji="0" lang="zh-TW" altLang="en-US" sz="1200" b="0" i="0" u="none" strike="noStrike" kern="1200" cap="none" spc="0" normalizeH="0" baseline="0" noProof="0" smtClean="0">
                <a:ln>
                  <a:noFill/>
                </a:ln>
                <a:solidFill>
                  <a:prstClr val="black"/>
                </a:solidFill>
                <a:effectLst/>
                <a:uLnTx/>
                <a:uFillTx/>
                <a:latin typeface="Calibri"/>
                <a:ea typeface="新細明體" panose="02020500000000000000" pitchFamily="18" charset="-120"/>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zh-TW" altLang="en-US" sz="1200" b="0" i="0" u="none" strike="noStrike" kern="1200" cap="none" spc="0" normalizeH="0" baseline="0" noProof="0">
              <a:ln>
                <a:noFill/>
              </a:ln>
              <a:solidFill>
                <a:prstClr val="black"/>
              </a:solidFill>
              <a:effectLst/>
              <a:uLnTx/>
              <a:uFillTx/>
              <a:latin typeface="Calibri"/>
              <a:ea typeface="新細明體" panose="02020500000000000000" pitchFamily="18" charset="-120"/>
              <a:cs typeface="+mn-cs"/>
            </a:endParaRPr>
          </a:p>
        </p:txBody>
      </p:sp>
    </p:spTree>
    <p:extLst>
      <p:ext uri="{BB962C8B-B14F-4D97-AF65-F5344CB8AC3E}">
        <p14:creationId xmlns:p14="http://schemas.microsoft.com/office/powerpoint/2010/main" val="393108667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0835"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120836" name="投影片編號版面配置區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kumimoji="1">
                <a:solidFill>
                  <a:schemeClr val="tx1"/>
                </a:solidFill>
                <a:latin typeface="Arial" pitchFamily="34" charset="0"/>
                <a:ea typeface="新細明體" pitchFamily="18" charset="-120"/>
              </a:defRPr>
            </a:lvl1pPr>
            <a:lvl2pPr marL="742950" indent="-285750" eaLnBrk="0" hangingPunct="0">
              <a:defRPr kumimoji="1">
                <a:solidFill>
                  <a:schemeClr val="tx1"/>
                </a:solidFill>
                <a:latin typeface="Arial" pitchFamily="34" charset="0"/>
                <a:ea typeface="新細明體" pitchFamily="18" charset="-120"/>
              </a:defRPr>
            </a:lvl2pPr>
            <a:lvl3pPr marL="1143000" indent="-228600" eaLnBrk="0" hangingPunct="0">
              <a:defRPr kumimoji="1">
                <a:solidFill>
                  <a:schemeClr val="tx1"/>
                </a:solidFill>
                <a:latin typeface="Arial" pitchFamily="34" charset="0"/>
                <a:ea typeface="新細明體" pitchFamily="18" charset="-120"/>
              </a:defRPr>
            </a:lvl3pPr>
            <a:lvl4pPr marL="1600200" indent="-228600" eaLnBrk="0" hangingPunct="0">
              <a:defRPr kumimoji="1">
                <a:solidFill>
                  <a:schemeClr val="tx1"/>
                </a:solidFill>
                <a:latin typeface="Arial" pitchFamily="34" charset="0"/>
                <a:ea typeface="新細明體" pitchFamily="18" charset="-120"/>
              </a:defRPr>
            </a:lvl4pPr>
            <a:lvl5pPr marL="2057400" indent="-228600" eaLnBrk="0" hangingPunct="0">
              <a:defRPr kumimoji="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kumimoji="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kumimoji="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kumimoji="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kumimoji="1">
                <a:solidFill>
                  <a:schemeClr val="tx1"/>
                </a:solidFill>
                <a:latin typeface="Arial" pitchFamily="34" charset="0"/>
                <a:ea typeface="新細明體" pitchFamily="18" charset="-120"/>
              </a:defRPr>
            </a:lvl9pPr>
          </a:lstStyle>
          <a:p>
            <a:pPr eaLnBrk="1" hangingPunct="1"/>
            <a:fld id="{002292C6-9C15-4AD1-82D9-4CC4286F8F4C}" type="slidenum">
              <a:rPr kumimoji="0" lang="zh-TW" altLang="en-US">
                <a:solidFill>
                  <a:srgbClr val="000000"/>
                </a:solidFill>
                <a:latin typeface="Calibri" pitchFamily="34" charset="0"/>
              </a:rPr>
              <a:pPr eaLnBrk="1" hangingPunct="1"/>
              <a:t>70</a:t>
            </a:fld>
            <a:endParaRPr kumimoji="0" lang="zh-TW" altLang="en-US">
              <a:solidFill>
                <a:srgbClr val="000000"/>
              </a:solidFill>
              <a:latin typeface="Calibri"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3907"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123908" name="投影片編號版面配置區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kumimoji="1">
                <a:solidFill>
                  <a:schemeClr val="tx1"/>
                </a:solidFill>
                <a:latin typeface="Arial" pitchFamily="34" charset="0"/>
                <a:ea typeface="新細明體" pitchFamily="18" charset="-120"/>
              </a:defRPr>
            </a:lvl1pPr>
            <a:lvl2pPr marL="742950" indent="-285750" eaLnBrk="0" hangingPunct="0">
              <a:defRPr kumimoji="1">
                <a:solidFill>
                  <a:schemeClr val="tx1"/>
                </a:solidFill>
                <a:latin typeface="Arial" pitchFamily="34" charset="0"/>
                <a:ea typeface="新細明體" pitchFamily="18" charset="-120"/>
              </a:defRPr>
            </a:lvl2pPr>
            <a:lvl3pPr marL="1143000" indent="-228600" eaLnBrk="0" hangingPunct="0">
              <a:defRPr kumimoji="1">
                <a:solidFill>
                  <a:schemeClr val="tx1"/>
                </a:solidFill>
                <a:latin typeface="Arial" pitchFamily="34" charset="0"/>
                <a:ea typeface="新細明體" pitchFamily="18" charset="-120"/>
              </a:defRPr>
            </a:lvl3pPr>
            <a:lvl4pPr marL="1600200" indent="-228600" eaLnBrk="0" hangingPunct="0">
              <a:defRPr kumimoji="1">
                <a:solidFill>
                  <a:schemeClr val="tx1"/>
                </a:solidFill>
                <a:latin typeface="Arial" pitchFamily="34" charset="0"/>
                <a:ea typeface="新細明體" pitchFamily="18" charset="-120"/>
              </a:defRPr>
            </a:lvl4pPr>
            <a:lvl5pPr marL="2057400" indent="-228600" eaLnBrk="0" hangingPunct="0">
              <a:defRPr kumimoji="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kumimoji="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kumimoji="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kumimoji="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kumimoji="1">
                <a:solidFill>
                  <a:schemeClr val="tx1"/>
                </a:solidFill>
                <a:latin typeface="Arial" pitchFamily="34" charset="0"/>
                <a:ea typeface="新細明體" pitchFamily="18" charset="-120"/>
              </a:defRPr>
            </a:lvl9pPr>
          </a:lstStyle>
          <a:p>
            <a:pPr eaLnBrk="1" hangingPunct="1"/>
            <a:fld id="{067C3FC6-C65F-497F-842B-2BA88FCA3FF9}" type="slidenum">
              <a:rPr kumimoji="0" lang="zh-TW" altLang="en-US">
                <a:solidFill>
                  <a:srgbClr val="000000"/>
                </a:solidFill>
                <a:latin typeface="Calibri" pitchFamily="34" charset="0"/>
              </a:rPr>
              <a:pPr eaLnBrk="1" hangingPunct="1"/>
              <a:t>72</a:t>
            </a:fld>
            <a:endParaRPr kumimoji="0" lang="zh-TW" altLang="en-US">
              <a:solidFill>
                <a:srgbClr val="000000"/>
              </a:solidFill>
              <a:latin typeface="Calibri"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5955"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4" name="投影片編號版面配置區 3"/>
          <p:cNvSpPr>
            <a:spLocks noGrp="1"/>
          </p:cNvSpPr>
          <p:nvPr>
            <p:ph type="sldNum" sz="quarter" idx="5"/>
          </p:nvPr>
        </p:nvSpPr>
        <p:spPr/>
        <p:txBody>
          <a:bodyPr/>
          <a:lstStyle/>
          <a:p>
            <a:pPr>
              <a:defRPr/>
            </a:pPr>
            <a:fld id="{AB29FF32-FC4F-4988-B93F-23EC05810D1A}" type="slidenum">
              <a:rPr lang="zh-TW" altLang="en-US">
                <a:solidFill>
                  <a:prstClr val="black"/>
                </a:solidFill>
              </a:rPr>
              <a:pPr>
                <a:defRPr/>
              </a:pPr>
              <a:t>75</a:t>
            </a:fld>
            <a:endParaRPr lang="zh-TW" altLang="en-US">
              <a:solidFill>
                <a:prstClr val="black"/>
              </a:solidFill>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5715"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115716" name="投影片編號版面配置區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kumimoji="1">
                <a:solidFill>
                  <a:schemeClr val="tx1"/>
                </a:solidFill>
                <a:latin typeface="Arial" pitchFamily="34" charset="0"/>
                <a:ea typeface="新細明體" pitchFamily="18" charset="-120"/>
              </a:defRPr>
            </a:lvl1pPr>
            <a:lvl2pPr marL="742950" indent="-285750">
              <a:defRPr kumimoji="1">
                <a:solidFill>
                  <a:schemeClr val="tx1"/>
                </a:solidFill>
                <a:latin typeface="Arial" pitchFamily="34" charset="0"/>
                <a:ea typeface="新細明體" pitchFamily="18" charset="-120"/>
              </a:defRPr>
            </a:lvl2pPr>
            <a:lvl3pPr marL="1143000" indent="-228600">
              <a:defRPr kumimoji="1">
                <a:solidFill>
                  <a:schemeClr val="tx1"/>
                </a:solidFill>
                <a:latin typeface="Arial" pitchFamily="34" charset="0"/>
                <a:ea typeface="新細明體" pitchFamily="18" charset="-120"/>
              </a:defRPr>
            </a:lvl3pPr>
            <a:lvl4pPr marL="1600200" indent="-228600">
              <a:defRPr kumimoji="1">
                <a:solidFill>
                  <a:schemeClr val="tx1"/>
                </a:solidFill>
                <a:latin typeface="Arial" pitchFamily="34" charset="0"/>
                <a:ea typeface="新細明體" pitchFamily="18" charset="-120"/>
              </a:defRPr>
            </a:lvl4pPr>
            <a:lvl5pPr marL="2057400" indent="-228600">
              <a:defRPr kumimoji="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kumimoji="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kumimoji="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kumimoji="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kumimoji="1">
                <a:solidFill>
                  <a:schemeClr val="tx1"/>
                </a:solidFill>
                <a:latin typeface="Arial" pitchFamily="34" charset="0"/>
                <a:ea typeface="新細明體" pitchFamily="18" charset="-120"/>
              </a:defRPr>
            </a:lvl9pPr>
          </a:lstStyle>
          <a:p>
            <a:fld id="{5292B8A9-BCD2-4E3D-97DB-B78FE3ABEC2C}" type="slidenum">
              <a:rPr kumimoji="0" lang="zh-TW" altLang="en-US">
                <a:solidFill>
                  <a:srgbClr val="000000"/>
                </a:solidFill>
                <a:latin typeface="Calibri" pitchFamily="34" charset="0"/>
              </a:rPr>
              <a:pPr/>
              <a:t>112</a:t>
            </a:fld>
            <a:endParaRPr kumimoji="0" lang="zh-TW" altLang="en-US">
              <a:solidFill>
                <a:srgbClr val="000000"/>
              </a:solidFill>
              <a:latin typeface="Calibri"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投影片圖像版面配置區 1">
            <a:extLst>
              <a:ext uri="{FF2B5EF4-FFF2-40B4-BE49-F238E27FC236}">
                <a16:creationId xmlns:a16="http://schemas.microsoft.com/office/drawing/2014/main" id="{F5FE68F5-61F2-55E3-D1C4-A276E4AB685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6435" name="備忘稿版面配置區 2">
            <a:extLst>
              <a:ext uri="{FF2B5EF4-FFF2-40B4-BE49-F238E27FC236}">
                <a16:creationId xmlns:a16="http://schemas.microsoft.com/office/drawing/2014/main" id="{315E844A-47F6-6C0B-AD89-091582EDF32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46436" name="投影片編號版面配置區 3">
            <a:extLst>
              <a:ext uri="{FF2B5EF4-FFF2-40B4-BE49-F238E27FC236}">
                <a16:creationId xmlns:a16="http://schemas.microsoft.com/office/drawing/2014/main" id="{54F9ECC7-A532-991A-AA7E-3B3B65E9542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84293CF-329A-4C96-8A4C-E59CE15354E2}"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120</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投影片圖像版面配置區 1">
            <a:extLst>
              <a:ext uri="{FF2B5EF4-FFF2-40B4-BE49-F238E27FC236}">
                <a16:creationId xmlns:a16="http://schemas.microsoft.com/office/drawing/2014/main" id="{EAD1388D-D003-2956-4DAB-E60033FEE91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7459" name="備忘稿版面配置區 2">
            <a:extLst>
              <a:ext uri="{FF2B5EF4-FFF2-40B4-BE49-F238E27FC236}">
                <a16:creationId xmlns:a16="http://schemas.microsoft.com/office/drawing/2014/main" id="{37BEB3CF-51AF-9284-AF9E-47E9C7FE235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47460" name="投影片編號版面配置區 3">
            <a:extLst>
              <a:ext uri="{FF2B5EF4-FFF2-40B4-BE49-F238E27FC236}">
                <a16:creationId xmlns:a16="http://schemas.microsoft.com/office/drawing/2014/main" id="{EB9EE581-2108-9C35-E38C-CED1EFB4A21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A42B6A5-173C-45CE-B5D6-B6F34A532B49}"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121</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投影片圖像版面配置區 1">
            <a:extLst>
              <a:ext uri="{FF2B5EF4-FFF2-40B4-BE49-F238E27FC236}">
                <a16:creationId xmlns:a16="http://schemas.microsoft.com/office/drawing/2014/main" id="{456F837D-FD10-10CD-9392-6F2EAB55176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8483" name="備忘稿版面配置區 2">
            <a:extLst>
              <a:ext uri="{FF2B5EF4-FFF2-40B4-BE49-F238E27FC236}">
                <a16:creationId xmlns:a16="http://schemas.microsoft.com/office/drawing/2014/main" id="{5F27182D-DDB3-1BCB-C822-86D58138158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48484" name="投影片編號版面配置區 3">
            <a:extLst>
              <a:ext uri="{FF2B5EF4-FFF2-40B4-BE49-F238E27FC236}">
                <a16:creationId xmlns:a16="http://schemas.microsoft.com/office/drawing/2014/main" id="{AEB618CE-E7FC-8F87-6564-DB2663E1AE33}"/>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0C9D9C4-AA3A-49C6-B5EF-C7AAB9616840}"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122</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投影片圖像版面配置區 1">
            <a:extLst>
              <a:ext uri="{FF2B5EF4-FFF2-40B4-BE49-F238E27FC236}">
                <a16:creationId xmlns:a16="http://schemas.microsoft.com/office/drawing/2014/main" id="{53E8D847-DCCC-2359-99C1-FB24DD85AB6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9507" name="備忘稿版面配置區 2">
            <a:extLst>
              <a:ext uri="{FF2B5EF4-FFF2-40B4-BE49-F238E27FC236}">
                <a16:creationId xmlns:a16="http://schemas.microsoft.com/office/drawing/2014/main" id="{A138102C-36B2-EF5F-1190-D9361F1D87A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49508" name="投影片編號版面配置區 3">
            <a:extLst>
              <a:ext uri="{FF2B5EF4-FFF2-40B4-BE49-F238E27FC236}">
                <a16:creationId xmlns:a16="http://schemas.microsoft.com/office/drawing/2014/main" id="{6338941D-647C-463F-7022-7F2949FC236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0E11BF9-99F0-4A0F-B30A-83AC087A81D9}"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123</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投影片圖像版面配置區 1">
            <a:extLst>
              <a:ext uri="{FF2B5EF4-FFF2-40B4-BE49-F238E27FC236}">
                <a16:creationId xmlns:a16="http://schemas.microsoft.com/office/drawing/2014/main" id="{9C048D02-F341-1087-C95F-7FD8984B4D3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0531" name="備忘稿版面配置區 2">
            <a:extLst>
              <a:ext uri="{FF2B5EF4-FFF2-40B4-BE49-F238E27FC236}">
                <a16:creationId xmlns:a16="http://schemas.microsoft.com/office/drawing/2014/main" id="{57C6EC2A-DA62-F7A1-21F3-6C0CAF618C1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50532" name="投影片編號版面配置區 3">
            <a:extLst>
              <a:ext uri="{FF2B5EF4-FFF2-40B4-BE49-F238E27FC236}">
                <a16:creationId xmlns:a16="http://schemas.microsoft.com/office/drawing/2014/main" id="{B27BDED9-17AE-BB67-BF69-1E8499DF13C3}"/>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554D189-886C-4E11-8C32-CE862B674F74}"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124</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投影片圖像版面配置區 1">
            <a:extLst>
              <a:ext uri="{FF2B5EF4-FFF2-40B4-BE49-F238E27FC236}">
                <a16:creationId xmlns:a16="http://schemas.microsoft.com/office/drawing/2014/main" id="{243401BA-E6F4-6C59-5A7C-95C1CAB74D0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2579" name="備忘稿版面配置區 2">
            <a:extLst>
              <a:ext uri="{FF2B5EF4-FFF2-40B4-BE49-F238E27FC236}">
                <a16:creationId xmlns:a16="http://schemas.microsoft.com/office/drawing/2014/main" id="{6C4A1058-63A6-AE3F-DA85-3F035D61B05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52580" name="投影片編號版面配置區 3">
            <a:extLst>
              <a:ext uri="{FF2B5EF4-FFF2-40B4-BE49-F238E27FC236}">
                <a16:creationId xmlns:a16="http://schemas.microsoft.com/office/drawing/2014/main" id="{06D22DBF-ADD5-B925-7C21-57DD19D7B0D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A58D6B2-16B9-437C-80D8-51FC990F9622}"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125</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投影片圖像版面配置區 1">
            <a:extLst>
              <a:ext uri="{FF2B5EF4-FFF2-40B4-BE49-F238E27FC236}">
                <a16:creationId xmlns:a16="http://schemas.microsoft.com/office/drawing/2014/main" id="{2CAFB919-2CE5-B677-91C7-4FFB0CAF281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3603" name="備忘稿版面配置區 2">
            <a:extLst>
              <a:ext uri="{FF2B5EF4-FFF2-40B4-BE49-F238E27FC236}">
                <a16:creationId xmlns:a16="http://schemas.microsoft.com/office/drawing/2014/main" id="{13E1BD18-A8F6-C3BB-CD8D-14A5EC3983F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53604" name="投影片編號版面配置區 3">
            <a:extLst>
              <a:ext uri="{FF2B5EF4-FFF2-40B4-BE49-F238E27FC236}">
                <a16:creationId xmlns:a16="http://schemas.microsoft.com/office/drawing/2014/main" id="{F9C6D79B-5820-326F-D682-B112FF1868DE}"/>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40C0022-A4AA-48D5-9572-9A0646D3FB97}"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126</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投影片圖像版面配置區 1">
            <a:extLst>
              <a:ext uri="{FF2B5EF4-FFF2-40B4-BE49-F238E27FC236}">
                <a16:creationId xmlns:a16="http://schemas.microsoft.com/office/drawing/2014/main" id="{E04C542B-B5C9-BD1D-1CD1-9119C179193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4627" name="備忘稿版面配置區 2">
            <a:extLst>
              <a:ext uri="{FF2B5EF4-FFF2-40B4-BE49-F238E27FC236}">
                <a16:creationId xmlns:a16="http://schemas.microsoft.com/office/drawing/2014/main" id="{B5CD4A77-47F0-8B8C-9668-BEDFC3480FF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54628" name="投影片編號版面配置區 3">
            <a:extLst>
              <a:ext uri="{FF2B5EF4-FFF2-40B4-BE49-F238E27FC236}">
                <a16:creationId xmlns:a16="http://schemas.microsoft.com/office/drawing/2014/main" id="{2D2C1968-2BED-211A-24F0-7596856FB6A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A0C2C97-4851-4306-A7F0-45F693050BA1}"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127</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投影片圖像版面配置區 1">
            <a:extLst>
              <a:ext uri="{FF2B5EF4-FFF2-40B4-BE49-F238E27FC236}">
                <a16:creationId xmlns:a16="http://schemas.microsoft.com/office/drawing/2014/main" id="{D30110B6-0FD0-397D-31F8-FE2E9547F0D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5651" name="備忘稿版面配置區 2">
            <a:extLst>
              <a:ext uri="{FF2B5EF4-FFF2-40B4-BE49-F238E27FC236}">
                <a16:creationId xmlns:a16="http://schemas.microsoft.com/office/drawing/2014/main" id="{24DE00A0-C63D-6271-4455-F693E50573E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55652" name="投影片編號版面配置區 3">
            <a:extLst>
              <a:ext uri="{FF2B5EF4-FFF2-40B4-BE49-F238E27FC236}">
                <a16:creationId xmlns:a16="http://schemas.microsoft.com/office/drawing/2014/main" id="{BA8453E0-2409-9F95-BCC8-7B9E4E806C4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8F2CCC-624D-4A4F-8E3D-904796E19E3A}"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128</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投影片圖像版面配置區 1">
            <a:extLst>
              <a:ext uri="{FF2B5EF4-FFF2-40B4-BE49-F238E27FC236}">
                <a16:creationId xmlns:a16="http://schemas.microsoft.com/office/drawing/2014/main" id="{535E5823-2E69-FBFC-9BF1-BD2A78C1F53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6675" name="備忘稿版面配置區 2">
            <a:extLst>
              <a:ext uri="{FF2B5EF4-FFF2-40B4-BE49-F238E27FC236}">
                <a16:creationId xmlns:a16="http://schemas.microsoft.com/office/drawing/2014/main" id="{75DDDEE1-D93F-EF1C-A6F3-FB16F076C2A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56676" name="投影片編號版面配置區 3">
            <a:extLst>
              <a:ext uri="{FF2B5EF4-FFF2-40B4-BE49-F238E27FC236}">
                <a16:creationId xmlns:a16="http://schemas.microsoft.com/office/drawing/2014/main" id="{DB5834E5-F88A-DFCB-D738-3D119F28489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1BC5451-CC22-4B82-8247-F7A2FDBA44CB}"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129</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投影片圖像版面配置區 1">
            <a:extLst>
              <a:ext uri="{FF2B5EF4-FFF2-40B4-BE49-F238E27FC236}">
                <a16:creationId xmlns:a16="http://schemas.microsoft.com/office/drawing/2014/main" id="{6DDA1E21-4129-A6FA-6CEB-74DA8391A30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7699" name="備忘稿版面配置區 2">
            <a:extLst>
              <a:ext uri="{FF2B5EF4-FFF2-40B4-BE49-F238E27FC236}">
                <a16:creationId xmlns:a16="http://schemas.microsoft.com/office/drawing/2014/main" id="{9CEA9455-5107-6C8B-F7CE-C48130A1253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TW" altLang="en-US"/>
          </a:p>
        </p:txBody>
      </p:sp>
      <p:sp>
        <p:nvSpPr>
          <p:cNvPr id="157700" name="投影片編號版面配置區 3">
            <a:extLst>
              <a:ext uri="{FF2B5EF4-FFF2-40B4-BE49-F238E27FC236}">
                <a16:creationId xmlns:a16="http://schemas.microsoft.com/office/drawing/2014/main" id="{EC9D3D8D-CFA9-BB09-1A68-6FDC19964D3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A4F70A8-7F13-4733-86F3-2F14B8F86DDE}" type="slidenum">
              <a:rPr kumimoji="0" lang="zh-TW" altLang="en-US" sz="1200" b="0" i="0" u="none" strike="noStrike" kern="1200" cap="none" spc="0" normalizeH="0" baseline="0" noProof="0" smtClean="0">
                <a:ln>
                  <a:noFill/>
                </a:ln>
                <a:solidFill>
                  <a:prstClr val="black"/>
                </a:solidFill>
                <a:effectLst/>
                <a:uLnTx/>
                <a:uFillTx/>
                <a:latin typeface="Calibri" panose="020F0502020204030204" pitchFamily="34" charset="0"/>
                <a:ea typeface="新細明體" panose="02020500000000000000" pitchFamily="18" charset="-120"/>
                <a:cs typeface="+mn-cs"/>
              </a:rPr>
              <a:pPr marL="0" marR="0" lvl="0" indent="0" algn="r" defTabSz="914400" rtl="0" eaLnBrk="1" fontAlgn="base" latinLnBrk="0" hangingPunct="1">
                <a:lnSpc>
                  <a:spcPct val="100000"/>
                </a:lnSpc>
                <a:spcBef>
                  <a:spcPct val="0"/>
                </a:spcBef>
                <a:spcAft>
                  <a:spcPct val="0"/>
                </a:spcAft>
                <a:buClrTx/>
                <a:buSzTx/>
                <a:buFontTx/>
                <a:buNone/>
                <a:tabLst/>
                <a:defRPr/>
              </a:pPr>
              <a:t>130</a:t>
            </a:fld>
            <a:endParaRPr kumimoji="0" lang="zh-TW" altLang="en-US" sz="1200" b="0" i="0" u="none" strike="noStrike" kern="1200" cap="none" spc="0" normalizeH="0" baseline="0" noProof="0">
              <a:ln>
                <a:noFill/>
              </a:ln>
              <a:solidFill>
                <a:prstClr val="black"/>
              </a:solidFill>
              <a:effectLst/>
              <a:uLnTx/>
              <a:uFillTx/>
              <a:latin typeface="Calibri" panose="020F0502020204030204" pitchFamily="34" charset="0"/>
              <a:ea typeface="新細明體" panose="02020500000000000000" pitchFamily="18" charset="-120"/>
              <a:cs typeface="+mn-cs"/>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投影片圖像版面配置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8723" name="備忘稿版面配置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TW" altLang="en-US"/>
          </a:p>
        </p:txBody>
      </p:sp>
      <p:sp>
        <p:nvSpPr>
          <p:cNvPr id="158724" name="投影片編號版面配置區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itchFamily="34" charset="0"/>
                <a:ea typeface="新細明體" pitchFamily="18" charset="-120"/>
              </a:defRPr>
            </a:lvl1pPr>
            <a:lvl2pPr marL="742950" indent="-285750">
              <a:defRPr kumimoji="1">
                <a:solidFill>
                  <a:schemeClr val="tx1"/>
                </a:solidFill>
                <a:latin typeface="Arial" pitchFamily="34" charset="0"/>
                <a:ea typeface="新細明體" pitchFamily="18" charset="-120"/>
              </a:defRPr>
            </a:lvl2pPr>
            <a:lvl3pPr marL="1143000" indent="-228600">
              <a:defRPr kumimoji="1">
                <a:solidFill>
                  <a:schemeClr val="tx1"/>
                </a:solidFill>
                <a:latin typeface="Arial" pitchFamily="34" charset="0"/>
                <a:ea typeface="新細明體" pitchFamily="18" charset="-120"/>
              </a:defRPr>
            </a:lvl3pPr>
            <a:lvl4pPr marL="1600200" indent="-228600">
              <a:defRPr kumimoji="1">
                <a:solidFill>
                  <a:schemeClr val="tx1"/>
                </a:solidFill>
                <a:latin typeface="Arial" pitchFamily="34" charset="0"/>
                <a:ea typeface="新細明體" pitchFamily="18" charset="-120"/>
              </a:defRPr>
            </a:lvl4pPr>
            <a:lvl5pPr marL="2057400" indent="-228600">
              <a:defRPr kumimoji="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kumimoji="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kumimoji="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kumimoji="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kumimoji="1">
                <a:solidFill>
                  <a:schemeClr val="tx1"/>
                </a:solidFill>
                <a:latin typeface="Arial" pitchFamily="34" charset="0"/>
                <a:ea typeface="新細明體" pitchFamily="18" charset="-120"/>
              </a:defRPr>
            </a:lvl9pPr>
          </a:lstStyle>
          <a:p>
            <a:fld id="{D3574D4A-F480-4356-9D55-0D96D8B9C211}" type="slidenum">
              <a:rPr kumimoji="0" lang="zh-TW" altLang="en-US">
                <a:solidFill>
                  <a:prstClr val="black"/>
                </a:solidFill>
                <a:latin typeface="Calibri" pitchFamily="34" charset="0"/>
              </a:rPr>
              <a:pPr/>
              <a:t>136</a:t>
            </a:fld>
            <a:endParaRPr kumimoji="0" lang="zh-TW" altLang="en-US">
              <a:solidFill>
                <a:prstClr val="black"/>
              </a:solidFill>
              <a:latin typeface="Calibri"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3.bin"/><Relationship Id="rId1" Type="http://schemas.openxmlformats.org/officeDocument/2006/relationships/slideMaster" Target="../slideMasters/slideMaster2.xml"/><Relationship Id="rId5" Type="http://schemas.openxmlformats.org/officeDocument/2006/relationships/image" Target="../media/image2.png"/><Relationship Id="rId4" Type="http://schemas.openxmlformats.org/officeDocument/2006/relationships/oleObject" Target="../embeddings/oleObject4.bin"/></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7.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8.bin"/></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9.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0.bin"/></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9.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0.bin"/></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3.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7.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18.bin"/></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9.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0.bin"/></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1.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0.bin"/></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1.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4.xml"/><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4.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7.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8.bin"/></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9.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0.bin"/></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9.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0.bin"/></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6.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7.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18.bin"/></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9.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0.bin"/></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1.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0.bin"/></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1.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7.xml"/><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7.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1.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2.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3.xml"/></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7.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8.bin"/></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9.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0.bin"/></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9.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0.bin"/></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1.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2.bin"/></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3.bin"/><Relationship Id="rId1" Type="http://schemas.openxmlformats.org/officeDocument/2006/relationships/slideMaster" Target="../slideMasters/slideMaster14.xml"/><Relationship Id="rId5" Type="http://schemas.openxmlformats.org/officeDocument/2006/relationships/image" Target="../media/image2.png"/><Relationship Id="rId4" Type="http://schemas.openxmlformats.org/officeDocument/2006/relationships/oleObject" Target="../embeddings/oleObject14.bin"/></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15.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16.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6.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8.xml"/></Relationships>
</file>

<file path=ppt/slideLayouts/_rels/slideLayout2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7.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18.bin"/></Relationships>
</file>

<file path=ppt/slideLayouts/_rels/slideLayout2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19.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0.bin"/></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1.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0.bin"/></Relationships>
</file>

<file path=ppt/slideLayouts/_rels/slideLayout2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1.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2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2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3.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2.bin"/></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2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2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4.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5.bin"/></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2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19.xml"/><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oleObject" Target="../embeddings/oleObject26.bin"/><Relationship Id="rId1" Type="http://schemas.openxmlformats.org/officeDocument/2006/relationships/slideMaster" Target="../slideMasters/slideMaster19.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oleObject" Target="../embeddings/oleObject27.bin"/></Relationships>
</file>

<file path=ppt/slideLayouts/_rels/slideLayout2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20.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0.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0.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1" y="2130425"/>
            <a:ext cx="7772400" cy="1470026"/>
          </a:xfrm>
        </p:spPr>
        <p:txBody>
          <a:bodyPr/>
          <a:lstStyle/>
          <a:p>
            <a:r>
              <a:rPr lang="zh-TW" altLang="en-US"/>
              <a:t>按一下以編輯母片標題樣式</a:t>
            </a:r>
          </a:p>
        </p:txBody>
      </p:sp>
      <p:sp>
        <p:nvSpPr>
          <p:cNvPr id="3" name="副標題 2"/>
          <p:cNvSpPr>
            <a:spLocks noGrp="1"/>
          </p:cNvSpPr>
          <p:nvPr>
            <p:ph type="subTitle" idx="1"/>
          </p:nvPr>
        </p:nvSpPr>
        <p:spPr>
          <a:xfrm>
            <a:off x="1371601"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TW" altLang="en-US"/>
              <a:t>按一下以編輯母片副標題樣式</a:t>
            </a:r>
          </a:p>
        </p:txBody>
      </p:sp>
      <p:sp>
        <p:nvSpPr>
          <p:cNvPr id="4" name="日期版面配置區 3"/>
          <p:cNvSpPr>
            <a:spLocks noGrp="1"/>
          </p:cNvSpPr>
          <p:nvPr>
            <p:ph type="dt" sz="half" idx="10"/>
          </p:nvPr>
        </p:nvSpPr>
        <p:spPr/>
        <p:txBody>
          <a:bodyPr/>
          <a:lstStyle>
            <a:lvl1pPr>
              <a:defRPr/>
            </a:lvl1pPr>
          </a:lstStyle>
          <a:p>
            <a:endParaRPr lang="en-US" altLang="zh-TW">
              <a:solidFill>
                <a:srgbClr val="000000"/>
              </a:solidFill>
            </a:endParaRPr>
          </a:p>
        </p:txBody>
      </p:sp>
      <p:sp>
        <p:nvSpPr>
          <p:cNvPr id="5" name="頁尾版面配置區 4"/>
          <p:cNvSpPr>
            <a:spLocks noGrp="1"/>
          </p:cNvSpPr>
          <p:nvPr>
            <p:ph type="ftr" sz="quarter" idx="11"/>
          </p:nvPr>
        </p:nvSpPr>
        <p:spPr/>
        <p:txBody>
          <a:bodyPr/>
          <a:lstStyle>
            <a:lvl1pPr>
              <a:defRPr/>
            </a:lvl1pPr>
          </a:lstStyle>
          <a:p>
            <a:endParaRPr lang="en-US" altLang="zh-TW">
              <a:solidFill>
                <a:srgbClr val="000000"/>
              </a:solidFill>
            </a:endParaRPr>
          </a:p>
        </p:txBody>
      </p:sp>
      <p:sp>
        <p:nvSpPr>
          <p:cNvPr id="6" name="投影片編號版面配置區 5"/>
          <p:cNvSpPr>
            <a:spLocks noGrp="1"/>
          </p:cNvSpPr>
          <p:nvPr>
            <p:ph type="sldNum" sz="quarter" idx="12"/>
          </p:nvPr>
        </p:nvSpPr>
        <p:spPr/>
        <p:txBody>
          <a:bodyPr/>
          <a:lstStyle>
            <a:lvl1pPr>
              <a:defRPr/>
            </a:lvl1pPr>
          </a:lstStyle>
          <a:p>
            <a:fld id="{80604142-1383-490D-8D1B-42DD9D72D620}"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2855492045"/>
      </p:ext>
    </p:extLst>
  </p:cSld>
  <p:clrMapOvr>
    <a:masterClrMapping/>
  </p:clrMapOvr>
  <p:transition spd="slow">
    <p:randomBar dir="vert"/>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endParaRPr lang="en-US" altLang="zh-TW">
              <a:solidFill>
                <a:srgbClr val="000000"/>
              </a:solidFill>
            </a:endParaRPr>
          </a:p>
        </p:txBody>
      </p:sp>
      <p:sp>
        <p:nvSpPr>
          <p:cNvPr id="5" name="頁尾版面配置區 4"/>
          <p:cNvSpPr>
            <a:spLocks noGrp="1"/>
          </p:cNvSpPr>
          <p:nvPr>
            <p:ph type="ftr" sz="quarter" idx="11"/>
          </p:nvPr>
        </p:nvSpPr>
        <p:spPr/>
        <p:txBody>
          <a:bodyPr/>
          <a:lstStyle>
            <a:lvl1pPr>
              <a:defRPr/>
            </a:lvl1pPr>
          </a:lstStyle>
          <a:p>
            <a:endParaRPr lang="en-US" altLang="zh-TW">
              <a:solidFill>
                <a:srgbClr val="000000"/>
              </a:solidFill>
            </a:endParaRPr>
          </a:p>
        </p:txBody>
      </p:sp>
      <p:sp>
        <p:nvSpPr>
          <p:cNvPr id="6" name="投影片編號版面配置區 5"/>
          <p:cNvSpPr>
            <a:spLocks noGrp="1"/>
          </p:cNvSpPr>
          <p:nvPr>
            <p:ph type="sldNum" sz="quarter" idx="12"/>
          </p:nvPr>
        </p:nvSpPr>
        <p:spPr/>
        <p:txBody>
          <a:bodyPr/>
          <a:lstStyle>
            <a:lvl1pPr>
              <a:defRPr/>
            </a:lvl1pPr>
          </a:lstStyle>
          <a:p>
            <a:fld id="{285833A7-4806-4B36-90A6-809C861666D6}"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3864776073"/>
      </p:ext>
    </p:extLst>
  </p:cSld>
  <p:clrMapOvr>
    <a:masterClrMapping/>
  </p:clrMapOvr>
  <p:transition spd="slow">
    <p:randomBar dir="vert"/>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4" y="4406901"/>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4"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lvl1pPr>
              <a:defRPr/>
            </a:lvl1pPr>
          </a:lstStyle>
          <a:p>
            <a:endParaRPr lang="en-US" altLang="zh-TW">
              <a:solidFill>
                <a:srgbClr val="000000"/>
              </a:solidFill>
            </a:endParaRPr>
          </a:p>
        </p:txBody>
      </p:sp>
      <p:sp>
        <p:nvSpPr>
          <p:cNvPr id="5" name="頁尾版面配置區 4"/>
          <p:cNvSpPr>
            <a:spLocks noGrp="1"/>
          </p:cNvSpPr>
          <p:nvPr>
            <p:ph type="ftr" sz="quarter" idx="11"/>
          </p:nvPr>
        </p:nvSpPr>
        <p:spPr/>
        <p:txBody>
          <a:bodyPr/>
          <a:lstStyle>
            <a:lvl1pPr>
              <a:defRPr/>
            </a:lvl1pPr>
          </a:lstStyle>
          <a:p>
            <a:endParaRPr lang="en-US" altLang="zh-TW">
              <a:solidFill>
                <a:srgbClr val="000000"/>
              </a:solidFill>
            </a:endParaRPr>
          </a:p>
        </p:txBody>
      </p:sp>
      <p:sp>
        <p:nvSpPr>
          <p:cNvPr id="6" name="投影片編號版面配置區 5"/>
          <p:cNvSpPr>
            <a:spLocks noGrp="1"/>
          </p:cNvSpPr>
          <p:nvPr>
            <p:ph type="sldNum" sz="quarter" idx="12"/>
          </p:nvPr>
        </p:nvSpPr>
        <p:spPr/>
        <p:txBody>
          <a:bodyPr/>
          <a:lstStyle>
            <a:lvl1pPr>
              <a:defRPr/>
            </a:lvl1pPr>
          </a:lstStyle>
          <a:p>
            <a:fld id="{02F4D7C1-5A1C-484C-855F-FD5534D39878}"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1513208061"/>
      </p:ext>
    </p:extLst>
  </p:cSld>
  <p:clrMapOvr>
    <a:masterClrMapping/>
  </p:clrMapOvr>
  <p:transition spd="slow">
    <p:randomBar dir="vert"/>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1"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4"/>
          <p:cNvSpPr>
            <a:spLocks noGrp="1"/>
          </p:cNvSpPr>
          <p:nvPr>
            <p:ph type="dt" sz="half" idx="10"/>
          </p:nvPr>
        </p:nvSpPr>
        <p:spPr/>
        <p:txBody>
          <a:bodyPr/>
          <a:lstStyle>
            <a:lvl1pPr>
              <a:defRPr/>
            </a:lvl1pPr>
          </a:lstStyle>
          <a:p>
            <a:endParaRPr lang="en-US" altLang="zh-TW">
              <a:solidFill>
                <a:srgbClr val="000000"/>
              </a:solidFill>
            </a:endParaRPr>
          </a:p>
        </p:txBody>
      </p:sp>
      <p:sp>
        <p:nvSpPr>
          <p:cNvPr id="6" name="頁尾版面配置區 5"/>
          <p:cNvSpPr>
            <a:spLocks noGrp="1"/>
          </p:cNvSpPr>
          <p:nvPr>
            <p:ph type="ftr" sz="quarter" idx="11"/>
          </p:nvPr>
        </p:nvSpPr>
        <p:spPr/>
        <p:txBody>
          <a:bodyPr/>
          <a:lstStyle>
            <a:lvl1pPr>
              <a:defRPr/>
            </a:lvl1pPr>
          </a:lstStyle>
          <a:p>
            <a:endParaRPr lang="en-US" altLang="zh-TW">
              <a:solidFill>
                <a:srgbClr val="000000"/>
              </a:solidFill>
            </a:endParaRPr>
          </a:p>
        </p:txBody>
      </p:sp>
      <p:sp>
        <p:nvSpPr>
          <p:cNvPr id="7" name="投影片編號版面配置區 6"/>
          <p:cNvSpPr>
            <a:spLocks noGrp="1"/>
          </p:cNvSpPr>
          <p:nvPr>
            <p:ph type="sldNum" sz="quarter" idx="12"/>
          </p:nvPr>
        </p:nvSpPr>
        <p:spPr/>
        <p:txBody>
          <a:bodyPr/>
          <a:lstStyle>
            <a:lvl1pPr>
              <a:defRPr/>
            </a:lvl1pPr>
          </a:lstStyle>
          <a:p>
            <a:fld id="{95019CFC-9BF3-4CC8-8E50-B9E332DEF3CD}"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850947033"/>
      </p:ext>
    </p:extLst>
  </p:cSld>
  <p:clrMapOvr>
    <a:masterClrMapping/>
  </p:clrMapOvr>
  <p:transition spd="slow">
    <p:randomBar dir="vert"/>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1"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1" y="2174876"/>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6"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6" y="2174876"/>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6"/>
          <p:cNvSpPr>
            <a:spLocks noGrp="1"/>
          </p:cNvSpPr>
          <p:nvPr>
            <p:ph type="dt" sz="half" idx="10"/>
          </p:nvPr>
        </p:nvSpPr>
        <p:spPr/>
        <p:txBody>
          <a:bodyPr/>
          <a:lstStyle>
            <a:lvl1pPr>
              <a:defRPr/>
            </a:lvl1pPr>
          </a:lstStyle>
          <a:p>
            <a:endParaRPr lang="en-US" altLang="zh-TW">
              <a:solidFill>
                <a:srgbClr val="000000"/>
              </a:solidFill>
            </a:endParaRPr>
          </a:p>
        </p:txBody>
      </p:sp>
      <p:sp>
        <p:nvSpPr>
          <p:cNvPr id="8" name="頁尾版面配置區 7"/>
          <p:cNvSpPr>
            <a:spLocks noGrp="1"/>
          </p:cNvSpPr>
          <p:nvPr>
            <p:ph type="ftr" sz="quarter" idx="11"/>
          </p:nvPr>
        </p:nvSpPr>
        <p:spPr/>
        <p:txBody>
          <a:bodyPr/>
          <a:lstStyle>
            <a:lvl1pPr>
              <a:defRPr/>
            </a:lvl1pPr>
          </a:lstStyle>
          <a:p>
            <a:endParaRPr lang="en-US" altLang="zh-TW">
              <a:solidFill>
                <a:srgbClr val="000000"/>
              </a:solidFill>
            </a:endParaRPr>
          </a:p>
        </p:txBody>
      </p:sp>
      <p:sp>
        <p:nvSpPr>
          <p:cNvPr id="9" name="投影片編號版面配置區 8"/>
          <p:cNvSpPr>
            <a:spLocks noGrp="1"/>
          </p:cNvSpPr>
          <p:nvPr>
            <p:ph type="sldNum" sz="quarter" idx="12"/>
          </p:nvPr>
        </p:nvSpPr>
        <p:spPr/>
        <p:txBody>
          <a:bodyPr/>
          <a:lstStyle>
            <a:lvl1pPr>
              <a:defRPr/>
            </a:lvl1pPr>
          </a:lstStyle>
          <a:p>
            <a:fld id="{06A98E0A-A12B-44DA-B599-FF187243B6CB}"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3406884957"/>
      </p:ext>
    </p:extLst>
  </p:cSld>
  <p:clrMapOvr>
    <a:masterClrMapping/>
  </p:clrMapOvr>
  <p:transition spd="slow">
    <p:randomBar dir="vert"/>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2"/>
          <p:cNvSpPr>
            <a:spLocks noGrp="1"/>
          </p:cNvSpPr>
          <p:nvPr>
            <p:ph type="dt" sz="half" idx="10"/>
          </p:nvPr>
        </p:nvSpPr>
        <p:spPr/>
        <p:txBody>
          <a:bodyPr/>
          <a:lstStyle>
            <a:lvl1pPr>
              <a:defRPr/>
            </a:lvl1pPr>
          </a:lstStyle>
          <a:p>
            <a:endParaRPr lang="en-US" altLang="zh-TW">
              <a:solidFill>
                <a:srgbClr val="000000"/>
              </a:solidFill>
            </a:endParaRPr>
          </a:p>
        </p:txBody>
      </p:sp>
      <p:sp>
        <p:nvSpPr>
          <p:cNvPr id="4" name="頁尾版面配置區 3"/>
          <p:cNvSpPr>
            <a:spLocks noGrp="1"/>
          </p:cNvSpPr>
          <p:nvPr>
            <p:ph type="ftr" sz="quarter" idx="11"/>
          </p:nvPr>
        </p:nvSpPr>
        <p:spPr/>
        <p:txBody>
          <a:bodyPr/>
          <a:lstStyle>
            <a:lvl1pPr>
              <a:defRPr/>
            </a:lvl1pPr>
          </a:lstStyle>
          <a:p>
            <a:endParaRPr lang="en-US" altLang="zh-TW">
              <a:solidFill>
                <a:srgbClr val="000000"/>
              </a:solidFill>
            </a:endParaRPr>
          </a:p>
        </p:txBody>
      </p:sp>
      <p:sp>
        <p:nvSpPr>
          <p:cNvPr id="5" name="投影片編號版面配置區 4"/>
          <p:cNvSpPr>
            <a:spLocks noGrp="1"/>
          </p:cNvSpPr>
          <p:nvPr>
            <p:ph type="sldNum" sz="quarter" idx="12"/>
          </p:nvPr>
        </p:nvSpPr>
        <p:spPr/>
        <p:txBody>
          <a:bodyPr/>
          <a:lstStyle>
            <a:lvl1pPr>
              <a:defRPr/>
            </a:lvl1pPr>
          </a:lstStyle>
          <a:p>
            <a:fld id="{ED707D56-5A63-4947-8B90-AE08C4E64ACC}"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738565320"/>
      </p:ext>
    </p:extLst>
  </p:cSld>
  <p:clrMapOvr>
    <a:masterClrMapping/>
  </p:clrMapOvr>
  <p:transition spd="slow">
    <p:randomBar dir="vert"/>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1"/>
          <p:cNvSpPr>
            <a:spLocks noGrp="1"/>
          </p:cNvSpPr>
          <p:nvPr>
            <p:ph type="dt" sz="half" idx="10"/>
          </p:nvPr>
        </p:nvSpPr>
        <p:spPr/>
        <p:txBody>
          <a:bodyPr/>
          <a:lstStyle>
            <a:lvl1pPr>
              <a:defRPr/>
            </a:lvl1pPr>
          </a:lstStyle>
          <a:p>
            <a:endParaRPr lang="en-US" altLang="zh-TW">
              <a:solidFill>
                <a:srgbClr val="000000"/>
              </a:solidFill>
            </a:endParaRPr>
          </a:p>
        </p:txBody>
      </p:sp>
      <p:sp>
        <p:nvSpPr>
          <p:cNvPr id="3" name="頁尾版面配置區 2"/>
          <p:cNvSpPr>
            <a:spLocks noGrp="1"/>
          </p:cNvSpPr>
          <p:nvPr>
            <p:ph type="ftr" sz="quarter" idx="11"/>
          </p:nvPr>
        </p:nvSpPr>
        <p:spPr/>
        <p:txBody>
          <a:bodyPr/>
          <a:lstStyle>
            <a:lvl1pPr>
              <a:defRPr/>
            </a:lvl1pPr>
          </a:lstStyle>
          <a:p>
            <a:endParaRPr lang="en-US" altLang="zh-TW">
              <a:solidFill>
                <a:srgbClr val="000000"/>
              </a:solidFill>
            </a:endParaRPr>
          </a:p>
        </p:txBody>
      </p:sp>
      <p:sp>
        <p:nvSpPr>
          <p:cNvPr id="4" name="投影片編號版面配置區 3"/>
          <p:cNvSpPr>
            <a:spLocks noGrp="1"/>
          </p:cNvSpPr>
          <p:nvPr>
            <p:ph type="sldNum" sz="quarter" idx="12"/>
          </p:nvPr>
        </p:nvSpPr>
        <p:spPr/>
        <p:txBody>
          <a:bodyPr/>
          <a:lstStyle>
            <a:lvl1pPr>
              <a:defRPr/>
            </a:lvl1pPr>
          </a:lstStyle>
          <a:p>
            <a:fld id="{66162250-50A7-4F24-8D30-269322E72F67}"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1653898513"/>
      </p:ext>
    </p:extLst>
  </p:cSld>
  <p:clrMapOvr>
    <a:masterClrMapping/>
  </p:clrMapOvr>
  <p:transition spd="slow">
    <p:randomBar dir="vert"/>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1"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1"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4"/>
          <p:cNvSpPr>
            <a:spLocks noGrp="1"/>
          </p:cNvSpPr>
          <p:nvPr>
            <p:ph type="dt" sz="half" idx="10"/>
          </p:nvPr>
        </p:nvSpPr>
        <p:spPr/>
        <p:txBody>
          <a:bodyPr/>
          <a:lstStyle>
            <a:lvl1pPr>
              <a:defRPr/>
            </a:lvl1pPr>
          </a:lstStyle>
          <a:p>
            <a:endParaRPr lang="en-US" altLang="zh-TW">
              <a:solidFill>
                <a:srgbClr val="000000"/>
              </a:solidFill>
            </a:endParaRPr>
          </a:p>
        </p:txBody>
      </p:sp>
      <p:sp>
        <p:nvSpPr>
          <p:cNvPr id="6" name="頁尾版面配置區 5"/>
          <p:cNvSpPr>
            <a:spLocks noGrp="1"/>
          </p:cNvSpPr>
          <p:nvPr>
            <p:ph type="ftr" sz="quarter" idx="11"/>
          </p:nvPr>
        </p:nvSpPr>
        <p:spPr/>
        <p:txBody>
          <a:bodyPr/>
          <a:lstStyle>
            <a:lvl1pPr>
              <a:defRPr/>
            </a:lvl1pPr>
          </a:lstStyle>
          <a:p>
            <a:endParaRPr lang="en-US" altLang="zh-TW">
              <a:solidFill>
                <a:srgbClr val="000000"/>
              </a:solidFill>
            </a:endParaRPr>
          </a:p>
        </p:txBody>
      </p:sp>
      <p:sp>
        <p:nvSpPr>
          <p:cNvPr id="7" name="投影片編號版面配置區 6"/>
          <p:cNvSpPr>
            <a:spLocks noGrp="1"/>
          </p:cNvSpPr>
          <p:nvPr>
            <p:ph type="sldNum" sz="quarter" idx="12"/>
          </p:nvPr>
        </p:nvSpPr>
        <p:spPr/>
        <p:txBody>
          <a:bodyPr/>
          <a:lstStyle>
            <a:lvl1pPr>
              <a:defRPr/>
            </a:lvl1pPr>
          </a:lstStyle>
          <a:p>
            <a:fld id="{D1C12858-AADA-48F9-B5CE-A77ED630C587}"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3469483309"/>
      </p:ext>
    </p:extLst>
  </p:cSld>
  <p:clrMapOvr>
    <a:masterClrMapping/>
  </p:clrMapOvr>
  <p:transition spd="slow">
    <p:randomBar dir="vert"/>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6"/>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TW" altLang="en-US"/>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4"/>
          <p:cNvSpPr>
            <a:spLocks noGrp="1"/>
          </p:cNvSpPr>
          <p:nvPr>
            <p:ph type="dt" sz="half" idx="10"/>
          </p:nvPr>
        </p:nvSpPr>
        <p:spPr/>
        <p:txBody>
          <a:bodyPr/>
          <a:lstStyle>
            <a:lvl1pPr>
              <a:defRPr/>
            </a:lvl1pPr>
          </a:lstStyle>
          <a:p>
            <a:endParaRPr lang="en-US" altLang="zh-TW">
              <a:solidFill>
                <a:srgbClr val="000000"/>
              </a:solidFill>
            </a:endParaRPr>
          </a:p>
        </p:txBody>
      </p:sp>
      <p:sp>
        <p:nvSpPr>
          <p:cNvPr id="6" name="頁尾版面配置區 5"/>
          <p:cNvSpPr>
            <a:spLocks noGrp="1"/>
          </p:cNvSpPr>
          <p:nvPr>
            <p:ph type="ftr" sz="quarter" idx="11"/>
          </p:nvPr>
        </p:nvSpPr>
        <p:spPr/>
        <p:txBody>
          <a:bodyPr/>
          <a:lstStyle>
            <a:lvl1pPr>
              <a:defRPr/>
            </a:lvl1pPr>
          </a:lstStyle>
          <a:p>
            <a:endParaRPr lang="en-US" altLang="zh-TW">
              <a:solidFill>
                <a:srgbClr val="000000"/>
              </a:solidFill>
            </a:endParaRPr>
          </a:p>
        </p:txBody>
      </p:sp>
      <p:sp>
        <p:nvSpPr>
          <p:cNvPr id="7" name="投影片編號版面配置區 6"/>
          <p:cNvSpPr>
            <a:spLocks noGrp="1"/>
          </p:cNvSpPr>
          <p:nvPr>
            <p:ph type="sldNum" sz="quarter" idx="12"/>
          </p:nvPr>
        </p:nvSpPr>
        <p:spPr/>
        <p:txBody>
          <a:bodyPr/>
          <a:lstStyle>
            <a:lvl1pPr>
              <a:defRPr/>
            </a:lvl1pPr>
          </a:lstStyle>
          <a:p>
            <a:fld id="{7C2E08A1-F873-4A2E-A833-01C9D17A434F}"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1070682189"/>
      </p:ext>
    </p:extLst>
  </p:cSld>
  <p:clrMapOvr>
    <a:masterClrMapping/>
  </p:clrMapOvr>
  <p:transition spd="slow">
    <p:randomBar dir="vert"/>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endParaRPr lang="en-US" altLang="zh-TW">
              <a:solidFill>
                <a:srgbClr val="000000"/>
              </a:solidFill>
            </a:endParaRPr>
          </a:p>
        </p:txBody>
      </p:sp>
      <p:sp>
        <p:nvSpPr>
          <p:cNvPr id="5" name="頁尾版面配置區 4"/>
          <p:cNvSpPr>
            <a:spLocks noGrp="1"/>
          </p:cNvSpPr>
          <p:nvPr>
            <p:ph type="ftr" sz="quarter" idx="11"/>
          </p:nvPr>
        </p:nvSpPr>
        <p:spPr/>
        <p:txBody>
          <a:bodyPr/>
          <a:lstStyle>
            <a:lvl1pPr>
              <a:defRPr/>
            </a:lvl1pPr>
          </a:lstStyle>
          <a:p>
            <a:endParaRPr lang="en-US" altLang="zh-TW">
              <a:solidFill>
                <a:srgbClr val="000000"/>
              </a:solidFill>
            </a:endParaRPr>
          </a:p>
        </p:txBody>
      </p:sp>
      <p:sp>
        <p:nvSpPr>
          <p:cNvPr id="6" name="投影片編號版面配置區 5"/>
          <p:cNvSpPr>
            <a:spLocks noGrp="1"/>
          </p:cNvSpPr>
          <p:nvPr>
            <p:ph type="sldNum" sz="quarter" idx="12"/>
          </p:nvPr>
        </p:nvSpPr>
        <p:spPr/>
        <p:txBody>
          <a:bodyPr/>
          <a:lstStyle>
            <a:lvl1pPr>
              <a:defRPr/>
            </a:lvl1pPr>
          </a:lstStyle>
          <a:p>
            <a:fld id="{E8E436D2-916D-444C-97D6-A0EA1C1CBAB5}"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1286528210"/>
      </p:ext>
    </p:extLst>
  </p:cSld>
  <p:clrMapOvr>
    <a:masterClrMapping/>
  </p:clrMapOvr>
  <p:transition spd="slow">
    <p:randomBar dir="vert"/>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9"/>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9"/>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endParaRPr lang="en-US" altLang="zh-TW">
              <a:solidFill>
                <a:srgbClr val="000000"/>
              </a:solidFill>
            </a:endParaRPr>
          </a:p>
        </p:txBody>
      </p:sp>
      <p:sp>
        <p:nvSpPr>
          <p:cNvPr id="5" name="頁尾版面配置區 4"/>
          <p:cNvSpPr>
            <a:spLocks noGrp="1"/>
          </p:cNvSpPr>
          <p:nvPr>
            <p:ph type="ftr" sz="quarter" idx="11"/>
          </p:nvPr>
        </p:nvSpPr>
        <p:spPr/>
        <p:txBody>
          <a:bodyPr/>
          <a:lstStyle>
            <a:lvl1pPr>
              <a:defRPr/>
            </a:lvl1pPr>
          </a:lstStyle>
          <a:p>
            <a:endParaRPr lang="en-US" altLang="zh-TW">
              <a:solidFill>
                <a:srgbClr val="000000"/>
              </a:solidFill>
            </a:endParaRPr>
          </a:p>
        </p:txBody>
      </p:sp>
      <p:sp>
        <p:nvSpPr>
          <p:cNvPr id="6" name="投影片編號版面配置區 5"/>
          <p:cNvSpPr>
            <a:spLocks noGrp="1"/>
          </p:cNvSpPr>
          <p:nvPr>
            <p:ph type="sldNum" sz="quarter" idx="12"/>
          </p:nvPr>
        </p:nvSpPr>
        <p:spPr/>
        <p:txBody>
          <a:bodyPr/>
          <a:lstStyle>
            <a:lvl1pPr>
              <a:defRPr/>
            </a:lvl1pPr>
          </a:lstStyle>
          <a:p>
            <a:fld id="{743221A8-8735-42FB-AB1A-BFCBA1634E6A}"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77259083"/>
      </p:ext>
    </p:extLst>
  </p:cSld>
  <p:clrMapOvr>
    <a:masterClrMapping/>
  </p:clrMapOvr>
  <p:transition spd="slow">
    <p:randomBar dir="vert"/>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標題，文字及物件">
    <p:spTree>
      <p:nvGrpSpPr>
        <p:cNvPr id="1" name=""/>
        <p:cNvGrpSpPr/>
        <p:nvPr/>
      </p:nvGrpSpPr>
      <p:grpSpPr>
        <a:xfrm>
          <a:off x="0" y="0"/>
          <a:ext cx="0" cy="0"/>
          <a:chOff x="0" y="0"/>
          <a:chExt cx="0" cy="0"/>
        </a:xfrm>
      </p:grpSpPr>
      <p:sp>
        <p:nvSpPr>
          <p:cNvPr id="2" name="標題 1"/>
          <p:cNvSpPr>
            <a:spLocks noGrp="1"/>
          </p:cNvSpPr>
          <p:nvPr>
            <p:ph type="title"/>
          </p:nvPr>
        </p:nvSpPr>
        <p:spPr>
          <a:xfrm>
            <a:off x="457201" y="274639"/>
            <a:ext cx="8229600" cy="1143000"/>
          </a:xfrm>
        </p:spPr>
        <p:txBody>
          <a:bodyPr/>
          <a:lstStyle/>
          <a:p>
            <a:r>
              <a:rPr lang="zh-TW" altLang="en-US"/>
              <a:t>按一下以編輯母片標題樣式</a:t>
            </a:r>
          </a:p>
        </p:txBody>
      </p:sp>
      <p:sp>
        <p:nvSpPr>
          <p:cNvPr id="3" name="文字版面配置區 2"/>
          <p:cNvSpPr>
            <a:spLocks noGrp="1"/>
          </p:cNvSpPr>
          <p:nvPr>
            <p:ph type="body" sz="half" idx="1"/>
          </p:nvPr>
        </p:nvSpPr>
        <p:spPr>
          <a:xfrm>
            <a:off x="457201" y="1600200"/>
            <a:ext cx="4038600" cy="4525963"/>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4"/>
          <p:cNvSpPr>
            <a:spLocks noGrp="1"/>
          </p:cNvSpPr>
          <p:nvPr>
            <p:ph type="dt" sz="half" idx="10"/>
          </p:nvPr>
        </p:nvSpPr>
        <p:spPr>
          <a:xfrm>
            <a:off x="457200" y="6245225"/>
            <a:ext cx="2133600" cy="476250"/>
          </a:xfrm>
        </p:spPr>
        <p:txBody>
          <a:bodyPr/>
          <a:lstStyle>
            <a:lvl1pPr>
              <a:defRPr/>
            </a:lvl1pPr>
          </a:lstStyle>
          <a:p>
            <a:endParaRPr lang="en-US" altLang="zh-TW">
              <a:solidFill>
                <a:srgbClr val="000000"/>
              </a:solidFill>
            </a:endParaRPr>
          </a:p>
        </p:txBody>
      </p:sp>
      <p:sp>
        <p:nvSpPr>
          <p:cNvPr id="6" name="頁尾版面配置區 5"/>
          <p:cNvSpPr>
            <a:spLocks noGrp="1"/>
          </p:cNvSpPr>
          <p:nvPr>
            <p:ph type="ftr" sz="quarter" idx="11"/>
          </p:nvPr>
        </p:nvSpPr>
        <p:spPr>
          <a:xfrm>
            <a:off x="3124200" y="6245225"/>
            <a:ext cx="2895600" cy="476250"/>
          </a:xfrm>
        </p:spPr>
        <p:txBody>
          <a:bodyPr/>
          <a:lstStyle>
            <a:lvl1pPr>
              <a:defRPr/>
            </a:lvl1pPr>
          </a:lstStyle>
          <a:p>
            <a:endParaRPr lang="en-US" altLang="zh-TW">
              <a:solidFill>
                <a:srgbClr val="000000"/>
              </a:solidFill>
            </a:endParaRPr>
          </a:p>
        </p:txBody>
      </p:sp>
      <p:sp>
        <p:nvSpPr>
          <p:cNvPr id="7" name="投影片編號版面配置區 6"/>
          <p:cNvSpPr>
            <a:spLocks noGrp="1"/>
          </p:cNvSpPr>
          <p:nvPr>
            <p:ph type="sldNum" sz="quarter" idx="12"/>
          </p:nvPr>
        </p:nvSpPr>
        <p:spPr>
          <a:xfrm>
            <a:off x="6553200" y="6245225"/>
            <a:ext cx="2133600" cy="476250"/>
          </a:xfrm>
        </p:spPr>
        <p:txBody>
          <a:bodyPr/>
          <a:lstStyle>
            <a:lvl1pPr>
              <a:defRPr/>
            </a:lvl1pPr>
          </a:lstStyle>
          <a:p>
            <a:fld id="{E5B11B4D-916E-4323-8B51-AA8106365C40}"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1256801238"/>
      </p:ext>
    </p:extLst>
  </p:cSld>
  <p:clrMapOvr>
    <a:masterClrMapping/>
  </p:clrMapOvr>
  <p:transition spd="slow">
    <p:randomBar dir="vert"/>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fourObj" preserve="1">
  <p:cSld name="標題，四項物件">
    <p:spTree>
      <p:nvGrpSpPr>
        <p:cNvPr id="1" name=""/>
        <p:cNvGrpSpPr/>
        <p:nvPr/>
      </p:nvGrpSpPr>
      <p:grpSpPr>
        <a:xfrm>
          <a:off x="0" y="0"/>
          <a:ext cx="0" cy="0"/>
          <a:chOff x="0" y="0"/>
          <a:chExt cx="0" cy="0"/>
        </a:xfrm>
      </p:grpSpPr>
      <p:sp>
        <p:nvSpPr>
          <p:cNvPr id="2" name="標題 1"/>
          <p:cNvSpPr>
            <a:spLocks noGrp="1"/>
          </p:cNvSpPr>
          <p:nvPr>
            <p:ph type="title" sz="quarter"/>
          </p:nvPr>
        </p:nvSpPr>
        <p:spPr>
          <a:xfrm>
            <a:off x="457201" y="274639"/>
            <a:ext cx="8229600" cy="1143000"/>
          </a:xfrm>
        </p:spPr>
        <p:txBody>
          <a:bodyPr/>
          <a:lstStyle/>
          <a:p>
            <a:r>
              <a:rPr lang="zh-TW" altLang="en-US"/>
              <a:t>按一下以編輯母片標題樣式</a:t>
            </a:r>
          </a:p>
        </p:txBody>
      </p:sp>
      <p:sp>
        <p:nvSpPr>
          <p:cNvPr id="3" name="內容版面配置區 2"/>
          <p:cNvSpPr>
            <a:spLocks noGrp="1"/>
          </p:cNvSpPr>
          <p:nvPr>
            <p:ph sz="quarter" idx="1"/>
          </p:nvPr>
        </p:nvSpPr>
        <p:spPr>
          <a:xfrm>
            <a:off x="457201" y="1600200"/>
            <a:ext cx="4038600" cy="218598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quarter" idx="2"/>
          </p:nvPr>
        </p:nvSpPr>
        <p:spPr>
          <a:xfrm>
            <a:off x="4648200" y="1600200"/>
            <a:ext cx="4038600" cy="218598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內容版面配置區 4"/>
          <p:cNvSpPr>
            <a:spLocks noGrp="1"/>
          </p:cNvSpPr>
          <p:nvPr>
            <p:ph sz="quarter" idx="3"/>
          </p:nvPr>
        </p:nvSpPr>
        <p:spPr>
          <a:xfrm>
            <a:off x="457201" y="3938588"/>
            <a:ext cx="4038600" cy="2187575"/>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6" name="內容版面配置區 5"/>
          <p:cNvSpPr>
            <a:spLocks noGrp="1"/>
          </p:cNvSpPr>
          <p:nvPr>
            <p:ph sz="quarter" idx="4"/>
          </p:nvPr>
        </p:nvSpPr>
        <p:spPr>
          <a:xfrm>
            <a:off x="4648200" y="3938588"/>
            <a:ext cx="4038600" cy="2187575"/>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6"/>
          <p:cNvSpPr>
            <a:spLocks noGrp="1"/>
          </p:cNvSpPr>
          <p:nvPr>
            <p:ph type="dt" sz="half" idx="10"/>
          </p:nvPr>
        </p:nvSpPr>
        <p:spPr>
          <a:xfrm>
            <a:off x="457200" y="6245225"/>
            <a:ext cx="2133600" cy="476250"/>
          </a:xfrm>
        </p:spPr>
        <p:txBody>
          <a:bodyPr/>
          <a:lstStyle>
            <a:lvl1pPr>
              <a:defRPr/>
            </a:lvl1pPr>
          </a:lstStyle>
          <a:p>
            <a:endParaRPr lang="en-US" altLang="zh-TW">
              <a:solidFill>
                <a:srgbClr val="000000"/>
              </a:solidFill>
            </a:endParaRPr>
          </a:p>
        </p:txBody>
      </p:sp>
      <p:sp>
        <p:nvSpPr>
          <p:cNvPr id="8" name="頁尾版面配置區 7"/>
          <p:cNvSpPr>
            <a:spLocks noGrp="1"/>
          </p:cNvSpPr>
          <p:nvPr>
            <p:ph type="ftr" sz="quarter" idx="11"/>
          </p:nvPr>
        </p:nvSpPr>
        <p:spPr>
          <a:xfrm>
            <a:off x="3124200" y="6245225"/>
            <a:ext cx="2895600" cy="476250"/>
          </a:xfrm>
        </p:spPr>
        <p:txBody>
          <a:bodyPr/>
          <a:lstStyle>
            <a:lvl1pPr>
              <a:defRPr/>
            </a:lvl1pPr>
          </a:lstStyle>
          <a:p>
            <a:endParaRPr lang="en-US" altLang="zh-TW">
              <a:solidFill>
                <a:srgbClr val="000000"/>
              </a:solidFill>
            </a:endParaRPr>
          </a:p>
        </p:txBody>
      </p:sp>
      <p:sp>
        <p:nvSpPr>
          <p:cNvPr id="9" name="投影片編號版面配置區 8"/>
          <p:cNvSpPr>
            <a:spLocks noGrp="1"/>
          </p:cNvSpPr>
          <p:nvPr>
            <p:ph type="sldNum" sz="quarter" idx="12"/>
          </p:nvPr>
        </p:nvSpPr>
        <p:spPr>
          <a:xfrm>
            <a:off x="6553200" y="6245225"/>
            <a:ext cx="2133600" cy="476250"/>
          </a:xfrm>
        </p:spPr>
        <p:txBody>
          <a:bodyPr/>
          <a:lstStyle>
            <a:lvl1pPr>
              <a:defRPr/>
            </a:lvl1pPr>
          </a:lstStyle>
          <a:p>
            <a:fld id="{4F9913EE-0BA1-43C7-8D27-C3F8B9E4890C}"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1465361713"/>
      </p:ext>
    </p:extLst>
  </p:cSld>
  <p:clrMapOvr>
    <a:masterClrMapping/>
  </p:clrMapOvr>
  <p:transition spd="slow">
    <p:randomBar dir="vert"/>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objOnly" preserve="1">
  <p:cSld name="物件">
    <p:spTree>
      <p:nvGrpSpPr>
        <p:cNvPr id="1" name=""/>
        <p:cNvGrpSpPr/>
        <p:nvPr/>
      </p:nvGrpSpPr>
      <p:grpSpPr>
        <a:xfrm>
          <a:off x="0" y="0"/>
          <a:ext cx="0" cy="0"/>
          <a:chOff x="0" y="0"/>
          <a:chExt cx="0" cy="0"/>
        </a:xfrm>
      </p:grpSpPr>
      <p:sp>
        <p:nvSpPr>
          <p:cNvPr id="2" name="內容版面配置區 1"/>
          <p:cNvSpPr>
            <a:spLocks noGrp="1"/>
          </p:cNvSpPr>
          <p:nvPr>
            <p:ph/>
          </p:nvPr>
        </p:nvSpPr>
        <p:spPr>
          <a:xfrm>
            <a:off x="457201" y="274639"/>
            <a:ext cx="8229600" cy="5851525"/>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3" name="日期版面配置區 2"/>
          <p:cNvSpPr>
            <a:spLocks noGrp="1"/>
          </p:cNvSpPr>
          <p:nvPr>
            <p:ph type="dt" sz="half" idx="10"/>
          </p:nvPr>
        </p:nvSpPr>
        <p:spPr>
          <a:xfrm>
            <a:off x="457200" y="6245225"/>
            <a:ext cx="2133600" cy="476250"/>
          </a:xfrm>
        </p:spPr>
        <p:txBody>
          <a:bodyPr/>
          <a:lstStyle>
            <a:lvl1pPr>
              <a:defRPr/>
            </a:lvl1pPr>
          </a:lstStyle>
          <a:p>
            <a:endParaRPr lang="en-US" altLang="zh-TW">
              <a:solidFill>
                <a:srgbClr val="000000"/>
              </a:solidFill>
            </a:endParaRPr>
          </a:p>
        </p:txBody>
      </p:sp>
      <p:sp>
        <p:nvSpPr>
          <p:cNvPr id="4" name="頁尾版面配置區 3"/>
          <p:cNvSpPr>
            <a:spLocks noGrp="1"/>
          </p:cNvSpPr>
          <p:nvPr>
            <p:ph type="ftr" sz="quarter" idx="11"/>
          </p:nvPr>
        </p:nvSpPr>
        <p:spPr>
          <a:xfrm>
            <a:off x="3124200" y="6245225"/>
            <a:ext cx="2895600" cy="476250"/>
          </a:xfrm>
        </p:spPr>
        <p:txBody>
          <a:bodyPr/>
          <a:lstStyle>
            <a:lvl1pPr>
              <a:defRPr/>
            </a:lvl1pPr>
          </a:lstStyle>
          <a:p>
            <a:endParaRPr lang="en-US" altLang="zh-TW">
              <a:solidFill>
                <a:srgbClr val="000000"/>
              </a:solidFill>
            </a:endParaRPr>
          </a:p>
        </p:txBody>
      </p:sp>
      <p:sp>
        <p:nvSpPr>
          <p:cNvPr id="5" name="投影片編號版面配置區 4"/>
          <p:cNvSpPr>
            <a:spLocks noGrp="1"/>
          </p:cNvSpPr>
          <p:nvPr>
            <p:ph type="sldNum" sz="quarter" idx="12"/>
          </p:nvPr>
        </p:nvSpPr>
        <p:spPr>
          <a:xfrm>
            <a:off x="6553200" y="6245225"/>
            <a:ext cx="2133600" cy="476250"/>
          </a:xfrm>
        </p:spPr>
        <p:txBody>
          <a:bodyPr/>
          <a:lstStyle>
            <a:lvl1pPr>
              <a:defRPr/>
            </a:lvl1pPr>
          </a:lstStyle>
          <a:p>
            <a:fld id="{F421E806-7BBA-4806-BD17-835D2CA0450A}" type="slidenum">
              <a:rPr lang="en-US" altLang="zh-TW">
                <a:solidFill>
                  <a:srgbClr val="000000"/>
                </a:solidFill>
              </a:rPr>
              <a:pPr/>
              <a:t>‹#›</a:t>
            </a:fld>
            <a:endParaRPr lang="en-US" altLang="zh-TW">
              <a:solidFill>
                <a:srgbClr val="000000"/>
              </a:solidFill>
            </a:endParaRPr>
          </a:p>
        </p:txBody>
      </p:sp>
    </p:spTree>
    <p:extLst>
      <p:ext uri="{BB962C8B-B14F-4D97-AF65-F5344CB8AC3E}">
        <p14:creationId xmlns:p14="http://schemas.microsoft.com/office/powerpoint/2010/main" val="2171279637"/>
      </p:ext>
    </p:extLst>
  </p:cSld>
  <p:clrMapOvr>
    <a:masterClrMapping/>
  </p:clrMapOvr>
  <p:transition spd="slow">
    <p:randomBar dir="vert"/>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title" preserve="1">
  <p:cSld name="標題投影片">
    <p:bg>
      <p:bgPr>
        <a:solidFill>
          <a:srgbClr val="FFFFFF"/>
        </a:solidFill>
        <a:effectLst/>
      </p:bgPr>
    </p:bg>
    <p:spTree>
      <p:nvGrpSpPr>
        <p:cNvPr id="1" name=""/>
        <p:cNvGrpSpPr/>
        <p:nvPr/>
      </p:nvGrpSpPr>
      <p:grpSpPr>
        <a:xfrm>
          <a:off x="0" y="0"/>
          <a:ext cx="0" cy="0"/>
          <a:chOff x="0" y="0"/>
          <a:chExt cx="0" cy="0"/>
        </a:xfrm>
      </p:grpSpPr>
      <p:sp>
        <p:nvSpPr>
          <p:cNvPr id="4" name="Rectangle 1784"/>
          <p:cNvSpPr>
            <a:spLocks noChangeArrowheads="1"/>
          </p:cNvSpPr>
          <p:nvPr userDrawn="1"/>
        </p:nvSpPr>
        <p:spPr bwMode="gray">
          <a:xfrm>
            <a:off x="2978150" y="0"/>
            <a:ext cx="3270250" cy="342900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65"/>
          <p:cNvGraphicFramePr>
            <a:graphicFrameLocks noChangeAspect="1"/>
          </p:cNvGraphicFramePr>
          <p:nvPr userDrawn="1"/>
        </p:nvGraphicFramePr>
        <p:xfrm>
          <a:off x="6227763" y="0"/>
          <a:ext cx="2914650" cy="35734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6227763" y="0"/>
                        <a:ext cx="2914650"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Object 66"/>
          <p:cNvGraphicFramePr>
            <a:graphicFrameLocks noChangeAspect="1"/>
          </p:cNvGraphicFramePr>
          <p:nvPr userDrawn="1"/>
        </p:nvGraphicFramePr>
        <p:xfrm>
          <a:off x="0" y="0"/>
          <a:ext cx="3019425" cy="3573463"/>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0" y="0"/>
                        <a:ext cx="3019425"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 name="Group 68"/>
          <p:cNvGrpSpPr>
            <a:grpSpLocks/>
          </p:cNvGrpSpPr>
          <p:nvPr userDrawn="1"/>
        </p:nvGrpSpPr>
        <p:grpSpPr bwMode="auto">
          <a:xfrm>
            <a:off x="3348038" y="836613"/>
            <a:ext cx="2509837" cy="2498725"/>
            <a:chOff x="2111" y="670"/>
            <a:chExt cx="1581" cy="1574"/>
          </a:xfrm>
        </p:grpSpPr>
        <p:sp>
          <p:nvSpPr>
            <p:cNvPr id="8" name="Line 69"/>
            <p:cNvSpPr>
              <a:spLocks noChangeShapeType="1"/>
            </p:cNvSpPr>
            <p:nvPr userDrawn="1"/>
          </p:nvSpPr>
          <p:spPr bwMode="gray">
            <a:xfrm flipH="1">
              <a:off x="3092" y="1532"/>
              <a:ext cx="156"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 name="Line 70"/>
            <p:cNvSpPr>
              <a:spLocks noChangeShapeType="1"/>
            </p:cNvSpPr>
            <p:nvPr userDrawn="1"/>
          </p:nvSpPr>
          <p:spPr bwMode="gray">
            <a:xfrm flipH="1" flipV="1">
              <a:off x="3101" y="1523"/>
              <a:ext cx="206"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 name="Line 71"/>
            <p:cNvSpPr>
              <a:spLocks noChangeShapeType="1"/>
            </p:cNvSpPr>
            <p:nvPr userDrawn="1"/>
          </p:nvSpPr>
          <p:spPr bwMode="gray">
            <a:xfrm flipV="1">
              <a:off x="3081" y="1642"/>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 name="Line 72"/>
            <p:cNvSpPr>
              <a:spLocks noChangeShapeType="1"/>
            </p:cNvSpPr>
            <p:nvPr userDrawn="1"/>
          </p:nvSpPr>
          <p:spPr bwMode="gray">
            <a:xfrm flipV="1">
              <a:off x="3449" y="1518"/>
              <a:ext cx="7" cy="25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 name="Line 73"/>
            <p:cNvSpPr>
              <a:spLocks noChangeShapeType="1"/>
            </p:cNvSpPr>
            <p:nvPr userDrawn="1"/>
          </p:nvSpPr>
          <p:spPr bwMode="gray">
            <a:xfrm flipH="1">
              <a:off x="3456" y="1273"/>
              <a:ext cx="7"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 name="Line 74"/>
            <p:cNvSpPr>
              <a:spLocks noChangeShapeType="1"/>
            </p:cNvSpPr>
            <p:nvPr userDrawn="1"/>
          </p:nvSpPr>
          <p:spPr bwMode="gray">
            <a:xfrm flipV="1">
              <a:off x="299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 name="Freeform 75"/>
            <p:cNvSpPr>
              <a:spLocks/>
            </p:cNvSpPr>
            <p:nvPr userDrawn="1"/>
          </p:nvSpPr>
          <p:spPr bwMode="gray">
            <a:xfrm>
              <a:off x="3083" y="1623"/>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 name="Line 76"/>
            <p:cNvSpPr>
              <a:spLocks noChangeShapeType="1"/>
            </p:cNvSpPr>
            <p:nvPr userDrawn="1"/>
          </p:nvSpPr>
          <p:spPr bwMode="gray">
            <a:xfrm>
              <a:off x="2983" y="1595"/>
              <a:ext cx="209"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 name="Line 77"/>
            <p:cNvSpPr>
              <a:spLocks noChangeShapeType="1"/>
            </p:cNvSpPr>
            <p:nvPr userDrawn="1"/>
          </p:nvSpPr>
          <p:spPr bwMode="gray">
            <a:xfrm>
              <a:off x="2989" y="1588"/>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 name="Line 78"/>
            <p:cNvSpPr>
              <a:spLocks noChangeShapeType="1"/>
            </p:cNvSpPr>
            <p:nvPr userDrawn="1"/>
          </p:nvSpPr>
          <p:spPr bwMode="gray">
            <a:xfrm flipH="1" flipV="1">
              <a:off x="2980" y="1606"/>
              <a:ext cx="208"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 name="Line 79"/>
            <p:cNvSpPr>
              <a:spLocks noChangeShapeType="1"/>
            </p:cNvSpPr>
            <p:nvPr userDrawn="1"/>
          </p:nvSpPr>
          <p:spPr bwMode="gray">
            <a:xfrm>
              <a:off x="2957" y="1842"/>
              <a:ext cx="186"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 name="Line 80"/>
            <p:cNvSpPr>
              <a:spLocks noChangeShapeType="1"/>
            </p:cNvSpPr>
            <p:nvPr userDrawn="1"/>
          </p:nvSpPr>
          <p:spPr bwMode="gray">
            <a:xfrm flipH="1" flipV="1">
              <a:off x="2231" y="1408"/>
              <a:ext cx="116"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0" name="Line 81"/>
            <p:cNvSpPr>
              <a:spLocks noChangeShapeType="1"/>
            </p:cNvSpPr>
            <p:nvPr userDrawn="1"/>
          </p:nvSpPr>
          <p:spPr bwMode="gray">
            <a:xfrm flipV="1">
              <a:off x="2284" y="1467"/>
              <a:ext cx="63" cy="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 name="Line 82"/>
            <p:cNvSpPr>
              <a:spLocks noChangeShapeType="1"/>
            </p:cNvSpPr>
            <p:nvPr userDrawn="1"/>
          </p:nvSpPr>
          <p:spPr bwMode="gray">
            <a:xfrm flipH="1" flipV="1">
              <a:off x="2665" y="1564"/>
              <a:ext cx="203"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 name="Line 83"/>
            <p:cNvSpPr>
              <a:spLocks noChangeShapeType="1"/>
            </p:cNvSpPr>
            <p:nvPr userDrawn="1"/>
          </p:nvSpPr>
          <p:spPr bwMode="gray">
            <a:xfrm flipV="1">
              <a:off x="2642" y="1539"/>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 name="Line 84"/>
            <p:cNvSpPr>
              <a:spLocks noChangeShapeType="1"/>
            </p:cNvSpPr>
            <p:nvPr userDrawn="1"/>
          </p:nvSpPr>
          <p:spPr bwMode="gray">
            <a:xfrm flipV="1">
              <a:off x="2880" y="1653"/>
              <a:ext cx="1"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 name="Line 85"/>
            <p:cNvSpPr>
              <a:spLocks noChangeShapeType="1"/>
            </p:cNvSpPr>
            <p:nvPr userDrawn="1"/>
          </p:nvSpPr>
          <p:spPr bwMode="gray">
            <a:xfrm flipV="1">
              <a:off x="2798" y="1721"/>
              <a:ext cx="161"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 name="Line 86"/>
            <p:cNvSpPr>
              <a:spLocks noChangeShapeType="1"/>
            </p:cNvSpPr>
            <p:nvPr userDrawn="1"/>
          </p:nvSpPr>
          <p:spPr bwMode="gray">
            <a:xfrm>
              <a:off x="2733" y="1506"/>
              <a:ext cx="11"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 name="Line 87"/>
            <p:cNvSpPr>
              <a:spLocks noChangeShapeType="1"/>
            </p:cNvSpPr>
            <p:nvPr userDrawn="1"/>
          </p:nvSpPr>
          <p:spPr bwMode="gray">
            <a:xfrm flipV="1">
              <a:off x="2744" y="1509"/>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 name="Line 88"/>
            <p:cNvSpPr>
              <a:spLocks noChangeShapeType="1"/>
            </p:cNvSpPr>
            <p:nvPr userDrawn="1"/>
          </p:nvSpPr>
          <p:spPr bwMode="gray">
            <a:xfrm flipH="1" flipV="1">
              <a:off x="2452" y="1569"/>
              <a:ext cx="3" cy="25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 name="Line 89"/>
            <p:cNvSpPr>
              <a:spLocks noChangeShapeType="1"/>
            </p:cNvSpPr>
            <p:nvPr userDrawn="1"/>
          </p:nvSpPr>
          <p:spPr bwMode="gray">
            <a:xfrm>
              <a:off x="2142" y="1583"/>
              <a:ext cx="63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 name="Line 90"/>
            <p:cNvSpPr>
              <a:spLocks noChangeShapeType="1"/>
            </p:cNvSpPr>
            <p:nvPr userDrawn="1"/>
          </p:nvSpPr>
          <p:spPr bwMode="gray">
            <a:xfrm flipV="1">
              <a:off x="2564" y="1609"/>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 name="Line 91"/>
            <p:cNvSpPr>
              <a:spLocks noChangeShapeType="1"/>
            </p:cNvSpPr>
            <p:nvPr userDrawn="1"/>
          </p:nvSpPr>
          <p:spPr bwMode="gray">
            <a:xfrm flipH="1" flipV="1">
              <a:off x="2551" y="1606"/>
              <a:ext cx="13"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 name="Line 92"/>
            <p:cNvSpPr>
              <a:spLocks noChangeShapeType="1"/>
            </p:cNvSpPr>
            <p:nvPr userDrawn="1"/>
          </p:nvSpPr>
          <p:spPr bwMode="gray">
            <a:xfrm flipH="1" flipV="1">
              <a:off x="2354" y="1534"/>
              <a:ext cx="19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 name="Line 93"/>
            <p:cNvSpPr>
              <a:spLocks noChangeShapeType="1"/>
            </p:cNvSpPr>
            <p:nvPr userDrawn="1"/>
          </p:nvSpPr>
          <p:spPr bwMode="gray">
            <a:xfrm flipH="1" flipV="1">
              <a:off x="2343" y="1530"/>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 name="Line 94"/>
            <p:cNvSpPr>
              <a:spLocks noChangeShapeType="1"/>
            </p:cNvSpPr>
            <p:nvPr userDrawn="1"/>
          </p:nvSpPr>
          <p:spPr bwMode="gray">
            <a:xfrm flipV="1">
              <a:off x="2343" y="153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 name="Line 95"/>
            <p:cNvSpPr>
              <a:spLocks noChangeShapeType="1"/>
            </p:cNvSpPr>
            <p:nvPr userDrawn="1"/>
          </p:nvSpPr>
          <p:spPr bwMode="gray">
            <a:xfrm>
              <a:off x="2347" y="1770"/>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 name="Line 96"/>
            <p:cNvSpPr>
              <a:spLocks noChangeShapeType="1"/>
            </p:cNvSpPr>
            <p:nvPr userDrawn="1"/>
          </p:nvSpPr>
          <p:spPr bwMode="gray">
            <a:xfrm>
              <a:off x="2347" y="178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 name="Line 97"/>
            <p:cNvSpPr>
              <a:spLocks noChangeShapeType="1"/>
            </p:cNvSpPr>
            <p:nvPr userDrawn="1"/>
          </p:nvSpPr>
          <p:spPr bwMode="gray">
            <a:xfrm>
              <a:off x="2359" y="1788"/>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 name="Line 98"/>
            <p:cNvSpPr>
              <a:spLocks noChangeShapeType="1"/>
            </p:cNvSpPr>
            <p:nvPr userDrawn="1"/>
          </p:nvSpPr>
          <p:spPr bwMode="gray">
            <a:xfrm>
              <a:off x="2555" y="1861"/>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 name="Line 99"/>
            <p:cNvSpPr>
              <a:spLocks noChangeShapeType="1"/>
            </p:cNvSpPr>
            <p:nvPr userDrawn="1"/>
          </p:nvSpPr>
          <p:spPr bwMode="gray">
            <a:xfrm>
              <a:off x="2565" y="185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 name="Line 100"/>
            <p:cNvSpPr>
              <a:spLocks noChangeShapeType="1"/>
            </p:cNvSpPr>
            <p:nvPr userDrawn="1"/>
          </p:nvSpPr>
          <p:spPr bwMode="gray">
            <a:xfrm flipH="1" flipV="1">
              <a:off x="2656" y="1892"/>
              <a:ext cx="2" cy="1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 name="Line 101"/>
            <p:cNvSpPr>
              <a:spLocks noChangeShapeType="1"/>
            </p:cNvSpPr>
            <p:nvPr userDrawn="1"/>
          </p:nvSpPr>
          <p:spPr bwMode="gray">
            <a:xfrm flipV="1">
              <a:off x="2576" y="1892"/>
              <a:ext cx="79"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 name="Line 102"/>
            <p:cNvSpPr>
              <a:spLocks noChangeShapeType="1"/>
            </p:cNvSpPr>
            <p:nvPr userDrawn="1"/>
          </p:nvSpPr>
          <p:spPr bwMode="gray">
            <a:xfrm flipH="1" flipV="1">
              <a:off x="2653" y="1312"/>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 name="Line 103"/>
            <p:cNvSpPr>
              <a:spLocks noChangeShapeType="1"/>
            </p:cNvSpPr>
            <p:nvPr userDrawn="1"/>
          </p:nvSpPr>
          <p:spPr bwMode="gray">
            <a:xfrm flipV="1">
              <a:off x="2572" y="1434"/>
              <a:ext cx="163" cy="8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 name="Line 104"/>
            <p:cNvSpPr>
              <a:spLocks noChangeShapeType="1"/>
            </p:cNvSpPr>
            <p:nvPr userDrawn="1"/>
          </p:nvSpPr>
          <p:spPr bwMode="gray">
            <a:xfrm>
              <a:off x="2441" y="1228"/>
              <a:ext cx="200"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 name="Line 105"/>
            <p:cNvSpPr>
              <a:spLocks noChangeShapeType="1"/>
            </p:cNvSpPr>
            <p:nvPr userDrawn="1"/>
          </p:nvSpPr>
          <p:spPr bwMode="gray">
            <a:xfrm flipH="1">
              <a:off x="2457" y="1219"/>
              <a:ext cx="166"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 name="Line 106"/>
            <p:cNvSpPr>
              <a:spLocks noChangeShapeType="1"/>
            </p:cNvSpPr>
            <p:nvPr userDrawn="1"/>
          </p:nvSpPr>
          <p:spPr bwMode="gray">
            <a:xfrm>
              <a:off x="2359" y="1864"/>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 name="Line 107"/>
            <p:cNvSpPr>
              <a:spLocks noChangeShapeType="1"/>
            </p:cNvSpPr>
            <p:nvPr userDrawn="1"/>
          </p:nvSpPr>
          <p:spPr bwMode="gray">
            <a:xfrm>
              <a:off x="2455" y="1824"/>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 name="Line 108"/>
            <p:cNvSpPr>
              <a:spLocks noChangeShapeType="1"/>
            </p:cNvSpPr>
            <p:nvPr userDrawn="1"/>
          </p:nvSpPr>
          <p:spPr bwMode="gray">
            <a:xfrm>
              <a:off x="2352" y="1454"/>
              <a:ext cx="199"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 name="Line 109"/>
            <p:cNvSpPr>
              <a:spLocks noChangeShapeType="1"/>
            </p:cNvSpPr>
            <p:nvPr userDrawn="1"/>
          </p:nvSpPr>
          <p:spPr bwMode="gray">
            <a:xfrm>
              <a:off x="2448" y="1322"/>
              <a:ext cx="4"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 name="Line 110"/>
            <p:cNvSpPr>
              <a:spLocks noChangeShapeType="1"/>
            </p:cNvSpPr>
            <p:nvPr userDrawn="1"/>
          </p:nvSpPr>
          <p:spPr bwMode="gray">
            <a:xfrm flipV="1">
              <a:off x="3438" y="1167"/>
              <a:ext cx="32" cy="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 name="Line 111"/>
            <p:cNvSpPr>
              <a:spLocks noChangeShapeType="1"/>
            </p:cNvSpPr>
            <p:nvPr userDrawn="1"/>
          </p:nvSpPr>
          <p:spPr bwMode="gray">
            <a:xfrm flipV="1">
              <a:off x="3548" y="1268"/>
              <a:ext cx="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 name="Line 112"/>
            <p:cNvSpPr>
              <a:spLocks noChangeShapeType="1"/>
            </p:cNvSpPr>
            <p:nvPr userDrawn="1"/>
          </p:nvSpPr>
          <p:spPr bwMode="gray">
            <a:xfrm flipV="1">
              <a:off x="3599" y="1336"/>
              <a:ext cx="18"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 name="Line 113"/>
            <p:cNvSpPr>
              <a:spLocks noChangeShapeType="1"/>
            </p:cNvSpPr>
            <p:nvPr userDrawn="1"/>
          </p:nvSpPr>
          <p:spPr bwMode="gray">
            <a:xfrm>
              <a:off x="3398" y="1139"/>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 name="Line 114"/>
            <p:cNvSpPr>
              <a:spLocks noChangeShapeType="1"/>
            </p:cNvSpPr>
            <p:nvPr userDrawn="1"/>
          </p:nvSpPr>
          <p:spPr bwMode="gray">
            <a:xfrm flipV="1">
              <a:off x="3408" y="114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 name="Line 115"/>
            <p:cNvSpPr>
              <a:spLocks noChangeShapeType="1"/>
            </p:cNvSpPr>
            <p:nvPr userDrawn="1"/>
          </p:nvSpPr>
          <p:spPr bwMode="gray">
            <a:xfrm flipV="1">
              <a:off x="3139" y="1224"/>
              <a:ext cx="4" cy="2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 name="Line 116"/>
            <p:cNvSpPr>
              <a:spLocks noChangeShapeType="1"/>
            </p:cNvSpPr>
            <p:nvPr userDrawn="1"/>
          </p:nvSpPr>
          <p:spPr bwMode="gray">
            <a:xfrm>
              <a:off x="3034" y="138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 name="Line 117"/>
            <p:cNvSpPr>
              <a:spLocks noChangeShapeType="1"/>
            </p:cNvSpPr>
            <p:nvPr userDrawn="1"/>
          </p:nvSpPr>
          <p:spPr bwMode="gray">
            <a:xfrm>
              <a:off x="3034" y="1401"/>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 name="Line 118"/>
            <p:cNvSpPr>
              <a:spLocks noChangeShapeType="1"/>
            </p:cNvSpPr>
            <p:nvPr userDrawn="1"/>
          </p:nvSpPr>
          <p:spPr bwMode="gray">
            <a:xfrm flipV="1">
              <a:off x="3331" y="952"/>
              <a:ext cx="4" cy="19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 name="Line 119"/>
            <p:cNvSpPr>
              <a:spLocks noChangeShapeType="1"/>
            </p:cNvSpPr>
            <p:nvPr userDrawn="1"/>
          </p:nvSpPr>
          <p:spPr bwMode="gray">
            <a:xfrm flipV="1">
              <a:off x="3309" y="1070"/>
              <a:ext cx="94"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 name="Line 120"/>
            <p:cNvSpPr>
              <a:spLocks noChangeShapeType="1"/>
            </p:cNvSpPr>
            <p:nvPr userDrawn="1"/>
          </p:nvSpPr>
          <p:spPr bwMode="gray">
            <a:xfrm flipH="1">
              <a:off x="3284" y="86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 name="Line 121"/>
            <p:cNvSpPr>
              <a:spLocks noChangeShapeType="1"/>
            </p:cNvSpPr>
            <p:nvPr userDrawn="1"/>
          </p:nvSpPr>
          <p:spPr bwMode="gray">
            <a:xfrm>
              <a:off x="3043" y="1478"/>
              <a:ext cx="82" cy="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 name="Line 122"/>
            <p:cNvSpPr>
              <a:spLocks noChangeShapeType="1"/>
            </p:cNvSpPr>
            <p:nvPr userDrawn="1"/>
          </p:nvSpPr>
          <p:spPr bwMode="gray">
            <a:xfrm flipH="1" flipV="1">
              <a:off x="3045" y="1405"/>
              <a:ext cx="105"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 name="Line 123"/>
            <p:cNvSpPr>
              <a:spLocks noChangeShapeType="1"/>
            </p:cNvSpPr>
            <p:nvPr userDrawn="1"/>
          </p:nvSpPr>
          <p:spPr bwMode="gray">
            <a:xfrm flipH="1">
              <a:off x="3534" y="1342"/>
              <a:ext cx="42" cy="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 name="Line 124"/>
            <p:cNvSpPr>
              <a:spLocks noChangeShapeType="1"/>
            </p:cNvSpPr>
            <p:nvPr userDrawn="1"/>
          </p:nvSpPr>
          <p:spPr bwMode="gray">
            <a:xfrm flipH="1" flipV="1">
              <a:off x="3533" y="1420"/>
              <a:ext cx="43"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 name="Line 125"/>
            <p:cNvSpPr>
              <a:spLocks noChangeShapeType="1"/>
            </p:cNvSpPr>
            <p:nvPr userDrawn="1"/>
          </p:nvSpPr>
          <p:spPr bwMode="gray">
            <a:xfrm flipV="1">
              <a:off x="3143" y="1488"/>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 name="Line 126"/>
            <p:cNvSpPr>
              <a:spLocks noChangeShapeType="1"/>
            </p:cNvSpPr>
            <p:nvPr userDrawn="1"/>
          </p:nvSpPr>
          <p:spPr bwMode="gray">
            <a:xfrm flipV="1">
              <a:off x="3143" y="1485"/>
              <a:ext cx="8"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 name="Line 127"/>
            <p:cNvSpPr>
              <a:spLocks noChangeShapeType="1"/>
            </p:cNvSpPr>
            <p:nvPr userDrawn="1"/>
          </p:nvSpPr>
          <p:spPr bwMode="gray">
            <a:xfrm>
              <a:off x="2980" y="1721"/>
              <a:ext cx="20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 name="Line 128"/>
            <p:cNvSpPr>
              <a:spLocks noChangeShapeType="1"/>
            </p:cNvSpPr>
            <p:nvPr userDrawn="1"/>
          </p:nvSpPr>
          <p:spPr bwMode="gray">
            <a:xfrm flipV="1">
              <a:off x="3207" y="1502"/>
              <a:ext cx="478" cy="2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 name="Line 129"/>
            <p:cNvSpPr>
              <a:spLocks noChangeShapeType="1"/>
            </p:cNvSpPr>
            <p:nvPr userDrawn="1"/>
          </p:nvSpPr>
          <p:spPr bwMode="gray">
            <a:xfrm flipV="1">
              <a:off x="3538" y="146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 name="Line 130"/>
            <p:cNvSpPr>
              <a:spLocks noChangeShapeType="1"/>
            </p:cNvSpPr>
            <p:nvPr userDrawn="1"/>
          </p:nvSpPr>
          <p:spPr bwMode="gray">
            <a:xfrm flipH="1">
              <a:off x="3529" y="1469"/>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 name="Line 131"/>
            <p:cNvSpPr>
              <a:spLocks noChangeShapeType="1"/>
            </p:cNvSpPr>
            <p:nvPr userDrawn="1"/>
          </p:nvSpPr>
          <p:spPr bwMode="gray">
            <a:xfrm flipH="1">
              <a:off x="3380" y="1474"/>
              <a:ext cx="149"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 name="Line 132"/>
            <p:cNvSpPr>
              <a:spLocks noChangeShapeType="1"/>
            </p:cNvSpPr>
            <p:nvPr userDrawn="1"/>
          </p:nvSpPr>
          <p:spPr bwMode="gray">
            <a:xfrm flipH="1">
              <a:off x="3372" y="1562"/>
              <a:ext cx="8"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 name="Line 133"/>
            <p:cNvSpPr>
              <a:spLocks noChangeShapeType="1"/>
            </p:cNvSpPr>
            <p:nvPr userDrawn="1"/>
          </p:nvSpPr>
          <p:spPr bwMode="gray">
            <a:xfrm flipV="1">
              <a:off x="3372" y="156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 name="Line 134"/>
            <p:cNvSpPr>
              <a:spLocks noChangeShapeType="1"/>
            </p:cNvSpPr>
            <p:nvPr userDrawn="1"/>
          </p:nvSpPr>
          <p:spPr bwMode="gray">
            <a:xfrm>
              <a:off x="3366" y="181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 name="Line 135"/>
            <p:cNvSpPr>
              <a:spLocks noChangeShapeType="1"/>
            </p:cNvSpPr>
            <p:nvPr userDrawn="1"/>
          </p:nvSpPr>
          <p:spPr bwMode="gray">
            <a:xfrm flipV="1">
              <a:off x="3366" y="1817"/>
              <a:ext cx="7" cy="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 name="Line 136"/>
            <p:cNvSpPr>
              <a:spLocks noChangeShapeType="1"/>
            </p:cNvSpPr>
            <p:nvPr userDrawn="1"/>
          </p:nvSpPr>
          <p:spPr bwMode="gray">
            <a:xfrm flipV="1">
              <a:off x="3373" y="1725"/>
              <a:ext cx="149"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 name="Line 137"/>
            <p:cNvSpPr>
              <a:spLocks noChangeShapeType="1"/>
            </p:cNvSpPr>
            <p:nvPr userDrawn="1"/>
          </p:nvSpPr>
          <p:spPr bwMode="gray">
            <a:xfrm flipV="1">
              <a:off x="3522" y="1721"/>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 name="Line 138"/>
            <p:cNvSpPr>
              <a:spLocks noChangeShapeType="1"/>
            </p:cNvSpPr>
            <p:nvPr userDrawn="1"/>
          </p:nvSpPr>
          <p:spPr bwMode="gray">
            <a:xfrm>
              <a:off x="3531" y="170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 name="Line 139"/>
            <p:cNvSpPr>
              <a:spLocks noChangeShapeType="1"/>
            </p:cNvSpPr>
            <p:nvPr userDrawn="1"/>
          </p:nvSpPr>
          <p:spPr bwMode="gray">
            <a:xfrm flipH="1" flipV="1">
              <a:off x="3279" y="1870"/>
              <a:ext cx="73" cy="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 name="Line 140"/>
            <p:cNvSpPr>
              <a:spLocks noChangeShapeType="1"/>
            </p:cNvSpPr>
            <p:nvPr userDrawn="1"/>
          </p:nvSpPr>
          <p:spPr bwMode="gray">
            <a:xfrm flipV="1">
              <a:off x="3256" y="1282"/>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 name="Line 141"/>
            <p:cNvSpPr>
              <a:spLocks noChangeShapeType="1"/>
            </p:cNvSpPr>
            <p:nvPr userDrawn="1"/>
          </p:nvSpPr>
          <p:spPr bwMode="gray">
            <a:xfrm flipH="1" flipV="1">
              <a:off x="3155" y="1413"/>
              <a:ext cx="208"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 name="Line 142"/>
            <p:cNvSpPr>
              <a:spLocks noChangeShapeType="1"/>
            </p:cNvSpPr>
            <p:nvPr userDrawn="1"/>
          </p:nvSpPr>
          <p:spPr bwMode="gray">
            <a:xfrm flipV="1">
              <a:off x="3270" y="1181"/>
              <a:ext cx="151"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 name="Line 143"/>
            <p:cNvSpPr>
              <a:spLocks noChangeShapeType="1"/>
            </p:cNvSpPr>
            <p:nvPr userDrawn="1"/>
          </p:nvSpPr>
          <p:spPr bwMode="gray">
            <a:xfrm>
              <a:off x="3242" y="1189"/>
              <a:ext cx="208"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 name="Line 144"/>
            <p:cNvSpPr>
              <a:spLocks noChangeShapeType="1"/>
            </p:cNvSpPr>
            <p:nvPr userDrawn="1"/>
          </p:nvSpPr>
          <p:spPr bwMode="gray">
            <a:xfrm flipV="1">
              <a:off x="3372" y="1803"/>
              <a:ext cx="148"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 name="Line 145"/>
            <p:cNvSpPr>
              <a:spLocks noChangeShapeType="1"/>
            </p:cNvSpPr>
            <p:nvPr userDrawn="1"/>
          </p:nvSpPr>
          <p:spPr bwMode="gray">
            <a:xfrm flipH="1">
              <a:off x="3442" y="1770"/>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 name="Line 146"/>
            <p:cNvSpPr>
              <a:spLocks noChangeShapeType="1"/>
            </p:cNvSpPr>
            <p:nvPr userDrawn="1"/>
          </p:nvSpPr>
          <p:spPr bwMode="gray">
            <a:xfrm flipV="1">
              <a:off x="3382" y="1394"/>
              <a:ext cx="151"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 name="Line 147"/>
            <p:cNvSpPr>
              <a:spLocks noChangeShapeType="1"/>
            </p:cNvSpPr>
            <p:nvPr userDrawn="1"/>
          </p:nvSpPr>
          <p:spPr bwMode="gray">
            <a:xfrm flipH="1" flipV="1">
              <a:off x="2380" y="995"/>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 name="Line 148"/>
            <p:cNvSpPr>
              <a:spLocks noChangeShapeType="1"/>
            </p:cNvSpPr>
            <p:nvPr userDrawn="1"/>
          </p:nvSpPr>
          <p:spPr bwMode="gray">
            <a:xfrm flipH="1" flipV="1">
              <a:off x="2291" y="1123"/>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 name="Line 149"/>
            <p:cNvSpPr>
              <a:spLocks noChangeShapeType="1"/>
            </p:cNvSpPr>
            <p:nvPr userDrawn="1"/>
          </p:nvSpPr>
          <p:spPr bwMode="gray">
            <a:xfrm flipV="1">
              <a:off x="2282" y="1196"/>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 name="Line 150"/>
            <p:cNvSpPr>
              <a:spLocks noChangeShapeType="1"/>
            </p:cNvSpPr>
            <p:nvPr userDrawn="1"/>
          </p:nvSpPr>
          <p:spPr bwMode="gray">
            <a:xfrm flipH="1">
              <a:off x="2282" y="119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 name="Line 151"/>
            <p:cNvSpPr>
              <a:spLocks noChangeShapeType="1"/>
            </p:cNvSpPr>
            <p:nvPr userDrawn="1"/>
          </p:nvSpPr>
          <p:spPr bwMode="gray">
            <a:xfrm flipV="1">
              <a:off x="2389" y="929"/>
              <a:ext cx="101"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 name="Line 152"/>
            <p:cNvSpPr>
              <a:spLocks noChangeShapeType="1"/>
            </p:cNvSpPr>
            <p:nvPr userDrawn="1"/>
          </p:nvSpPr>
          <p:spPr bwMode="gray">
            <a:xfrm>
              <a:off x="2375" y="910"/>
              <a:ext cx="115" cy="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 name="Line 153"/>
            <p:cNvSpPr>
              <a:spLocks noChangeShapeType="1"/>
            </p:cNvSpPr>
            <p:nvPr userDrawn="1"/>
          </p:nvSpPr>
          <p:spPr bwMode="gray">
            <a:xfrm>
              <a:off x="2926" y="2031"/>
              <a:ext cx="19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 name="Line 154"/>
            <p:cNvSpPr>
              <a:spLocks noChangeShapeType="1"/>
            </p:cNvSpPr>
            <p:nvPr userDrawn="1"/>
          </p:nvSpPr>
          <p:spPr bwMode="gray">
            <a:xfrm flipV="1">
              <a:off x="2982" y="1943"/>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 name="Line 155"/>
            <p:cNvSpPr>
              <a:spLocks noChangeShapeType="1"/>
            </p:cNvSpPr>
            <p:nvPr userDrawn="1"/>
          </p:nvSpPr>
          <p:spPr bwMode="gray">
            <a:xfrm>
              <a:off x="2905" y="1903"/>
              <a:ext cx="12"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 name="Line 156"/>
            <p:cNvSpPr>
              <a:spLocks noChangeShapeType="1"/>
            </p:cNvSpPr>
            <p:nvPr userDrawn="1"/>
          </p:nvSpPr>
          <p:spPr bwMode="gray">
            <a:xfrm flipH="1">
              <a:off x="2917" y="1901"/>
              <a:ext cx="7"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 name="Line 157"/>
            <p:cNvSpPr>
              <a:spLocks noChangeShapeType="1"/>
            </p:cNvSpPr>
            <p:nvPr userDrawn="1"/>
          </p:nvSpPr>
          <p:spPr bwMode="gray">
            <a:xfrm flipV="1">
              <a:off x="3143" y="2029"/>
              <a:ext cx="11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 name="Line 158"/>
            <p:cNvSpPr>
              <a:spLocks noChangeShapeType="1"/>
            </p:cNvSpPr>
            <p:nvPr userDrawn="1"/>
          </p:nvSpPr>
          <p:spPr bwMode="gray">
            <a:xfrm flipH="1">
              <a:off x="3214" y="2011"/>
              <a:ext cx="2" cy="15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 name="Line 159"/>
            <p:cNvSpPr>
              <a:spLocks noChangeShapeType="1"/>
            </p:cNvSpPr>
            <p:nvPr userDrawn="1"/>
          </p:nvSpPr>
          <p:spPr bwMode="gray">
            <a:xfrm flipH="1">
              <a:off x="2915" y="214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 name="Line 160"/>
            <p:cNvSpPr>
              <a:spLocks noChangeShapeType="1"/>
            </p:cNvSpPr>
            <p:nvPr userDrawn="1"/>
          </p:nvSpPr>
          <p:spPr bwMode="gray">
            <a:xfrm flipH="1" flipV="1">
              <a:off x="2905" y="214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 name="Line 161"/>
            <p:cNvSpPr>
              <a:spLocks noChangeShapeType="1"/>
            </p:cNvSpPr>
            <p:nvPr userDrawn="1"/>
          </p:nvSpPr>
          <p:spPr bwMode="gray">
            <a:xfrm flipH="1">
              <a:off x="2754" y="2032"/>
              <a:ext cx="152"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 name="Line 162"/>
            <p:cNvSpPr>
              <a:spLocks noChangeShapeType="1"/>
            </p:cNvSpPr>
            <p:nvPr userDrawn="1"/>
          </p:nvSpPr>
          <p:spPr bwMode="gray">
            <a:xfrm flipV="1">
              <a:off x="2863" y="1950"/>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 name="Line 163"/>
            <p:cNvSpPr>
              <a:spLocks noChangeShapeType="1"/>
            </p:cNvSpPr>
            <p:nvPr userDrawn="1"/>
          </p:nvSpPr>
          <p:spPr bwMode="gray">
            <a:xfrm>
              <a:off x="2616" y="2081"/>
              <a:ext cx="11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 name="Line 164"/>
            <p:cNvSpPr>
              <a:spLocks noChangeShapeType="1"/>
            </p:cNvSpPr>
            <p:nvPr userDrawn="1"/>
          </p:nvSpPr>
          <p:spPr bwMode="gray">
            <a:xfrm>
              <a:off x="2637" y="2067"/>
              <a:ext cx="2"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 name="Line 165"/>
            <p:cNvSpPr>
              <a:spLocks noChangeShapeType="1"/>
            </p:cNvSpPr>
            <p:nvPr userDrawn="1"/>
          </p:nvSpPr>
          <p:spPr bwMode="gray">
            <a:xfrm flipH="1">
              <a:off x="2753" y="1034"/>
              <a:ext cx="159"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 name="Line 166"/>
            <p:cNvSpPr>
              <a:spLocks noChangeShapeType="1"/>
            </p:cNvSpPr>
            <p:nvPr userDrawn="1"/>
          </p:nvSpPr>
          <p:spPr bwMode="gray">
            <a:xfrm flipV="1">
              <a:off x="2865" y="939"/>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6" name="Line 167"/>
            <p:cNvSpPr>
              <a:spLocks noChangeShapeType="1"/>
            </p:cNvSpPr>
            <p:nvPr userDrawn="1"/>
          </p:nvSpPr>
          <p:spPr bwMode="gray">
            <a:xfrm flipV="1">
              <a:off x="3146" y="798"/>
              <a:ext cx="1"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 name="Line 168"/>
            <p:cNvSpPr>
              <a:spLocks noChangeShapeType="1"/>
            </p:cNvSpPr>
            <p:nvPr userDrawn="1"/>
          </p:nvSpPr>
          <p:spPr bwMode="gray">
            <a:xfrm>
              <a:off x="2786" y="787"/>
              <a:ext cx="222"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 name="Line 169"/>
            <p:cNvSpPr>
              <a:spLocks noChangeShapeType="1"/>
            </p:cNvSpPr>
            <p:nvPr userDrawn="1"/>
          </p:nvSpPr>
          <p:spPr bwMode="gray">
            <a:xfrm flipH="1">
              <a:off x="2639" y="700"/>
              <a:ext cx="502" cy="2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 name="Line 170"/>
            <p:cNvSpPr>
              <a:spLocks noChangeShapeType="1"/>
            </p:cNvSpPr>
            <p:nvPr userDrawn="1"/>
          </p:nvSpPr>
          <p:spPr bwMode="gray">
            <a:xfrm>
              <a:off x="2910" y="896"/>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 name="Line 171"/>
            <p:cNvSpPr>
              <a:spLocks noChangeShapeType="1"/>
            </p:cNvSpPr>
            <p:nvPr userDrawn="1"/>
          </p:nvSpPr>
          <p:spPr bwMode="gray">
            <a:xfrm flipV="1">
              <a:off x="2920" y="894"/>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 name="Line 172"/>
            <p:cNvSpPr>
              <a:spLocks noChangeShapeType="1"/>
            </p:cNvSpPr>
            <p:nvPr userDrawn="1"/>
          </p:nvSpPr>
          <p:spPr bwMode="gray">
            <a:xfrm flipV="1">
              <a:off x="2929" y="815"/>
              <a:ext cx="156"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 name="Line 173"/>
            <p:cNvSpPr>
              <a:spLocks noChangeShapeType="1"/>
            </p:cNvSpPr>
            <p:nvPr userDrawn="1"/>
          </p:nvSpPr>
          <p:spPr bwMode="gray">
            <a:xfrm flipV="1">
              <a:off x="3085" y="812"/>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 name="Line 174"/>
            <p:cNvSpPr>
              <a:spLocks noChangeShapeType="1"/>
            </p:cNvSpPr>
            <p:nvPr userDrawn="1"/>
          </p:nvSpPr>
          <p:spPr bwMode="gray">
            <a:xfrm>
              <a:off x="3081" y="808"/>
              <a:ext cx="13"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 name="Line 175"/>
            <p:cNvSpPr>
              <a:spLocks noChangeShapeType="1"/>
            </p:cNvSpPr>
            <p:nvPr userDrawn="1"/>
          </p:nvSpPr>
          <p:spPr bwMode="gray">
            <a:xfrm flipH="1" flipV="1">
              <a:off x="2873" y="745"/>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 name="Line 176"/>
            <p:cNvSpPr>
              <a:spLocks noChangeShapeType="1"/>
            </p:cNvSpPr>
            <p:nvPr userDrawn="1"/>
          </p:nvSpPr>
          <p:spPr bwMode="gray">
            <a:xfrm flipH="1">
              <a:off x="2865" y="745"/>
              <a:ext cx="8"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 name="Line 177"/>
            <p:cNvSpPr>
              <a:spLocks noChangeShapeType="1"/>
            </p:cNvSpPr>
            <p:nvPr userDrawn="1"/>
          </p:nvSpPr>
          <p:spPr bwMode="gray">
            <a:xfrm flipH="1">
              <a:off x="2707" y="749"/>
              <a:ext cx="15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 name="Line 178"/>
            <p:cNvSpPr>
              <a:spLocks noChangeShapeType="1"/>
            </p:cNvSpPr>
            <p:nvPr userDrawn="1"/>
          </p:nvSpPr>
          <p:spPr bwMode="gray">
            <a:xfrm flipH="1">
              <a:off x="2698" y="826"/>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 name="Line 179"/>
            <p:cNvSpPr>
              <a:spLocks noChangeShapeType="1"/>
            </p:cNvSpPr>
            <p:nvPr userDrawn="1"/>
          </p:nvSpPr>
          <p:spPr bwMode="gray">
            <a:xfrm flipH="1" flipV="1">
              <a:off x="2698" y="829"/>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 name="Line 180"/>
            <p:cNvSpPr>
              <a:spLocks noChangeShapeType="1"/>
            </p:cNvSpPr>
            <p:nvPr userDrawn="1"/>
          </p:nvSpPr>
          <p:spPr bwMode="gray">
            <a:xfrm>
              <a:off x="2532" y="1051"/>
              <a:ext cx="200"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 name="Line 181"/>
            <p:cNvSpPr>
              <a:spLocks noChangeShapeType="1"/>
            </p:cNvSpPr>
            <p:nvPr userDrawn="1"/>
          </p:nvSpPr>
          <p:spPr bwMode="gray">
            <a:xfrm>
              <a:off x="2630" y="966"/>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 name="Line 182"/>
            <p:cNvSpPr>
              <a:spLocks noChangeShapeType="1"/>
            </p:cNvSpPr>
            <p:nvPr userDrawn="1"/>
          </p:nvSpPr>
          <p:spPr bwMode="gray">
            <a:xfrm flipH="1">
              <a:off x="2920" y="1154"/>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 name="Line 183"/>
            <p:cNvSpPr>
              <a:spLocks noChangeShapeType="1"/>
            </p:cNvSpPr>
            <p:nvPr userDrawn="1"/>
          </p:nvSpPr>
          <p:spPr bwMode="gray">
            <a:xfrm>
              <a:off x="2908" y="115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 name="Line 184"/>
            <p:cNvSpPr>
              <a:spLocks noChangeShapeType="1"/>
            </p:cNvSpPr>
            <p:nvPr userDrawn="1"/>
          </p:nvSpPr>
          <p:spPr bwMode="gray">
            <a:xfrm>
              <a:off x="2494" y="894"/>
              <a:ext cx="50" cy="1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 name="Line 185"/>
            <p:cNvSpPr>
              <a:spLocks noChangeShapeType="1"/>
            </p:cNvSpPr>
            <p:nvPr userDrawn="1"/>
          </p:nvSpPr>
          <p:spPr bwMode="gray">
            <a:xfrm flipH="1" flipV="1">
              <a:off x="2630" y="820"/>
              <a:ext cx="2"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 name="Line 186"/>
            <p:cNvSpPr>
              <a:spLocks noChangeShapeType="1"/>
            </p:cNvSpPr>
            <p:nvPr userDrawn="1"/>
          </p:nvSpPr>
          <p:spPr bwMode="gray">
            <a:xfrm>
              <a:off x="2931" y="1032"/>
              <a:ext cx="205"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 name="Line 187"/>
            <p:cNvSpPr>
              <a:spLocks noChangeShapeType="1"/>
            </p:cNvSpPr>
            <p:nvPr userDrawn="1"/>
          </p:nvSpPr>
          <p:spPr bwMode="gray">
            <a:xfrm flipV="1">
              <a:off x="3001" y="838"/>
              <a:ext cx="154"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 name="Line 188"/>
            <p:cNvSpPr>
              <a:spLocks noChangeShapeType="1"/>
            </p:cNvSpPr>
            <p:nvPr userDrawn="1"/>
          </p:nvSpPr>
          <p:spPr bwMode="gray">
            <a:xfrm>
              <a:off x="3008" y="855"/>
              <a:ext cx="21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 name="Line 189"/>
            <p:cNvSpPr>
              <a:spLocks noChangeShapeType="1"/>
            </p:cNvSpPr>
            <p:nvPr userDrawn="1"/>
          </p:nvSpPr>
          <p:spPr bwMode="gray">
            <a:xfrm flipV="1">
              <a:off x="2639" y="729"/>
              <a:ext cx="157"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 name="Line 190"/>
            <p:cNvSpPr>
              <a:spLocks noChangeShapeType="1"/>
            </p:cNvSpPr>
            <p:nvPr userDrawn="1"/>
          </p:nvSpPr>
          <p:spPr bwMode="gray">
            <a:xfrm>
              <a:off x="2581" y="724"/>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 name="Line 191"/>
            <p:cNvSpPr>
              <a:spLocks noChangeShapeType="1"/>
            </p:cNvSpPr>
            <p:nvPr userDrawn="1"/>
          </p:nvSpPr>
          <p:spPr bwMode="gray">
            <a:xfrm flipV="1">
              <a:off x="3157" y="1015"/>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 name="Line 192"/>
            <p:cNvSpPr>
              <a:spLocks noChangeShapeType="1"/>
            </p:cNvSpPr>
            <p:nvPr userDrawn="1"/>
          </p:nvSpPr>
          <p:spPr bwMode="gray">
            <a:xfrm flipH="1">
              <a:off x="3232" y="938"/>
              <a:ext cx="3"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 name="Line 193"/>
            <p:cNvSpPr>
              <a:spLocks noChangeShapeType="1"/>
            </p:cNvSpPr>
            <p:nvPr userDrawn="1"/>
          </p:nvSpPr>
          <p:spPr bwMode="gray">
            <a:xfrm flipH="1">
              <a:off x="2216" y="1235"/>
              <a:ext cx="161"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 name="Line 194"/>
            <p:cNvSpPr>
              <a:spLocks noChangeShapeType="1"/>
            </p:cNvSpPr>
            <p:nvPr userDrawn="1"/>
          </p:nvSpPr>
          <p:spPr bwMode="gray">
            <a:xfrm flipH="1" flipV="1">
              <a:off x="2237" y="1226"/>
              <a:ext cx="120"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 name="Line 195"/>
            <p:cNvSpPr>
              <a:spLocks noChangeShapeType="1"/>
            </p:cNvSpPr>
            <p:nvPr userDrawn="1"/>
          </p:nvSpPr>
          <p:spPr bwMode="gray">
            <a:xfrm flipH="1" flipV="1">
              <a:off x="2207" y="1333"/>
              <a:ext cx="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 name="Line 196"/>
            <p:cNvSpPr>
              <a:spLocks noChangeShapeType="1"/>
            </p:cNvSpPr>
            <p:nvPr userDrawn="1"/>
          </p:nvSpPr>
          <p:spPr bwMode="gray">
            <a:xfrm>
              <a:off x="2118" y="1412"/>
              <a:ext cx="59" cy="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 name="Line 197"/>
            <p:cNvSpPr>
              <a:spLocks noChangeShapeType="1"/>
            </p:cNvSpPr>
            <p:nvPr userDrawn="1"/>
          </p:nvSpPr>
          <p:spPr bwMode="gray">
            <a:xfrm flipV="1">
              <a:off x="2732" y="1216"/>
              <a:ext cx="85"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 name="Freeform 198"/>
            <p:cNvSpPr>
              <a:spLocks/>
            </p:cNvSpPr>
            <p:nvPr userDrawn="1"/>
          </p:nvSpPr>
          <p:spPr bwMode="gray">
            <a:xfrm>
              <a:off x="3421" y="1179"/>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 name="Line 199"/>
            <p:cNvSpPr>
              <a:spLocks noChangeShapeType="1"/>
            </p:cNvSpPr>
            <p:nvPr userDrawn="1"/>
          </p:nvSpPr>
          <p:spPr bwMode="gray">
            <a:xfrm>
              <a:off x="3324" y="1147"/>
              <a:ext cx="20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 name="Line 200"/>
            <p:cNvSpPr>
              <a:spLocks noChangeShapeType="1"/>
            </p:cNvSpPr>
            <p:nvPr userDrawn="1"/>
          </p:nvSpPr>
          <p:spPr bwMode="gray">
            <a:xfrm>
              <a:off x="3326" y="1156"/>
              <a:ext cx="20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 name="Freeform 201"/>
            <p:cNvSpPr>
              <a:spLocks/>
            </p:cNvSpPr>
            <p:nvPr userDrawn="1"/>
          </p:nvSpPr>
          <p:spPr bwMode="gray">
            <a:xfrm>
              <a:off x="3526" y="1212"/>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 name="Line 202"/>
            <p:cNvSpPr>
              <a:spLocks noChangeShapeType="1"/>
            </p:cNvSpPr>
            <p:nvPr userDrawn="1"/>
          </p:nvSpPr>
          <p:spPr bwMode="gray">
            <a:xfrm flipH="1" flipV="1">
              <a:off x="3317" y="1147"/>
              <a:ext cx="20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 name="Freeform 203"/>
            <p:cNvSpPr>
              <a:spLocks/>
            </p:cNvSpPr>
            <p:nvPr userDrawn="1"/>
          </p:nvSpPr>
          <p:spPr bwMode="gray">
            <a:xfrm>
              <a:off x="3317" y="1146"/>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 name="Freeform 204"/>
            <p:cNvSpPr>
              <a:spLocks/>
            </p:cNvSpPr>
            <p:nvPr userDrawn="1"/>
          </p:nvSpPr>
          <p:spPr bwMode="gray">
            <a:xfrm>
              <a:off x="2144" y="1686"/>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 name="Freeform 205"/>
            <p:cNvSpPr>
              <a:spLocks/>
            </p:cNvSpPr>
            <p:nvPr userDrawn="1"/>
          </p:nvSpPr>
          <p:spPr bwMode="gray">
            <a:xfrm>
              <a:off x="2265" y="1740"/>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 name="Line 206"/>
            <p:cNvSpPr>
              <a:spLocks noChangeShapeType="1"/>
            </p:cNvSpPr>
            <p:nvPr userDrawn="1"/>
          </p:nvSpPr>
          <p:spPr bwMode="gray">
            <a:xfrm>
              <a:off x="2149" y="1702"/>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 name="Line 207"/>
            <p:cNvSpPr>
              <a:spLocks noChangeShapeType="1"/>
            </p:cNvSpPr>
            <p:nvPr userDrawn="1"/>
          </p:nvSpPr>
          <p:spPr bwMode="gray">
            <a:xfrm>
              <a:off x="2154" y="1702"/>
              <a:ext cx="193"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 name="Freeform 208"/>
            <p:cNvSpPr>
              <a:spLocks/>
            </p:cNvSpPr>
            <p:nvPr userDrawn="1"/>
          </p:nvSpPr>
          <p:spPr bwMode="gray">
            <a:xfrm>
              <a:off x="2345" y="1770"/>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 name="Line 209"/>
            <p:cNvSpPr>
              <a:spLocks noChangeShapeType="1"/>
            </p:cNvSpPr>
            <p:nvPr userDrawn="1"/>
          </p:nvSpPr>
          <p:spPr bwMode="gray">
            <a:xfrm flipH="1" flipV="1">
              <a:off x="2146" y="1695"/>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 name="Freeform 210"/>
            <p:cNvSpPr>
              <a:spLocks/>
            </p:cNvSpPr>
            <p:nvPr userDrawn="1"/>
          </p:nvSpPr>
          <p:spPr bwMode="gray">
            <a:xfrm>
              <a:off x="2146" y="1695"/>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 name="Freeform 211"/>
            <p:cNvSpPr>
              <a:spLocks/>
            </p:cNvSpPr>
            <p:nvPr userDrawn="1"/>
          </p:nvSpPr>
          <p:spPr bwMode="gray">
            <a:xfrm>
              <a:off x="2574" y="1863"/>
              <a:ext cx="12" cy="10"/>
            </a:xfrm>
            <a:custGeom>
              <a:avLst/>
              <a:gdLst>
                <a:gd name="T0" fmla="*/ 12 w 12"/>
                <a:gd name="T1" fmla="*/ 1 h 10"/>
                <a:gd name="T2" fmla="*/ 7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 name="Line 212"/>
            <p:cNvSpPr>
              <a:spLocks noChangeShapeType="1"/>
            </p:cNvSpPr>
            <p:nvPr userDrawn="1"/>
          </p:nvSpPr>
          <p:spPr bwMode="gray">
            <a:xfrm flipV="1">
              <a:off x="2574" y="1866"/>
              <a:ext cx="12"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 name="Freeform 213"/>
            <p:cNvSpPr>
              <a:spLocks/>
            </p:cNvSpPr>
            <p:nvPr userDrawn="1"/>
          </p:nvSpPr>
          <p:spPr bwMode="gray">
            <a:xfrm>
              <a:off x="2651" y="1885"/>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 name="Line 214"/>
            <p:cNvSpPr>
              <a:spLocks noChangeShapeType="1"/>
            </p:cNvSpPr>
            <p:nvPr userDrawn="1"/>
          </p:nvSpPr>
          <p:spPr bwMode="gray">
            <a:xfrm>
              <a:off x="2574" y="1863"/>
              <a:ext cx="207"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 name="Line 215"/>
            <p:cNvSpPr>
              <a:spLocks noChangeShapeType="1"/>
            </p:cNvSpPr>
            <p:nvPr userDrawn="1"/>
          </p:nvSpPr>
          <p:spPr bwMode="gray">
            <a:xfrm>
              <a:off x="2586" y="1864"/>
              <a:ext cx="202"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 name="Freeform 216"/>
            <p:cNvSpPr>
              <a:spLocks/>
            </p:cNvSpPr>
            <p:nvPr userDrawn="1"/>
          </p:nvSpPr>
          <p:spPr bwMode="gray">
            <a:xfrm>
              <a:off x="2779" y="1933"/>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 name="Line 217"/>
            <p:cNvSpPr>
              <a:spLocks noChangeShapeType="1"/>
            </p:cNvSpPr>
            <p:nvPr userDrawn="1"/>
          </p:nvSpPr>
          <p:spPr bwMode="gray">
            <a:xfrm flipH="1" flipV="1">
              <a:off x="2565" y="1852"/>
              <a:ext cx="21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 name="Freeform 218"/>
            <p:cNvSpPr>
              <a:spLocks/>
            </p:cNvSpPr>
            <p:nvPr userDrawn="1"/>
          </p:nvSpPr>
          <p:spPr bwMode="gray">
            <a:xfrm>
              <a:off x="2565" y="1852"/>
              <a:ext cx="21" cy="12"/>
            </a:xfrm>
            <a:custGeom>
              <a:avLst/>
              <a:gdLst>
                <a:gd name="T0" fmla="*/ 21 w 21"/>
                <a:gd name="T1" fmla="*/ 12 h 12"/>
                <a:gd name="T2" fmla="*/ 14 w 21"/>
                <a:gd name="T3" fmla="*/ 12 h 12"/>
                <a:gd name="T4" fmla="*/ 11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 name="Freeform 219"/>
            <p:cNvSpPr>
              <a:spLocks/>
            </p:cNvSpPr>
            <p:nvPr userDrawn="1"/>
          </p:nvSpPr>
          <p:spPr bwMode="gray">
            <a:xfrm>
              <a:off x="2868" y="1884"/>
              <a:ext cx="12" cy="8"/>
            </a:xfrm>
            <a:custGeom>
              <a:avLst/>
              <a:gdLst>
                <a:gd name="T0" fmla="*/ 0 w 12"/>
                <a:gd name="T1" fmla="*/ 8 h 8"/>
                <a:gd name="T2" fmla="*/ 4 w 12"/>
                <a:gd name="T3" fmla="*/ 8 h 8"/>
                <a:gd name="T4" fmla="*/ 5 w 12"/>
                <a:gd name="T5" fmla="*/ 8 h 8"/>
                <a:gd name="T6" fmla="*/ 9 w 12"/>
                <a:gd name="T7" fmla="*/ 7 h 8"/>
                <a:gd name="T8" fmla="*/ 11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 name="Line 220"/>
            <p:cNvSpPr>
              <a:spLocks noChangeShapeType="1"/>
            </p:cNvSpPr>
            <p:nvPr userDrawn="1"/>
          </p:nvSpPr>
          <p:spPr bwMode="gray">
            <a:xfrm flipV="1">
              <a:off x="2796" y="1844"/>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 name="Line 221"/>
            <p:cNvSpPr>
              <a:spLocks noChangeShapeType="1"/>
            </p:cNvSpPr>
            <p:nvPr userDrawn="1"/>
          </p:nvSpPr>
          <p:spPr bwMode="gray">
            <a:xfrm flipV="1">
              <a:off x="2788" y="1845"/>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 name="Freeform 222"/>
            <p:cNvSpPr>
              <a:spLocks/>
            </p:cNvSpPr>
            <p:nvPr userDrawn="1"/>
          </p:nvSpPr>
          <p:spPr bwMode="gray">
            <a:xfrm>
              <a:off x="2947" y="1837"/>
              <a:ext cx="12" cy="8"/>
            </a:xfrm>
            <a:custGeom>
              <a:avLst/>
              <a:gdLst>
                <a:gd name="T0" fmla="*/ 0 w 12"/>
                <a:gd name="T1" fmla="*/ 8 h 8"/>
                <a:gd name="T2" fmla="*/ 5 w 12"/>
                <a:gd name="T3" fmla="*/ 8 h 8"/>
                <a:gd name="T4" fmla="*/ 7 w 12"/>
                <a:gd name="T5" fmla="*/ 8 h 8"/>
                <a:gd name="T6" fmla="*/ 10 w 12"/>
                <a:gd name="T7" fmla="*/ 7 h 8"/>
                <a:gd name="T8" fmla="*/ 12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 name="Line 223"/>
            <p:cNvSpPr>
              <a:spLocks noChangeShapeType="1"/>
            </p:cNvSpPr>
            <p:nvPr userDrawn="1"/>
          </p:nvSpPr>
          <p:spPr bwMode="gray">
            <a:xfrm flipH="1">
              <a:off x="2798" y="1837"/>
              <a:ext cx="161"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 name="Freeform 224"/>
            <p:cNvSpPr>
              <a:spLocks/>
            </p:cNvSpPr>
            <p:nvPr userDrawn="1"/>
          </p:nvSpPr>
          <p:spPr bwMode="gray">
            <a:xfrm>
              <a:off x="2788" y="1931"/>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 name="Freeform 225"/>
            <p:cNvSpPr>
              <a:spLocks/>
            </p:cNvSpPr>
            <p:nvPr userDrawn="1"/>
          </p:nvSpPr>
          <p:spPr bwMode="gray">
            <a:xfrm>
              <a:off x="2947" y="1826"/>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 name="Freeform 226"/>
            <p:cNvSpPr>
              <a:spLocks/>
            </p:cNvSpPr>
            <p:nvPr userDrawn="1"/>
          </p:nvSpPr>
          <p:spPr bwMode="gray">
            <a:xfrm>
              <a:off x="2342" y="1513"/>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 name="Line 227"/>
            <p:cNvSpPr>
              <a:spLocks noChangeShapeType="1"/>
            </p:cNvSpPr>
            <p:nvPr userDrawn="1"/>
          </p:nvSpPr>
          <p:spPr bwMode="gray">
            <a:xfrm flipH="1" flipV="1">
              <a:off x="2319" y="1366"/>
              <a:ext cx="26"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 name="Line 228"/>
            <p:cNvSpPr>
              <a:spLocks noChangeShapeType="1"/>
            </p:cNvSpPr>
            <p:nvPr userDrawn="1"/>
          </p:nvSpPr>
          <p:spPr bwMode="gray">
            <a:xfrm flipH="1" flipV="1">
              <a:off x="2314" y="1366"/>
              <a:ext cx="3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 name="Freeform 229"/>
            <p:cNvSpPr>
              <a:spLocks/>
            </p:cNvSpPr>
            <p:nvPr userDrawn="1"/>
          </p:nvSpPr>
          <p:spPr bwMode="gray">
            <a:xfrm>
              <a:off x="2314" y="1364"/>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 name="Line 230"/>
            <p:cNvSpPr>
              <a:spLocks noChangeShapeType="1"/>
            </p:cNvSpPr>
            <p:nvPr userDrawn="1"/>
          </p:nvSpPr>
          <p:spPr bwMode="gray">
            <a:xfrm>
              <a:off x="2322" y="1375"/>
              <a:ext cx="23"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 name="Freeform 231"/>
            <p:cNvSpPr>
              <a:spLocks/>
            </p:cNvSpPr>
            <p:nvPr userDrawn="1"/>
          </p:nvSpPr>
          <p:spPr bwMode="gray">
            <a:xfrm>
              <a:off x="2221" y="140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 name="Line 232"/>
            <p:cNvSpPr>
              <a:spLocks noChangeShapeType="1"/>
            </p:cNvSpPr>
            <p:nvPr userDrawn="1"/>
          </p:nvSpPr>
          <p:spPr bwMode="gray">
            <a:xfrm flipH="1">
              <a:off x="2140" y="1368"/>
              <a:ext cx="165"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2" name="Line 233"/>
            <p:cNvSpPr>
              <a:spLocks noChangeShapeType="1"/>
            </p:cNvSpPr>
            <p:nvPr userDrawn="1"/>
          </p:nvSpPr>
          <p:spPr bwMode="gray">
            <a:xfrm flipH="1">
              <a:off x="2147" y="1366"/>
              <a:ext cx="167"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3" name="Freeform 234"/>
            <p:cNvSpPr>
              <a:spLocks/>
            </p:cNvSpPr>
            <p:nvPr userDrawn="1"/>
          </p:nvSpPr>
          <p:spPr bwMode="gray">
            <a:xfrm>
              <a:off x="2139" y="1450"/>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4" name="Line 235"/>
            <p:cNvSpPr>
              <a:spLocks noChangeShapeType="1"/>
            </p:cNvSpPr>
            <p:nvPr userDrawn="1"/>
          </p:nvSpPr>
          <p:spPr bwMode="gray">
            <a:xfrm flipV="1">
              <a:off x="2139" y="1375"/>
              <a:ext cx="16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5" name="Freeform 236"/>
            <p:cNvSpPr>
              <a:spLocks/>
            </p:cNvSpPr>
            <p:nvPr userDrawn="1"/>
          </p:nvSpPr>
          <p:spPr bwMode="gray">
            <a:xfrm>
              <a:off x="2303" y="1366"/>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6" name="Freeform 237"/>
            <p:cNvSpPr>
              <a:spLocks/>
            </p:cNvSpPr>
            <p:nvPr userDrawn="1"/>
          </p:nvSpPr>
          <p:spPr bwMode="gray">
            <a:xfrm>
              <a:off x="2261" y="1495"/>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7" name="Line 238"/>
            <p:cNvSpPr>
              <a:spLocks noChangeShapeType="1"/>
            </p:cNvSpPr>
            <p:nvPr userDrawn="1"/>
          </p:nvSpPr>
          <p:spPr bwMode="gray">
            <a:xfrm>
              <a:off x="2142" y="1459"/>
              <a:ext cx="19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8" name="Line 239"/>
            <p:cNvSpPr>
              <a:spLocks noChangeShapeType="1"/>
            </p:cNvSpPr>
            <p:nvPr userDrawn="1"/>
          </p:nvSpPr>
          <p:spPr bwMode="gray">
            <a:xfrm>
              <a:off x="2147" y="1452"/>
              <a:ext cx="195"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9" name="Freeform 240"/>
            <p:cNvSpPr>
              <a:spLocks/>
            </p:cNvSpPr>
            <p:nvPr userDrawn="1"/>
          </p:nvSpPr>
          <p:spPr bwMode="gray">
            <a:xfrm>
              <a:off x="2340" y="1522"/>
              <a:ext cx="3" cy="21"/>
            </a:xfrm>
            <a:custGeom>
              <a:avLst/>
              <a:gdLst>
                <a:gd name="T0" fmla="*/ 2 w 3"/>
                <a:gd name="T1" fmla="*/ 0 h 21"/>
                <a:gd name="T2" fmla="*/ 0 w 3"/>
                <a:gd name="T3" fmla="*/ 7 h 21"/>
                <a:gd name="T4" fmla="*/ 0 w 3"/>
                <a:gd name="T5" fmla="*/ 14 h 21"/>
                <a:gd name="T6" fmla="*/ 3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0" name="Line 241"/>
            <p:cNvSpPr>
              <a:spLocks noChangeShapeType="1"/>
            </p:cNvSpPr>
            <p:nvPr userDrawn="1"/>
          </p:nvSpPr>
          <p:spPr bwMode="gray">
            <a:xfrm flipH="1" flipV="1">
              <a:off x="2139" y="1469"/>
              <a:ext cx="204"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1" name="Freeform 242"/>
            <p:cNvSpPr>
              <a:spLocks/>
            </p:cNvSpPr>
            <p:nvPr userDrawn="1"/>
          </p:nvSpPr>
          <p:spPr bwMode="gray">
            <a:xfrm>
              <a:off x="2139" y="1452"/>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2" name="Freeform 243"/>
            <p:cNvSpPr>
              <a:spLocks/>
            </p:cNvSpPr>
            <p:nvPr userDrawn="1"/>
          </p:nvSpPr>
          <p:spPr bwMode="gray">
            <a:xfrm>
              <a:off x="2655" y="1546"/>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3" name="Line 244"/>
            <p:cNvSpPr>
              <a:spLocks noChangeShapeType="1"/>
            </p:cNvSpPr>
            <p:nvPr userDrawn="1"/>
          </p:nvSpPr>
          <p:spPr bwMode="gray">
            <a:xfrm flipH="1">
              <a:off x="2576" y="1511"/>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4" name="Line 245"/>
            <p:cNvSpPr>
              <a:spLocks noChangeShapeType="1"/>
            </p:cNvSpPr>
            <p:nvPr userDrawn="1"/>
          </p:nvSpPr>
          <p:spPr bwMode="gray">
            <a:xfrm flipH="1">
              <a:off x="2583" y="1518"/>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5" name="Freeform 246"/>
            <p:cNvSpPr>
              <a:spLocks/>
            </p:cNvSpPr>
            <p:nvPr userDrawn="1"/>
          </p:nvSpPr>
          <p:spPr bwMode="gray">
            <a:xfrm>
              <a:off x="2572" y="1592"/>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6" name="Line 247"/>
            <p:cNvSpPr>
              <a:spLocks noChangeShapeType="1"/>
            </p:cNvSpPr>
            <p:nvPr userDrawn="1"/>
          </p:nvSpPr>
          <p:spPr bwMode="gray">
            <a:xfrm flipV="1">
              <a:off x="2572" y="1502"/>
              <a:ext cx="163"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7" name="Freeform 248"/>
            <p:cNvSpPr>
              <a:spLocks/>
            </p:cNvSpPr>
            <p:nvPr userDrawn="1"/>
          </p:nvSpPr>
          <p:spPr bwMode="gray">
            <a:xfrm>
              <a:off x="2735" y="1502"/>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8" name="Freeform 249"/>
            <p:cNvSpPr>
              <a:spLocks/>
            </p:cNvSpPr>
            <p:nvPr userDrawn="1"/>
          </p:nvSpPr>
          <p:spPr bwMode="gray">
            <a:xfrm>
              <a:off x="2649" y="1635"/>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89" name="Line 250"/>
            <p:cNvSpPr>
              <a:spLocks noChangeShapeType="1"/>
            </p:cNvSpPr>
            <p:nvPr userDrawn="1"/>
          </p:nvSpPr>
          <p:spPr bwMode="gray">
            <a:xfrm>
              <a:off x="2571" y="1614"/>
              <a:ext cx="210"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0" name="Line 251"/>
            <p:cNvSpPr>
              <a:spLocks noChangeShapeType="1"/>
            </p:cNvSpPr>
            <p:nvPr userDrawn="1"/>
          </p:nvSpPr>
          <p:spPr bwMode="gray">
            <a:xfrm>
              <a:off x="2583" y="1609"/>
              <a:ext cx="205"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1" name="Freeform 252"/>
            <p:cNvSpPr>
              <a:spLocks/>
            </p:cNvSpPr>
            <p:nvPr userDrawn="1"/>
          </p:nvSpPr>
          <p:spPr bwMode="gray">
            <a:xfrm>
              <a:off x="2779" y="1683"/>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2" name="Line 253"/>
            <p:cNvSpPr>
              <a:spLocks noChangeShapeType="1"/>
            </p:cNvSpPr>
            <p:nvPr userDrawn="1"/>
          </p:nvSpPr>
          <p:spPr bwMode="gray">
            <a:xfrm flipH="1" flipV="1">
              <a:off x="2564" y="1623"/>
              <a:ext cx="21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3" name="Freeform 254"/>
            <p:cNvSpPr>
              <a:spLocks/>
            </p:cNvSpPr>
            <p:nvPr userDrawn="1"/>
          </p:nvSpPr>
          <p:spPr bwMode="gray">
            <a:xfrm>
              <a:off x="2564" y="1609"/>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4" name="Freeform 255"/>
            <p:cNvSpPr>
              <a:spLocks/>
            </p:cNvSpPr>
            <p:nvPr userDrawn="1"/>
          </p:nvSpPr>
          <p:spPr bwMode="gray">
            <a:xfrm>
              <a:off x="2868" y="1635"/>
              <a:ext cx="12" cy="18"/>
            </a:xfrm>
            <a:custGeom>
              <a:avLst/>
              <a:gdLst>
                <a:gd name="T0" fmla="*/ 0 w 12"/>
                <a:gd name="T1" fmla="*/ 0 h 18"/>
                <a:gd name="T2" fmla="*/ 5 w 12"/>
                <a:gd name="T3" fmla="*/ 2 h 18"/>
                <a:gd name="T4" fmla="*/ 9 w 12"/>
                <a:gd name="T5" fmla="*/ 7 h 18"/>
                <a:gd name="T6" fmla="*/ 11 w 12"/>
                <a:gd name="T7" fmla="*/ 13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5" name="Line 256"/>
            <p:cNvSpPr>
              <a:spLocks noChangeShapeType="1"/>
            </p:cNvSpPr>
            <p:nvPr userDrawn="1"/>
          </p:nvSpPr>
          <p:spPr bwMode="gray">
            <a:xfrm flipV="1">
              <a:off x="2796" y="1597"/>
              <a:ext cx="161"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6" name="Line 257"/>
            <p:cNvSpPr>
              <a:spLocks noChangeShapeType="1"/>
            </p:cNvSpPr>
            <p:nvPr userDrawn="1"/>
          </p:nvSpPr>
          <p:spPr bwMode="gray">
            <a:xfrm flipV="1">
              <a:off x="2788" y="1590"/>
              <a:ext cx="16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7" name="Freeform 258"/>
            <p:cNvSpPr>
              <a:spLocks/>
            </p:cNvSpPr>
            <p:nvPr userDrawn="1"/>
          </p:nvSpPr>
          <p:spPr bwMode="gray">
            <a:xfrm>
              <a:off x="2948" y="1590"/>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8" name="Line 259"/>
            <p:cNvSpPr>
              <a:spLocks noChangeShapeType="1"/>
            </p:cNvSpPr>
            <p:nvPr userDrawn="1"/>
          </p:nvSpPr>
          <p:spPr bwMode="gray">
            <a:xfrm flipH="1">
              <a:off x="2798" y="1606"/>
              <a:ext cx="163"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99" name="Freeform 260"/>
            <p:cNvSpPr>
              <a:spLocks/>
            </p:cNvSpPr>
            <p:nvPr userDrawn="1"/>
          </p:nvSpPr>
          <p:spPr bwMode="gray">
            <a:xfrm>
              <a:off x="2788" y="1683"/>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00" name="Freeform 261"/>
            <p:cNvSpPr>
              <a:spLocks/>
            </p:cNvSpPr>
            <p:nvPr userDrawn="1"/>
          </p:nvSpPr>
          <p:spPr bwMode="gray">
            <a:xfrm>
              <a:off x="2821" y="1543"/>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01" name="Line 262"/>
            <p:cNvSpPr>
              <a:spLocks noChangeShapeType="1"/>
            </p:cNvSpPr>
            <p:nvPr userDrawn="1"/>
          </p:nvSpPr>
          <p:spPr bwMode="gray">
            <a:xfrm flipH="1" flipV="1">
              <a:off x="2747" y="1516"/>
              <a:ext cx="208"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02" name="Line 263"/>
            <p:cNvSpPr>
              <a:spLocks noChangeShapeType="1"/>
            </p:cNvSpPr>
            <p:nvPr userDrawn="1"/>
          </p:nvSpPr>
          <p:spPr bwMode="gray">
            <a:xfrm flipH="1" flipV="1">
              <a:off x="2746" y="1518"/>
              <a:ext cx="202"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03" name="Freeform 264"/>
            <p:cNvSpPr>
              <a:spLocks/>
            </p:cNvSpPr>
            <p:nvPr userDrawn="1"/>
          </p:nvSpPr>
          <p:spPr bwMode="gray">
            <a:xfrm>
              <a:off x="2744" y="1516"/>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04" name="Line 265"/>
            <p:cNvSpPr>
              <a:spLocks noChangeShapeType="1"/>
            </p:cNvSpPr>
            <p:nvPr userDrawn="1"/>
          </p:nvSpPr>
          <p:spPr bwMode="gray">
            <a:xfrm>
              <a:off x="2744" y="1522"/>
              <a:ext cx="21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05" name="Freeform 266"/>
            <p:cNvSpPr>
              <a:spLocks/>
            </p:cNvSpPr>
            <p:nvPr userDrawn="1"/>
          </p:nvSpPr>
          <p:spPr bwMode="gray">
            <a:xfrm>
              <a:off x="2948" y="1588"/>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06" name="Freeform 267"/>
            <p:cNvSpPr>
              <a:spLocks/>
            </p:cNvSpPr>
            <p:nvPr userDrawn="1"/>
          </p:nvSpPr>
          <p:spPr bwMode="gray">
            <a:xfrm>
              <a:off x="2959" y="1719"/>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nvGrpSpPr>
            <p:cNvPr id="207" name="Group 268"/>
            <p:cNvGrpSpPr>
              <a:grpSpLocks/>
            </p:cNvGrpSpPr>
            <p:nvPr userDrawn="1"/>
          </p:nvGrpSpPr>
          <p:grpSpPr bwMode="auto">
            <a:xfrm>
              <a:off x="2135" y="838"/>
              <a:ext cx="1546" cy="1270"/>
              <a:chOff x="2135" y="838"/>
              <a:chExt cx="1546" cy="1270"/>
            </a:xfrm>
          </p:grpSpPr>
          <p:sp>
            <p:nvSpPr>
              <p:cNvPr id="664" name="Line 269"/>
              <p:cNvSpPr>
                <a:spLocks noChangeShapeType="1"/>
              </p:cNvSpPr>
              <p:nvPr userDrawn="1"/>
            </p:nvSpPr>
            <p:spPr bwMode="gray">
              <a:xfrm flipV="1">
                <a:off x="2968" y="1604"/>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5" name="Line 270"/>
              <p:cNvSpPr>
                <a:spLocks noChangeShapeType="1"/>
              </p:cNvSpPr>
              <p:nvPr userDrawn="1"/>
            </p:nvSpPr>
            <p:spPr bwMode="gray">
              <a:xfrm flipV="1">
                <a:off x="2959" y="1606"/>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6" name="Freeform 271"/>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7" name="Line 272"/>
              <p:cNvSpPr>
                <a:spLocks noChangeShapeType="1"/>
              </p:cNvSpPr>
              <p:nvPr userDrawn="1"/>
            </p:nvSpPr>
            <p:spPr bwMode="gray">
              <a:xfrm flipH="1">
                <a:off x="2978" y="1606"/>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8" name="Freeform 273"/>
              <p:cNvSpPr>
                <a:spLocks/>
              </p:cNvSpPr>
              <p:nvPr userDrawn="1"/>
            </p:nvSpPr>
            <p:spPr bwMode="gray">
              <a:xfrm>
                <a:off x="2959" y="1833"/>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9" name="Freeform 274"/>
              <p:cNvSpPr>
                <a:spLocks/>
              </p:cNvSpPr>
              <p:nvPr userDrawn="1"/>
            </p:nvSpPr>
            <p:spPr bwMode="gray">
              <a:xfrm>
                <a:off x="2319" y="1366"/>
                <a:ext cx="3" cy="9"/>
              </a:xfrm>
              <a:custGeom>
                <a:avLst/>
                <a:gdLst>
                  <a:gd name="T0" fmla="*/ 3 w 3"/>
                  <a:gd name="T1" fmla="*/ 9 h 9"/>
                  <a:gd name="T2" fmla="*/ 0 w 3"/>
                  <a:gd name="T3" fmla="*/ 7 h 9"/>
                  <a:gd name="T4" fmla="*/ 0 w 3"/>
                  <a:gd name="T5" fmla="*/ 4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0" name="Freeform 275"/>
              <p:cNvSpPr>
                <a:spLocks/>
              </p:cNvSpPr>
              <p:nvPr userDrawn="1"/>
            </p:nvSpPr>
            <p:spPr bwMode="gray">
              <a:xfrm>
                <a:off x="2957" y="1712"/>
                <a:ext cx="19" cy="2"/>
              </a:xfrm>
              <a:custGeom>
                <a:avLst/>
                <a:gdLst>
                  <a:gd name="T0" fmla="*/ 0 w 19"/>
                  <a:gd name="T1" fmla="*/ 0 h 2"/>
                  <a:gd name="T2" fmla="*/ 5 w 19"/>
                  <a:gd name="T3" fmla="*/ 2 h 2"/>
                  <a:gd name="T4" fmla="*/ 11 w 19"/>
                  <a:gd name="T5" fmla="*/ 2 h 2"/>
                  <a:gd name="T6" fmla="*/ 16 w 19"/>
                  <a:gd name="T7" fmla="*/ 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1" name="Line 276"/>
              <p:cNvSpPr>
                <a:spLocks noChangeShapeType="1"/>
              </p:cNvSpPr>
              <p:nvPr userDrawn="1"/>
            </p:nvSpPr>
            <p:spPr bwMode="gray">
              <a:xfrm flipH="1">
                <a:off x="2966" y="1599"/>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2" name="Line 277"/>
              <p:cNvSpPr>
                <a:spLocks noChangeShapeType="1"/>
              </p:cNvSpPr>
              <p:nvPr userDrawn="1"/>
            </p:nvSpPr>
            <p:spPr bwMode="gray">
              <a:xfrm flipH="1">
                <a:off x="2955"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3" name="Freeform 278"/>
              <p:cNvSpPr>
                <a:spLocks/>
              </p:cNvSpPr>
              <p:nvPr userDrawn="1"/>
            </p:nvSpPr>
            <p:spPr bwMode="gray">
              <a:xfrm>
                <a:off x="2955" y="1826"/>
                <a:ext cx="21" cy="4"/>
              </a:xfrm>
              <a:custGeom>
                <a:avLst/>
                <a:gdLst>
                  <a:gd name="T0" fmla="*/ 0 w 21"/>
                  <a:gd name="T1" fmla="*/ 0 h 4"/>
                  <a:gd name="T2" fmla="*/ 6 w 21"/>
                  <a:gd name="T3" fmla="*/ 2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4" name="Line 279"/>
              <p:cNvSpPr>
                <a:spLocks noChangeShapeType="1"/>
              </p:cNvSpPr>
              <p:nvPr userDrawn="1"/>
            </p:nvSpPr>
            <p:spPr bwMode="gray">
              <a:xfrm flipV="1">
                <a:off x="2976"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5" name="Freeform 280"/>
              <p:cNvSpPr>
                <a:spLocks/>
              </p:cNvSpPr>
              <p:nvPr userDrawn="1"/>
            </p:nvSpPr>
            <p:spPr bwMode="gray">
              <a:xfrm>
                <a:off x="2957" y="1597"/>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6" name="Freeform 281"/>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7" name="Freeform 282"/>
              <p:cNvSpPr>
                <a:spLocks/>
              </p:cNvSpPr>
              <p:nvPr userDrawn="1"/>
            </p:nvSpPr>
            <p:spPr bwMode="gray">
              <a:xfrm>
                <a:off x="2139" y="1574"/>
                <a:ext cx="3" cy="9"/>
              </a:xfrm>
              <a:custGeom>
                <a:avLst/>
                <a:gdLst>
                  <a:gd name="T0" fmla="*/ 1 w 3"/>
                  <a:gd name="T1" fmla="*/ 0 h 9"/>
                  <a:gd name="T2" fmla="*/ 0 w 3"/>
                  <a:gd name="T3" fmla="*/ 2 h 9"/>
                  <a:gd name="T4" fmla="*/ 0 w 3"/>
                  <a:gd name="T5" fmla="*/ 4 h 9"/>
                  <a:gd name="T6" fmla="*/ 0 w 3"/>
                  <a:gd name="T7" fmla="*/ 7 h 9"/>
                  <a:gd name="T8" fmla="*/ 3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8" name="Line 283"/>
              <p:cNvSpPr>
                <a:spLocks noChangeShapeType="1"/>
              </p:cNvSpPr>
              <p:nvPr userDrawn="1"/>
            </p:nvSpPr>
            <p:spPr bwMode="gray">
              <a:xfrm flipH="1" flipV="1">
                <a:off x="2135" y="1466"/>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79" name="Line 284"/>
              <p:cNvSpPr>
                <a:spLocks noChangeShapeType="1"/>
              </p:cNvSpPr>
              <p:nvPr userDrawn="1"/>
            </p:nvSpPr>
            <p:spPr bwMode="gray">
              <a:xfrm flipH="1" flipV="1">
                <a:off x="2139" y="1460"/>
                <a:ext cx="5"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0" name="Freeform 285"/>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1" name="Line 286"/>
              <p:cNvSpPr>
                <a:spLocks noChangeShapeType="1"/>
              </p:cNvSpPr>
              <p:nvPr userDrawn="1"/>
            </p:nvSpPr>
            <p:spPr bwMode="gray">
              <a:xfrm>
                <a:off x="2139" y="1469"/>
                <a:ext cx="7"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2" name="Freeform 287"/>
              <p:cNvSpPr>
                <a:spLocks/>
              </p:cNvSpPr>
              <p:nvPr userDrawn="1"/>
            </p:nvSpPr>
            <p:spPr bwMode="gray">
              <a:xfrm>
                <a:off x="2140" y="1686"/>
                <a:ext cx="6" cy="9"/>
              </a:xfrm>
              <a:custGeom>
                <a:avLst/>
                <a:gdLst>
                  <a:gd name="T0" fmla="*/ 6 w 6"/>
                  <a:gd name="T1" fmla="*/ 9 h 9"/>
                  <a:gd name="T2" fmla="*/ 2 w 6"/>
                  <a:gd name="T3" fmla="*/ 7 h 9"/>
                  <a:gd name="T4" fmla="*/ 0 w 6"/>
                  <a:gd name="T5" fmla="*/ 5 h 9"/>
                  <a:gd name="T6" fmla="*/ 2 w 6"/>
                  <a:gd name="T7" fmla="*/ 2 h 9"/>
                  <a:gd name="T8" fmla="*/ 4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3" name="Freeform 288"/>
              <p:cNvSpPr>
                <a:spLocks/>
              </p:cNvSpPr>
              <p:nvPr userDrawn="1"/>
            </p:nvSpPr>
            <p:spPr bwMode="gray">
              <a:xfrm>
                <a:off x="2779" y="1816"/>
                <a:ext cx="19" cy="3"/>
              </a:xfrm>
              <a:custGeom>
                <a:avLst/>
                <a:gdLst>
                  <a:gd name="T0" fmla="*/ 0 w 19"/>
                  <a:gd name="T1" fmla="*/ 1 h 3"/>
                  <a:gd name="T2" fmla="*/ 5 w 19"/>
                  <a:gd name="T3" fmla="*/ 3 h 3"/>
                  <a:gd name="T4" fmla="*/ 10 w 19"/>
                  <a:gd name="T5" fmla="*/ 3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4" name="Line 289"/>
              <p:cNvSpPr>
                <a:spLocks noChangeShapeType="1"/>
              </p:cNvSpPr>
              <p:nvPr userDrawn="1"/>
            </p:nvSpPr>
            <p:spPr bwMode="gray">
              <a:xfrm flipV="1">
                <a:off x="2789" y="1702"/>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5" name="Line 290"/>
              <p:cNvSpPr>
                <a:spLocks noChangeShapeType="1"/>
              </p:cNvSpPr>
              <p:nvPr userDrawn="1"/>
            </p:nvSpPr>
            <p:spPr bwMode="gray">
              <a:xfrm flipV="1">
                <a:off x="2779" y="1700"/>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6" name="Freeform 291"/>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7" name="Line 292"/>
              <p:cNvSpPr>
                <a:spLocks noChangeShapeType="1"/>
              </p:cNvSpPr>
              <p:nvPr userDrawn="1"/>
            </p:nvSpPr>
            <p:spPr bwMode="gray">
              <a:xfrm>
                <a:off x="2798" y="1698"/>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8" name="Freeform 293"/>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89" name="Freeform 294"/>
              <p:cNvSpPr>
                <a:spLocks/>
              </p:cNvSpPr>
              <p:nvPr userDrawn="1"/>
            </p:nvSpPr>
            <p:spPr bwMode="gray">
              <a:xfrm>
                <a:off x="2356" y="1903"/>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0" name="Line 295"/>
              <p:cNvSpPr>
                <a:spLocks noChangeShapeType="1"/>
              </p:cNvSpPr>
              <p:nvPr userDrawn="1"/>
            </p:nvSpPr>
            <p:spPr bwMode="gray">
              <a:xfrm>
                <a:off x="2354" y="1789"/>
                <a:ext cx="3"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1" name="Line 296"/>
              <p:cNvSpPr>
                <a:spLocks noChangeShapeType="1"/>
              </p:cNvSpPr>
              <p:nvPr userDrawn="1"/>
            </p:nvSpPr>
            <p:spPr bwMode="gray">
              <a:xfrm>
                <a:off x="2357" y="1791"/>
                <a:ext cx="4"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2" name="Freeform 297"/>
              <p:cNvSpPr>
                <a:spLocks/>
              </p:cNvSpPr>
              <p:nvPr userDrawn="1"/>
            </p:nvSpPr>
            <p:spPr bwMode="gray">
              <a:xfrm>
                <a:off x="2357" y="2013"/>
                <a:ext cx="6" cy="11"/>
              </a:xfrm>
              <a:custGeom>
                <a:avLst/>
                <a:gdLst>
                  <a:gd name="T0" fmla="*/ 4 w 6"/>
                  <a:gd name="T1" fmla="*/ 0 h 11"/>
                  <a:gd name="T2" fmla="*/ 2 w 6"/>
                  <a:gd name="T3" fmla="*/ 4 h 11"/>
                  <a:gd name="T4" fmla="*/ 0 w 6"/>
                  <a:gd name="T5" fmla="*/ 5 h 11"/>
                  <a:gd name="T6" fmla="*/ 2 w 6"/>
                  <a:gd name="T7" fmla="*/ 9 h 11"/>
                  <a:gd name="T8" fmla="*/ 6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3" name="Line 298"/>
              <p:cNvSpPr>
                <a:spLocks noChangeShapeType="1"/>
              </p:cNvSpPr>
              <p:nvPr userDrawn="1"/>
            </p:nvSpPr>
            <p:spPr bwMode="gray">
              <a:xfrm flipH="1" flipV="1">
                <a:off x="2359" y="1788"/>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4" name="Freeform 299"/>
              <p:cNvSpPr>
                <a:spLocks/>
              </p:cNvSpPr>
              <p:nvPr userDrawn="1"/>
            </p:nvSpPr>
            <p:spPr bwMode="gray">
              <a:xfrm>
                <a:off x="2354" y="1788"/>
                <a:ext cx="5" cy="3"/>
              </a:xfrm>
              <a:custGeom>
                <a:avLst/>
                <a:gdLst>
                  <a:gd name="T0" fmla="*/ 3 w 5"/>
                  <a:gd name="T1" fmla="*/ 3 h 3"/>
                  <a:gd name="T2" fmla="*/ 2 w 5"/>
                  <a:gd name="T3" fmla="*/ 3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5" name="Freeform 300"/>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6" name="Freeform 301"/>
              <p:cNvSpPr>
                <a:spLocks/>
              </p:cNvSpPr>
              <p:nvPr userDrawn="1"/>
            </p:nvSpPr>
            <p:spPr bwMode="gray">
              <a:xfrm>
                <a:off x="2513"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7" name="Freeform 302"/>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8" name="Line 303"/>
              <p:cNvSpPr>
                <a:spLocks noChangeShapeType="1"/>
              </p:cNvSpPr>
              <p:nvPr userDrawn="1"/>
            </p:nvSpPr>
            <p:spPr bwMode="gray">
              <a:xfrm flipH="1">
                <a:off x="2350" y="1188"/>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99" name="Line 304"/>
              <p:cNvSpPr>
                <a:spLocks noChangeShapeType="1"/>
              </p:cNvSpPr>
              <p:nvPr userDrawn="1"/>
            </p:nvSpPr>
            <p:spPr bwMode="gray">
              <a:xfrm flipH="1">
                <a:off x="2347" y="1195"/>
                <a:ext cx="166"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0" name="Freeform 305"/>
              <p:cNvSpPr>
                <a:spLocks/>
              </p:cNvSpPr>
              <p:nvPr userDrawn="1"/>
            </p:nvSpPr>
            <p:spPr bwMode="gray">
              <a:xfrm>
                <a:off x="2347" y="1270"/>
                <a:ext cx="10" cy="10"/>
              </a:xfrm>
              <a:custGeom>
                <a:avLst/>
                <a:gdLst>
                  <a:gd name="T0" fmla="*/ 0 w 10"/>
                  <a:gd name="T1" fmla="*/ 10 h 10"/>
                  <a:gd name="T2" fmla="*/ 2 w 10"/>
                  <a:gd name="T3" fmla="*/ 5 h 10"/>
                  <a:gd name="T4" fmla="*/ 3 w 10"/>
                  <a:gd name="T5" fmla="*/ 2 h 10"/>
                  <a:gd name="T6" fmla="*/ 5 w 10"/>
                  <a:gd name="T7" fmla="*/ 0 h 10"/>
                  <a:gd name="T8" fmla="*/ 9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1" name="Line 306"/>
              <p:cNvSpPr>
                <a:spLocks noChangeShapeType="1"/>
              </p:cNvSpPr>
              <p:nvPr userDrawn="1"/>
            </p:nvSpPr>
            <p:spPr bwMode="gray">
              <a:xfrm flipV="1">
                <a:off x="2357" y="1186"/>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2" name="Freeform 307"/>
              <p:cNvSpPr>
                <a:spLocks/>
              </p:cNvSpPr>
              <p:nvPr userDrawn="1"/>
            </p:nvSpPr>
            <p:spPr bwMode="gray">
              <a:xfrm>
                <a:off x="2513"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3" name="Freeform 308"/>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4" name="Line 309"/>
              <p:cNvSpPr>
                <a:spLocks noChangeShapeType="1"/>
              </p:cNvSpPr>
              <p:nvPr userDrawn="1"/>
            </p:nvSpPr>
            <p:spPr bwMode="gray">
              <a:xfrm>
                <a:off x="2343" y="1284"/>
                <a:ext cx="6"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5" name="Line 310"/>
              <p:cNvSpPr>
                <a:spLocks noChangeShapeType="1"/>
              </p:cNvSpPr>
              <p:nvPr userDrawn="1"/>
            </p:nvSpPr>
            <p:spPr bwMode="gray">
              <a:xfrm>
                <a:off x="2347" y="1280"/>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6" name="Freeform 311"/>
              <p:cNvSpPr>
                <a:spLocks/>
              </p:cNvSpPr>
              <p:nvPr userDrawn="1"/>
            </p:nvSpPr>
            <p:spPr bwMode="gray">
              <a:xfrm>
                <a:off x="2349" y="1513"/>
                <a:ext cx="5" cy="21"/>
              </a:xfrm>
              <a:custGeom>
                <a:avLst/>
                <a:gdLst>
                  <a:gd name="T0" fmla="*/ 3 w 5"/>
                  <a:gd name="T1" fmla="*/ 0 h 21"/>
                  <a:gd name="T2" fmla="*/ 0 w 5"/>
                  <a:gd name="T3" fmla="*/ 5 h 21"/>
                  <a:gd name="T4" fmla="*/ 0 w 5"/>
                  <a:gd name="T5" fmla="*/ 10 h 21"/>
                  <a:gd name="T6" fmla="*/ 1 w 5"/>
                  <a:gd name="T7" fmla="*/ 16 h 21"/>
                  <a:gd name="T8" fmla="*/ 5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7" name="Line 312"/>
              <p:cNvSpPr>
                <a:spLocks noChangeShapeType="1"/>
              </p:cNvSpPr>
              <p:nvPr userDrawn="1"/>
            </p:nvSpPr>
            <p:spPr bwMode="gray">
              <a:xfrm flipH="1" flipV="1">
                <a:off x="2349" y="1287"/>
                <a:ext cx="5"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8" name="Freeform 313"/>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09" name="Freeform 314"/>
              <p:cNvSpPr>
                <a:spLocks/>
              </p:cNvSpPr>
              <p:nvPr userDrawn="1"/>
            </p:nvSpPr>
            <p:spPr bwMode="gray">
              <a:xfrm>
                <a:off x="2557"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0" name="Line 315"/>
              <p:cNvSpPr>
                <a:spLocks noChangeShapeType="1"/>
              </p:cNvSpPr>
              <p:nvPr userDrawn="1"/>
            </p:nvSpPr>
            <p:spPr bwMode="gray">
              <a:xfrm>
                <a:off x="2565" y="1870"/>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1" name="Line 316"/>
              <p:cNvSpPr>
                <a:spLocks noChangeShapeType="1"/>
              </p:cNvSpPr>
              <p:nvPr userDrawn="1"/>
            </p:nvSpPr>
            <p:spPr bwMode="gray">
              <a:xfrm>
                <a:off x="2574" y="1873"/>
                <a:ext cx="4"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2" name="Freeform 317"/>
              <p:cNvSpPr>
                <a:spLocks/>
              </p:cNvSpPr>
              <p:nvPr userDrawn="1"/>
            </p:nvSpPr>
            <p:spPr bwMode="gray">
              <a:xfrm>
                <a:off x="2557"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3" name="Line 318"/>
              <p:cNvSpPr>
                <a:spLocks noChangeShapeType="1"/>
              </p:cNvSpPr>
              <p:nvPr userDrawn="1"/>
            </p:nvSpPr>
            <p:spPr bwMode="gray">
              <a:xfrm flipH="1" flipV="1">
                <a:off x="2555" y="1861"/>
                <a:ext cx="2"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4" name="Freeform 319"/>
              <p:cNvSpPr>
                <a:spLocks/>
              </p:cNvSpPr>
              <p:nvPr userDrawn="1"/>
            </p:nvSpPr>
            <p:spPr bwMode="gray">
              <a:xfrm>
                <a:off x="2555" y="1861"/>
                <a:ext cx="19" cy="12"/>
              </a:xfrm>
              <a:custGeom>
                <a:avLst/>
                <a:gdLst>
                  <a:gd name="T0" fmla="*/ 19 w 19"/>
                  <a:gd name="T1" fmla="*/ 12 h 12"/>
                  <a:gd name="T2" fmla="*/ 12 w 19"/>
                  <a:gd name="T3" fmla="*/ 9 h 12"/>
                  <a:gd name="T4" fmla="*/ 5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5" name="Freeform 320"/>
              <p:cNvSpPr>
                <a:spLocks/>
              </p:cNvSpPr>
              <p:nvPr userDrawn="1"/>
            </p:nvSpPr>
            <p:spPr bwMode="gray">
              <a:xfrm>
                <a:off x="2646" y="2050"/>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6" name="Line 321"/>
              <p:cNvSpPr>
                <a:spLocks noChangeShapeType="1"/>
              </p:cNvSpPr>
              <p:nvPr userDrawn="1"/>
            </p:nvSpPr>
            <p:spPr bwMode="gray">
              <a:xfrm flipV="1">
                <a:off x="2574" y="2010"/>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7" name="Line 322"/>
              <p:cNvSpPr>
                <a:spLocks noChangeShapeType="1"/>
              </p:cNvSpPr>
              <p:nvPr userDrawn="1"/>
            </p:nvSpPr>
            <p:spPr bwMode="gray">
              <a:xfrm flipV="1">
                <a:off x="2578" y="2003"/>
                <a:ext cx="159"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8" name="Freeform 323"/>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19" name="Line 324"/>
              <p:cNvSpPr>
                <a:spLocks noChangeShapeType="1"/>
              </p:cNvSpPr>
              <p:nvPr userDrawn="1"/>
            </p:nvSpPr>
            <p:spPr bwMode="gray">
              <a:xfrm flipH="1">
                <a:off x="2565" y="2010"/>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0" name="Freeform 325"/>
              <p:cNvSpPr>
                <a:spLocks/>
              </p:cNvSpPr>
              <p:nvPr userDrawn="1"/>
            </p:nvSpPr>
            <p:spPr bwMode="gray">
              <a:xfrm>
                <a:off x="2565"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1" name="Line 326"/>
              <p:cNvSpPr>
                <a:spLocks noChangeShapeType="1"/>
              </p:cNvSpPr>
              <p:nvPr userDrawn="1"/>
            </p:nvSpPr>
            <p:spPr bwMode="gray">
              <a:xfrm flipV="1">
                <a:off x="2739" y="1924"/>
                <a:ext cx="1"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2" name="Line 327"/>
              <p:cNvSpPr>
                <a:spLocks noChangeShapeType="1"/>
              </p:cNvSpPr>
              <p:nvPr userDrawn="1"/>
            </p:nvSpPr>
            <p:spPr bwMode="gray">
              <a:xfrm flipV="1">
                <a:off x="2737" y="1924"/>
                <a:ext cx="1"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3" name="Line 328"/>
              <p:cNvSpPr>
                <a:spLocks noChangeShapeType="1"/>
              </p:cNvSpPr>
              <p:nvPr userDrawn="1"/>
            </p:nvSpPr>
            <p:spPr bwMode="gray">
              <a:xfrm>
                <a:off x="2733" y="1922"/>
                <a:ext cx="2"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4" name="Freeform 329"/>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5" name="Freeform 330"/>
              <p:cNvSpPr>
                <a:spLocks/>
              </p:cNvSpPr>
              <p:nvPr userDrawn="1"/>
            </p:nvSpPr>
            <p:spPr bwMode="gray">
              <a:xfrm>
                <a:off x="2732" y="1377"/>
                <a:ext cx="5" cy="8"/>
              </a:xfrm>
              <a:custGeom>
                <a:avLst/>
                <a:gdLst>
                  <a:gd name="T0" fmla="*/ 3 w 5"/>
                  <a:gd name="T1" fmla="*/ 8 h 8"/>
                  <a:gd name="T2" fmla="*/ 5 w 5"/>
                  <a:gd name="T3" fmla="*/ 7 h 8"/>
                  <a:gd name="T4" fmla="*/ 5 w 5"/>
                  <a:gd name="T5" fmla="*/ 5 h 8"/>
                  <a:gd name="T6" fmla="*/ 3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6" name="Line 331"/>
              <p:cNvSpPr>
                <a:spLocks noChangeShapeType="1"/>
              </p:cNvSpPr>
              <p:nvPr userDrawn="1"/>
            </p:nvSpPr>
            <p:spPr bwMode="gray">
              <a:xfrm flipH="1" flipV="1">
                <a:off x="2737" y="1265"/>
                <a:ext cx="2"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7" name="Line 332"/>
              <p:cNvSpPr>
                <a:spLocks noChangeShapeType="1"/>
              </p:cNvSpPr>
              <p:nvPr userDrawn="1"/>
            </p:nvSpPr>
            <p:spPr bwMode="gray">
              <a:xfrm flipV="1">
                <a:off x="2735" y="1270"/>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8" name="Freeform 333"/>
              <p:cNvSpPr>
                <a:spLocks/>
              </p:cNvSpPr>
              <p:nvPr userDrawn="1"/>
            </p:nvSpPr>
            <p:spPr bwMode="gray">
              <a:xfrm>
                <a:off x="2732" y="1261"/>
                <a:ext cx="5" cy="9"/>
              </a:xfrm>
              <a:custGeom>
                <a:avLst/>
                <a:gdLst>
                  <a:gd name="T0" fmla="*/ 3 w 5"/>
                  <a:gd name="T1" fmla="*/ 9 h 9"/>
                  <a:gd name="T2" fmla="*/ 5 w 5"/>
                  <a:gd name="T3" fmla="*/ 5 h 9"/>
                  <a:gd name="T4" fmla="*/ 5 w 5"/>
                  <a:gd name="T5" fmla="*/ 4 h 9"/>
                  <a:gd name="T6" fmla="*/ 3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29" name="Line 334"/>
              <p:cNvSpPr>
                <a:spLocks noChangeShapeType="1"/>
              </p:cNvSpPr>
              <p:nvPr userDrawn="1"/>
            </p:nvSpPr>
            <p:spPr bwMode="gray">
              <a:xfrm>
                <a:off x="2732" y="1261"/>
                <a:ext cx="1"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0" name="Freeform 335"/>
              <p:cNvSpPr>
                <a:spLocks/>
              </p:cNvSpPr>
              <p:nvPr userDrawn="1"/>
            </p:nvSpPr>
            <p:spPr bwMode="gray">
              <a:xfrm>
                <a:off x="2733" y="1502"/>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1" name="Freeform 336"/>
              <p:cNvSpPr>
                <a:spLocks/>
              </p:cNvSpPr>
              <p:nvPr userDrawn="1"/>
            </p:nvSpPr>
            <p:spPr bwMode="gray">
              <a:xfrm>
                <a:off x="2641" y="1296"/>
                <a:ext cx="12" cy="16"/>
              </a:xfrm>
              <a:custGeom>
                <a:avLst/>
                <a:gdLst>
                  <a:gd name="T0" fmla="*/ 12 w 12"/>
                  <a:gd name="T1" fmla="*/ 16 h 16"/>
                  <a:gd name="T2" fmla="*/ 10 w 12"/>
                  <a:gd name="T3" fmla="*/ 11 h 16"/>
                  <a:gd name="T4" fmla="*/ 8 w 12"/>
                  <a:gd name="T5" fmla="*/ 5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2" name="Line 337"/>
              <p:cNvSpPr>
                <a:spLocks noChangeShapeType="1"/>
              </p:cNvSpPr>
              <p:nvPr userDrawn="1"/>
            </p:nvSpPr>
            <p:spPr bwMode="gray">
              <a:xfrm flipH="1">
                <a:off x="2567" y="1259"/>
                <a:ext cx="165"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3" name="Line 338"/>
              <p:cNvSpPr>
                <a:spLocks noChangeShapeType="1"/>
              </p:cNvSpPr>
              <p:nvPr userDrawn="1"/>
            </p:nvSpPr>
            <p:spPr bwMode="gray">
              <a:xfrm flipH="1">
                <a:off x="2571" y="1270"/>
                <a:ext cx="164"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4" name="Freeform 339"/>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5" name="Line 340"/>
              <p:cNvSpPr>
                <a:spLocks noChangeShapeType="1"/>
              </p:cNvSpPr>
              <p:nvPr userDrawn="1"/>
            </p:nvSpPr>
            <p:spPr bwMode="gray">
              <a:xfrm flipV="1">
                <a:off x="2558" y="1252"/>
                <a:ext cx="165"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6" name="Freeform 341"/>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7" name="Freeform 342"/>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8" name="Line 343"/>
              <p:cNvSpPr>
                <a:spLocks noChangeShapeType="1"/>
              </p:cNvSpPr>
              <p:nvPr userDrawn="1"/>
            </p:nvSpPr>
            <p:spPr bwMode="gray">
              <a:xfrm>
                <a:off x="2560" y="1359"/>
                <a:ext cx="2" cy="24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39" name="Line 344"/>
              <p:cNvSpPr>
                <a:spLocks noChangeShapeType="1"/>
              </p:cNvSpPr>
              <p:nvPr userDrawn="1"/>
            </p:nvSpPr>
            <p:spPr bwMode="gray">
              <a:xfrm>
                <a:off x="2571" y="1356"/>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0" name="Freeform 345"/>
              <p:cNvSpPr>
                <a:spLocks/>
              </p:cNvSpPr>
              <p:nvPr userDrawn="1"/>
            </p:nvSpPr>
            <p:spPr bwMode="gray">
              <a:xfrm>
                <a:off x="2551" y="1592"/>
                <a:ext cx="21" cy="14"/>
              </a:xfrm>
              <a:custGeom>
                <a:avLst/>
                <a:gdLst>
                  <a:gd name="T0" fmla="*/ 21 w 21"/>
                  <a:gd name="T1" fmla="*/ 0 h 14"/>
                  <a:gd name="T2" fmla="*/ 16 w 21"/>
                  <a:gd name="T3" fmla="*/ 5 h 14"/>
                  <a:gd name="T4" fmla="*/ 13 w 21"/>
                  <a:gd name="T5" fmla="*/ 8 h 14"/>
                  <a:gd name="T6" fmla="*/ 7 w 21"/>
                  <a:gd name="T7" fmla="*/ 10 h 14"/>
                  <a:gd name="T8" fmla="*/ 0 w 21"/>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1" name="Line 346"/>
              <p:cNvSpPr>
                <a:spLocks noChangeShapeType="1"/>
              </p:cNvSpPr>
              <p:nvPr userDrawn="1"/>
            </p:nvSpPr>
            <p:spPr bwMode="gray">
              <a:xfrm flipH="1" flipV="1">
                <a:off x="2550" y="1357"/>
                <a:ext cx="1" cy="2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2" name="Freeform 347"/>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3" name="Freeform 348"/>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4" name="Freeform 349"/>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5" name="Freeform 350"/>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6" name="Line 351"/>
              <p:cNvSpPr>
                <a:spLocks noChangeShapeType="1"/>
              </p:cNvSpPr>
              <p:nvPr userDrawn="1"/>
            </p:nvSpPr>
            <p:spPr bwMode="gray">
              <a:xfrm>
                <a:off x="2536" y="1184"/>
                <a:ext cx="19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7" name="Line 352"/>
              <p:cNvSpPr>
                <a:spLocks noChangeShapeType="1"/>
              </p:cNvSpPr>
              <p:nvPr userDrawn="1"/>
            </p:nvSpPr>
            <p:spPr bwMode="gray">
              <a:xfrm>
                <a:off x="2532" y="1195"/>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8" name="Freeform 353"/>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49" name="Line 354"/>
              <p:cNvSpPr>
                <a:spLocks noChangeShapeType="1"/>
              </p:cNvSpPr>
              <p:nvPr userDrawn="1"/>
            </p:nvSpPr>
            <p:spPr bwMode="gray">
              <a:xfrm flipH="1" flipV="1">
                <a:off x="2543" y="1177"/>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0" name="Freeform 355"/>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1" name="Freeform 356"/>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2" name="Line 357"/>
              <p:cNvSpPr>
                <a:spLocks noChangeShapeType="1"/>
              </p:cNvSpPr>
              <p:nvPr userDrawn="1"/>
            </p:nvSpPr>
            <p:spPr bwMode="gray">
              <a:xfrm flipH="1" flipV="1">
                <a:off x="2530" y="1179"/>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3" name="Line 358"/>
              <p:cNvSpPr>
                <a:spLocks noChangeShapeType="1"/>
              </p:cNvSpPr>
              <p:nvPr userDrawn="1"/>
            </p:nvSpPr>
            <p:spPr bwMode="gray">
              <a:xfrm flipH="1" flipV="1">
                <a:off x="2523" y="1186"/>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4" name="Freeform 359"/>
              <p:cNvSpPr>
                <a:spLocks/>
              </p:cNvSpPr>
              <p:nvPr userDrawn="1"/>
            </p:nvSpPr>
            <p:spPr bwMode="gray">
              <a:xfrm>
                <a:off x="2523"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5" name="Line 360"/>
              <p:cNvSpPr>
                <a:spLocks noChangeShapeType="1"/>
              </p:cNvSpPr>
              <p:nvPr userDrawn="1"/>
            </p:nvSpPr>
            <p:spPr bwMode="gray">
              <a:xfrm>
                <a:off x="2532" y="1168"/>
                <a:ext cx="200"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6" name="Freeform 361"/>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7" name="Freeform 362"/>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8" name="Line 363"/>
              <p:cNvSpPr>
                <a:spLocks noChangeShapeType="1"/>
              </p:cNvSpPr>
              <p:nvPr userDrawn="1"/>
            </p:nvSpPr>
            <p:spPr bwMode="gray">
              <a:xfrm>
                <a:off x="2352" y="1277"/>
                <a:ext cx="199"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59" name="Line 364"/>
              <p:cNvSpPr>
                <a:spLocks noChangeShapeType="1"/>
              </p:cNvSpPr>
              <p:nvPr userDrawn="1"/>
            </p:nvSpPr>
            <p:spPr bwMode="gray">
              <a:xfrm>
                <a:off x="2357" y="1270"/>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0" name="Freeform 365"/>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1" name="Line 366"/>
              <p:cNvSpPr>
                <a:spLocks noChangeShapeType="1"/>
              </p:cNvSpPr>
              <p:nvPr userDrawn="1"/>
            </p:nvSpPr>
            <p:spPr bwMode="gray">
              <a:xfrm flipH="1" flipV="1">
                <a:off x="2349" y="1287"/>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2" name="Freeform 367"/>
              <p:cNvSpPr>
                <a:spLocks/>
              </p:cNvSpPr>
              <p:nvPr userDrawn="1"/>
            </p:nvSpPr>
            <p:spPr bwMode="gray">
              <a:xfrm>
                <a:off x="2349"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3" name="Freeform 368"/>
              <p:cNvSpPr>
                <a:spLocks/>
              </p:cNvSpPr>
              <p:nvPr userDrawn="1"/>
            </p:nvSpPr>
            <p:spPr bwMode="gray">
              <a:xfrm>
                <a:off x="2459" y="2060"/>
                <a:ext cx="10" cy="9"/>
              </a:xfrm>
              <a:custGeom>
                <a:avLst/>
                <a:gdLst>
                  <a:gd name="T0" fmla="*/ 0 w 10"/>
                  <a:gd name="T1" fmla="*/ 0 h 9"/>
                  <a:gd name="T2" fmla="*/ 2 w 10"/>
                  <a:gd name="T3" fmla="*/ 6 h 9"/>
                  <a:gd name="T4" fmla="*/ 3 w 10"/>
                  <a:gd name="T5" fmla="*/ 7 h 9"/>
                  <a:gd name="T6" fmla="*/ 7 w 10"/>
                  <a:gd name="T7" fmla="*/ 9 h 9"/>
                  <a:gd name="T8" fmla="*/ 1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4" name="Line 369"/>
              <p:cNvSpPr>
                <a:spLocks noChangeShapeType="1"/>
              </p:cNvSpPr>
              <p:nvPr userDrawn="1"/>
            </p:nvSpPr>
            <p:spPr bwMode="gray">
              <a:xfrm>
                <a:off x="2366"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5" name="Line 370"/>
              <p:cNvSpPr>
                <a:spLocks noChangeShapeType="1"/>
              </p:cNvSpPr>
              <p:nvPr userDrawn="1"/>
            </p:nvSpPr>
            <p:spPr bwMode="gray">
              <a:xfrm>
                <a:off x="2363" y="2024"/>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6" name="Freeform 371"/>
              <p:cNvSpPr>
                <a:spLocks/>
              </p:cNvSpPr>
              <p:nvPr userDrawn="1"/>
            </p:nvSpPr>
            <p:spPr bwMode="gray">
              <a:xfrm>
                <a:off x="2557"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7" name="Line 372"/>
              <p:cNvSpPr>
                <a:spLocks noChangeShapeType="1"/>
              </p:cNvSpPr>
              <p:nvPr userDrawn="1"/>
            </p:nvSpPr>
            <p:spPr bwMode="gray">
              <a:xfrm flipH="1" flipV="1">
                <a:off x="2371"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8" name="Freeform 373"/>
              <p:cNvSpPr>
                <a:spLocks/>
              </p:cNvSpPr>
              <p:nvPr userDrawn="1"/>
            </p:nvSpPr>
            <p:spPr bwMode="gray">
              <a:xfrm>
                <a:off x="2363" y="2024"/>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69" name="Freeform 374"/>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0" name="Freeform 375"/>
              <p:cNvSpPr>
                <a:spLocks/>
              </p:cNvSpPr>
              <p:nvPr userDrawn="1"/>
            </p:nvSpPr>
            <p:spPr bwMode="gray">
              <a:xfrm>
                <a:off x="2835" y="1314"/>
                <a:ext cx="9" cy="15"/>
              </a:xfrm>
              <a:custGeom>
                <a:avLst/>
                <a:gdLst>
                  <a:gd name="T0" fmla="*/ 9 w 9"/>
                  <a:gd name="T1" fmla="*/ 15 h 15"/>
                  <a:gd name="T2" fmla="*/ 5 w 9"/>
                  <a:gd name="T3" fmla="*/ 14 h 15"/>
                  <a:gd name="T4" fmla="*/ 2 w 9"/>
                  <a:gd name="T5" fmla="*/ 10 h 15"/>
                  <a:gd name="T6" fmla="*/ 0 w 9"/>
                  <a:gd name="T7" fmla="*/ 5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1" name="Freeform 376"/>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2" name="Line 377"/>
              <p:cNvSpPr>
                <a:spLocks noChangeShapeType="1"/>
              </p:cNvSpPr>
              <p:nvPr userDrawn="1"/>
            </p:nvSpPr>
            <p:spPr bwMode="gray">
              <a:xfrm>
                <a:off x="2838" y="1329"/>
                <a:ext cx="19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3" name="Line 378"/>
              <p:cNvSpPr>
                <a:spLocks noChangeShapeType="1"/>
              </p:cNvSpPr>
              <p:nvPr userDrawn="1"/>
            </p:nvSpPr>
            <p:spPr bwMode="gray">
              <a:xfrm>
                <a:off x="2844" y="1329"/>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4" name="Freeform 379"/>
              <p:cNvSpPr>
                <a:spLocks/>
              </p:cNvSpPr>
              <p:nvPr userDrawn="1"/>
            </p:nvSpPr>
            <p:spPr bwMode="gray">
              <a:xfrm>
                <a:off x="3031" y="1389"/>
                <a:ext cx="3"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5" name="Line 380"/>
              <p:cNvSpPr>
                <a:spLocks noChangeShapeType="1"/>
              </p:cNvSpPr>
              <p:nvPr userDrawn="1"/>
            </p:nvSpPr>
            <p:spPr bwMode="gray">
              <a:xfrm flipH="1" flipV="1">
                <a:off x="2837" y="1322"/>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6" name="Freeform 381"/>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7" name="Line 382"/>
              <p:cNvSpPr>
                <a:spLocks noChangeShapeType="1"/>
              </p:cNvSpPr>
              <p:nvPr userDrawn="1"/>
            </p:nvSpPr>
            <p:spPr bwMode="gray">
              <a:xfrm flipH="1">
                <a:off x="3370" y="1144"/>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8" name="Line 383"/>
              <p:cNvSpPr>
                <a:spLocks noChangeShapeType="1"/>
              </p:cNvSpPr>
              <p:nvPr userDrawn="1"/>
            </p:nvSpPr>
            <p:spPr bwMode="gray">
              <a:xfrm flipH="1">
                <a:off x="3382" y="1149"/>
                <a:ext cx="30" cy="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79" name="Line 384"/>
              <p:cNvSpPr>
                <a:spLocks noChangeShapeType="1"/>
              </p:cNvSpPr>
              <p:nvPr userDrawn="1"/>
            </p:nvSpPr>
            <p:spPr bwMode="gray">
              <a:xfrm flipV="1">
                <a:off x="3356" y="1133"/>
                <a:ext cx="45" cy="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0" name="Freeform 385"/>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1" name="Freeform 386"/>
              <p:cNvSpPr>
                <a:spLocks/>
              </p:cNvSpPr>
              <p:nvPr userDrawn="1"/>
            </p:nvSpPr>
            <p:spPr bwMode="gray">
              <a:xfrm>
                <a:off x="3540" y="1252"/>
                <a:ext cx="10" cy="16"/>
              </a:xfrm>
              <a:custGeom>
                <a:avLst/>
                <a:gdLst>
                  <a:gd name="T0" fmla="*/ 0 w 10"/>
                  <a:gd name="T1" fmla="*/ 0 h 16"/>
                  <a:gd name="T2" fmla="*/ 3 w 10"/>
                  <a:gd name="T3" fmla="*/ 2 h 16"/>
                  <a:gd name="T4" fmla="*/ 7 w 10"/>
                  <a:gd name="T5" fmla="*/ 6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2" name="Line 387"/>
              <p:cNvSpPr>
                <a:spLocks noChangeShapeType="1"/>
              </p:cNvSpPr>
              <p:nvPr userDrawn="1"/>
            </p:nvSpPr>
            <p:spPr bwMode="gray">
              <a:xfrm flipV="1">
                <a:off x="3538" y="1217"/>
                <a:ext cx="7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3" name="Line 388"/>
              <p:cNvSpPr>
                <a:spLocks noChangeShapeType="1"/>
              </p:cNvSpPr>
              <p:nvPr userDrawn="1"/>
            </p:nvSpPr>
            <p:spPr bwMode="gray">
              <a:xfrm flipV="1">
                <a:off x="3538" y="1212"/>
                <a:ext cx="72" cy="4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4" name="Freeform 389"/>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5" name="Line 390"/>
              <p:cNvSpPr>
                <a:spLocks noChangeShapeType="1"/>
              </p:cNvSpPr>
              <p:nvPr userDrawn="1"/>
            </p:nvSpPr>
            <p:spPr bwMode="gray">
              <a:xfrm flipH="1">
                <a:off x="3538" y="1228"/>
                <a:ext cx="82"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6" name="Freeform 391"/>
              <p:cNvSpPr>
                <a:spLocks/>
              </p:cNvSpPr>
              <p:nvPr userDrawn="1"/>
            </p:nvSpPr>
            <p:spPr bwMode="gray">
              <a:xfrm>
                <a:off x="3484" y="1172"/>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7" name="Line 392"/>
              <p:cNvSpPr>
                <a:spLocks noChangeShapeType="1"/>
              </p:cNvSpPr>
              <p:nvPr userDrawn="1"/>
            </p:nvSpPr>
            <p:spPr bwMode="gray">
              <a:xfrm flipH="1" flipV="1">
                <a:off x="3412" y="1147"/>
                <a:ext cx="20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8" name="Line 393"/>
              <p:cNvSpPr>
                <a:spLocks noChangeShapeType="1"/>
              </p:cNvSpPr>
              <p:nvPr userDrawn="1"/>
            </p:nvSpPr>
            <p:spPr bwMode="gray">
              <a:xfrm flipH="1" flipV="1">
                <a:off x="3412" y="1149"/>
                <a:ext cx="198"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89" name="Freeform 394"/>
              <p:cNvSpPr>
                <a:spLocks/>
              </p:cNvSpPr>
              <p:nvPr userDrawn="1"/>
            </p:nvSpPr>
            <p:spPr bwMode="gray">
              <a:xfrm>
                <a:off x="3408" y="1149"/>
                <a:ext cx="4" cy="5"/>
              </a:xfrm>
              <a:custGeom>
                <a:avLst/>
                <a:gdLst>
                  <a:gd name="T0" fmla="*/ 4 w 4"/>
                  <a:gd name="T1" fmla="*/ 0 h 5"/>
                  <a:gd name="T2" fmla="*/ 4 w 4"/>
                  <a:gd name="T3" fmla="*/ 0 h 5"/>
                  <a:gd name="T4" fmla="*/ 4 w 4"/>
                  <a:gd name="T5" fmla="*/ 0 h 5"/>
                  <a:gd name="T6" fmla="*/ 2 w 4"/>
                  <a:gd name="T7" fmla="*/ 2 h 5"/>
                  <a:gd name="T8" fmla="*/ 2 w 4"/>
                  <a:gd name="T9" fmla="*/ 4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0" name="Line 395"/>
              <p:cNvSpPr>
                <a:spLocks noChangeShapeType="1"/>
              </p:cNvSpPr>
              <p:nvPr userDrawn="1"/>
            </p:nvSpPr>
            <p:spPr bwMode="gray">
              <a:xfrm>
                <a:off x="3408" y="1154"/>
                <a:ext cx="209"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1" name="Freeform 396"/>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2" name="Freeform 397"/>
              <p:cNvSpPr>
                <a:spLocks/>
              </p:cNvSpPr>
              <p:nvPr userDrawn="1"/>
            </p:nvSpPr>
            <p:spPr bwMode="gray">
              <a:xfrm>
                <a:off x="3613" y="1329"/>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3" name="Line 398"/>
              <p:cNvSpPr>
                <a:spLocks noChangeShapeType="1"/>
              </p:cNvSpPr>
              <p:nvPr userDrawn="1"/>
            </p:nvSpPr>
            <p:spPr bwMode="gray">
              <a:xfrm flipV="1">
                <a:off x="3618" y="1223"/>
                <a:ext cx="4" cy="1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4" name="Line 399"/>
              <p:cNvSpPr>
                <a:spLocks noChangeShapeType="1"/>
              </p:cNvSpPr>
              <p:nvPr userDrawn="1"/>
            </p:nvSpPr>
            <p:spPr bwMode="gray">
              <a:xfrm flipV="1">
                <a:off x="3615" y="1228"/>
                <a:ext cx="5"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5" name="Freeform 400"/>
              <p:cNvSpPr>
                <a:spLocks/>
              </p:cNvSpPr>
              <p:nvPr userDrawn="1"/>
            </p:nvSpPr>
            <p:spPr bwMode="gray">
              <a:xfrm>
                <a:off x="3617" y="1219"/>
                <a:ext cx="5" cy="9"/>
              </a:xfrm>
              <a:custGeom>
                <a:avLst/>
                <a:gdLst>
                  <a:gd name="T0" fmla="*/ 3 w 5"/>
                  <a:gd name="T1" fmla="*/ 9 h 9"/>
                  <a:gd name="T2" fmla="*/ 5 w 5"/>
                  <a:gd name="T3" fmla="*/ 7 h 9"/>
                  <a:gd name="T4" fmla="*/ 5 w 5"/>
                  <a:gd name="T5" fmla="*/ 5 h 9"/>
                  <a:gd name="T6" fmla="*/ 3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6" name="Line 401"/>
              <p:cNvSpPr>
                <a:spLocks noChangeShapeType="1"/>
              </p:cNvSpPr>
              <p:nvPr userDrawn="1"/>
            </p:nvSpPr>
            <p:spPr bwMode="gray">
              <a:xfrm flipH="1">
                <a:off x="3611" y="1219"/>
                <a:ext cx="6" cy="1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7" name="Freeform 402"/>
              <p:cNvSpPr>
                <a:spLocks/>
              </p:cNvSpPr>
              <p:nvPr userDrawn="1"/>
            </p:nvSpPr>
            <p:spPr bwMode="gray">
              <a:xfrm>
                <a:off x="2816" y="1207"/>
                <a:ext cx="19" cy="2"/>
              </a:xfrm>
              <a:custGeom>
                <a:avLst/>
                <a:gdLst>
                  <a:gd name="T0" fmla="*/ 19 w 19"/>
                  <a:gd name="T1" fmla="*/ 0 h 2"/>
                  <a:gd name="T2" fmla="*/ 14 w 19"/>
                  <a:gd name="T3" fmla="*/ 2 h 2"/>
                  <a:gd name="T4" fmla="*/ 10 w 19"/>
                  <a:gd name="T5" fmla="*/ 2 h 2"/>
                  <a:gd name="T6" fmla="*/ 5 w 19"/>
                  <a:gd name="T7" fmla="*/ 2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8" name="Line 403"/>
              <p:cNvSpPr>
                <a:spLocks noChangeShapeType="1"/>
              </p:cNvSpPr>
              <p:nvPr userDrawn="1"/>
            </p:nvSpPr>
            <p:spPr bwMode="gray">
              <a:xfrm flipV="1">
                <a:off x="2826" y="1202"/>
                <a:ext cx="1" cy="1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799" name="Line 404"/>
              <p:cNvSpPr>
                <a:spLocks noChangeShapeType="1"/>
              </p:cNvSpPr>
              <p:nvPr userDrawn="1"/>
            </p:nvSpPr>
            <p:spPr bwMode="gray">
              <a:xfrm flipV="1">
                <a:off x="2835" y="1196"/>
                <a:ext cx="1" cy="1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0" name="Line 405"/>
              <p:cNvSpPr>
                <a:spLocks noChangeShapeType="1"/>
              </p:cNvSpPr>
              <p:nvPr userDrawn="1"/>
            </p:nvSpPr>
            <p:spPr bwMode="gray">
              <a:xfrm>
                <a:off x="2816" y="1207"/>
                <a:ext cx="1" cy="10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1" name="Freeform 406"/>
              <p:cNvSpPr>
                <a:spLocks/>
              </p:cNvSpPr>
              <p:nvPr userDrawn="1"/>
            </p:nvSpPr>
            <p:spPr bwMode="gray">
              <a:xfrm>
                <a:off x="2816" y="1314"/>
                <a:ext cx="19" cy="3"/>
              </a:xfrm>
              <a:custGeom>
                <a:avLst/>
                <a:gdLst>
                  <a:gd name="T0" fmla="*/ 19 w 19"/>
                  <a:gd name="T1" fmla="*/ 0 h 3"/>
                  <a:gd name="T2" fmla="*/ 12 w 19"/>
                  <a:gd name="T3" fmla="*/ 3 h 3"/>
                  <a:gd name="T4" fmla="*/ 7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2" name="Freeform 407"/>
              <p:cNvSpPr>
                <a:spLocks/>
              </p:cNvSpPr>
              <p:nvPr userDrawn="1"/>
            </p:nvSpPr>
            <p:spPr bwMode="gray">
              <a:xfrm>
                <a:off x="2817"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3" name="Line 408"/>
              <p:cNvSpPr>
                <a:spLocks noChangeShapeType="1"/>
              </p:cNvSpPr>
              <p:nvPr userDrawn="1"/>
            </p:nvSpPr>
            <p:spPr bwMode="gray">
              <a:xfrm>
                <a:off x="2826" y="1202"/>
                <a:ext cx="1" cy="1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4" name="Line 409"/>
              <p:cNvSpPr>
                <a:spLocks noChangeShapeType="1"/>
              </p:cNvSpPr>
              <p:nvPr userDrawn="1"/>
            </p:nvSpPr>
            <p:spPr bwMode="gray">
              <a:xfrm>
                <a:off x="2837" y="1196"/>
                <a:ext cx="1"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5" name="Freeform 410"/>
              <p:cNvSpPr>
                <a:spLocks/>
              </p:cNvSpPr>
              <p:nvPr userDrawn="1"/>
            </p:nvSpPr>
            <p:spPr bwMode="gray">
              <a:xfrm>
                <a:off x="2817"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6" name="Line 411"/>
              <p:cNvSpPr>
                <a:spLocks noChangeShapeType="1"/>
              </p:cNvSpPr>
              <p:nvPr userDrawn="1"/>
            </p:nvSpPr>
            <p:spPr bwMode="gray">
              <a:xfrm flipV="1">
                <a:off x="2817" y="1205"/>
                <a:ext cx="1" cy="1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7" name="Freeform 412"/>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8" name="Line 413"/>
              <p:cNvSpPr>
                <a:spLocks noChangeShapeType="1"/>
              </p:cNvSpPr>
              <p:nvPr userDrawn="1"/>
            </p:nvSpPr>
            <p:spPr bwMode="gray">
              <a:xfrm flipH="1">
                <a:off x="3038" y="1406"/>
                <a:ext cx="1" cy="1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09" name="Line 414"/>
              <p:cNvSpPr>
                <a:spLocks noChangeShapeType="1"/>
              </p:cNvSpPr>
              <p:nvPr userDrawn="1"/>
            </p:nvSpPr>
            <p:spPr bwMode="gray">
              <a:xfrm flipH="1">
                <a:off x="3039" y="1408"/>
                <a:ext cx="2" cy="1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0" name="Line 415"/>
              <p:cNvSpPr>
                <a:spLocks noChangeShapeType="1"/>
              </p:cNvSpPr>
              <p:nvPr userDrawn="1"/>
            </p:nvSpPr>
            <p:spPr bwMode="gray">
              <a:xfrm flipV="1">
                <a:off x="3043" y="1405"/>
                <a:ext cx="2" cy="1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1" name="Freeform 416"/>
              <p:cNvSpPr>
                <a:spLocks/>
              </p:cNvSpPr>
              <p:nvPr userDrawn="1"/>
            </p:nvSpPr>
            <p:spPr bwMode="gray">
              <a:xfrm>
                <a:off x="3039" y="1405"/>
                <a:ext cx="6" cy="3"/>
              </a:xfrm>
              <a:custGeom>
                <a:avLst/>
                <a:gdLst>
                  <a:gd name="T0" fmla="*/ 2 w 6"/>
                  <a:gd name="T1" fmla="*/ 3 h 3"/>
                  <a:gd name="T2" fmla="*/ 0 w 6"/>
                  <a:gd name="T3" fmla="*/ 3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2" name="Freeform 417"/>
              <p:cNvSpPr>
                <a:spLocks/>
              </p:cNvSpPr>
              <p:nvPr userDrawn="1"/>
            </p:nvSpPr>
            <p:spPr bwMode="gray">
              <a:xfrm>
                <a:off x="3192"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3" name="Line 418"/>
              <p:cNvSpPr>
                <a:spLocks noChangeShapeType="1"/>
              </p:cNvSpPr>
              <p:nvPr userDrawn="1"/>
            </p:nvSpPr>
            <p:spPr bwMode="gray">
              <a:xfrm flipH="1">
                <a:off x="3185" y="840"/>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4" name="Line 419"/>
              <p:cNvSpPr>
                <a:spLocks noChangeShapeType="1"/>
              </p:cNvSpPr>
              <p:nvPr userDrawn="1"/>
            </p:nvSpPr>
            <p:spPr bwMode="gray">
              <a:xfrm flipV="1">
                <a:off x="3188" y="840"/>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5" name="Freeform 420"/>
              <p:cNvSpPr>
                <a:spLocks/>
              </p:cNvSpPr>
              <p:nvPr userDrawn="1"/>
            </p:nvSpPr>
            <p:spPr bwMode="gray">
              <a:xfrm>
                <a:off x="3192"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6" name="Freeform 421"/>
              <p:cNvSpPr>
                <a:spLocks/>
              </p:cNvSpPr>
              <p:nvPr userDrawn="1"/>
            </p:nvSpPr>
            <p:spPr bwMode="gray">
              <a:xfrm>
                <a:off x="3401" y="1016"/>
                <a:ext cx="6" cy="7"/>
              </a:xfrm>
              <a:custGeom>
                <a:avLst/>
                <a:gdLst>
                  <a:gd name="T0" fmla="*/ 2 w 6"/>
                  <a:gd name="T1" fmla="*/ 7 h 7"/>
                  <a:gd name="T2" fmla="*/ 6 w 6"/>
                  <a:gd name="T3" fmla="*/ 7 h 7"/>
                  <a:gd name="T4" fmla="*/ 6 w 6"/>
                  <a:gd name="T5" fmla="*/ 6 h 7"/>
                  <a:gd name="T6" fmla="*/ 4 w 6"/>
                  <a:gd name="T7" fmla="*/ 4 h 7"/>
                  <a:gd name="T8" fmla="*/ 2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7" name="Line 422"/>
              <p:cNvSpPr>
                <a:spLocks noChangeShapeType="1"/>
              </p:cNvSpPr>
              <p:nvPr userDrawn="1"/>
            </p:nvSpPr>
            <p:spPr bwMode="gray">
              <a:xfrm flipV="1">
                <a:off x="3403" y="910"/>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8" name="Line 423"/>
              <p:cNvSpPr>
                <a:spLocks noChangeShapeType="1"/>
              </p:cNvSpPr>
              <p:nvPr userDrawn="1"/>
            </p:nvSpPr>
            <p:spPr bwMode="gray">
              <a:xfrm flipV="1">
                <a:off x="3401" y="913"/>
                <a:ext cx="6"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19" name="Freeform 424"/>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0" name="Line 425"/>
              <p:cNvSpPr>
                <a:spLocks noChangeShapeType="1"/>
              </p:cNvSpPr>
              <p:nvPr userDrawn="1"/>
            </p:nvSpPr>
            <p:spPr bwMode="gray">
              <a:xfrm flipH="1">
                <a:off x="3398" y="906"/>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1" name="Freeform 426"/>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2" name="Freeform 427"/>
              <p:cNvSpPr>
                <a:spLocks/>
              </p:cNvSpPr>
              <p:nvPr userDrawn="1"/>
            </p:nvSpPr>
            <p:spPr bwMode="gray">
              <a:xfrm>
                <a:off x="3324" y="936"/>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3" name="Line 428"/>
              <p:cNvSpPr>
                <a:spLocks noChangeShapeType="1"/>
              </p:cNvSpPr>
              <p:nvPr userDrawn="1"/>
            </p:nvSpPr>
            <p:spPr bwMode="gray">
              <a:xfrm flipH="1">
                <a:off x="3312" y="904"/>
                <a:ext cx="91"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4" name="Line 429"/>
              <p:cNvSpPr>
                <a:spLocks noChangeShapeType="1"/>
              </p:cNvSpPr>
              <p:nvPr userDrawn="1"/>
            </p:nvSpPr>
            <p:spPr bwMode="gray">
              <a:xfrm flipH="1">
                <a:off x="3312" y="913"/>
                <a:ext cx="95"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5" name="Line 430"/>
              <p:cNvSpPr>
                <a:spLocks noChangeShapeType="1"/>
              </p:cNvSpPr>
              <p:nvPr userDrawn="1"/>
            </p:nvSpPr>
            <p:spPr bwMode="gray">
              <a:xfrm flipV="1">
                <a:off x="3314" y="897"/>
                <a:ext cx="82"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6" name="Freeform 431"/>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7" name="Freeform 432"/>
              <p:cNvSpPr>
                <a:spLocks/>
              </p:cNvSpPr>
              <p:nvPr userDrawn="1"/>
            </p:nvSpPr>
            <p:spPr bwMode="gray">
              <a:xfrm>
                <a:off x="3298" y="868"/>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8" name="Line 433"/>
              <p:cNvSpPr>
                <a:spLocks noChangeShapeType="1"/>
              </p:cNvSpPr>
              <p:nvPr userDrawn="1"/>
            </p:nvSpPr>
            <p:spPr bwMode="gray">
              <a:xfrm>
                <a:off x="3207" y="840"/>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29" name="Line 434"/>
              <p:cNvSpPr>
                <a:spLocks noChangeShapeType="1"/>
              </p:cNvSpPr>
              <p:nvPr userDrawn="1"/>
            </p:nvSpPr>
            <p:spPr bwMode="gray">
              <a:xfrm>
                <a:off x="3209" y="847"/>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0" name="Freeform 435"/>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1" name="Line 436"/>
              <p:cNvSpPr>
                <a:spLocks noChangeShapeType="1"/>
              </p:cNvSpPr>
              <p:nvPr userDrawn="1"/>
            </p:nvSpPr>
            <p:spPr bwMode="gray">
              <a:xfrm flipH="1" flipV="1">
                <a:off x="3202" y="840"/>
                <a:ext cx="194"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2" name="Freeform 437"/>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3" name="Freeform 438"/>
              <p:cNvSpPr>
                <a:spLocks/>
              </p:cNvSpPr>
              <p:nvPr userDrawn="1"/>
            </p:nvSpPr>
            <p:spPr bwMode="gray">
              <a:xfrm>
                <a:off x="3345" y="1823"/>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4" name="Freeform 439"/>
              <p:cNvSpPr>
                <a:spLocks/>
              </p:cNvSpPr>
              <p:nvPr userDrawn="1"/>
            </p:nvSpPr>
            <p:spPr bwMode="gray">
              <a:xfrm>
                <a:off x="2976" y="1826"/>
                <a:ext cx="11" cy="16"/>
              </a:xfrm>
              <a:custGeom>
                <a:avLst/>
                <a:gdLst>
                  <a:gd name="T0" fmla="*/ 11 w 11"/>
                  <a:gd name="T1" fmla="*/ 16 h 16"/>
                  <a:gd name="T2" fmla="*/ 7 w 11"/>
                  <a:gd name="T3" fmla="*/ 14 h 16"/>
                  <a:gd name="T4" fmla="*/ 4 w 11"/>
                  <a:gd name="T5" fmla="*/ 11 h 16"/>
                  <a:gd name="T6" fmla="*/ 0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5" name="Freeform 440"/>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6" name="Line 441"/>
              <p:cNvSpPr>
                <a:spLocks noChangeShapeType="1"/>
              </p:cNvSpPr>
              <p:nvPr userDrawn="1"/>
            </p:nvSpPr>
            <p:spPr bwMode="gray">
              <a:xfrm>
                <a:off x="2982" y="1842"/>
                <a:ext cx="204"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7" name="Line 442"/>
              <p:cNvSpPr>
                <a:spLocks noChangeShapeType="1"/>
              </p:cNvSpPr>
              <p:nvPr userDrawn="1"/>
            </p:nvSpPr>
            <p:spPr bwMode="gray">
              <a:xfrm>
                <a:off x="2987" y="1842"/>
                <a:ext cx="20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8" name="Freeform 443"/>
              <p:cNvSpPr>
                <a:spLocks/>
              </p:cNvSpPr>
              <p:nvPr userDrawn="1"/>
            </p:nvSpPr>
            <p:spPr bwMode="gray">
              <a:xfrm>
                <a:off x="3185" y="1910"/>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39" name="Line 444"/>
              <p:cNvSpPr>
                <a:spLocks noChangeShapeType="1"/>
              </p:cNvSpPr>
              <p:nvPr userDrawn="1"/>
            </p:nvSpPr>
            <p:spPr bwMode="gray">
              <a:xfrm flipH="1" flipV="1">
                <a:off x="2978" y="1835"/>
                <a:ext cx="20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0" name="Freeform 445"/>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1" name="Freeform 446"/>
              <p:cNvSpPr>
                <a:spLocks/>
              </p:cNvSpPr>
              <p:nvPr userDrawn="1"/>
            </p:nvSpPr>
            <p:spPr bwMode="gray">
              <a:xfrm>
                <a:off x="3290" y="1849"/>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2" name="Line 447"/>
              <p:cNvSpPr>
                <a:spLocks noChangeShapeType="1"/>
              </p:cNvSpPr>
              <p:nvPr userDrawn="1"/>
            </p:nvSpPr>
            <p:spPr bwMode="gray">
              <a:xfrm flipV="1">
                <a:off x="3202" y="1819"/>
                <a:ext cx="156"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3" name="Line 448"/>
              <p:cNvSpPr>
                <a:spLocks noChangeShapeType="1"/>
              </p:cNvSpPr>
              <p:nvPr userDrawn="1"/>
            </p:nvSpPr>
            <p:spPr bwMode="gray">
              <a:xfrm flipV="1">
                <a:off x="3193" y="1823"/>
                <a:ext cx="152"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4" name="Freeform 449"/>
              <p:cNvSpPr>
                <a:spLocks/>
              </p:cNvSpPr>
              <p:nvPr userDrawn="1"/>
            </p:nvSpPr>
            <p:spPr bwMode="gray">
              <a:xfrm>
                <a:off x="3345" y="1810"/>
                <a:ext cx="21" cy="13"/>
              </a:xfrm>
              <a:custGeom>
                <a:avLst/>
                <a:gdLst>
                  <a:gd name="T0" fmla="*/ 0 w 21"/>
                  <a:gd name="T1" fmla="*/ 13 h 13"/>
                  <a:gd name="T2" fmla="*/ 7 w 21"/>
                  <a:gd name="T3" fmla="*/ 13 h 13"/>
                  <a:gd name="T4" fmla="*/ 13 w 21"/>
                  <a:gd name="T5" fmla="*/ 9 h 13"/>
                  <a:gd name="T6" fmla="*/ 18 w 21"/>
                  <a:gd name="T7" fmla="*/ 6 h 13"/>
                  <a:gd name="T8" fmla="*/ 21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5" name="Line 450"/>
              <p:cNvSpPr>
                <a:spLocks noChangeShapeType="1"/>
              </p:cNvSpPr>
              <p:nvPr userDrawn="1"/>
            </p:nvSpPr>
            <p:spPr bwMode="gray">
              <a:xfrm flipH="1">
                <a:off x="3206" y="1810"/>
                <a:ext cx="160" cy="10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6" name="Freeform 451"/>
              <p:cNvSpPr>
                <a:spLocks/>
              </p:cNvSpPr>
              <p:nvPr userDrawn="1"/>
            </p:nvSpPr>
            <p:spPr bwMode="gray">
              <a:xfrm>
                <a:off x="3193" y="1910"/>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7" name="Freeform 452"/>
              <p:cNvSpPr>
                <a:spLocks/>
              </p:cNvSpPr>
              <p:nvPr userDrawn="1"/>
            </p:nvSpPr>
            <p:spPr bwMode="gray">
              <a:xfrm>
                <a:off x="3519" y="1711"/>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8" name="Freeform 453"/>
              <p:cNvSpPr>
                <a:spLocks/>
              </p:cNvSpPr>
              <p:nvPr userDrawn="1"/>
            </p:nvSpPr>
            <p:spPr bwMode="gray">
              <a:xfrm>
                <a:off x="3580" y="1670"/>
                <a:ext cx="12" cy="9"/>
              </a:xfrm>
              <a:custGeom>
                <a:avLst/>
                <a:gdLst>
                  <a:gd name="T0" fmla="*/ 0 w 12"/>
                  <a:gd name="T1" fmla="*/ 9 h 9"/>
                  <a:gd name="T2" fmla="*/ 3 w 12"/>
                  <a:gd name="T3" fmla="*/ 9 h 9"/>
                  <a:gd name="T4" fmla="*/ 9 w 12"/>
                  <a:gd name="T5" fmla="*/ 7 h 9"/>
                  <a:gd name="T6" fmla="*/ 10 w 12"/>
                  <a:gd name="T7" fmla="*/ 4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49" name="Line 454"/>
              <p:cNvSpPr>
                <a:spLocks noChangeShapeType="1"/>
              </p:cNvSpPr>
              <p:nvPr userDrawn="1"/>
            </p:nvSpPr>
            <p:spPr bwMode="gray">
              <a:xfrm flipV="1">
                <a:off x="3531" y="1621"/>
                <a:ext cx="147"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0" name="Line 455"/>
              <p:cNvSpPr>
                <a:spLocks noChangeShapeType="1"/>
              </p:cNvSpPr>
              <p:nvPr userDrawn="1"/>
            </p:nvSpPr>
            <p:spPr bwMode="gray">
              <a:xfrm flipV="1">
                <a:off x="3527" y="1623"/>
                <a:ext cx="142"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1" name="Freeform 456"/>
              <p:cNvSpPr>
                <a:spLocks/>
              </p:cNvSpPr>
              <p:nvPr userDrawn="1"/>
            </p:nvSpPr>
            <p:spPr bwMode="gray">
              <a:xfrm>
                <a:off x="3669"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2" name="Line 457"/>
              <p:cNvSpPr>
                <a:spLocks noChangeShapeType="1"/>
              </p:cNvSpPr>
              <p:nvPr userDrawn="1"/>
            </p:nvSpPr>
            <p:spPr bwMode="gray">
              <a:xfrm flipH="1">
                <a:off x="3531" y="1614"/>
                <a:ext cx="15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3" name="Freeform 458"/>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4" name="Freeform 459"/>
              <p:cNvSpPr>
                <a:spLocks/>
              </p:cNvSpPr>
              <p:nvPr userDrawn="1"/>
            </p:nvSpPr>
            <p:spPr bwMode="gray">
              <a:xfrm>
                <a:off x="3669" y="1606"/>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5" name="Freeform 460"/>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6" name="Line 461"/>
              <p:cNvSpPr>
                <a:spLocks noChangeShapeType="1"/>
              </p:cNvSpPr>
              <p:nvPr userDrawn="1"/>
            </p:nvSpPr>
            <p:spPr bwMode="gray">
              <a:xfrm flipH="1" flipV="1">
                <a:off x="3151" y="1490"/>
                <a:ext cx="20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7" name="Line 462"/>
              <p:cNvSpPr>
                <a:spLocks noChangeShapeType="1"/>
              </p:cNvSpPr>
              <p:nvPr userDrawn="1"/>
            </p:nvSpPr>
            <p:spPr bwMode="gray">
              <a:xfrm flipH="1" flipV="1">
                <a:off x="3144" y="1497"/>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8" name="Freeform 463"/>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59" name="Line 464"/>
              <p:cNvSpPr>
                <a:spLocks noChangeShapeType="1"/>
              </p:cNvSpPr>
              <p:nvPr userDrawn="1"/>
            </p:nvSpPr>
            <p:spPr bwMode="gray">
              <a:xfrm>
                <a:off x="3153" y="1480"/>
                <a:ext cx="20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0" name="Freeform 465"/>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1" name="Freeform 466"/>
              <p:cNvSpPr>
                <a:spLocks/>
              </p:cNvSpPr>
              <p:nvPr userDrawn="1"/>
            </p:nvSpPr>
            <p:spPr bwMode="gray">
              <a:xfrm>
                <a:off x="3076" y="1530"/>
                <a:ext cx="12" cy="9"/>
              </a:xfrm>
              <a:custGeom>
                <a:avLst/>
                <a:gdLst>
                  <a:gd name="T0" fmla="*/ 12 w 12"/>
                  <a:gd name="T1" fmla="*/ 0 h 9"/>
                  <a:gd name="T2" fmla="*/ 9 w 12"/>
                  <a:gd name="T3" fmla="*/ 0 h 9"/>
                  <a:gd name="T4" fmla="*/ 7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2" name="Line 467"/>
              <p:cNvSpPr>
                <a:spLocks noChangeShapeType="1"/>
              </p:cNvSpPr>
              <p:nvPr userDrawn="1"/>
            </p:nvSpPr>
            <p:spPr bwMode="gray">
              <a:xfrm flipH="1">
                <a:off x="2982" y="1497"/>
                <a:ext cx="159"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3" name="Line 468"/>
              <p:cNvSpPr>
                <a:spLocks noChangeShapeType="1"/>
              </p:cNvSpPr>
              <p:nvPr userDrawn="1"/>
            </p:nvSpPr>
            <p:spPr bwMode="gray">
              <a:xfrm flipH="1">
                <a:off x="2989" y="1497"/>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grpSp>
          <p:nvGrpSpPr>
            <p:cNvPr id="208" name="Group 469"/>
            <p:cNvGrpSpPr>
              <a:grpSpLocks/>
            </p:cNvGrpSpPr>
            <p:nvPr userDrawn="1"/>
          </p:nvGrpSpPr>
          <p:grpSpPr bwMode="auto">
            <a:xfrm>
              <a:off x="2282" y="873"/>
              <a:ext cx="1410" cy="1369"/>
              <a:chOff x="2282" y="873"/>
              <a:chExt cx="1410" cy="1369"/>
            </a:xfrm>
          </p:grpSpPr>
          <p:sp>
            <p:nvSpPr>
              <p:cNvPr id="464" name="Freeform 470"/>
              <p:cNvSpPr>
                <a:spLocks/>
              </p:cNvSpPr>
              <p:nvPr userDrawn="1"/>
            </p:nvSpPr>
            <p:spPr bwMode="gray">
              <a:xfrm>
                <a:off x="2978" y="1586"/>
                <a:ext cx="11" cy="11"/>
              </a:xfrm>
              <a:custGeom>
                <a:avLst/>
                <a:gdLst>
                  <a:gd name="T0" fmla="*/ 11 w 11"/>
                  <a:gd name="T1" fmla="*/ 2 h 11"/>
                  <a:gd name="T2" fmla="*/ 7 w 11"/>
                  <a:gd name="T3" fmla="*/ 0 h 11"/>
                  <a:gd name="T4" fmla="*/ 4 w 11"/>
                  <a:gd name="T5" fmla="*/ 2 h 11"/>
                  <a:gd name="T6" fmla="*/ 0 w 11"/>
                  <a:gd name="T7" fmla="*/ 6 h 11"/>
                  <a:gd name="T8" fmla="*/ 0 w 11"/>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5" name="Line 471"/>
              <p:cNvSpPr>
                <a:spLocks noChangeShapeType="1"/>
              </p:cNvSpPr>
              <p:nvPr userDrawn="1"/>
            </p:nvSpPr>
            <p:spPr bwMode="gray">
              <a:xfrm flipV="1">
                <a:off x="2978" y="1502"/>
                <a:ext cx="16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6" name="Freeform 472"/>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7" name="Freeform 473"/>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8" name="Freeform 474"/>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9" name="Freeform 475"/>
              <p:cNvSpPr>
                <a:spLocks/>
              </p:cNvSpPr>
              <p:nvPr userDrawn="1"/>
            </p:nvSpPr>
            <p:spPr bwMode="gray">
              <a:xfrm>
                <a:off x="3295" y="1602"/>
                <a:ext cx="12" cy="18"/>
              </a:xfrm>
              <a:custGeom>
                <a:avLst/>
                <a:gdLst>
                  <a:gd name="T0" fmla="*/ 0 w 12"/>
                  <a:gd name="T1" fmla="*/ 0 h 18"/>
                  <a:gd name="T2" fmla="*/ 5 w 12"/>
                  <a:gd name="T3" fmla="*/ 4 h 18"/>
                  <a:gd name="T4" fmla="*/ 8 w 12"/>
                  <a:gd name="T5" fmla="*/ 7 h 18"/>
                  <a:gd name="T6" fmla="*/ 10 w 12"/>
                  <a:gd name="T7" fmla="*/ 12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0" name="Line 476"/>
              <p:cNvSpPr>
                <a:spLocks noChangeShapeType="1"/>
              </p:cNvSpPr>
              <p:nvPr userDrawn="1"/>
            </p:nvSpPr>
            <p:spPr bwMode="gray">
              <a:xfrm flipV="1">
                <a:off x="3206" y="1572"/>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1" name="Line 477"/>
              <p:cNvSpPr>
                <a:spLocks noChangeShapeType="1"/>
              </p:cNvSpPr>
              <p:nvPr userDrawn="1"/>
            </p:nvSpPr>
            <p:spPr bwMode="gray">
              <a:xfrm flipV="1">
                <a:off x="3197" y="1569"/>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2" name="Freeform 478"/>
              <p:cNvSpPr>
                <a:spLocks/>
              </p:cNvSpPr>
              <p:nvPr userDrawn="1"/>
            </p:nvSpPr>
            <p:spPr bwMode="gray">
              <a:xfrm>
                <a:off x="3352" y="1569"/>
                <a:ext cx="20" cy="12"/>
              </a:xfrm>
              <a:custGeom>
                <a:avLst/>
                <a:gdLst>
                  <a:gd name="T0" fmla="*/ 0 w 20"/>
                  <a:gd name="T1" fmla="*/ 0 h 12"/>
                  <a:gd name="T2" fmla="*/ 6 w 20"/>
                  <a:gd name="T3" fmla="*/ 0 h 12"/>
                  <a:gd name="T4" fmla="*/ 11 w 20"/>
                  <a:gd name="T5" fmla="*/ 2 h 12"/>
                  <a:gd name="T6" fmla="*/ 16 w 20"/>
                  <a:gd name="T7" fmla="*/ 7 h 12"/>
                  <a:gd name="T8" fmla="*/ 20 w 20"/>
                  <a:gd name="T9" fmla="*/ 1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3" name="Line 479"/>
              <p:cNvSpPr>
                <a:spLocks noChangeShapeType="1"/>
              </p:cNvSpPr>
              <p:nvPr userDrawn="1"/>
            </p:nvSpPr>
            <p:spPr bwMode="gray">
              <a:xfrm flipH="1">
                <a:off x="3209" y="1581"/>
                <a:ext cx="163"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4" name="Freeform 480"/>
              <p:cNvSpPr>
                <a:spLocks/>
              </p:cNvSpPr>
              <p:nvPr userDrawn="1"/>
            </p:nvSpPr>
            <p:spPr bwMode="gray">
              <a:xfrm>
                <a:off x="3197" y="1660"/>
                <a:ext cx="12" cy="17"/>
              </a:xfrm>
              <a:custGeom>
                <a:avLst/>
                <a:gdLst>
                  <a:gd name="T0" fmla="*/ 12 w 12"/>
                  <a:gd name="T1" fmla="*/ 17 h 17"/>
                  <a:gd name="T2" fmla="*/ 10 w 12"/>
                  <a:gd name="T3" fmla="*/ 12 h 17"/>
                  <a:gd name="T4" fmla="*/ 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5" name="Freeform 481"/>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6" name="Freeform 482"/>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7" name="Line 483"/>
              <p:cNvSpPr>
                <a:spLocks noChangeShapeType="1"/>
              </p:cNvSpPr>
              <p:nvPr userDrawn="1"/>
            </p:nvSpPr>
            <p:spPr bwMode="gray">
              <a:xfrm flipV="1">
                <a:off x="3538" y="1382"/>
                <a:ext cx="149"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8" name="Line 484"/>
              <p:cNvSpPr>
                <a:spLocks noChangeShapeType="1"/>
              </p:cNvSpPr>
              <p:nvPr userDrawn="1"/>
            </p:nvSpPr>
            <p:spPr bwMode="gray">
              <a:xfrm flipV="1">
                <a:off x="3534" y="1375"/>
                <a:ext cx="14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79" name="Freeform 485"/>
              <p:cNvSpPr>
                <a:spLocks/>
              </p:cNvSpPr>
              <p:nvPr userDrawn="1"/>
            </p:nvSpPr>
            <p:spPr bwMode="gray">
              <a:xfrm>
                <a:off x="3678" y="1375"/>
                <a:ext cx="12" cy="16"/>
              </a:xfrm>
              <a:custGeom>
                <a:avLst/>
                <a:gdLst>
                  <a:gd name="T0" fmla="*/ 0 w 12"/>
                  <a:gd name="T1" fmla="*/ 0 h 16"/>
                  <a:gd name="T2" fmla="*/ 5 w 12"/>
                  <a:gd name="T3" fmla="*/ 2 h 16"/>
                  <a:gd name="T4" fmla="*/ 9 w 12"/>
                  <a:gd name="T5" fmla="*/ 7 h 16"/>
                  <a:gd name="T6" fmla="*/ 10 w 12"/>
                  <a:gd name="T7" fmla="*/ 10 h 16"/>
                  <a:gd name="T8" fmla="*/ 1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0" name="Line 486"/>
              <p:cNvSpPr>
                <a:spLocks noChangeShapeType="1"/>
              </p:cNvSpPr>
              <p:nvPr userDrawn="1"/>
            </p:nvSpPr>
            <p:spPr bwMode="gray">
              <a:xfrm flipH="1">
                <a:off x="3538" y="1391"/>
                <a:ext cx="152"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1" name="Freeform 487"/>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2" name="Freeform 488"/>
              <p:cNvSpPr>
                <a:spLocks/>
              </p:cNvSpPr>
              <p:nvPr userDrawn="1"/>
            </p:nvSpPr>
            <p:spPr bwMode="gray">
              <a:xfrm>
                <a:off x="3576" y="1340"/>
                <a:ext cx="7" cy="9"/>
              </a:xfrm>
              <a:custGeom>
                <a:avLst/>
                <a:gdLst>
                  <a:gd name="T0" fmla="*/ 0 w 7"/>
                  <a:gd name="T1" fmla="*/ 2 h 9"/>
                  <a:gd name="T2" fmla="*/ 2 w 7"/>
                  <a:gd name="T3" fmla="*/ 0 h 9"/>
                  <a:gd name="T4" fmla="*/ 4 w 7"/>
                  <a:gd name="T5" fmla="*/ 2 h 9"/>
                  <a:gd name="T6" fmla="*/ 6 w 7"/>
                  <a:gd name="T7" fmla="*/ 2 h 9"/>
                  <a:gd name="T8" fmla="*/ 7 w 7"/>
                  <a:gd name="T9" fmla="*/ 5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3" name="Line 489"/>
              <p:cNvSpPr>
                <a:spLocks noChangeShapeType="1"/>
              </p:cNvSpPr>
              <p:nvPr userDrawn="1"/>
            </p:nvSpPr>
            <p:spPr bwMode="gray">
              <a:xfrm flipH="1" flipV="1">
                <a:off x="3536" y="1328"/>
                <a:ext cx="149"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4" name="Line 490"/>
              <p:cNvSpPr>
                <a:spLocks noChangeShapeType="1"/>
              </p:cNvSpPr>
              <p:nvPr userDrawn="1"/>
            </p:nvSpPr>
            <p:spPr bwMode="gray">
              <a:xfrm flipH="1" flipV="1">
                <a:off x="3536" y="1329"/>
                <a:ext cx="142"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5" name="Line 491"/>
              <p:cNvSpPr>
                <a:spLocks noChangeShapeType="1"/>
              </p:cNvSpPr>
              <p:nvPr userDrawn="1"/>
            </p:nvSpPr>
            <p:spPr bwMode="gray">
              <a:xfrm>
                <a:off x="3536" y="1335"/>
                <a:ext cx="151"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6" name="Freeform 492"/>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7" name="Freeform 493"/>
              <p:cNvSpPr>
                <a:spLocks/>
              </p:cNvSpPr>
              <p:nvPr userDrawn="1"/>
            </p:nvSpPr>
            <p:spPr bwMode="gray">
              <a:xfrm>
                <a:off x="3186" y="1795"/>
                <a:ext cx="21" cy="1"/>
              </a:xfrm>
              <a:custGeom>
                <a:avLst/>
                <a:gdLst>
                  <a:gd name="T0" fmla="*/ 0 w 21"/>
                  <a:gd name="T1" fmla="*/ 0 h 1"/>
                  <a:gd name="T2" fmla="*/ 6 w 21"/>
                  <a:gd name="T3" fmla="*/ 1 h 1"/>
                  <a:gd name="T4" fmla="*/ 11 w 21"/>
                  <a:gd name="T5" fmla="*/ 1 h 1"/>
                  <a:gd name="T6" fmla="*/ 16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8" name="Line 494"/>
              <p:cNvSpPr>
                <a:spLocks noChangeShapeType="1"/>
              </p:cNvSpPr>
              <p:nvPr userDrawn="1"/>
            </p:nvSpPr>
            <p:spPr bwMode="gray">
              <a:xfrm flipV="1">
                <a:off x="3195" y="1679"/>
                <a:ext cx="4"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89" name="Line 495"/>
              <p:cNvSpPr>
                <a:spLocks noChangeShapeType="1"/>
              </p:cNvSpPr>
              <p:nvPr userDrawn="1"/>
            </p:nvSpPr>
            <p:spPr bwMode="gray">
              <a:xfrm flipV="1">
                <a:off x="3185" y="1679"/>
                <a:ext cx="3"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0" name="Freeform 496"/>
              <p:cNvSpPr>
                <a:spLocks/>
              </p:cNvSpPr>
              <p:nvPr userDrawn="1"/>
            </p:nvSpPr>
            <p:spPr bwMode="gray">
              <a:xfrm>
                <a:off x="3188" y="1677"/>
                <a:ext cx="21" cy="4"/>
              </a:xfrm>
              <a:custGeom>
                <a:avLst/>
                <a:gdLst>
                  <a:gd name="T0" fmla="*/ 0 w 21"/>
                  <a:gd name="T1" fmla="*/ 2 h 4"/>
                  <a:gd name="T2" fmla="*/ 5 w 21"/>
                  <a:gd name="T3" fmla="*/ 4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1" name="Line 497"/>
              <p:cNvSpPr>
                <a:spLocks noChangeShapeType="1"/>
              </p:cNvSpPr>
              <p:nvPr userDrawn="1"/>
            </p:nvSpPr>
            <p:spPr bwMode="gray">
              <a:xfrm flipH="1">
                <a:off x="3206" y="1677"/>
                <a:ext cx="3"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2" name="Freeform 498"/>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3" name="Freeform 499"/>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4" name="Line 500"/>
              <p:cNvSpPr>
                <a:spLocks noChangeShapeType="1"/>
              </p:cNvSpPr>
              <p:nvPr userDrawn="1"/>
            </p:nvSpPr>
            <p:spPr bwMode="gray">
              <a:xfrm flipV="1">
                <a:off x="3683" y="1387"/>
                <a:ext cx="9"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5" name="Line 501"/>
              <p:cNvSpPr>
                <a:spLocks noChangeShapeType="1"/>
              </p:cNvSpPr>
              <p:nvPr userDrawn="1"/>
            </p:nvSpPr>
            <p:spPr bwMode="gray">
              <a:xfrm flipV="1">
                <a:off x="3681" y="1391"/>
                <a:ext cx="9" cy="22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6" name="Freeform 502"/>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7" name="Line 503"/>
              <p:cNvSpPr>
                <a:spLocks noChangeShapeType="1"/>
              </p:cNvSpPr>
              <p:nvPr userDrawn="1"/>
            </p:nvSpPr>
            <p:spPr bwMode="gray">
              <a:xfrm flipH="1">
                <a:off x="3678" y="1382"/>
                <a:ext cx="9"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8" name="Freeform 504"/>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99" name="Freeform 505"/>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0" name="Line 506"/>
              <p:cNvSpPr>
                <a:spLocks noChangeShapeType="1"/>
              </p:cNvSpPr>
              <p:nvPr userDrawn="1"/>
            </p:nvSpPr>
            <p:spPr bwMode="gray">
              <a:xfrm flipH="1">
                <a:off x="3359" y="1826"/>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1" name="Line 507"/>
              <p:cNvSpPr>
                <a:spLocks noChangeShapeType="1"/>
              </p:cNvSpPr>
              <p:nvPr userDrawn="1"/>
            </p:nvSpPr>
            <p:spPr bwMode="gray">
              <a:xfrm flipH="1">
                <a:off x="3349" y="1831"/>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2" name="Freeform 508"/>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3" name="Line 509"/>
              <p:cNvSpPr>
                <a:spLocks noChangeShapeType="1"/>
              </p:cNvSpPr>
              <p:nvPr userDrawn="1"/>
            </p:nvSpPr>
            <p:spPr bwMode="gray">
              <a:xfrm flipV="1">
                <a:off x="3368" y="1817"/>
                <a:ext cx="5"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4" name="Freeform 510"/>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5" name="Freeform 511"/>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6" name="Line 512"/>
              <p:cNvSpPr>
                <a:spLocks noChangeShapeType="1"/>
              </p:cNvSpPr>
              <p:nvPr userDrawn="1"/>
            </p:nvSpPr>
            <p:spPr bwMode="gray">
              <a:xfrm flipH="1" flipV="1">
                <a:off x="3150" y="1987"/>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7" name="Line 513"/>
              <p:cNvSpPr>
                <a:spLocks noChangeShapeType="1"/>
              </p:cNvSpPr>
              <p:nvPr userDrawn="1"/>
            </p:nvSpPr>
            <p:spPr bwMode="gray">
              <a:xfrm flipH="1" flipV="1">
                <a:off x="3146" y="198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8" name="Freeform 514"/>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09" name="Line 515"/>
              <p:cNvSpPr>
                <a:spLocks noChangeShapeType="1"/>
              </p:cNvSpPr>
              <p:nvPr userDrawn="1"/>
            </p:nvSpPr>
            <p:spPr bwMode="gray">
              <a:xfrm>
                <a:off x="3155" y="1987"/>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0" name="Freeform 516"/>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1" name="Freeform 517"/>
              <p:cNvSpPr>
                <a:spLocks/>
              </p:cNvSpPr>
              <p:nvPr userDrawn="1"/>
            </p:nvSpPr>
            <p:spPr bwMode="gray">
              <a:xfrm>
                <a:off x="3150" y="1357"/>
                <a:ext cx="5" cy="7"/>
              </a:xfrm>
              <a:custGeom>
                <a:avLst/>
                <a:gdLst>
                  <a:gd name="T0" fmla="*/ 5 w 5"/>
                  <a:gd name="T1" fmla="*/ 7 h 7"/>
                  <a:gd name="T2" fmla="*/ 3 w 5"/>
                  <a:gd name="T3" fmla="*/ 7 h 7"/>
                  <a:gd name="T4" fmla="*/ 1 w 5"/>
                  <a:gd name="T5" fmla="*/ 6 h 7"/>
                  <a:gd name="T6" fmla="*/ 0 w 5"/>
                  <a:gd name="T7" fmla="*/ 4 h 7"/>
                  <a:gd name="T8" fmla="*/ 0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2" name="Line 518"/>
              <p:cNvSpPr>
                <a:spLocks noChangeShapeType="1"/>
              </p:cNvSpPr>
              <p:nvPr userDrawn="1"/>
            </p:nvSpPr>
            <p:spPr bwMode="gray">
              <a:xfrm flipV="1">
                <a:off x="3148" y="1245"/>
                <a:ext cx="3"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3" name="Line 519"/>
              <p:cNvSpPr>
                <a:spLocks noChangeShapeType="1"/>
              </p:cNvSpPr>
              <p:nvPr userDrawn="1"/>
            </p:nvSpPr>
            <p:spPr bwMode="gray">
              <a:xfrm flipV="1">
                <a:off x="3153" y="1249"/>
                <a:ext cx="4"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4" name="Freeform 520"/>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5" name="Line 521"/>
              <p:cNvSpPr>
                <a:spLocks noChangeShapeType="1"/>
              </p:cNvSpPr>
              <p:nvPr userDrawn="1"/>
            </p:nvSpPr>
            <p:spPr bwMode="gray">
              <a:xfrm flipH="1">
                <a:off x="3151" y="1240"/>
                <a:ext cx="4"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6" name="Freeform 522"/>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7" name="Freeform 523"/>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8" name="Line 524"/>
              <p:cNvSpPr>
                <a:spLocks noChangeShapeType="1"/>
              </p:cNvSpPr>
              <p:nvPr userDrawn="1"/>
            </p:nvSpPr>
            <p:spPr bwMode="gray">
              <a:xfrm>
                <a:off x="3160" y="1238"/>
                <a:ext cx="208"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19" name="Line 525"/>
              <p:cNvSpPr>
                <a:spLocks noChangeShapeType="1"/>
              </p:cNvSpPr>
              <p:nvPr userDrawn="1"/>
            </p:nvSpPr>
            <p:spPr bwMode="gray">
              <a:xfrm>
                <a:off x="3157" y="1249"/>
                <a:ext cx="209"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0" name="Freeform 526"/>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1" name="Line 527"/>
              <p:cNvSpPr>
                <a:spLocks noChangeShapeType="1"/>
              </p:cNvSpPr>
              <p:nvPr userDrawn="1"/>
            </p:nvSpPr>
            <p:spPr bwMode="gray">
              <a:xfrm flipH="1" flipV="1">
                <a:off x="3165" y="1231"/>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2" name="Freeform 528"/>
              <p:cNvSpPr>
                <a:spLocks/>
              </p:cNvSpPr>
              <p:nvPr userDrawn="1"/>
            </p:nvSpPr>
            <p:spPr bwMode="gray">
              <a:xfrm>
                <a:off x="3157" y="1231"/>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3" name="Freeform 529"/>
              <p:cNvSpPr>
                <a:spLocks/>
              </p:cNvSpPr>
              <p:nvPr userDrawn="1"/>
            </p:nvSpPr>
            <p:spPr bwMode="gray">
              <a:xfrm>
                <a:off x="3363" y="1433"/>
                <a:ext cx="21" cy="3"/>
              </a:xfrm>
              <a:custGeom>
                <a:avLst/>
                <a:gdLst>
                  <a:gd name="T0" fmla="*/ 0 w 21"/>
                  <a:gd name="T1" fmla="*/ 1 h 3"/>
                  <a:gd name="T2" fmla="*/ 5 w 21"/>
                  <a:gd name="T3" fmla="*/ 3 h 3"/>
                  <a:gd name="T4" fmla="*/ 10 w 21"/>
                  <a:gd name="T5" fmla="*/ 3 h 3"/>
                  <a:gd name="T6" fmla="*/ 16 w 21"/>
                  <a:gd name="T7" fmla="*/ 1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4" name="Line 530"/>
              <p:cNvSpPr>
                <a:spLocks noChangeShapeType="1"/>
              </p:cNvSpPr>
              <p:nvPr userDrawn="1"/>
            </p:nvSpPr>
            <p:spPr bwMode="gray">
              <a:xfrm flipH="1">
                <a:off x="3372" y="1319"/>
                <a:ext cx="5"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5" name="Line 531"/>
              <p:cNvSpPr>
                <a:spLocks noChangeShapeType="1"/>
              </p:cNvSpPr>
              <p:nvPr userDrawn="1"/>
            </p:nvSpPr>
            <p:spPr bwMode="gray">
              <a:xfrm flipH="1">
                <a:off x="3361" y="131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6" name="Freeform 532"/>
              <p:cNvSpPr>
                <a:spLocks/>
              </p:cNvSpPr>
              <p:nvPr userDrawn="1"/>
            </p:nvSpPr>
            <p:spPr bwMode="gray">
              <a:xfrm>
                <a:off x="3361" y="1551"/>
                <a:ext cx="19" cy="11"/>
              </a:xfrm>
              <a:custGeom>
                <a:avLst/>
                <a:gdLst>
                  <a:gd name="T0" fmla="*/ 0 w 19"/>
                  <a:gd name="T1" fmla="*/ 0 h 11"/>
                  <a:gd name="T2" fmla="*/ 5 w 19"/>
                  <a:gd name="T3" fmla="*/ 6 h 11"/>
                  <a:gd name="T4" fmla="*/ 12 w 19"/>
                  <a:gd name="T5" fmla="*/ 9 h 11"/>
                  <a:gd name="T6" fmla="*/ 19 w 19"/>
                  <a:gd name="T7" fmla="*/ 11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7" name="Line 533"/>
              <p:cNvSpPr>
                <a:spLocks noChangeShapeType="1"/>
              </p:cNvSpPr>
              <p:nvPr userDrawn="1"/>
            </p:nvSpPr>
            <p:spPr bwMode="gray">
              <a:xfrm flipV="1">
                <a:off x="3380" y="1315"/>
                <a:ext cx="6"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8" name="Freeform 534"/>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29" name="Freeform 535"/>
              <p:cNvSpPr>
                <a:spLocks/>
              </p:cNvSpPr>
              <p:nvPr userDrawn="1"/>
            </p:nvSpPr>
            <p:spPr bwMode="gray">
              <a:xfrm>
                <a:off x="3515" y="1840"/>
                <a:ext cx="5" cy="9"/>
              </a:xfrm>
              <a:custGeom>
                <a:avLst/>
                <a:gdLst>
                  <a:gd name="T0" fmla="*/ 0 w 5"/>
                  <a:gd name="T1" fmla="*/ 0 h 9"/>
                  <a:gd name="T2" fmla="*/ 2 w 5"/>
                  <a:gd name="T3" fmla="*/ 2 h 9"/>
                  <a:gd name="T4" fmla="*/ 5 w 5"/>
                  <a:gd name="T5" fmla="*/ 4 h 9"/>
                  <a:gd name="T6" fmla="*/ 5 w 5"/>
                  <a:gd name="T7" fmla="*/ 5 h 9"/>
                  <a:gd name="T8" fmla="*/ 5 w 5"/>
                  <a:gd name="T9" fmla="*/ 7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0" name="Line 536"/>
              <p:cNvSpPr>
                <a:spLocks noChangeShapeType="1"/>
              </p:cNvSpPr>
              <p:nvPr userDrawn="1"/>
            </p:nvSpPr>
            <p:spPr bwMode="gray">
              <a:xfrm flipH="1">
                <a:off x="3517" y="1726"/>
                <a:ext cx="7" cy="2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1" name="Line 537"/>
              <p:cNvSpPr>
                <a:spLocks noChangeShapeType="1"/>
              </p:cNvSpPr>
              <p:nvPr userDrawn="1"/>
            </p:nvSpPr>
            <p:spPr bwMode="gray">
              <a:xfrm flipH="1">
                <a:off x="3512" y="1728"/>
                <a:ext cx="7"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2" name="Freeform 538"/>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3" name="Line 539"/>
              <p:cNvSpPr>
                <a:spLocks noChangeShapeType="1"/>
              </p:cNvSpPr>
              <p:nvPr userDrawn="1"/>
            </p:nvSpPr>
            <p:spPr bwMode="gray">
              <a:xfrm flipV="1">
                <a:off x="3515" y="1725"/>
                <a:ext cx="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4" name="Freeform 540"/>
              <p:cNvSpPr>
                <a:spLocks/>
              </p:cNvSpPr>
              <p:nvPr userDrawn="1"/>
            </p:nvSpPr>
            <p:spPr bwMode="gray">
              <a:xfrm>
                <a:off x="3519" y="1725"/>
                <a:ext cx="5" cy="3"/>
              </a:xfrm>
              <a:custGeom>
                <a:avLst/>
                <a:gdLst>
                  <a:gd name="T0" fmla="*/ 0 w 5"/>
                  <a:gd name="T1" fmla="*/ 3 h 3"/>
                  <a:gd name="T2" fmla="*/ 1 w 5"/>
                  <a:gd name="T3" fmla="*/ 3 h 3"/>
                  <a:gd name="T4" fmla="*/ 3 w 5"/>
                  <a:gd name="T5" fmla="*/ 3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5" name="Freeform 541"/>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6" name="Freeform 542"/>
              <p:cNvSpPr>
                <a:spLocks/>
              </p:cNvSpPr>
              <p:nvPr userDrawn="1"/>
            </p:nvSpPr>
            <p:spPr bwMode="gray">
              <a:xfrm>
                <a:off x="3307" y="1154"/>
                <a:ext cx="19" cy="2"/>
              </a:xfrm>
              <a:custGeom>
                <a:avLst/>
                <a:gdLst>
                  <a:gd name="T0" fmla="*/ 19 w 19"/>
                  <a:gd name="T1" fmla="*/ 2 h 2"/>
                  <a:gd name="T2" fmla="*/ 14 w 19"/>
                  <a:gd name="T3" fmla="*/ 0 h 2"/>
                  <a:gd name="T4" fmla="*/ 9 w 19"/>
                  <a:gd name="T5" fmla="*/ 0 h 2"/>
                  <a:gd name="T6" fmla="*/ 3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7" name="Freeform 543"/>
              <p:cNvSpPr>
                <a:spLocks/>
              </p:cNvSpPr>
              <p:nvPr userDrawn="1"/>
            </p:nvSpPr>
            <p:spPr bwMode="gray">
              <a:xfrm>
                <a:off x="2347" y="1774"/>
                <a:ext cx="10" cy="17"/>
              </a:xfrm>
              <a:custGeom>
                <a:avLst/>
                <a:gdLst>
                  <a:gd name="T0" fmla="*/ 0 w 10"/>
                  <a:gd name="T1" fmla="*/ 0 h 17"/>
                  <a:gd name="T2" fmla="*/ 3 w 10"/>
                  <a:gd name="T3" fmla="*/ 3 h 17"/>
                  <a:gd name="T4" fmla="*/ 7 w 10"/>
                  <a:gd name="T5" fmla="*/ 7 h 17"/>
                  <a:gd name="T6" fmla="*/ 9 w 10"/>
                  <a:gd name="T7" fmla="*/ 12 h 17"/>
                  <a:gd name="T8" fmla="*/ 1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8" name="Freeform 544"/>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39" name="Line 545"/>
              <p:cNvSpPr>
                <a:spLocks noChangeShapeType="1"/>
              </p:cNvSpPr>
              <p:nvPr userDrawn="1"/>
            </p:nvSpPr>
            <p:spPr bwMode="gray">
              <a:xfrm flipH="1">
                <a:off x="3533" y="1226"/>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0" name="Line 546"/>
              <p:cNvSpPr>
                <a:spLocks noChangeShapeType="1"/>
              </p:cNvSpPr>
              <p:nvPr userDrawn="1"/>
            </p:nvSpPr>
            <p:spPr bwMode="gray">
              <a:xfrm flipH="1">
                <a:off x="3527" y="1221"/>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1" name="Freeform 547"/>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2" name="Line 548"/>
              <p:cNvSpPr>
                <a:spLocks noChangeShapeType="1"/>
              </p:cNvSpPr>
              <p:nvPr userDrawn="1"/>
            </p:nvSpPr>
            <p:spPr bwMode="gray">
              <a:xfrm flipV="1">
                <a:off x="3529" y="1230"/>
                <a:ext cx="7" cy="2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3" name="Freeform 549"/>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4" name="Freeform 550"/>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5" name="Freeform 551"/>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6" name="Line 552"/>
              <p:cNvSpPr>
                <a:spLocks noChangeShapeType="1"/>
              </p:cNvSpPr>
              <p:nvPr userDrawn="1"/>
            </p:nvSpPr>
            <p:spPr bwMode="gray">
              <a:xfrm flipV="1">
                <a:off x="3151" y="1147"/>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7" name="Line 553"/>
              <p:cNvSpPr>
                <a:spLocks noChangeShapeType="1"/>
              </p:cNvSpPr>
              <p:nvPr userDrawn="1"/>
            </p:nvSpPr>
            <p:spPr bwMode="gray">
              <a:xfrm flipV="1">
                <a:off x="3155" y="1156"/>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8" name="Freeform 554"/>
              <p:cNvSpPr>
                <a:spLocks/>
              </p:cNvSpPr>
              <p:nvPr userDrawn="1"/>
            </p:nvSpPr>
            <p:spPr bwMode="gray">
              <a:xfrm>
                <a:off x="3295" y="1140"/>
                <a:ext cx="12" cy="16"/>
              </a:xfrm>
              <a:custGeom>
                <a:avLst/>
                <a:gdLst>
                  <a:gd name="T0" fmla="*/ 12 w 12"/>
                  <a:gd name="T1" fmla="*/ 16 h 16"/>
                  <a:gd name="T2" fmla="*/ 10 w 12"/>
                  <a:gd name="T3" fmla="*/ 11 h 16"/>
                  <a:gd name="T4" fmla="*/ 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49" name="Line 555"/>
              <p:cNvSpPr>
                <a:spLocks noChangeShapeType="1"/>
              </p:cNvSpPr>
              <p:nvPr userDrawn="1"/>
            </p:nvSpPr>
            <p:spPr bwMode="gray">
              <a:xfrm flipH="1">
                <a:off x="3143" y="1140"/>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0" name="Freeform 556"/>
              <p:cNvSpPr>
                <a:spLocks/>
              </p:cNvSpPr>
              <p:nvPr userDrawn="1"/>
            </p:nvSpPr>
            <p:spPr bwMode="gray">
              <a:xfrm>
                <a:off x="3143" y="1223"/>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1" name="Freeform 557"/>
              <p:cNvSpPr>
                <a:spLocks/>
              </p:cNvSpPr>
              <p:nvPr userDrawn="1"/>
            </p:nvSpPr>
            <p:spPr bwMode="gray">
              <a:xfrm>
                <a:off x="3232" y="1172"/>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2" name="Line 558"/>
              <p:cNvSpPr>
                <a:spLocks noChangeShapeType="1"/>
              </p:cNvSpPr>
              <p:nvPr userDrawn="1"/>
            </p:nvSpPr>
            <p:spPr bwMode="gray">
              <a:xfrm flipH="1">
                <a:off x="3158" y="1140"/>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3" name="Line 559"/>
              <p:cNvSpPr>
                <a:spLocks noChangeShapeType="1"/>
              </p:cNvSpPr>
              <p:nvPr userDrawn="1"/>
            </p:nvSpPr>
            <p:spPr bwMode="gray">
              <a:xfrm flipH="1">
                <a:off x="3165" y="1147"/>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4" name="Freeform 560"/>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5" name="Line 561"/>
              <p:cNvSpPr>
                <a:spLocks noChangeShapeType="1"/>
              </p:cNvSpPr>
              <p:nvPr userDrawn="1"/>
            </p:nvSpPr>
            <p:spPr bwMode="gray">
              <a:xfrm flipV="1">
                <a:off x="3155" y="1132"/>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6" name="Freeform 562"/>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7" name="Freeform 563"/>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8" name="Line 564"/>
              <p:cNvSpPr>
                <a:spLocks noChangeShapeType="1"/>
              </p:cNvSpPr>
              <p:nvPr userDrawn="1"/>
            </p:nvSpPr>
            <p:spPr bwMode="gray">
              <a:xfrm flipV="1">
                <a:off x="3384" y="1219"/>
                <a:ext cx="150"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59" name="Line 565"/>
              <p:cNvSpPr>
                <a:spLocks noChangeShapeType="1"/>
              </p:cNvSpPr>
              <p:nvPr userDrawn="1"/>
            </p:nvSpPr>
            <p:spPr bwMode="gray">
              <a:xfrm flipV="1">
                <a:off x="3375" y="1214"/>
                <a:ext cx="151"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0" name="Freeform 566"/>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1" name="Line 567"/>
              <p:cNvSpPr>
                <a:spLocks noChangeShapeType="1"/>
              </p:cNvSpPr>
              <p:nvPr userDrawn="1"/>
            </p:nvSpPr>
            <p:spPr bwMode="gray">
              <a:xfrm flipH="1">
                <a:off x="3386" y="1230"/>
                <a:ext cx="150"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2" name="Freeform 568"/>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3" name="Freeform 569"/>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4" name="Line 570"/>
              <p:cNvSpPr>
                <a:spLocks noChangeShapeType="1"/>
              </p:cNvSpPr>
              <p:nvPr userDrawn="1"/>
            </p:nvSpPr>
            <p:spPr bwMode="gray">
              <a:xfrm flipV="1">
                <a:off x="3365" y="1966"/>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5" name="Line 571"/>
              <p:cNvSpPr>
                <a:spLocks noChangeShapeType="1"/>
              </p:cNvSpPr>
              <p:nvPr userDrawn="1"/>
            </p:nvSpPr>
            <p:spPr bwMode="gray">
              <a:xfrm flipV="1">
                <a:off x="3368" y="1959"/>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6" name="Freeform 572"/>
              <p:cNvSpPr>
                <a:spLocks/>
              </p:cNvSpPr>
              <p:nvPr userDrawn="1"/>
            </p:nvSpPr>
            <p:spPr bwMode="gray">
              <a:xfrm>
                <a:off x="3503" y="1959"/>
                <a:ext cx="12" cy="9"/>
              </a:xfrm>
              <a:custGeom>
                <a:avLst/>
                <a:gdLst>
                  <a:gd name="T0" fmla="*/ 12 w 12"/>
                  <a:gd name="T1" fmla="*/ 0 h 9"/>
                  <a:gd name="T2" fmla="*/ 10 w 12"/>
                  <a:gd name="T3" fmla="*/ 5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7" name="Line 573"/>
              <p:cNvSpPr>
                <a:spLocks noChangeShapeType="1"/>
              </p:cNvSpPr>
              <p:nvPr userDrawn="1"/>
            </p:nvSpPr>
            <p:spPr bwMode="gray">
              <a:xfrm flipH="1">
                <a:off x="3358" y="1968"/>
                <a:ext cx="145"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8" name="Freeform 574"/>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69" name="Freeform 575"/>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0" name="Line 576"/>
              <p:cNvSpPr>
                <a:spLocks noChangeShapeType="1"/>
              </p:cNvSpPr>
              <p:nvPr userDrawn="1"/>
            </p:nvSpPr>
            <p:spPr bwMode="gray">
              <a:xfrm flipH="1" flipV="1">
                <a:off x="2289" y="1196"/>
                <a:ext cx="124"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1" name="Line 577"/>
              <p:cNvSpPr>
                <a:spLocks noChangeShapeType="1"/>
              </p:cNvSpPr>
              <p:nvPr userDrawn="1"/>
            </p:nvSpPr>
            <p:spPr bwMode="gray">
              <a:xfrm flipH="1" flipV="1">
                <a:off x="2293" y="1188"/>
                <a:ext cx="133"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2" name="Freeform 578"/>
              <p:cNvSpPr>
                <a:spLocks/>
              </p:cNvSpPr>
              <p:nvPr userDrawn="1"/>
            </p:nvSpPr>
            <p:spPr bwMode="gray">
              <a:xfrm>
                <a:off x="2284" y="1188"/>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3" name="Line 579"/>
              <p:cNvSpPr>
                <a:spLocks noChangeShapeType="1"/>
              </p:cNvSpPr>
              <p:nvPr userDrawn="1"/>
            </p:nvSpPr>
            <p:spPr bwMode="gray">
              <a:xfrm>
                <a:off x="2284" y="1203"/>
                <a:ext cx="119"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4" name="Freeform 580"/>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5" name="Line 581"/>
              <p:cNvSpPr>
                <a:spLocks noChangeShapeType="1"/>
              </p:cNvSpPr>
              <p:nvPr userDrawn="1"/>
            </p:nvSpPr>
            <p:spPr bwMode="gray">
              <a:xfrm flipH="1" flipV="1">
                <a:off x="2282" y="960"/>
                <a:ext cx="5"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6" name="Line 582"/>
              <p:cNvSpPr>
                <a:spLocks noChangeShapeType="1"/>
              </p:cNvSpPr>
              <p:nvPr userDrawn="1"/>
            </p:nvSpPr>
            <p:spPr bwMode="gray">
              <a:xfrm flipH="1" flipV="1">
                <a:off x="2287" y="966"/>
                <a:ext cx="6"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7" name="Freeform 583"/>
              <p:cNvSpPr>
                <a:spLocks/>
              </p:cNvSpPr>
              <p:nvPr userDrawn="1"/>
            </p:nvSpPr>
            <p:spPr bwMode="gray">
              <a:xfrm>
                <a:off x="2284" y="957"/>
                <a:ext cx="3" cy="9"/>
              </a:xfrm>
              <a:custGeom>
                <a:avLst/>
                <a:gdLst>
                  <a:gd name="T0" fmla="*/ 3 w 3"/>
                  <a:gd name="T1" fmla="*/ 9 h 9"/>
                  <a:gd name="T2" fmla="*/ 0 w 3"/>
                  <a:gd name="T3" fmla="*/ 7 h 9"/>
                  <a:gd name="T4" fmla="*/ 0 w 3"/>
                  <a:gd name="T5" fmla="*/ 5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8" name="Line 584"/>
              <p:cNvSpPr>
                <a:spLocks noChangeShapeType="1"/>
              </p:cNvSpPr>
              <p:nvPr userDrawn="1"/>
            </p:nvSpPr>
            <p:spPr bwMode="gray">
              <a:xfrm>
                <a:off x="2286" y="95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79" name="Freeform 585"/>
              <p:cNvSpPr>
                <a:spLocks/>
              </p:cNvSpPr>
              <p:nvPr userDrawn="1"/>
            </p:nvSpPr>
            <p:spPr bwMode="gray">
              <a:xfrm>
                <a:off x="2287" y="1188"/>
                <a:ext cx="6" cy="3"/>
              </a:xfrm>
              <a:custGeom>
                <a:avLst/>
                <a:gdLst>
                  <a:gd name="T0" fmla="*/ 6 w 6"/>
                  <a:gd name="T1" fmla="*/ 0 h 3"/>
                  <a:gd name="T2" fmla="*/ 2 w 6"/>
                  <a:gd name="T3" fmla="*/ 0 h 3"/>
                  <a:gd name="T4" fmla="*/ 0 w 6"/>
                  <a:gd name="T5" fmla="*/ 1 h 3"/>
                  <a:gd name="T6" fmla="*/ 0 w 6"/>
                  <a:gd name="T7" fmla="*/ 1 h 3"/>
                  <a:gd name="T8" fmla="*/ 0 w 6"/>
                  <a:gd name="T9" fmla="*/ 3 h 3"/>
                  <a:gd name="T10" fmla="*/ 2 w 6"/>
                  <a:gd name="T11" fmla="*/ 3 h 3"/>
                  <a:gd name="T12" fmla="*/ 4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0" name="Freeform 586"/>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1" name="Line 587"/>
              <p:cNvSpPr>
                <a:spLocks noChangeShapeType="1"/>
              </p:cNvSpPr>
              <p:nvPr userDrawn="1"/>
            </p:nvSpPr>
            <p:spPr bwMode="gray">
              <a:xfrm>
                <a:off x="2289" y="955"/>
                <a:ext cx="189"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2" name="Line 588"/>
              <p:cNvSpPr>
                <a:spLocks noChangeShapeType="1"/>
              </p:cNvSpPr>
              <p:nvPr userDrawn="1"/>
            </p:nvSpPr>
            <p:spPr bwMode="gray">
              <a:xfrm>
                <a:off x="2287" y="966"/>
                <a:ext cx="188"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3" name="Freeform 589"/>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4" name="Line 590"/>
              <p:cNvSpPr>
                <a:spLocks noChangeShapeType="1"/>
              </p:cNvSpPr>
              <p:nvPr userDrawn="1"/>
            </p:nvSpPr>
            <p:spPr bwMode="gray">
              <a:xfrm flipH="1" flipV="1">
                <a:off x="2296" y="948"/>
                <a:ext cx="187"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5" name="Freeform 591"/>
              <p:cNvSpPr>
                <a:spLocks/>
              </p:cNvSpPr>
              <p:nvPr userDrawn="1"/>
            </p:nvSpPr>
            <p:spPr bwMode="gray">
              <a:xfrm>
                <a:off x="2287"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6" name="Freeform 592"/>
              <p:cNvSpPr>
                <a:spLocks/>
              </p:cNvSpPr>
              <p:nvPr userDrawn="1"/>
            </p:nvSpPr>
            <p:spPr bwMode="gray">
              <a:xfrm>
                <a:off x="2476" y="1167"/>
                <a:ext cx="20" cy="1"/>
              </a:xfrm>
              <a:custGeom>
                <a:avLst/>
                <a:gdLst>
                  <a:gd name="T0" fmla="*/ 0 w 20"/>
                  <a:gd name="T1" fmla="*/ 1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7" name="Line 593"/>
              <p:cNvSpPr>
                <a:spLocks noChangeShapeType="1"/>
              </p:cNvSpPr>
              <p:nvPr userDrawn="1"/>
            </p:nvSpPr>
            <p:spPr bwMode="gray">
              <a:xfrm>
                <a:off x="2485" y="1027"/>
                <a:ext cx="4" cy="1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8" name="Line 594"/>
              <p:cNvSpPr>
                <a:spLocks noChangeShapeType="1"/>
              </p:cNvSpPr>
              <p:nvPr userDrawn="1"/>
            </p:nvSpPr>
            <p:spPr bwMode="gray">
              <a:xfrm>
                <a:off x="2475" y="1027"/>
                <a:ext cx="3" cy="1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89" name="Line 595"/>
              <p:cNvSpPr>
                <a:spLocks noChangeShapeType="1"/>
              </p:cNvSpPr>
              <p:nvPr userDrawn="1"/>
            </p:nvSpPr>
            <p:spPr bwMode="gray">
              <a:xfrm flipH="1" flipV="1">
                <a:off x="2494" y="1025"/>
                <a:ext cx="3" cy="1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0" name="Freeform 596"/>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1" name="Freeform 597"/>
              <p:cNvSpPr>
                <a:spLocks/>
              </p:cNvSpPr>
              <p:nvPr userDrawn="1"/>
            </p:nvSpPr>
            <p:spPr bwMode="gray">
              <a:xfrm>
                <a:off x="2443" y="880"/>
                <a:ext cx="19" cy="2"/>
              </a:xfrm>
              <a:custGeom>
                <a:avLst/>
                <a:gdLst>
                  <a:gd name="T0" fmla="*/ 19 w 19"/>
                  <a:gd name="T1" fmla="*/ 2 h 2"/>
                  <a:gd name="T2" fmla="*/ 12 w 19"/>
                  <a:gd name="T3" fmla="*/ 0 h 2"/>
                  <a:gd name="T4" fmla="*/ 5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2" name="Line 598"/>
              <p:cNvSpPr>
                <a:spLocks noChangeShapeType="1"/>
              </p:cNvSpPr>
              <p:nvPr userDrawn="1"/>
            </p:nvSpPr>
            <p:spPr bwMode="gray">
              <a:xfrm>
                <a:off x="2459" y="873"/>
                <a:ext cx="31"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3" name="Line 599"/>
              <p:cNvSpPr>
                <a:spLocks noChangeShapeType="1"/>
              </p:cNvSpPr>
              <p:nvPr userDrawn="1"/>
            </p:nvSpPr>
            <p:spPr bwMode="gray">
              <a:xfrm>
                <a:off x="2462" y="882"/>
                <a:ext cx="28" cy="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4" name="Line 600"/>
              <p:cNvSpPr>
                <a:spLocks noChangeShapeType="1"/>
              </p:cNvSpPr>
              <p:nvPr userDrawn="1"/>
            </p:nvSpPr>
            <p:spPr bwMode="gray">
              <a:xfrm flipH="1" flipV="1">
                <a:off x="2454" y="873"/>
                <a:ext cx="36"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5" name="Freeform 601"/>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6" name="Freeform 602"/>
              <p:cNvSpPr>
                <a:spLocks/>
              </p:cNvSpPr>
              <p:nvPr userDrawn="1"/>
            </p:nvSpPr>
            <p:spPr bwMode="gray">
              <a:xfrm>
                <a:off x="2364" y="910"/>
                <a:ext cx="11" cy="10"/>
              </a:xfrm>
              <a:custGeom>
                <a:avLst/>
                <a:gdLst>
                  <a:gd name="T0" fmla="*/ 0 w 11"/>
                  <a:gd name="T1" fmla="*/ 10 h 10"/>
                  <a:gd name="T2" fmla="*/ 2 w 11"/>
                  <a:gd name="T3" fmla="*/ 5 h 10"/>
                  <a:gd name="T4" fmla="*/ 4 w 11"/>
                  <a:gd name="T5" fmla="*/ 1 h 10"/>
                  <a:gd name="T6" fmla="*/ 6 w 11"/>
                  <a:gd name="T7" fmla="*/ 0 h 10"/>
                  <a:gd name="T8" fmla="*/ 9 w 11"/>
                  <a:gd name="T9" fmla="*/ 0 h 10"/>
                  <a:gd name="T10" fmla="*/ 11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7" name="Line 603"/>
              <p:cNvSpPr>
                <a:spLocks noChangeShapeType="1"/>
              </p:cNvSpPr>
              <p:nvPr userDrawn="1"/>
            </p:nvSpPr>
            <p:spPr bwMode="gray">
              <a:xfrm flipV="1">
                <a:off x="2289" y="875"/>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8" name="Line 604"/>
              <p:cNvSpPr>
                <a:spLocks noChangeShapeType="1"/>
              </p:cNvSpPr>
              <p:nvPr userDrawn="1"/>
            </p:nvSpPr>
            <p:spPr bwMode="gray">
              <a:xfrm flipV="1">
                <a:off x="2286" y="882"/>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599" name="Freeform 605"/>
              <p:cNvSpPr>
                <a:spLocks/>
              </p:cNvSpPr>
              <p:nvPr userDrawn="1"/>
            </p:nvSpPr>
            <p:spPr bwMode="gray">
              <a:xfrm>
                <a:off x="2443" y="873"/>
                <a:ext cx="11" cy="9"/>
              </a:xfrm>
              <a:custGeom>
                <a:avLst/>
                <a:gdLst>
                  <a:gd name="T0" fmla="*/ 0 w 11"/>
                  <a:gd name="T1" fmla="*/ 9 h 9"/>
                  <a:gd name="T2" fmla="*/ 0 w 11"/>
                  <a:gd name="T3" fmla="*/ 5 h 9"/>
                  <a:gd name="T4" fmla="*/ 2 w 11"/>
                  <a:gd name="T5" fmla="*/ 3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0" name="Line 606"/>
              <p:cNvSpPr>
                <a:spLocks noChangeShapeType="1"/>
              </p:cNvSpPr>
              <p:nvPr userDrawn="1"/>
            </p:nvSpPr>
            <p:spPr bwMode="gray">
              <a:xfrm flipH="1">
                <a:off x="2296" y="873"/>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1" name="Freeform 607"/>
              <p:cNvSpPr>
                <a:spLocks/>
              </p:cNvSpPr>
              <p:nvPr userDrawn="1"/>
            </p:nvSpPr>
            <p:spPr bwMode="gray">
              <a:xfrm>
                <a:off x="2286" y="94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2" name="Freeform 608"/>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3" name="Line 609"/>
              <p:cNvSpPr>
                <a:spLocks noChangeShapeType="1"/>
              </p:cNvSpPr>
              <p:nvPr userDrawn="1"/>
            </p:nvSpPr>
            <p:spPr bwMode="gray">
              <a:xfrm flipH="1">
                <a:off x="2494" y="101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4" name="Freeform 610"/>
              <p:cNvSpPr>
                <a:spLocks/>
              </p:cNvSpPr>
              <p:nvPr userDrawn="1"/>
            </p:nvSpPr>
            <p:spPr bwMode="gray">
              <a:xfrm>
                <a:off x="2494" y="1016"/>
                <a:ext cx="10" cy="9"/>
              </a:xfrm>
              <a:custGeom>
                <a:avLst/>
                <a:gdLst>
                  <a:gd name="T0" fmla="*/ 0 w 10"/>
                  <a:gd name="T1" fmla="*/ 9 h 9"/>
                  <a:gd name="T2" fmla="*/ 2 w 10"/>
                  <a:gd name="T3" fmla="*/ 6 h 9"/>
                  <a:gd name="T4" fmla="*/ 2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5" name="Freeform 611"/>
              <p:cNvSpPr>
                <a:spLocks/>
              </p:cNvSpPr>
              <p:nvPr userDrawn="1"/>
            </p:nvSpPr>
            <p:spPr bwMode="gray">
              <a:xfrm>
                <a:off x="2906" y="2029"/>
                <a:ext cx="20" cy="3"/>
              </a:xfrm>
              <a:custGeom>
                <a:avLst/>
                <a:gdLst>
                  <a:gd name="T0" fmla="*/ 20 w 20"/>
                  <a:gd name="T1" fmla="*/ 2 h 3"/>
                  <a:gd name="T2" fmla="*/ 16 w 20"/>
                  <a:gd name="T3" fmla="*/ 0 h 3"/>
                  <a:gd name="T4" fmla="*/ 11 w 20"/>
                  <a:gd name="T5" fmla="*/ 0 h 3"/>
                  <a:gd name="T6" fmla="*/ 6 w 20"/>
                  <a:gd name="T7" fmla="*/ 2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6" name="Line 612"/>
              <p:cNvSpPr>
                <a:spLocks noChangeShapeType="1"/>
              </p:cNvSpPr>
              <p:nvPr userDrawn="1"/>
            </p:nvSpPr>
            <p:spPr bwMode="gray">
              <a:xfrm flipV="1">
                <a:off x="2915" y="1920"/>
                <a:ext cx="2"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7" name="Line 613"/>
              <p:cNvSpPr>
                <a:spLocks noChangeShapeType="1"/>
              </p:cNvSpPr>
              <p:nvPr userDrawn="1"/>
            </p:nvSpPr>
            <p:spPr bwMode="gray">
              <a:xfrm flipV="1">
                <a:off x="2926" y="1922"/>
                <a:ext cx="1"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8" name="Freeform 614"/>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09" name="Line 615"/>
              <p:cNvSpPr>
                <a:spLocks noChangeShapeType="1"/>
              </p:cNvSpPr>
              <p:nvPr userDrawn="1"/>
            </p:nvSpPr>
            <p:spPr bwMode="gray">
              <a:xfrm flipH="1">
                <a:off x="2906" y="1924"/>
                <a:ext cx="2"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0" name="Freeform 616"/>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1" name="Freeform 617"/>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2" name="Line 618"/>
              <p:cNvSpPr>
                <a:spLocks noChangeShapeType="1"/>
              </p:cNvSpPr>
              <p:nvPr userDrawn="1"/>
            </p:nvSpPr>
            <p:spPr bwMode="gray">
              <a:xfrm>
                <a:off x="2924" y="191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3" name="Line 619"/>
              <p:cNvSpPr>
                <a:spLocks noChangeShapeType="1"/>
              </p:cNvSpPr>
              <p:nvPr userDrawn="1"/>
            </p:nvSpPr>
            <p:spPr bwMode="gray">
              <a:xfrm>
                <a:off x="2927" y="1922"/>
                <a:ext cx="19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4" name="Freeform 620"/>
              <p:cNvSpPr>
                <a:spLocks/>
              </p:cNvSpPr>
              <p:nvPr userDrawn="1"/>
            </p:nvSpPr>
            <p:spPr bwMode="gray">
              <a:xfrm>
                <a:off x="3123" y="1978"/>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5" name="Line 621"/>
              <p:cNvSpPr>
                <a:spLocks noChangeShapeType="1"/>
              </p:cNvSpPr>
              <p:nvPr userDrawn="1"/>
            </p:nvSpPr>
            <p:spPr bwMode="gray">
              <a:xfrm flipH="1" flipV="1">
                <a:off x="2924" y="1901"/>
                <a:ext cx="20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6" name="Freeform 622"/>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7" name="Freeform 623"/>
              <p:cNvSpPr>
                <a:spLocks/>
              </p:cNvSpPr>
              <p:nvPr userDrawn="1"/>
            </p:nvSpPr>
            <p:spPr bwMode="gray">
              <a:xfrm>
                <a:off x="3122"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8" name="Line 624"/>
              <p:cNvSpPr>
                <a:spLocks noChangeShapeType="1"/>
              </p:cNvSpPr>
              <p:nvPr userDrawn="1"/>
            </p:nvSpPr>
            <p:spPr bwMode="gray">
              <a:xfrm flipH="1">
                <a:off x="3130" y="1997"/>
                <a:ext cx="4"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19" name="Line 625"/>
              <p:cNvSpPr>
                <a:spLocks noChangeShapeType="1"/>
              </p:cNvSpPr>
              <p:nvPr userDrawn="1"/>
            </p:nvSpPr>
            <p:spPr bwMode="gray">
              <a:xfrm flipH="1">
                <a:off x="3122" y="1996"/>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0" name="Freeform 626"/>
              <p:cNvSpPr>
                <a:spLocks/>
              </p:cNvSpPr>
              <p:nvPr userDrawn="1"/>
            </p:nvSpPr>
            <p:spPr bwMode="gray">
              <a:xfrm>
                <a:off x="3122" y="2213"/>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1" name="Line 627"/>
              <p:cNvSpPr>
                <a:spLocks noChangeShapeType="1"/>
              </p:cNvSpPr>
              <p:nvPr userDrawn="1"/>
            </p:nvSpPr>
            <p:spPr bwMode="gray">
              <a:xfrm flipV="1">
                <a:off x="3141" y="1994"/>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2" name="Freeform 628"/>
              <p:cNvSpPr>
                <a:spLocks/>
              </p:cNvSpPr>
              <p:nvPr userDrawn="1"/>
            </p:nvSpPr>
            <p:spPr bwMode="gray">
              <a:xfrm>
                <a:off x="3123" y="1994"/>
                <a:ext cx="20" cy="3"/>
              </a:xfrm>
              <a:custGeom>
                <a:avLst/>
                <a:gdLst>
                  <a:gd name="T0" fmla="*/ 0 w 20"/>
                  <a:gd name="T1" fmla="*/ 2 h 3"/>
                  <a:gd name="T2" fmla="*/ 6 w 20"/>
                  <a:gd name="T3" fmla="*/ 3 h 3"/>
                  <a:gd name="T4" fmla="*/ 11 w 20"/>
                  <a:gd name="T5" fmla="*/ 3 h 3"/>
                  <a:gd name="T6" fmla="*/ 16 w 20"/>
                  <a:gd name="T7" fmla="*/ 3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3" name="Freeform 629"/>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4" name="Line 630"/>
              <p:cNvSpPr>
                <a:spLocks noChangeShapeType="1"/>
              </p:cNvSpPr>
              <p:nvPr userDrawn="1"/>
            </p:nvSpPr>
            <p:spPr bwMode="gray">
              <a:xfrm flipH="1" flipV="1">
                <a:off x="2922" y="2143"/>
                <a:ext cx="201"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5" name="Line 631"/>
              <p:cNvSpPr>
                <a:spLocks noChangeShapeType="1"/>
              </p:cNvSpPr>
              <p:nvPr userDrawn="1"/>
            </p:nvSpPr>
            <p:spPr bwMode="gray">
              <a:xfrm flipH="1" flipV="1">
                <a:off x="2926" y="2137"/>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6" name="Freeform 632"/>
              <p:cNvSpPr>
                <a:spLocks/>
              </p:cNvSpPr>
              <p:nvPr userDrawn="1"/>
            </p:nvSpPr>
            <p:spPr bwMode="gray">
              <a:xfrm>
                <a:off x="2922"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7" name="Line 633"/>
              <p:cNvSpPr>
                <a:spLocks noChangeShapeType="1"/>
              </p:cNvSpPr>
              <p:nvPr userDrawn="1"/>
            </p:nvSpPr>
            <p:spPr bwMode="gray">
              <a:xfrm>
                <a:off x="2924" y="2141"/>
                <a:ext cx="205"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8" name="Freeform 634"/>
              <p:cNvSpPr>
                <a:spLocks/>
              </p:cNvSpPr>
              <p:nvPr userDrawn="1"/>
            </p:nvSpPr>
            <p:spPr bwMode="gray">
              <a:xfrm>
                <a:off x="3122" y="2213"/>
                <a:ext cx="7" cy="8"/>
              </a:xfrm>
              <a:custGeom>
                <a:avLst/>
                <a:gdLst>
                  <a:gd name="T0" fmla="*/ 7 w 7"/>
                  <a:gd name="T1" fmla="*/ 7 h 8"/>
                  <a:gd name="T2" fmla="*/ 5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29" name="Freeform 635"/>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0" name="Line 636"/>
              <p:cNvSpPr>
                <a:spLocks noChangeShapeType="1"/>
              </p:cNvSpPr>
              <p:nvPr userDrawn="1"/>
            </p:nvSpPr>
            <p:spPr bwMode="gray">
              <a:xfrm flipH="1">
                <a:off x="3290" y="2039"/>
                <a:ext cx="1"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1" name="Line 637"/>
              <p:cNvSpPr>
                <a:spLocks noChangeShapeType="1"/>
              </p:cNvSpPr>
              <p:nvPr userDrawn="1"/>
            </p:nvSpPr>
            <p:spPr bwMode="gray">
              <a:xfrm>
                <a:off x="3284" y="2038"/>
                <a:ext cx="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2" name="Freeform 638"/>
              <p:cNvSpPr>
                <a:spLocks/>
              </p:cNvSpPr>
              <p:nvPr userDrawn="1"/>
            </p:nvSpPr>
            <p:spPr bwMode="gray">
              <a:xfrm>
                <a:off x="3284" y="2108"/>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3" name="Line 639"/>
              <p:cNvSpPr>
                <a:spLocks noChangeShapeType="1"/>
              </p:cNvSpPr>
              <p:nvPr userDrawn="1"/>
            </p:nvSpPr>
            <p:spPr bwMode="gray">
              <a:xfrm flipV="1">
                <a:off x="3286" y="2038"/>
                <a:ext cx="2"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4" name="Freeform 640"/>
              <p:cNvSpPr>
                <a:spLocks/>
              </p:cNvSpPr>
              <p:nvPr userDrawn="1"/>
            </p:nvSpPr>
            <p:spPr bwMode="gray">
              <a:xfrm>
                <a:off x="3276" y="2108"/>
                <a:ext cx="8" cy="17"/>
              </a:xfrm>
              <a:custGeom>
                <a:avLst/>
                <a:gdLst>
                  <a:gd name="T0" fmla="*/ 0 w 8"/>
                  <a:gd name="T1" fmla="*/ 17 h 17"/>
                  <a:gd name="T2" fmla="*/ 3 w 8"/>
                  <a:gd name="T3" fmla="*/ 14 h 17"/>
                  <a:gd name="T4" fmla="*/ 7 w 8"/>
                  <a:gd name="T5" fmla="*/ 10 h 17"/>
                  <a:gd name="T6" fmla="*/ 7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5" name="Freeform 641"/>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6" name="Line 642"/>
              <p:cNvSpPr>
                <a:spLocks noChangeShapeType="1"/>
              </p:cNvSpPr>
              <p:nvPr userDrawn="1"/>
            </p:nvSpPr>
            <p:spPr bwMode="gray">
              <a:xfrm flipV="1">
                <a:off x="3137" y="2125"/>
                <a:ext cx="146"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7" name="Line 643"/>
              <p:cNvSpPr>
                <a:spLocks noChangeShapeType="1"/>
              </p:cNvSpPr>
              <p:nvPr userDrawn="1"/>
            </p:nvSpPr>
            <p:spPr bwMode="gray">
              <a:xfrm flipV="1">
                <a:off x="3141" y="2118"/>
                <a:ext cx="14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8" name="Freeform 644"/>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39" name="Line 645"/>
              <p:cNvSpPr>
                <a:spLocks noChangeShapeType="1"/>
              </p:cNvSpPr>
              <p:nvPr userDrawn="1"/>
            </p:nvSpPr>
            <p:spPr bwMode="gray">
              <a:xfrm flipH="1">
                <a:off x="3129" y="2125"/>
                <a:ext cx="147"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0" name="Freeform 646"/>
              <p:cNvSpPr>
                <a:spLocks/>
              </p:cNvSpPr>
              <p:nvPr userDrawn="1"/>
            </p:nvSpPr>
            <p:spPr bwMode="gray">
              <a:xfrm>
                <a:off x="3129" y="2213"/>
                <a:ext cx="12" cy="8"/>
              </a:xfrm>
              <a:custGeom>
                <a:avLst/>
                <a:gdLst>
                  <a:gd name="T0" fmla="*/ 0 w 12"/>
                  <a:gd name="T1" fmla="*/ 7 h 8"/>
                  <a:gd name="T2" fmla="*/ 5 w 12"/>
                  <a:gd name="T3" fmla="*/ 8 h 8"/>
                  <a:gd name="T4" fmla="*/ 8 w 12"/>
                  <a:gd name="T5" fmla="*/ 7 h 8"/>
                  <a:gd name="T6" fmla="*/ 10 w 12"/>
                  <a:gd name="T7" fmla="*/ 3 h 8"/>
                  <a:gd name="T8" fmla="*/ 1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1" name="Line 647"/>
              <p:cNvSpPr>
                <a:spLocks noChangeShapeType="1"/>
              </p:cNvSpPr>
              <p:nvPr userDrawn="1"/>
            </p:nvSpPr>
            <p:spPr bwMode="gray">
              <a:xfrm>
                <a:off x="2537" y="2097"/>
                <a:ext cx="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2" name="Line 648"/>
              <p:cNvSpPr>
                <a:spLocks noChangeShapeType="1"/>
              </p:cNvSpPr>
              <p:nvPr userDrawn="1"/>
            </p:nvSpPr>
            <p:spPr bwMode="gray">
              <a:xfrm>
                <a:off x="2541" y="2099"/>
                <a:ext cx="1"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3" name="Freeform 649"/>
              <p:cNvSpPr>
                <a:spLocks/>
              </p:cNvSpPr>
              <p:nvPr userDrawn="1"/>
            </p:nvSpPr>
            <p:spPr bwMode="gray">
              <a:xfrm>
                <a:off x="2539" y="2150"/>
                <a:ext cx="5" cy="10"/>
              </a:xfrm>
              <a:custGeom>
                <a:avLst/>
                <a:gdLst>
                  <a:gd name="T0" fmla="*/ 2 w 5"/>
                  <a:gd name="T1" fmla="*/ 0 h 10"/>
                  <a:gd name="T2" fmla="*/ 0 w 5"/>
                  <a:gd name="T3" fmla="*/ 3 h 10"/>
                  <a:gd name="T4" fmla="*/ 0 w 5"/>
                  <a:gd name="T5" fmla="*/ 5 h 10"/>
                  <a:gd name="T6" fmla="*/ 2 w 5"/>
                  <a:gd name="T7" fmla="*/ 8 h 10"/>
                  <a:gd name="T8" fmla="*/ 5 w 5"/>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4" name="Line 650"/>
              <p:cNvSpPr>
                <a:spLocks noChangeShapeType="1"/>
              </p:cNvSpPr>
              <p:nvPr userDrawn="1"/>
            </p:nvSpPr>
            <p:spPr bwMode="gray">
              <a:xfrm flipH="1" flipV="1">
                <a:off x="2543" y="2099"/>
                <a:ext cx="1"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5" name="Freeform 651"/>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6" name="Freeform 652"/>
              <p:cNvSpPr>
                <a:spLocks/>
              </p:cNvSpPr>
              <p:nvPr userDrawn="1"/>
            </p:nvSpPr>
            <p:spPr bwMode="gray">
              <a:xfrm>
                <a:off x="2821" y="1954"/>
                <a:ext cx="10" cy="15"/>
              </a:xfrm>
              <a:custGeom>
                <a:avLst/>
                <a:gdLst>
                  <a:gd name="T0" fmla="*/ 10 w 10"/>
                  <a:gd name="T1" fmla="*/ 15 h 15"/>
                  <a:gd name="T2" fmla="*/ 10 w 10"/>
                  <a:gd name="T3" fmla="*/ 10 h 15"/>
                  <a:gd name="T4" fmla="*/ 7 w 10"/>
                  <a:gd name="T5" fmla="*/ 7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7" name="Line 653"/>
              <p:cNvSpPr>
                <a:spLocks noChangeShapeType="1"/>
              </p:cNvSpPr>
              <p:nvPr userDrawn="1"/>
            </p:nvSpPr>
            <p:spPr bwMode="gray">
              <a:xfrm flipH="1">
                <a:off x="2751" y="1912"/>
                <a:ext cx="15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8" name="Line 654"/>
              <p:cNvSpPr>
                <a:spLocks noChangeShapeType="1"/>
              </p:cNvSpPr>
              <p:nvPr userDrawn="1"/>
            </p:nvSpPr>
            <p:spPr bwMode="gray">
              <a:xfrm flipH="1">
                <a:off x="2754" y="1924"/>
                <a:ext cx="154"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49" name="Freeform 655"/>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0" name="Line 656"/>
              <p:cNvSpPr>
                <a:spLocks noChangeShapeType="1"/>
              </p:cNvSpPr>
              <p:nvPr userDrawn="1"/>
            </p:nvSpPr>
            <p:spPr bwMode="gray">
              <a:xfrm flipV="1">
                <a:off x="2744" y="1903"/>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1" name="Freeform 657"/>
              <p:cNvSpPr>
                <a:spLocks/>
              </p:cNvSpPr>
              <p:nvPr userDrawn="1"/>
            </p:nvSpPr>
            <p:spPr bwMode="gray">
              <a:xfrm>
                <a:off x="2905" y="1903"/>
                <a:ext cx="5" cy="21"/>
              </a:xfrm>
              <a:custGeom>
                <a:avLst/>
                <a:gdLst>
                  <a:gd name="T0" fmla="*/ 3 w 5"/>
                  <a:gd name="T1" fmla="*/ 21 h 21"/>
                  <a:gd name="T2" fmla="*/ 5 w 5"/>
                  <a:gd name="T3" fmla="*/ 16 h 21"/>
                  <a:gd name="T4" fmla="*/ 5 w 5"/>
                  <a:gd name="T5" fmla="*/ 10 h 21"/>
                  <a:gd name="T6" fmla="*/ 3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2" name="Freeform 658"/>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3" name="Line 659"/>
              <p:cNvSpPr>
                <a:spLocks noChangeShapeType="1"/>
              </p:cNvSpPr>
              <p:nvPr userDrawn="1"/>
            </p:nvSpPr>
            <p:spPr bwMode="gray">
              <a:xfrm>
                <a:off x="2744" y="2018"/>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4" name="Line 660"/>
              <p:cNvSpPr>
                <a:spLocks noChangeShapeType="1"/>
              </p:cNvSpPr>
              <p:nvPr userDrawn="1"/>
            </p:nvSpPr>
            <p:spPr bwMode="gray">
              <a:xfrm>
                <a:off x="2754" y="2017"/>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5" name="Freeform 661"/>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6" name="Line 662"/>
              <p:cNvSpPr>
                <a:spLocks noChangeShapeType="1"/>
              </p:cNvSpPr>
              <p:nvPr userDrawn="1"/>
            </p:nvSpPr>
            <p:spPr bwMode="gray">
              <a:xfrm flipV="1">
                <a:off x="2735" y="2017"/>
                <a:ext cx="1" cy="2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7" name="Freeform 663"/>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8" name="Freeform 664"/>
              <p:cNvSpPr>
                <a:spLocks/>
              </p:cNvSpPr>
              <p:nvPr userDrawn="1"/>
            </p:nvSpPr>
            <p:spPr bwMode="gray">
              <a:xfrm>
                <a:off x="2821" y="2186"/>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59" name="Line 665"/>
              <p:cNvSpPr>
                <a:spLocks noChangeShapeType="1"/>
              </p:cNvSpPr>
              <p:nvPr userDrawn="1"/>
            </p:nvSpPr>
            <p:spPr bwMode="gray">
              <a:xfrm flipV="1">
                <a:off x="2751" y="2144"/>
                <a:ext cx="157"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0" name="Line 666"/>
              <p:cNvSpPr>
                <a:spLocks noChangeShapeType="1"/>
              </p:cNvSpPr>
              <p:nvPr userDrawn="1"/>
            </p:nvSpPr>
            <p:spPr bwMode="gray">
              <a:xfrm flipV="1">
                <a:off x="2754" y="2139"/>
                <a:ext cx="152"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1" name="Freeform 667"/>
              <p:cNvSpPr>
                <a:spLocks/>
              </p:cNvSpPr>
              <p:nvPr userDrawn="1"/>
            </p:nvSpPr>
            <p:spPr bwMode="gray">
              <a:xfrm>
                <a:off x="2905"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2" name="Line 668"/>
              <p:cNvSpPr>
                <a:spLocks noChangeShapeType="1"/>
              </p:cNvSpPr>
              <p:nvPr userDrawn="1"/>
            </p:nvSpPr>
            <p:spPr bwMode="gray">
              <a:xfrm flipH="1">
                <a:off x="2744" y="2141"/>
                <a:ext cx="161" cy="10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663" name="Freeform 669"/>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grpSp>
          <p:nvGrpSpPr>
            <p:cNvPr id="209" name="Group 670"/>
            <p:cNvGrpSpPr>
              <a:grpSpLocks/>
            </p:cNvGrpSpPr>
            <p:nvPr userDrawn="1"/>
          </p:nvGrpSpPr>
          <p:grpSpPr bwMode="auto">
            <a:xfrm>
              <a:off x="2111" y="670"/>
              <a:ext cx="1572" cy="1574"/>
              <a:chOff x="2111" y="670"/>
              <a:chExt cx="1572" cy="1574"/>
            </a:xfrm>
          </p:grpSpPr>
          <p:sp>
            <p:nvSpPr>
              <p:cNvPr id="264" name="Freeform 671"/>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5" name="Line 672"/>
              <p:cNvSpPr>
                <a:spLocks noChangeShapeType="1"/>
              </p:cNvSpPr>
              <p:nvPr userDrawn="1"/>
            </p:nvSpPr>
            <p:spPr bwMode="gray">
              <a:xfrm>
                <a:off x="2546"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6" name="Line 673"/>
              <p:cNvSpPr>
                <a:spLocks noChangeShapeType="1"/>
              </p:cNvSpPr>
              <p:nvPr userDrawn="1"/>
            </p:nvSpPr>
            <p:spPr bwMode="gray">
              <a:xfrm>
                <a:off x="2544" y="2160"/>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7" name="Freeform 674"/>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8" name="Line 675"/>
              <p:cNvSpPr>
                <a:spLocks noChangeShapeType="1"/>
              </p:cNvSpPr>
              <p:nvPr userDrawn="1"/>
            </p:nvSpPr>
            <p:spPr bwMode="gray">
              <a:xfrm flipH="1" flipV="1">
                <a:off x="2553"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9" name="Freeform 676"/>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0" name="Freeform 677"/>
              <p:cNvSpPr>
                <a:spLocks/>
              </p:cNvSpPr>
              <p:nvPr userDrawn="1"/>
            </p:nvSpPr>
            <p:spPr bwMode="gray">
              <a:xfrm>
                <a:off x="2688" y="840"/>
                <a:ext cx="3" cy="7"/>
              </a:xfrm>
              <a:custGeom>
                <a:avLst/>
                <a:gdLst>
                  <a:gd name="T0" fmla="*/ 2 w 3"/>
                  <a:gd name="T1" fmla="*/ 7 h 7"/>
                  <a:gd name="T2" fmla="*/ 3 w 3"/>
                  <a:gd name="T3" fmla="*/ 5 h 7"/>
                  <a:gd name="T4" fmla="*/ 3 w 3"/>
                  <a:gd name="T5" fmla="*/ 3 h 7"/>
                  <a:gd name="T6" fmla="*/ 3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1" name="Freeform 678"/>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2" name="Line 679"/>
              <p:cNvSpPr>
                <a:spLocks noChangeShapeType="1"/>
              </p:cNvSpPr>
              <p:nvPr userDrawn="1"/>
            </p:nvSpPr>
            <p:spPr bwMode="gray">
              <a:xfrm flipH="1">
                <a:off x="2530" y="836"/>
                <a:ext cx="167"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3" name="Line 680"/>
              <p:cNvSpPr>
                <a:spLocks noChangeShapeType="1"/>
              </p:cNvSpPr>
              <p:nvPr userDrawn="1"/>
            </p:nvSpPr>
            <p:spPr bwMode="gray">
              <a:xfrm flipH="1">
                <a:off x="2529" y="847"/>
                <a:ext cx="161"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4" name="Freeform 681"/>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5" name="Line 682"/>
              <p:cNvSpPr>
                <a:spLocks noChangeShapeType="1"/>
              </p:cNvSpPr>
              <p:nvPr userDrawn="1"/>
            </p:nvSpPr>
            <p:spPr bwMode="gray">
              <a:xfrm flipV="1">
                <a:off x="2539" y="833"/>
                <a:ext cx="170"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6" name="Freeform 683"/>
              <p:cNvSpPr>
                <a:spLocks/>
              </p:cNvSpPr>
              <p:nvPr userDrawn="1"/>
            </p:nvSpPr>
            <p:spPr bwMode="gray">
              <a:xfrm>
                <a:off x="2690" y="833"/>
                <a:ext cx="19" cy="14"/>
              </a:xfrm>
              <a:custGeom>
                <a:avLst/>
                <a:gdLst>
                  <a:gd name="T0" fmla="*/ 0 w 19"/>
                  <a:gd name="T1" fmla="*/ 14 h 14"/>
                  <a:gd name="T2" fmla="*/ 3 w 19"/>
                  <a:gd name="T3" fmla="*/ 8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7" name="Freeform 684"/>
              <p:cNvSpPr>
                <a:spLocks/>
              </p:cNvSpPr>
              <p:nvPr userDrawn="1"/>
            </p:nvSpPr>
            <p:spPr bwMode="gray">
              <a:xfrm>
                <a:off x="2527" y="1043"/>
                <a:ext cx="5" cy="8"/>
              </a:xfrm>
              <a:custGeom>
                <a:avLst/>
                <a:gdLst>
                  <a:gd name="T0" fmla="*/ 2 w 5"/>
                  <a:gd name="T1" fmla="*/ 0 h 8"/>
                  <a:gd name="T2" fmla="*/ 0 w 5"/>
                  <a:gd name="T3" fmla="*/ 3 h 8"/>
                  <a:gd name="T4" fmla="*/ 0 w 5"/>
                  <a:gd name="T5" fmla="*/ 5 h 8"/>
                  <a:gd name="T6" fmla="*/ 2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8" name="Line 685"/>
              <p:cNvSpPr>
                <a:spLocks noChangeShapeType="1"/>
              </p:cNvSpPr>
              <p:nvPr userDrawn="1"/>
            </p:nvSpPr>
            <p:spPr bwMode="gray">
              <a:xfrm>
                <a:off x="2525" y="929"/>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79" name="Line 686"/>
              <p:cNvSpPr>
                <a:spLocks noChangeShapeType="1"/>
              </p:cNvSpPr>
              <p:nvPr userDrawn="1"/>
            </p:nvSpPr>
            <p:spPr bwMode="gray">
              <a:xfrm>
                <a:off x="2529" y="925"/>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0" name="Freeform 687"/>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1" name="Line 688"/>
              <p:cNvSpPr>
                <a:spLocks noChangeShapeType="1"/>
              </p:cNvSpPr>
              <p:nvPr userDrawn="1"/>
            </p:nvSpPr>
            <p:spPr bwMode="gray">
              <a:xfrm flipH="1" flipV="1">
                <a:off x="253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2" name="Freeform 689"/>
              <p:cNvSpPr>
                <a:spLocks/>
              </p:cNvSpPr>
              <p:nvPr userDrawn="1"/>
            </p:nvSpPr>
            <p:spPr bwMode="gray">
              <a:xfrm>
                <a:off x="2525" y="925"/>
                <a:ext cx="5" cy="9"/>
              </a:xfrm>
              <a:custGeom>
                <a:avLst/>
                <a:gdLst>
                  <a:gd name="T0" fmla="*/ 5 w 5"/>
                  <a:gd name="T1" fmla="*/ 9 h 9"/>
                  <a:gd name="T2" fmla="*/ 2 w 5"/>
                  <a:gd name="T3" fmla="*/ 7 h 9"/>
                  <a:gd name="T4" fmla="*/ 0 w 5"/>
                  <a:gd name="T5" fmla="*/ 4 h 9"/>
                  <a:gd name="T6" fmla="*/ 0 w 5"/>
                  <a:gd name="T7" fmla="*/ 2 h 9"/>
                  <a:gd name="T8" fmla="*/ 4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3" name="Freeform 690"/>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4" name="Freeform 691"/>
              <p:cNvSpPr>
                <a:spLocks/>
              </p:cNvSpPr>
              <p:nvPr userDrawn="1"/>
            </p:nvSpPr>
            <p:spPr bwMode="gray">
              <a:xfrm>
                <a:off x="2861" y="754"/>
                <a:ext cx="19" cy="2"/>
              </a:xfrm>
              <a:custGeom>
                <a:avLst/>
                <a:gdLst>
                  <a:gd name="T0" fmla="*/ 19 w 19"/>
                  <a:gd name="T1" fmla="*/ 0 h 2"/>
                  <a:gd name="T2" fmla="*/ 14 w 19"/>
                  <a:gd name="T3" fmla="*/ 2 h 2"/>
                  <a:gd name="T4" fmla="*/ 7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5" name="Freeform 692"/>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6" name="Freeform 693"/>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7" name="Line 694"/>
              <p:cNvSpPr>
                <a:spLocks noChangeShapeType="1"/>
              </p:cNvSpPr>
              <p:nvPr userDrawn="1"/>
            </p:nvSpPr>
            <p:spPr bwMode="gray">
              <a:xfrm flipH="1">
                <a:off x="2880" y="672"/>
                <a:ext cx="15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8" name="Line 695"/>
              <p:cNvSpPr>
                <a:spLocks noChangeShapeType="1"/>
              </p:cNvSpPr>
              <p:nvPr userDrawn="1"/>
            </p:nvSpPr>
            <p:spPr bwMode="gray">
              <a:xfrm flipH="1">
                <a:off x="2880" y="680"/>
                <a:ext cx="15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89" name="Freeform 696"/>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0" name="Line 697"/>
              <p:cNvSpPr>
                <a:spLocks noChangeShapeType="1"/>
              </p:cNvSpPr>
              <p:nvPr userDrawn="1"/>
            </p:nvSpPr>
            <p:spPr bwMode="gray">
              <a:xfrm flipV="1">
                <a:off x="2884" y="670"/>
                <a:ext cx="159"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1" name="Freeform 698"/>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2" name="Freeform 699"/>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3" name="Line 700"/>
              <p:cNvSpPr>
                <a:spLocks noChangeShapeType="1"/>
              </p:cNvSpPr>
              <p:nvPr userDrawn="1"/>
            </p:nvSpPr>
            <p:spPr bwMode="gray">
              <a:xfrm flipV="1">
                <a:off x="2920" y="913"/>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4" name="Line 701"/>
              <p:cNvSpPr>
                <a:spLocks noChangeShapeType="1"/>
              </p:cNvSpPr>
              <p:nvPr userDrawn="1"/>
            </p:nvSpPr>
            <p:spPr bwMode="gray">
              <a:xfrm flipV="1">
                <a:off x="2912" y="917"/>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5" name="Freeform 702"/>
              <p:cNvSpPr>
                <a:spLocks/>
              </p:cNvSpPr>
              <p:nvPr userDrawn="1"/>
            </p:nvSpPr>
            <p:spPr bwMode="gray">
              <a:xfrm>
                <a:off x="2912" y="913"/>
                <a:ext cx="21" cy="4"/>
              </a:xfrm>
              <a:custGeom>
                <a:avLst/>
                <a:gdLst>
                  <a:gd name="T0" fmla="*/ 0 w 21"/>
                  <a:gd name="T1" fmla="*/ 4 h 4"/>
                  <a:gd name="T2" fmla="*/ 7 w 21"/>
                  <a:gd name="T3" fmla="*/ 0 h 4"/>
                  <a:gd name="T4" fmla="*/ 14 w 21"/>
                  <a:gd name="T5" fmla="*/ 0 h 4"/>
                  <a:gd name="T6" fmla="*/ 21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6" name="Line 703"/>
              <p:cNvSpPr>
                <a:spLocks noChangeShapeType="1"/>
              </p:cNvSpPr>
              <p:nvPr userDrawn="1"/>
            </p:nvSpPr>
            <p:spPr bwMode="gray">
              <a:xfrm flipH="1">
                <a:off x="2931" y="915"/>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7" name="Freeform 704"/>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8" name="Freeform 705"/>
              <p:cNvSpPr>
                <a:spLocks/>
              </p:cNvSpPr>
              <p:nvPr userDrawn="1"/>
            </p:nvSpPr>
            <p:spPr bwMode="gray">
              <a:xfrm>
                <a:off x="2842" y="929"/>
                <a:ext cx="12" cy="16"/>
              </a:xfrm>
              <a:custGeom>
                <a:avLst/>
                <a:gdLst>
                  <a:gd name="T0" fmla="*/ 12 w 12"/>
                  <a:gd name="T1" fmla="*/ 16 h 16"/>
                  <a:gd name="T2" fmla="*/ 10 w 12"/>
                  <a:gd name="T3" fmla="*/ 10 h 16"/>
                  <a:gd name="T4" fmla="*/ 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99" name="Line 706"/>
              <p:cNvSpPr>
                <a:spLocks noChangeShapeType="1"/>
              </p:cNvSpPr>
              <p:nvPr userDrawn="1"/>
            </p:nvSpPr>
            <p:spPr bwMode="gray">
              <a:xfrm flipH="1">
                <a:off x="2749" y="903"/>
                <a:ext cx="164"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0" name="Line 707"/>
              <p:cNvSpPr>
                <a:spLocks noChangeShapeType="1"/>
              </p:cNvSpPr>
              <p:nvPr userDrawn="1"/>
            </p:nvSpPr>
            <p:spPr bwMode="gray">
              <a:xfrm flipH="1">
                <a:off x="2753" y="917"/>
                <a:ext cx="159"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1" name="Freeform 708"/>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2" name="Line 709"/>
              <p:cNvSpPr>
                <a:spLocks noChangeShapeType="1"/>
              </p:cNvSpPr>
              <p:nvPr userDrawn="1"/>
            </p:nvSpPr>
            <p:spPr bwMode="gray">
              <a:xfrm flipV="1">
                <a:off x="2740" y="896"/>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3" name="Freeform 710"/>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4" name="Freeform 711"/>
              <p:cNvSpPr>
                <a:spLocks/>
              </p:cNvSpPr>
              <p:nvPr userDrawn="1"/>
            </p:nvSpPr>
            <p:spPr bwMode="gray">
              <a:xfrm>
                <a:off x="2732" y="1116"/>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5" name="Line 712"/>
              <p:cNvSpPr>
                <a:spLocks noChangeShapeType="1"/>
              </p:cNvSpPr>
              <p:nvPr userDrawn="1"/>
            </p:nvSpPr>
            <p:spPr bwMode="gray">
              <a:xfrm>
                <a:off x="2742" y="999"/>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6" name="Line 713"/>
              <p:cNvSpPr>
                <a:spLocks noChangeShapeType="1"/>
              </p:cNvSpPr>
              <p:nvPr userDrawn="1"/>
            </p:nvSpPr>
            <p:spPr bwMode="gray">
              <a:xfrm>
                <a:off x="2753" y="997"/>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7" name="Freeform 714"/>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8" name="Line 715"/>
              <p:cNvSpPr>
                <a:spLocks noChangeShapeType="1"/>
              </p:cNvSpPr>
              <p:nvPr userDrawn="1"/>
            </p:nvSpPr>
            <p:spPr bwMode="gray">
              <a:xfrm flipV="1">
                <a:off x="2732" y="997"/>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9" name="Freeform 716"/>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0" name="Freeform 717"/>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1" name="Line 718"/>
              <p:cNvSpPr>
                <a:spLocks noChangeShapeType="1"/>
              </p:cNvSpPr>
              <p:nvPr userDrawn="1"/>
            </p:nvSpPr>
            <p:spPr bwMode="gray">
              <a:xfrm flipV="1">
                <a:off x="2749" y="1156"/>
                <a:ext cx="163"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2" name="Line 719"/>
              <p:cNvSpPr>
                <a:spLocks noChangeShapeType="1"/>
              </p:cNvSpPr>
              <p:nvPr userDrawn="1"/>
            </p:nvSpPr>
            <p:spPr bwMode="gray">
              <a:xfrm flipV="1">
                <a:off x="2753" y="1149"/>
                <a:ext cx="159"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3" name="Freeform 720"/>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4" name="Line 721"/>
              <p:cNvSpPr>
                <a:spLocks noChangeShapeType="1"/>
              </p:cNvSpPr>
              <p:nvPr userDrawn="1"/>
            </p:nvSpPr>
            <p:spPr bwMode="gray">
              <a:xfrm flipH="1">
                <a:off x="2740" y="1154"/>
                <a:ext cx="168"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5" name="Freeform 722"/>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6" name="Freeform 723"/>
              <p:cNvSpPr>
                <a:spLocks/>
              </p:cNvSpPr>
              <p:nvPr userDrawn="1"/>
            </p:nvSpPr>
            <p:spPr bwMode="gray">
              <a:xfrm>
                <a:off x="3099" y="820"/>
                <a:ext cx="5" cy="7"/>
              </a:xfrm>
              <a:custGeom>
                <a:avLst/>
                <a:gdLst>
                  <a:gd name="T0" fmla="*/ 3 w 5"/>
                  <a:gd name="T1" fmla="*/ 0 h 7"/>
                  <a:gd name="T2" fmla="*/ 0 w 5"/>
                  <a:gd name="T3" fmla="*/ 2 h 7"/>
                  <a:gd name="T4" fmla="*/ 0 w 5"/>
                  <a:gd name="T5" fmla="*/ 4 h 7"/>
                  <a:gd name="T6" fmla="*/ 2 w 5"/>
                  <a:gd name="T7" fmla="*/ 6 h 7"/>
                  <a:gd name="T8" fmla="*/ 3 w 5"/>
                  <a:gd name="T9" fmla="*/ 7 h 7"/>
                  <a:gd name="T10" fmla="*/ 5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7" name="Line 724"/>
              <p:cNvSpPr>
                <a:spLocks noChangeShapeType="1"/>
              </p:cNvSpPr>
              <p:nvPr userDrawn="1"/>
            </p:nvSpPr>
            <p:spPr bwMode="gray">
              <a:xfrm flipV="1">
                <a:off x="3253" y="742"/>
                <a:ext cx="2" cy="1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8" name="Line 725"/>
              <p:cNvSpPr>
                <a:spLocks noChangeShapeType="1"/>
              </p:cNvSpPr>
              <p:nvPr userDrawn="1"/>
            </p:nvSpPr>
            <p:spPr bwMode="gray">
              <a:xfrm flipV="1">
                <a:off x="3249" y="745"/>
                <a:ext cx="2" cy="10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19" name="Freeform 726"/>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0" name="Line 727"/>
              <p:cNvSpPr>
                <a:spLocks noChangeShapeType="1"/>
              </p:cNvSpPr>
              <p:nvPr userDrawn="1"/>
            </p:nvSpPr>
            <p:spPr bwMode="gray">
              <a:xfrm flipH="1">
                <a:off x="3246" y="738"/>
                <a:ext cx="3" cy="1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1" name="Freeform 728"/>
              <p:cNvSpPr>
                <a:spLocks/>
              </p:cNvSpPr>
              <p:nvPr userDrawn="1"/>
            </p:nvSpPr>
            <p:spPr bwMode="gray">
              <a:xfrm>
                <a:off x="3146" y="777"/>
                <a:ext cx="12" cy="15"/>
              </a:xfrm>
              <a:custGeom>
                <a:avLst/>
                <a:gdLst>
                  <a:gd name="T0" fmla="*/ 12 w 12"/>
                  <a:gd name="T1" fmla="*/ 15 h 15"/>
                  <a:gd name="T2" fmla="*/ 11 w 12"/>
                  <a:gd name="T3" fmla="*/ 10 h 15"/>
                  <a:gd name="T4" fmla="*/ 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2" name="Line 729"/>
              <p:cNvSpPr>
                <a:spLocks noChangeShapeType="1"/>
              </p:cNvSpPr>
              <p:nvPr userDrawn="1"/>
            </p:nvSpPr>
            <p:spPr bwMode="gray">
              <a:xfrm flipH="1">
                <a:off x="3094" y="735"/>
                <a:ext cx="15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3" name="Line 730"/>
              <p:cNvSpPr>
                <a:spLocks noChangeShapeType="1"/>
              </p:cNvSpPr>
              <p:nvPr userDrawn="1"/>
            </p:nvSpPr>
            <p:spPr bwMode="gray">
              <a:xfrm flipH="1">
                <a:off x="3102" y="745"/>
                <a:ext cx="14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4" name="Freeform 731"/>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5" name="Line 732"/>
              <p:cNvSpPr>
                <a:spLocks noChangeShapeType="1"/>
              </p:cNvSpPr>
              <p:nvPr userDrawn="1"/>
            </p:nvSpPr>
            <p:spPr bwMode="gray">
              <a:xfrm flipV="1">
                <a:off x="3081" y="729"/>
                <a:ext cx="160"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6" name="Freeform 733"/>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7" name="Freeform 734"/>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8" name="Line 735"/>
              <p:cNvSpPr>
                <a:spLocks noChangeShapeType="1"/>
              </p:cNvSpPr>
              <p:nvPr userDrawn="1"/>
            </p:nvSpPr>
            <p:spPr bwMode="gray">
              <a:xfrm>
                <a:off x="3048" y="672"/>
                <a:ext cx="198"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29" name="Line 736"/>
              <p:cNvSpPr>
                <a:spLocks noChangeShapeType="1"/>
              </p:cNvSpPr>
              <p:nvPr userDrawn="1"/>
            </p:nvSpPr>
            <p:spPr bwMode="gray">
              <a:xfrm>
                <a:off x="3052" y="679"/>
                <a:ext cx="197"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0" name="Freeform 737"/>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1" name="Line 738"/>
              <p:cNvSpPr>
                <a:spLocks noChangeShapeType="1"/>
              </p:cNvSpPr>
              <p:nvPr userDrawn="1"/>
            </p:nvSpPr>
            <p:spPr bwMode="gray">
              <a:xfrm flipH="1" flipV="1">
                <a:off x="3043" y="670"/>
                <a:ext cx="198"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2" name="Freeform 739"/>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3" name="Freeform 740"/>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4" name="Line 741"/>
              <p:cNvSpPr>
                <a:spLocks noChangeShapeType="1"/>
              </p:cNvSpPr>
              <p:nvPr userDrawn="1"/>
            </p:nvSpPr>
            <p:spPr bwMode="gray">
              <a:xfrm>
                <a:off x="2532" y="922"/>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5" name="Line 742"/>
              <p:cNvSpPr>
                <a:spLocks noChangeShapeType="1"/>
              </p:cNvSpPr>
              <p:nvPr userDrawn="1"/>
            </p:nvSpPr>
            <p:spPr bwMode="gray">
              <a:xfrm>
                <a:off x="2539" y="915"/>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6" name="Freeform 743"/>
              <p:cNvSpPr>
                <a:spLocks/>
              </p:cNvSpPr>
              <p:nvPr userDrawn="1"/>
            </p:nvSpPr>
            <p:spPr bwMode="gray">
              <a:xfrm>
                <a:off x="2732" y="980"/>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7" name="Line 744"/>
              <p:cNvSpPr>
                <a:spLocks noChangeShapeType="1"/>
              </p:cNvSpPr>
              <p:nvPr userDrawn="1"/>
            </p:nvSpPr>
            <p:spPr bwMode="gray">
              <a:xfrm flipH="1" flipV="1">
                <a:off x="2530" y="934"/>
                <a:ext cx="20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8" name="Freeform 745"/>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39" name="Line 746"/>
              <p:cNvSpPr>
                <a:spLocks noChangeShapeType="1"/>
              </p:cNvSpPr>
              <p:nvPr userDrawn="1"/>
            </p:nvSpPr>
            <p:spPr bwMode="gray">
              <a:xfrm flipH="1" flipV="1">
                <a:off x="2503" y="1016"/>
                <a:ext cx="22" cy="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0" name="Line 747"/>
              <p:cNvSpPr>
                <a:spLocks noChangeShapeType="1"/>
              </p:cNvSpPr>
              <p:nvPr userDrawn="1"/>
            </p:nvSpPr>
            <p:spPr bwMode="gray">
              <a:xfrm flipH="1" flipV="1">
                <a:off x="2496" y="1008"/>
                <a:ext cx="29"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1" name="Freeform 748"/>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2" name="Freeform 749"/>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3" name="Line 750"/>
              <p:cNvSpPr>
                <a:spLocks noChangeShapeType="1"/>
              </p:cNvSpPr>
              <p:nvPr userDrawn="1"/>
            </p:nvSpPr>
            <p:spPr bwMode="gray">
              <a:xfrm flipH="1" flipV="1">
                <a:off x="2489" y="775"/>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4" name="Line 751"/>
              <p:cNvSpPr>
                <a:spLocks noChangeShapeType="1"/>
              </p:cNvSpPr>
              <p:nvPr userDrawn="1"/>
            </p:nvSpPr>
            <p:spPr bwMode="gray">
              <a:xfrm flipH="1" flipV="1">
                <a:off x="2494" y="778"/>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5" name="Freeform 752"/>
              <p:cNvSpPr>
                <a:spLocks/>
              </p:cNvSpPr>
              <p:nvPr userDrawn="1"/>
            </p:nvSpPr>
            <p:spPr bwMode="gray">
              <a:xfrm>
                <a:off x="2489" y="771"/>
                <a:ext cx="5" cy="7"/>
              </a:xfrm>
              <a:custGeom>
                <a:avLst/>
                <a:gdLst>
                  <a:gd name="T0" fmla="*/ 5 w 5"/>
                  <a:gd name="T1" fmla="*/ 7 h 7"/>
                  <a:gd name="T2" fmla="*/ 1 w 5"/>
                  <a:gd name="T3" fmla="*/ 6 h 7"/>
                  <a:gd name="T4" fmla="*/ 0 w 5"/>
                  <a:gd name="T5" fmla="*/ 4 h 7"/>
                  <a:gd name="T6" fmla="*/ 0 w 5"/>
                  <a:gd name="T7" fmla="*/ 2 h 7"/>
                  <a:gd name="T8" fmla="*/ 3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6" name="Line 753"/>
              <p:cNvSpPr>
                <a:spLocks noChangeShapeType="1"/>
              </p:cNvSpPr>
              <p:nvPr userDrawn="1"/>
            </p:nvSpPr>
            <p:spPr bwMode="gray">
              <a:xfrm>
                <a:off x="2492" y="771"/>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7" name="Freeform 754"/>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8" name="Freeform 755"/>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49" name="Line 756"/>
              <p:cNvSpPr>
                <a:spLocks noChangeShapeType="1"/>
              </p:cNvSpPr>
              <p:nvPr userDrawn="1"/>
            </p:nvSpPr>
            <p:spPr bwMode="gray">
              <a:xfrm>
                <a:off x="2496" y="768"/>
                <a:ext cx="201"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0" name="Line 757"/>
              <p:cNvSpPr>
                <a:spLocks noChangeShapeType="1"/>
              </p:cNvSpPr>
              <p:nvPr userDrawn="1"/>
            </p:nvSpPr>
            <p:spPr bwMode="gray">
              <a:xfrm>
                <a:off x="2494" y="778"/>
                <a:ext cx="194"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1" name="Freeform 758"/>
              <p:cNvSpPr>
                <a:spLocks/>
              </p:cNvSpPr>
              <p:nvPr userDrawn="1"/>
            </p:nvSpPr>
            <p:spPr bwMode="gray">
              <a:xfrm>
                <a:off x="2688" y="826"/>
                <a:ext cx="19" cy="14"/>
              </a:xfrm>
              <a:custGeom>
                <a:avLst/>
                <a:gdLst>
                  <a:gd name="T0" fmla="*/ 0 w 19"/>
                  <a:gd name="T1" fmla="*/ 14 h 14"/>
                  <a:gd name="T2" fmla="*/ 3 w 19"/>
                  <a:gd name="T3" fmla="*/ 8 h 14"/>
                  <a:gd name="T4" fmla="*/ 9 w 19"/>
                  <a:gd name="T5" fmla="*/ 3 h 14"/>
                  <a:gd name="T6" fmla="*/ 14 w 19"/>
                  <a:gd name="T7" fmla="*/ 1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2" name="Line 759"/>
              <p:cNvSpPr>
                <a:spLocks noChangeShapeType="1"/>
              </p:cNvSpPr>
              <p:nvPr userDrawn="1"/>
            </p:nvSpPr>
            <p:spPr bwMode="gray">
              <a:xfrm flipH="1" flipV="1">
                <a:off x="2503" y="761"/>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3" name="Freeform 760"/>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4" name="Freeform 761"/>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5" name="Line 762"/>
              <p:cNvSpPr>
                <a:spLocks noChangeShapeType="1"/>
              </p:cNvSpPr>
              <p:nvPr userDrawn="1"/>
            </p:nvSpPr>
            <p:spPr bwMode="gray">
              <a:xfrm>
                <a:off x="2929" y="903"/>
                <a:ext cx="212" cy="6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6" name="Line 763"/>
              <p:cNvSpPr>
                <a:spLocks noChangeShapeType="1"/>
              </p:cNvSpPr>
              <p:nvPr userDrawn="1"/>
            </p:nvSpPr>
            <p:spPr bwMode="gray">
              <a:xfrm>
                <a:off x="2933" y="915"/>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7" name="Freeform 764"/>
              <p:cNvSpPr>
                <a:spLocks/>
              </p:cNvSpPr>
              <p:nvPr userDrawn="1"/>
            </p:nvSpPr>
            <p:spPr bwMode="gray">
              <a:xfrm>
                <a:off x="3137" y="960"/>
                <a:ext cx="9" cy="20"/>
              </a:xfrm>
              <a:custGeom>
                <a:avLst/>
                <a:gdLst>
                  <a:gd name="T0" fmla="*/ 0 w 9"/>
                  <a:gd name="T1" fmla="*/ 20 h 20"/>
                  <a:gd name="T2" fmla="*/ 2 w 9"/>
                  <a:gd name="T3" fmla="*/ 14 h 20"/>
                  <a:gd name="T4" fmla="*/ 4 w 9"/>
                  <a:gd name="T5" fmla="*/ 9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8" name="Line 765"/>
              <p:cNvSpPr>
                <a:spLocks noChangeShapeType="1"/>
              </p:cNvSpPr>
              <p:nvPr userDrawn="1"/>
            </p:nvSpPr>
            <p:spPr bwMode="gray">
              <a:xfrm flipH="1" flipV="1">
                <a:off x="2929" y="894"/>
                <a:ext cx="21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59" name="Freeform 766"/>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0" name="Freeform 767"/>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1" name="Line 768"/>
              <p:cNvSpPr>
                <a:spLocks noChangeShapeType="1"/>
              </p:cNvSpPr>
              <p:nvPr userDrawn="1"/>
            </p:nvSpPr>
            <p:spPr bwMode="gray">
              <a:xfrm flipH="1">
                <a:off x="3144" y="980"/>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2" name="Line 769"/>
              <p:cNvSpPr>
                <a:spLocks noChangeShapeType="1"/>
              </p:cNvSpPr>
              <p:nvPr userDrawn="1"/>
            </p:nvSpPr>
            <p:spPr bwMode="gray">
              <a:xfrm flipH="1">
                <a:off x="3134" y="980"/>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3" name="Freeform 770"/>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4" name="Line 771"/>
              <p:cNvSpPr>
                <a:spLocks noChangeShapeType="1"/>
              </p:cNvSpPr>
              <p:nvPr userDrawn="1"/>
            </p:nvSpPr>
            <p:spPr bwMode="gray">
              <a:xfrm flipV="1">
                <a:off x="3155" y="978"/>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5" name="Freeform 772"/>
              <p:cNvSpPr>
                <a:spLocks/>
              </p:cNvSpPr>
              <p:nvPr userDrawn="1"/>
            </p:nvSpPr>
            <p:spPr bwMode="gray">
              <a:xfrm>
                <a:off x="3137" y="978"/>
                <a:ext cx="21" cy="3"/>
              </a:xfrm>
              <a:custGeom>
                <a:avLst/>
                <a:gdLst>
                  <a:gd name="T0" fmla="*/ 21 w 21"/>
                  <a:gd name="T1" fmla="*/ 0 h 3"/>
                  <a:gd name="T2" fmla="*/ 16 w 21"/>
                  <a:gd name="T3" fmla="*/ 2 h 3"/>
                  <a:gd name="T4" fmla="*/ 11 w 21"/>
                  <a:gd name="T5" fmla="*/ 3 h 3"/>
                  <a:gd name="T6" fmla="*/ 6 w 21"/>
                  <a:gd name="T7" fmla="*/ 2 h 3"/>
                  <a:gd name="T8" fmla="*/ 0 w 21"/>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6" name="Freeform 773"/>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7" name="Line 774"/>
              <p:cNvSpPr>
                <a:spLocks noChangeShapeType="1"/>
              </p:cNvSpPr>
              <p:nvPr userDrawn="1"/>
            </p:nvSpPr>
            <p:spPr bwMode="gray">
              <a:xfrm flipH="1" flipV="1">
                <a:off x="2927" y="1154"/>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8" name="Line 775"/>
              <p:cNvSpPr>
                <a:spLocks noChangeShapeType="1"/>
              </p:cNvSpPr>
              <p:nvPr userDrawn="1"/>
            </p:nvSpPr>
            <p:spPr bwMode="gray">
              <a:xfrm flipH="1" flipV="1">
                <a:off x="2931" y="1149"/>
                <a:ext cx="203"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69" name="Freeform 776"/>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0" name="Line 777"/>
              <p:cNvSpPr>
                <a:spLocks noChangeShapeType="1"/>
              </p:cNvSpPr>
              <p:nvPr userDrawn="1"/>
            </p:nvSpPr>
            <p:spPr bwMode="gray">
              <a:xfrm>
                <a:off x="2929" y="1154"/>
                <a:ext cx="214"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1" name="Freeform 778"/>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2" name="Freeform 779"/>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3" name="Freeform 780"/>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4" name="Line 781"/>
              <p:cNvSpPr>
                <a:spLocks noChangeShapeType="1"/>
              </p:cNvSpPr>
              <p:nvPr userDrawn="1"/>
            </p:nvSpPr>
            <p:spPr bwMode="gray">
              <a:xfrm>
                <a:off x="2665" y="687"/>
                <a:ext cx="200"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5" name="Line 782"/>
              <p:cNvSpPr>
                <a:spLocks noChangeShapeType="1"/>
              </p:cNvSpPr>
              <p:nvPr userDrawn="1"/>
            </p:nvSpPr>
            <p:spPr bwMode="gray">
              <a:xfrm>
                <a:off x="2669" y="696"/>
                <a:ext cx="19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6" name="Freeform 783"/>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7" name="Line 784"/>
              <p:cNvSpPr>
                <a:spLocks noChangeShapeType="1"/>
              </p:cNvSpPr>
              <p:nvPr userDrawn="1"/>
            </p:nvSpPr>
            <p:spPr bwMode="gray">
              <a:xfrm flipH="1" flipV="1">
                <a:off x="2660" y="687"/>
                <a:ext cx="205"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8" name="Freeform 785"/>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79" name="Freeform 786"/>
              <p:cNvSpPr>
                <a:spLocks/>
              </p:cNvSpPr>
              <p:nvPr userDrawn="1"/>
            </p:nvSpPr>
            <p:spPr bwMode="gray">
              <a:xfrm>
                <a:off x="3197" y="848"/>
                <a:ext cx="9" cy="11"/>
              </a:xfrm>
              <a:custGeom>
                <a:avLst/>
                <a:gdLst>
                  <a:gd name="T0" fmla="*/ 9 w 9"/>
                  <a:gd name="T1" fmla="*/ 11 h 11"/>
                  <a:gd name="T2" fmla="*/ 9 w 9"/>
                  <a:gd name="T3" fmla="*/ 6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0" name="Line 787"/>
              <p:cNvSpPr>
                <a:spLocks noChangeShapeType="1"/>
              </p:cNvSpPr>
              <p:nvPr userDrawn="1"/>
            </p:nvSpPr>
            <p:spPr bwMode="gray">
              <a:xfrm>
                <a:off x="3097" y="819"/>
                <a:ext cx="210"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1" name="Line 788"/>
              <p:cNvSpPr>
                <a:spLocks noChangeShapeType="1"/>
              </p:cNvSpPr>
              <p:nvPr userDrawn="1"/>
            </p:nvSpPr>
            <p:spPr bwMode="gray">
              <a:xfrm>
                <a:off x="3104" y="827"/>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2" name="Freeform 789"/>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3" name="Line 790"/>
              <p:cNvSpPr>
                <a:spLocks noChangeShapeType="1"/>
              </p:cNvSpPr>
              <p:nvPr userDrawn="1"/>
            </p:nvSpPr>
            <p:spPr bwMode="gray">
              <a:xfrm flipH="1" flipV="1">
                <a:off x="3085" y="815"/>
                <a:ext cx="215"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4" name="Freeform 791"/>
              <p:cNvSpPr>
                <a:spLocks/>
              </p:cNvSpPr>
              <p:nvPr userDrawn="1"/>
            </p:nvSpPr>
            <p:spPr bwMode="gray">
              <a:xfrm>
                <a:off x="3307" y="1008"/>
                <a:ext cx="5" cy="7"/>
              </a:xfrm>
              <a:custGeom>
                <a:avLst/>
                <a:gdLst>
                  <a:gd name="T0" fmla="*/ 0 w 5"/>
                  <a:gd name="T1" fmla="*/ 0 h 7"/>
                  <a:gd name="T2" fmla="*/ 2 w 5"/>
                  <a:gd name="T3" fmla="*/ 0 h 7"/>
                  <a:gd name="T4" fmla="*/ 3 w 5"/>
                  <a:gd name="T5" fmla="*/ 1 h 7"/>
                  <a:gd name="T6" fmla="*/ 5 w 5"/>
                  <a:gd name="T7" fmla="*/ 3 h 7"/>
                  <a:gd name="T8" fmla="*/ 3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5" name="Line 792"/>
              <p:cNvSpPr>
                <a:spLocks noChangeShapeType="1"/>
              </p:cNvSpPr>
              <p:nvPr userDrawn="1"/>
            </p:nvSpPr>
            <p:spPr bwMode="gray">
              <a:xfrm flipH="1">
                <a:off x="3309" y="894"/>
                <a:ext cx="5"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6" name="Line 793"/>
              <p:cNvSpPr>
                <a:spLocks noChangeShapeType="1"/>
              </p:cNvSpPr>
              <p:nvPr userDrawn="1"/>
            </p:nvSpPr>
            <p:spPr bwMode="gray">
              <a:xfrm flipH="1">
                <a:off x="3303" y="890"/>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7" name="Freeform 794"/>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8" name="Line 795"/>
              <p:cNvSpPr>
                <a:spLocks noChangeShapeType="1"/>
              </p:cNvSpPr>
              <p:nvPr userDrawn="1"/>
            </p:nvSpPr>
            <p:spPr bwMode="gray">
              <a:xfrm flipV="1">
                <a:off x="3307" y="897"/>
                <a:ext cx="5"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89" name="Freeform 796"/>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0" name="Freeform 797"/>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1" name="Freeform 798"/>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2" name="Line 799"/>
              <p:cNvSpPr>
                <a:spLocks noChangeShapeType="1"/>
              </p:cNvSpPr>
              <p:nvPr userDrawn="1"/>
            </p:nvSpPr>
            <p:spPr bwMode="gray">
              <a:xfrm flipV="1">
                <a:off x="2494" y="689"/>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3" name="Line 800"/>
              <p:cNvSpPr>
                <a:spLocks noChangeShapeType="1"/>
              </p:cNvSpPr>
              <p:nvPr userDrawn="1"/>
            </p:nvSpPr>
            <p:spPr bwMode="gray">
              <a:xfrm flipV="1">
                <a:off x="2492" y="696"/>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4" name="Freeform 801"/>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5" name="Line 802"/>
              <p:cNvSpPr>
                <a:spLocks noChangeShapeType="1"/>
              </p:cNvSpPr>
              <p:nvPr userDrawn="1"/>
            </p:nvSpPr>
            <p:spPr bwMode="gray">
              <a:xfrm flipH="1">
                <a:off x="2503" y="687"/>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6" name="Freeform 803"/>
              <p:cNvSpPr>
                <a:spLocks/>
              </p:cNvSpPr>
              <p:nvPr userDrawn="1"/>
            </p:nvSpPr>
            <p:spPr bwMode="gray">
              <a:xfrm>
                <a:off x="2492" y="761"/>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7" name="Freeform 804"/>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8" name="Line 805"/>
              <p:cNvSpPr>
                <a:spLocks noChangeShapeType="1"/>
              </p:cNvSpPr>
              <p:nvPr userDrawn="1"/>
            </p:nvSpPr>
            <p:spPr bwMode="gray">
              <a:xfrm flipV="1">
                <a:off x="3155" y="887"/>
                <a:ext cx="154"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99" name="Line 806"/>
              <p:cNvSpPr>
                <a:spLocks noChangeShapeType="1"/>
              </p:cNvSpPr>
              <p:nvPr userDrawn="1"/>
            </p:nvSpPr>
            <p:spPr bwMode="gray">
              <a:xfrm flipV="1">
                <a:off x="3146" y="882"/>
                <a:ext cx="154"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0" name="Freeform 807"/>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1" name="Line 808"/>
              <p:cNvSpPr>
                <a:spLocks noChangeShapeType="1"/>
              </p:cNvSpPr>
              <p:nvPr userDrawn="1"/>
            </p:nvSpPr>
            <p:spPr bwMode="gray">
              <a:xfrm flipH="1">
                <a:off x="3158" y="897"/>
                <a:ext cx="15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2" name="Freeform 809"/>
              <p:cNvSpPr>
                <a:spLocks/>
              </p:cNvSpPr>
              <p:nvPr userDrawn="1"/>
            </p:nvSpPr>
            <p:spPr bwMode="gray">
              <a:xfrm>
                <a:off x="3146" y="960"/>
                <a:ext cx="12" cy="18"/>
              </a:xfrm>
              <a:custGeom>
                <a:avLst/>
                <a:gdLst>
                  <a:gd name="T0" fmla="*/ 12 w 12"/>
                  <a:gd name="T1" fmla="*/ 18 h 18"/>
                  <a:gd name="T2" fmla="*/ 11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3" name="Freeform 810"/>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4" name="Line 811"/>
              <p:cNvSpPr>
                <a:spLocks noChangeShapeType="1"/>
              </p:cNvSpPr>
              <p:nvPr userDrawn="1"/>
            </p:nvSpPr>
            <p:spPr bwMode="gray">
              <a:xfrm>
                <a:off x="2123" y="1529"/>
                <a:ext cx="14"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5" name="Line 812"/>
              <p:cNvSpPr>
                <a:spLocks noChangeShapeType="1"/>
              </p:cNvSpPr>
              <p:nvPr userDrawn="1"/>
            </p:nvSpPr>
            <p:spPr bwMode="gray">
              <a:xfrm>
                <a:off x="2130" y="1529"/>
                <a:ext cx="7"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6" name="Line 813"/>
              <p:cNvSpPr>
                <a:spLocks noChangeShapeType="1"/>
              </p:cNvSpPr>
              <p:nvPr userDrawn="1"/>
            </p:nvSpPr>
            <p:spPr bwMode="gray">
              <a:xfrm flipH="1" flipV="1">
                <a:off x="2121" y="1522"/>
                <a:ext cx="16"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7" name="Freeform 814"/>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8" name="Freeform 815"/>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09" name="Line 816"/>
              <p:cNvSpPr>
                <a:spLocks noChangeShapeType="1"/>
              </p:cNvSpPr>
              <p:nvPr userDrawn="1"/>
            </p:nvSpPr>
            <p:spPr bwMode="gray">
              <a:xfrm flipV="1">
                <a:off x="2739" y="1329"/>
                <a:ext cx="77"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0" name="Line 817"/>
              <p:cNvSpPr>
                <a:spLocks noChangeShapeType="1"/>
              </p:cNvSpPr>
              <p:nvPr userDrawn="1"/>
            </p:nvSpPr>
            <p:spPr bwMode="gray">
              <a:xfrm flipV="1">
                <a:off x="2737" y="1331"/>
                <a:ext cx="70" cy="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1" name="Freeform 818"/>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2" name="Line 819"/>
              <p:cNvSpPr>
                <a:spLocks noChangeShapeType="1"/>
              </p:cNvSpPr>
              <p:nvPr userDrawn="1"/>
            </p:nvSpPr>
            <p:spPr bwMode="gray">
              <a:xfrm flipH="1">
                <a:off x="2737" y="1322"/>
                <a:ext cx="80"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3" name="Freeform 820"/>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4" name="Freeform 821"/>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5" name="Line 822"/>
              <p:cNvSpPr>
                <a:spLocks noChangeShapeType="1"/>
              </p:cNvSpPr>
              <p:nvPr userDrawn="1"/>
            </p:nvSpPr>
            <p:spPr bwMode="gray">
              <a:xfrm flipH="1">
                <a:off x="2116" y="1203"/>
                <a:ext cx="164"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6" name="Line 823"/>
              <p:cNvSpPr>
                <a:spLocks noChangeShapeType="1"/>
              </p:cNvSpPr>
              <p:nvPr userDrawn="1"/>
            </p:nvSpPr>
            <p:spPr bwMode="gray">
              <a:xfrm flipH="1">
                <a:off x="2123" y="1203"/>
                <a:ext cx="161"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7" name="Freeform 824"/>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8" name="Line 825"/>
              <p:cNvSpPr>
                <a:spLocks noChangeShapeType="1"/>
              </p:cNvSpPr>
              <p:nvPr userDrawn="1"/>
            </p:nvSpPr>
            <p:spPr bwMode="gray">
              <a:xfrm flipV="1">
                <a:off x="2112" y="1209"/>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19" name="Freeform 826"/>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0" name="Freeform 827"/>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1" name="Line 828"/>
              <p:cNvSpPr>
                <a:spLocks noChangeShapeType="1"/>
              </p:cNvSpPr>
              <p:nvPr userDrawn="1"/>
            </p:nvSpPr>
            <p:spPr bwMode="gray">
              <a:xfrm>
                <a:off x="2118" y="1291"/>
                <a:ext cx="185"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2" name="Line 829"/>
              <p:cNvSpPr>
                <a:spLocks noChangeShapeType="1"/>
              </p:cNvSpPr>
              <p:nvPr userDrawn="1"/>
            </p:nvSpPr>
            <p:spPr bwMode="gray">
              <a:xfrm>
                <a:off x="2123" y="1284"/>
                <a:ext cx="18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3" name="Freeform 830"/>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4" name="Line 831"/>
              <p:cNvSpPr>
                <a:spLocks noChangeShapeType="1"/>
              </p:cNvSpPr>
              <p:nvPr userDrawn="1"/>
            </p:nvSpPr>
            <p:spPr bwMode="gray">
              <a:xfrm flipH="1" flipV="1">
                <a:off x="2114" y="1301"/>
                <a:ext cx="18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5" name="Freeform 832"/>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6" name="Line 833"/>
              <p:cNvSpPr>
                <a:spLocks noChangeShapeType="1"/>
              </p:cNvSpPr>
              <p:nvPr userDrawn="1"/>
            </p:nvSpPr>
            <p:spPr bwMode="gray">
              <a:xfrm flipV="1">
                <a:off x="2317" y="1342"/>
                <a:ext cx="28"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7" name="Line 834"/>
              <p:cNvSpPr>
                <a:spLocks noChangeShapeType="1"/>
              </p:cNvSpPr>
              <p:nvPr userDrawn="1"/>
            </p:nvSpPr>
            <p:spPr bwMode="gray">
              <a:xfrm flipV="1">
                <a:off x="2310" y="1331"/>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8" name="Line 835"/>
              <p:cNvSpPr>
                <a:spLocks noChangeShapeType="1"/>
              </p:cNvSpPr>
              <p:nvPr userDrawn="1"/>
            </p:nvSpPr>
            <p:spPr bwMode="gray">
              <a:xfrm flipH="1">
                <a:off x="2321" y="1354"/>
                <a:ext cx="24"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29" name="Freeform 836"/>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0" name="Freeform 837"/>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1" name="Line 838"/>
              <p:cNvSpPr>
                <a:spLocks noChangeShapeType="1"/>
              </p:cNvSpPr>
              <p:nvPr userDrawn="1"/>
            </p:nvSpPr>
            <p:spPr bwMode="gray">
              <a:xfrm flipH="1" flipV="1">
                <a:off x="2111" y="1298"/>
                <a:ext cx="5"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2" name="Line 839"/>
              <p:cNvSpPr>
                <a:spLocks noChangeShapeType="1"/>
              </p:cNvSpPr>
              <p:nvPr userDrawn="1"/>
            </p:nvSpPr>
            <p:spPr bwMode="gray">
              <a:xfrm flipH="1" flipV="1">
                <a:off x="2112" y="1293"/>
                <a:ext cx="7"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3" name="Freeform 840"/>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4" name="Line 841"/>
              <p:cNvSpPr>
                <a:spLocks noChangeShapeType="1"/>
              </p:cNvSpPr>
              <p:nvPr userDrawn="1"/>
            </p:nvSpPr>
            <p:spPr bwMode="gray">
              <a:xfrm>
                <a:off x="2114" y="1301"/>
                <a:ext cx="7" cy="22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5" name="Freeform 842"/>
              <p:cNvSpPr>
                <a:spLocks/>
              </p:cNvSpPr>
              <p:nvPr userDrawn="1"/>
            </p:nvSpPr>
            <p:spPr bwMode="gray">
              <a:xfrm>
                <a:off x="2116" y="1513"/>
                <a:ext cx="5" cy="9"/>
              </a:xfrm>
              <a:custGeom>
                <a:avLst/>
                <a:gdLst>
                  <a:gd name="T0" fmla="*/ 5 w 5"/>
                  <a:gd name="T1" fmla="*/ 9 h 9"/>
                  <a:gd name="T2" fmla="*/ 2 w 5"/>
                  <a:gd name="T3" fmla="*/ 7 h 9"/>
                  <a:gd name="T4" fmla="*/ 0 w 5"/>
                  <a:gd name="T5" fmla="*/ 5 h 9"/>
                  <a:gd name="T6" fmla="*/ 2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6" name="Freeform 843"/>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7" name="Freeform 844"/>
              <p:cNvSpPr>
                <a:spLocks/>
              </p:cNvSpPr>
              <p:nvPr userDrawn="1"/>
            </p:nvSpPr>
            <p:spPr bwMode="gray">
              <a:xfrm>
                <a:off x="3533" y="1216"/>
                <a:ext cx="5" cy="8"/>
              </a:xfrm>
              <a:custGeom>
                <a:avLst/>
                <a:gdLst>
                  <a:gd name="T0" fmla="*/ 0 w 5"/>
                  <a:gd name="T1" fmla="*/ 0 h 8"/>
                  <a:gd name="T2" fmla="*/ 1 w 5"/>
                  <a:gd name="T3" fmla="*/ 0 h 8"/>
                  <a:gd name="T4" fmla="*/ 3 w 5"/>
                  <a:gd name="T5" fmla="*/ 1 h 8"/>
                  <a:gd name="T6" fmla="*/ 3 w 5"/>
                  <a:gd name="T7" fmla="*/ 3 h 8"/>
                  <a:gd name="T8" fmla="*/ 5 w 5"/>
                  <a:gd name="T9" fmla="*/ 5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8" name="Freeform 845"/>
              <p:cNvSpPr>
                <a:spLocks/>
              </p:cNvSpPr>
              <p:nvPr userDrawn="1"/>
            </p:nvSpPr>
            <p:spPr bwMode="gray">
              <a:xfrm>
                <a:off x="2142" y="1686"/>
                <a:ext cx="7" cy="16"/>
              </a:xfrm>
              <a:custGeom>
                <a:avLst/>
                <a:gdLst>
                  <a:gd name="T0" fmla="*/ 2 w 7"/>
                  <a:gd name="T1" fmla="*/ 0 h 16"/>
                  <a:gd name="T2" fmla="*/ 0 w 7"/>
                  <a:gd name="T3" fmla="*/ 4 h 16"/>
                  <a:gd name="T4" fmla="*/ 0 w 7"/>
                  <a:gd name="T5" fmla="*/ 7 h 16"/>
                  <a:gd name="T6" fmla="*/ 2 w 7"/>
                  <a:gd name="T7" fmla="*/ 12 h 16"/>
                  <a:gd name="T8" fmla="*/ 4 w 7"/>
                  <a:gd name="T9" fmla="*/ 14 h 16"/>
                  <a:gd name="T10" fmla="*/ 7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39" name="Freeform 846"/>
              <p:cNvSpPr>
                <a:spLocks/>
              </p:cNvSpPr>
              <p:nvPr userDrawn="1"/>
            </p:nvSpPr>
            <p:spPr bwMode="gray">
              <a:xfrm>
                <a:off x="2142" y="1693"/>
                <a:ext cx="9" cy="5"/>
              </a:xfrm>
              <a:custGeom>
                <a:avLst/>
                <a:gdLst>
                  <a:gd name="T0" fmla="*/ 9 w 9"/>
                  <a:gd name="T1" fmla="*/ 5 h 5"/>
                  <a:gd name="T2" fmla="*/ 5 w 9"/>
                  <a:gd name="T3" fmla="*/ 5 h 5"/>
                  <a:gd name="T4" fmla="*/ 2 w 9"/>
                  <a:gd name="T5" fmla="*/ 5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0" name="Freeform 847"/>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1" name="Freeform 848"/>
              <p:cNvSpPr>
                <a:spLocks/>
              </p:cNvSpPr>
              <p:nvPr userDrawn="1"/>
            </p:nvSpPr>
            <p:spPr bwMode="gray">
              <a:xfrm>
                <a:off x="2784" y="1933"/>
                <a:ext cx="11" cy="8"/>
              </a:xfrm>
              <a:custGeom>
                <a:avLst/>
                <a:gdLst>
                  <a:gd name="T0" fmla="*/ 0 w 11"/>
                  <a:gd name="T1" fmla="*/ 8 h 8"/>
                  <a:gd name="T2" fmla="*/ 2 w 11"/>
                  <a:gd name="T3" fmla="*/ 8 h 8"/>
                  <a:gd name="T4" fmla="*/ 5 w 11"/>
                  <a:gd name="T5" fmla="*/ 7 h 8"/>
                  <a:gd name="T6" fmla="*/ 7 w 11"/>
                  <a:gd name="T7" fmla="*/ 5 h 8"/>
                  <a:gd name="T8" fmla="*/ 11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2" name="Freeform 849"/>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3" name="Freeform 850"/>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4" name="Freeform 851"/>
              <p:cNvSpPr>
                <a:spLocks/>
              </p:cNvSpPr>
              <p:nvPr userDrawn="1"/>
            </p:nvSpPr>
            <p:spPr bwMode="gray">
              <a:xfrm>
                <a:off x="2788" y="1683"/>
                <a:ext cx="1" cy="19"/>
              </a:xfrm>
              <a:custGeom>
                <a:avLst/>
                <a:gdLst>
                  <a:gd name="T0" fmla="*/ 1 w 1"/>
                  <a:gd name="T1" fmla="*/ 19 h 19"/>
                  <a:gd name="T2" fmla="*/ 1 w 1"/>
                  <a:gd name="T3" fmla="*/ 14 h 19"/>
                  <a:gd name="T4" fmla="*/ 1 w 1"/>
                  <a:gd name="T5" fmla="*/ 10 h 19"/>
                  <a:gd name="T6" fmla="*/ 0 w 1"/>
                  <a:gd name="T7" fmla="*/ 5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5" name="Freeform 852"/>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6" name="Freeform 853"/>
              <p:cNvSpPr>
                <a:spLocks/>
              </p:cNvSpPr>
              <p:nvPr userDrawn="1"/>
            </p:nvSpPr>
            <p:spPr bwMode="gray">
              <a:xfrm>
                <a:off x="2359" y="2013"/>
                <a:ext cx="7" cy="18"/>
              </a:xfrm>
              <a:custGeom>
                <a:avLst/>
                <a:gdLst>
                  <a:gd name="T0" fmla="*/ 2 w 7"/>
                  <a:gd name="T1" fmla="*/ 0 h 18"/>
                  <a:gd name="T2" fmla="*/ 0 w 7"/>
                  <a:gd name="T3" fmla="*/ 5 h 18"/>
                  <a:gd name="T4" fmla="*/ 0 w 7"/>
                  <a:gd name="T5" fmla="*/ 9 h 18"/>
                  <a:gd name="T6" fmla="*/ 2 w 7"/>
                  <a:gd name="T7" fmla="*/ 12 h 18"/>
                  <a:gd name="T8" fmla="*/ 4 w 7"/>
                  <a:gd name="T9" fmla="*/ 16 h 18"/>
                  <a:gd name="T10" fmla="*/ 7 w 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7" name="Freeform 854"/>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8" name="Freeform 855"/>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49" name="Freeform 856"/>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0" name="Freeform 857"/>
              <p:cNvSpPr>
                <a:spLocks/>
              </p:cNvSpPr>
              <p:nvPr userDrawn="1"/>
            </p:nvSpPr>
            <p:spPr bwMode="gray">
              <a:xfrm>
                <a:off x="2565" y="2101"/>
                <a:ext cx="2" cy="7"/>
              </a:xfrm>
              <a:custGeom>
                <a:avLst/>
                <a:gdLst>
                  <a:gd name="T0" fmla="*/ 0 w 2"/>
                  <a:gd name="T1" fmla="*/ 5 h 7"/>
                  <a:gd name="T2" fmla="*/ 2 w 2"/>
                  <a:gd name="T3" fmla="*/ 7 h 7"/>
                  <a:gd name="T4" fmla="*/ 2 w 2"/>
                  <a:gd name="T5" fmla="*/ 7 h 7"/>
                  <a:gd name="T6" fmla="*/ 2 w 2"/>
                  <a:gd name="T7" fmla="*/ 7 h 7"/>
                  <a:gd name="T8" fmla="*/ 2 w 2"/>
                  <a:gd name="T9" fmla="*/ 7 h 7"/>
                  <a:gd name="T10" fmla="*/ 2 w 2"/>
                  <a:gd name="T11" fmla="*/ 5 h 7"/>
                  <a:gd name="T12" fmla="*/ 2 w 2"/>
                  <a:gd name="T13" fmla="*/ 3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1" name="Freeform 858"/>
              <p:cNvSpPr>
                <a:spLocks/>
              </p:cNvSpPr>
              <p:nvPr userDrawn="1"/>
            </p:nvSpPr>
            <p:spPr bwMode="gray">
              <a:xfrm>
                <a:off x="2558" y="2102"/>
                <a:ext cx="18" cy="4"/>
              </a:xfrm>
              <a:custGeom>
                <a:avLst/>
                <a:gdLst>
                  <a:gd name="T0" fmla="*/ 18 w 18"/>
                  <a:gd name="T1" fmla="*/ 0 h 4"/>
                  <a:gd name="T2" fmla="*/ 14 w 18"/>
                  <a:gd name="T3" fmla="*/ 4 h 4"/>
                  <a:gd name="T4" fmla="*/ 9 w 18"/>
                  <a:gd name="T5" fmla="*/ 4 h 4"/>
                  <a:gd name="T6" fmla="*/ 4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2" name="Freeform 859"/>
              <p:cNvSpPr>
                <a:spLocks/>
              </p:cNvSpPr>
              <p:nvPr userDrawn="1"/>
            </p:nvSpPr>
            <p:spPr bwMode="gray">
              <a:xfrm>
                <a:off x="2558" y="1340"/>
                <a:ext cx="2" cy="19"/>
              </a:xfrm>
              <a:custGeom>
                <a:avLst/>
                <a:gdLst>
                  <a:gd name="T0" fmla="*/ 2 w 2"/>
                  <a:gd name="T1" fmla="*/ 19 h 19"/>
                  <a:gd name="T2" fmla="*/ 2 w 2"/>
                  <a:gd name="T3" fmla="*/ 14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3" name="Freeform 860"/>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4" name="Freeform 861"/>
              <p:cNvSpPr>
                <a:spLocks/>
              </p:cNvSpPr>
              <p:nvPr userDrawn="1"/>
            </p:nvSpPr>
            <p:spPr bwMode="gray">
              <a:xfrm>
                <a:off x="3610" y="1212"/>
                <a:ext cx="12" cy="11"/>
              </a:xfrm>
              <a:custGeom>
                <a:avLst/>
                <a:gdLst>
                  <a:gd name="T0" fmla="*/ 12 w 12"/>
                  <a:gd name="T1" fmla="*/ 11 h 11"/>
                  <a:gd name="T2" fmla="*/ 12 w 12"/>
                  <a:gd name="T3" fmla="*/ 7 h 11"/>
                  <a:gd name="T4" fmla="*/ 10 w 12"/>
                  <a:gd name="T5" fmla="*/ 4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5" name="Freeform 862"/>
              <p:cNvSpPr>
                <a:spLocks/>
              </p:cNvSpPr>
              <p:nvPr userDrawn="1"/>
            </p:nvSpPr>
            <p:spPr bwMode="gray">
              <a:xfrm>
                <a:off x="3617" y="1214"/>
                <a:ext cx="3" cy="7"/>
              </a:xfrm>
              <a:custGeom>
                <a:avLst/>
                <a:gdLst>
                  <a:gd name="T0" fmla="*/ 0 w 3"/>
                  <a:gd name="T1" fmla="*/ 0 h 7"/>
                  <a:gd name="T2" fmla="*/ 0 w 3"/>
                  <a:gd name="T3" fmla="*/ 0 h 7"/>
                  <a:gd name="T4" fmla="*/ 1 w 3"/>
                  <a:gd name="T5" fmla="*/ 2 h 7"/>
                  <a:gd name="T6" fmla="*/ 3 w 3"/>
                  <a:gd name="T7" fmla="*/ 2 h 7"/>
                  <a:gd name="T8" fmla="*/ 3 w 3"/>
                  <a:gd name="T9" fmla="*/ 5 h 7"/>
                  <a:gd name="T10" fmla="*/ 1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6" name="Freeform 863"/>
              <p:cNvSpPr>
                <a:spLocks/>
              </p:cNvSpPr>
              <p:nvPr userDrawn="1"/>
            </p:nvSpPr>
            <p:spPr bwMode="gray">
              <a:xfrm>
                <a:off x="3195" y="840"/>
                <a:ext cx="14" cy="7"/>
              </a:xfrm>
              <a:custGeom>
                <a:avLst/>
                <a:gdLst>
                  <a:gd name="T0" fmla="*/ 0 w 14"/>
                  <a:gd name="T1" fmla="*/ 0 h 7"/>
                  <a:gd name="T2" fmla="*/ 4 w 14"/>
                  <a:gd name="T3" fmla="*/ 0 h 7"/>
                  <a:gd name="T4" fmla="*/ 9 w 14"/>
                  <a:gd name="T5" fmla="*/ 1 h 7"/>
                  <a:gd name="T6" fmla="*/ 12 w 14"/>
                  <a:gd name="T7" fmla="*/ 5 h 7"/>
                  <a:gd name="T8" fmla="*/ 14 w 14"/>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7" name="Freeform 864"/>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8" name="Freeform 865"/>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59" name="Freeform 866"/>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0" name="Freeform 867"/>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1" name="Freeform 868"/>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2" name="Freeform 869"/>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463" name="Freeform 870"/>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sp>
          <p:nvSpPr>
            <p:cNvPr id="210" name="Freeform 871"/>
            <p:cNvSpPr>
              <a:spLocks/>
            </p:cNvSpPr>
            <p:nvPr userDrawn="1"/>
          </p:nvSpPr>
          <p:spPr bwMode="gray">
            <a:xfrm>
              <a:off x="3197" y="1660"/>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1" name="Freeform 872"/>
            <p:cNvSpPr>
              <a:spLocks/>
            </p:cNvSpPr>
            <p:nvPr userDrawn="1"/>
          </p:nvSpPr>
          <p:spPr bwMode="gray">
            <a:xfrm>
              <a:off x="3190" y="1670"/>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2" name="Freeform 873"/>
            <p:cNvSpPr>
              <a:spLocks/>
            </p:cNvSpPr>
            <p:nvPr userDrawn="1"/>
          </p:nvSpPr>
          <p:spPr bwMode="gray">
            <a:xfrm>
              <a:off x="3687" y="1380"/>
              <a:ext cx="3" cy="2"/>
            </a:xfrm>
            <a:custGeom>
              <a:avLst/>
              <a:gdLst>
                <a:gd name="T0" fmla="*/ 0 w 3"/>
                <a:gd name="T1" fmla="*/ 2 h 2"/>
                <a:gd name="T2" fmla="*/ 1 w 3"/>
                <a:gd name="T3" fmla="*/ 0 h 2"/>
                <a:gd name="T4" fmla="*/ 3 w 3"/>
                <a:gd name="T5" fmla="*/ 0 h 2"/>
                <a:gd name="T6" fmla="*/ 3 w 3"/>
                <a:gd name="T7" fmla="*/ 0 h 2"/>
                <a:gd name="T8" fmla="*/ 3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3" name="Freeform 874"/>
            <p:cNvSpPr>
              <a:spLocks/>
            </p:cNvSpPr>
            <p:nvPr userDrawn="1"/>
          </p:nvSpPr>
          <p:spPr bwMode="gray">
            <a:xfrm>
              <a:off x="3681" y="1375"/>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4" name="Freeform 875"/>
            <p:cNvSpPr>
              <a:spLocks/>
            </p:cNvSpPr>
            <p:nvPr userDrawn="1"/>
          </p:nvSpPr>
          <p:spPr bwMode="gray">
            <a:xfrm>
              <a:off x="3349" y="2055"/>
              <a:ext cx="16" cy="7"/>
            </a:xfrm>
            <a:custGeom>
              <a:avLst/>
              <a:gdLst>
                <a:gd name="T0" fmla="*/ 0 w 16"/>
                <a:gd name="T1" fmla="*/ 0 h 7"/>
                <a:gd name="T2" fmla="*/ 2 w 16"/>
                <a:gd name="T3" fmla="*/ 4 h 7"/>
                <a:gd name="T4" fmla="*/ 5 w 16"/>
                <a:gd name="T5" fmla="*/ 5 h 7"/>
                <a:gd name="T6" fmla="*/ 10 w 16"/>
                <a:gd name="T7" fmla="*/ 7 h 7"/>
                <a:gd name="T8" fmla="*/ 12 w 16"/>
                <a:gd name="T9" fmla="*/ 7 h 7"/>
                <a:gd name="T10" fmla="*/ 16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5" name="Freeform 876"/>
            <p:cNvSpPr>
              <a:spLocks/>
            </p:cNvSpPr>
            <p:nvPr userDrawn="1"/>
          </p:nvSpPr>
          <p:spPr bwMode="gray">
            <a:xfrm>
              <a:off x="3352" y="2055"/>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6" name="Freeform 877"/>
            <p:cNvSpPr>
              <a:spLocks/>
            </p:cNvSpPr>
            <p:nvPr userDrawn="1"/>
          </p:nvSpPr>
          <p:spPr bwMode="gray">
            <a:xfrm>
              <a:off x="3366" y="1305"/>
              <a:ext cx="18" cy="12"/>
            </a:xfrm>
            <a:custGeom>
              <a:avLst/>
              <a:gdLst>
                <a:gd name="T0" fmla="*/ 0 w 18"/>
                <a:gd name="T1" fmla="*/ 12 h 12"/>
                <a:gd name="T2" fmla="*/ 9 w 18"/>
                <a:gd name="T3" fmla="*/ 5 h 12"/>
                <a:gd name="T4" fmla="*/ 18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7" name="Freeform 878"/>
            <p:cNvSpPr>
              <a:spLocks/>
            </p:cNvSpPr>
            <p:nvPr userDrawn="1"/>
          </p:nvSpPr>
          <p:spPr bwMode="gray">
            <a:xfrm>
              <a:off x="3372" y="1303"/>
              <a:ext cx="10" cy="14"/>
            </a:xfrm>
            <a:custGeom>
              <a:avLst/>
              <a:gdLst>
                <a:gd name="T0" fmla="*/ 10 w 10"/>
                <a:gd name="T1" fmla="*/ 14 h 14"/>
                <a:gd name="T2" fmla="*/ 7 w 10"/>
                <a:gd name="T3" fmla="*/ 11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8" name="Freeform 879"/>
            <p:cNvSpPr>
              <a:spLocks/>
            </p:cNvSpPr>
            <p:nvPr userDrawn="1"/>
          </p:nvSpPr>
          <p:spPr bwMode="gray">
            <a:xfrm>
              <a:off x="3503" y="1954"/>
              <a:ext cx="14" cy="14"/>
            </a:xfrm>
            <a:custGeom>
              <a:avLst/>
              <a:gdLst>
                <a:gd name="T0" fmla="*/ 0 w 14"/>
                <a:gd name="T1" fmla="*/ 14 h 14"/>
                <a:gd name="T2" fmla="*/ 5 w 14"/>
                <a:gd name="T3" fmla="*/ 12 h 14"/>
                <a:gd name="T4" fmla="*/ 10 w 14"/>
                <a:gd name="T5" fmla="*/ 10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19" name="Freeform 880"/>
            <p:cNvSpPr>
              <a:spLocks/>
            </p:cNvSpPr>
            <p:nvPr userDrawn="1"/>
          </p:nvSpPr>
          <p:spPr bwMode="gray">
            <a:xfrm>
              <a:off x="3510" y="1955"/>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0" name="Freeform 881"/>
            <p:cNvSpPr>
              <a:spLocks/>
            </p:cNvSpPr>
            <p:nvPr userDrawn="1"/>
          </p:nvSpPr>
          <p:spPr bwMode="gray">
            <a:xfrm>
              <a:off x="2284" y="950"/>
              <a:ext cx="5" cy="16"/>
            </a:xfrm>
            <a:custGeom>
              <a:avLst/>
              <a:gdLst>
                <a:gd name="T0" fmla="*/ 3 w 5"/>
                <a:gd name="T1" fmla="*/ 16 h 16"/>
                <a:gd name="T2" fmla="*/ 2 w 5"/>
                <a:gd name="T3" fmla="*/ 12 h 16"/>
                <a:gd name="T4" fmla="*/ 0 w 5"/>
                <a:gd name="T5" fmla="*/ 9 h 16"/>
                <a:gd name="T6" fmla="*/ 2 w 5"/>
                <a:gd name="T7" fmla="*/ 3 h 16"/>
                <a:gd name="T8" fmla="*/ 2 w 5"/>
                <a:gd name="T9" fmla="*/ 2 h 16"/>
                <a:gd name="T10" fmla="*/ 5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1" name="Freeform 882"/>
            <p:cNvSpPr>
              <a:spLocks/>
            </p:cNvSpPr>
            <p:nvPr userDrawn="1"/>
          </p:nvSpPr>
          <p:spPr bwMode="gray">
            <a:xfrm>
              <a:off x="2284" y="952"/>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2" name="Freeform 883"/>
            <p:cNvSpPr>
              <a:spLocks/>
            </p:cNvSpPr>
            <p:nvPr userDrawn="1"/>
          </p:nvSpPr>
          <p:spPr bwMode="gray">
            <a:xfrm>
              <a:off x="2452" y="873"/>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3" name="Freeform 884"/>
            <p:cNvSpPr>
              <a:spLocks/>
            </p:cNvSpPr>
            <p:nvPr userDrawn="1"/>
          </p:nvSpPr>
          <p:spPr bwMode="gray">
            <a:xfrm>
              <a:off x="2443" y="875"/>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4" name="Freeform 885"/>
            <p:cNvSpPr>
              <a:spLocks/>
            </p:cNvSpPr>
            <p:nvPr userDrawn="1"/>
          </p:nvSpPr>
          <p:spPr bwMode="gray">
            <a:xfrm>
              <a:off x="3123" y="2213"/>
              <a:ext cx="18" cy="8"/>
            </a:xfrm>
            <a:custGeom>
              <a:avLst/>
              <a:gdLst>
                <a:gd name="T0" fmla="*/ 0 w 18"/>
                <a:gd name="T1" fmla="*/ 7 h 8"/>
                <a:gd name="T2" fmla="*/ 6 w 18"/>
                <a:gd name="T3" fmla="*/ 8 h 8"/>
                <a:gd name="T4" fmla="*/ 11 w 18"/>
                <a:gd name="T5" fmla="*/ 7 h 8"/>
                <a:gd name="T6" fmla="*/ 14 w 18"/>
                <a:gd name="T7" fmla="*/ 3 h 8"/>
                <a:gd name="T8" fmla="*/ 18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5" name="Freeform 886"/>
            <p:cNvSpPr>
              <a:spLocks/>
            </p:cNvSpPr>
            <p:nvPr userDrawn="1"/>
          </p:nvSpPr>
          <p:spPr bwMode="gray">
            <a:xfrm>
              <a:off x="3127" y="2214"/>
              <a:ext cx="7" cy="7"/>
            </a:xfrm>
            <a:custGeom>
              <a:avLst/>
              <a:gdLst>
                <a:gd name="T0" fmla="*/ 7 w 7"/>
                <a:gd name="T1" fmla="*/ 6 h 7"/>
                <a:gd name="T2" fmla="*/ 5 w 7"/>
                <a:gd name="T3" fmla="*/ 7 h 7"/>
                <a:gd name="T4" fmla="*/ 3 w 7"/>
                <a:gd name="T5" fmla="*/ 6 h 7"/>
                <a:gd name="T6" fmla="*/ 2 w 7"/>
                <a:gd name="T7" fmla="*/ 4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6" name="Freeform 887"/>
            <p:cNvSpPr>
              <a:spLocks/>
            </p:cNvSpPr>
            <p:nvPr userDrawn="1"/>
          </p:nvSpPr>
          <p:spPr bwMode="gray">
            <a:xfrm>
              <a:off x="3283" y="2108"/>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7" name="Freeform 888"/>
            <p:cNvSpPr>
              <a:spLocks/>
            </p:cNvSpPr>
            <p:nvPr userDrawn="1"/>
          </p:nvSpPr>
          <p:spPr bwMode="gray">
            <a:xfrm>
              <a:off x="3279" y="2115"/>
              <a:ext cx="11" cy="7"/>
            </a:xfrm>
            <a:custGeom>
              <a:avLst/>
              <a:gdLst>
                <a:gd name="T0" fmla="*/ 0 w 11"/>
                <a:gd name="T1" fmla="*/ 7 h 7"/>
                <a:gd name="T2" fmla="*/ 4 w 11"/>
                <a:gd name="T3" fmla="*/ 7 h 7"/>
                <a:gd name="T4" fmla="*/ 7 w 11"/>
                <a:gd name="T5" fmla="*/ 5 h 7"/>
                <a:gd name="T6" fmla="*/ 9 w 11"/>
                <a:gd name="T7" fmla="*/ 3 h 7"/>
                <a:gd name="T8" fmla="*/ 11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8" name="Freeform 889"/>
            <p:cNvSpPr>
              <a:spLocks/>
            </p:cNvSpPr>
            <p:nvPr userDrawn="1"/>
          </p:nvSpPr>
          <p:spPr bwMode="gray">
            <a:xfrm>
              <a:off x="2541" y="2150"/>
              <a:ext cx="5"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5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29" name="Freeform 890"/>
            <p:cNvSpPr>
              <a:spLocks/>
            </p:cNvSpPr>
            <p:nvPr userDrawn="1"/>
          </p:nvSpPr>
          <p:spPr bwMode="gray">
            <a:xfrm>
              <a:off x="2539" y="2157"/>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0" name="Freeform 891"/>
            <p:cNvSpPr>
              <a:spLocks/>
            </p:cNvSpPr>
            <p:nvPr userDrawn="1"/>
          </p:nvSpPr>
          <p:spPr bwMode="gray">
            <a:xfrm>
              <a:off x="2744" y="2237"/>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1" name="Freeform 892"/>
            <p:cNvSpPr>
              <a:spLocks/>
            </p:cNvSpPr>
            <p:nvPr userDrawn="1"/>
          </p:nvSpPr>
          <p:spPr bwMode="gray">
            <a:xfrm>
              <a:off x="2735" y="2239"/>
              <a:ext cx="18" cy="3"/>
            </a:xfrm>
            <a:custGeom>
              <a:avLst/>
              <a:gdLst>
                <a:gd name="T0" fmla="*/ 18 w 18"/>
                <a:gd name="T1" fmla="*/ 0 h 3"/>
                <a:gd name="T2" fmla="*/ 14 w 18"/>
                <a:gd name="T3" fmla="*/ 3 h 3"/>
                <a:gd name="T4" fmla="*/ 11 w 18"/>
                <a:gd name="T5" fmla="*/ 3 h 3"/>
                <a:gd name="T6" fmla="*/ 5 w 18"/>
                <a:gd name="T7" fmla="*/ 3 h 3"/>
                <a:gd name="T8" fmla="*/ 0 w 18"/>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2" name="Freeform 893"/>
            <p:cNvSpPr>
              <a:spLocks/>
            </p:cNvSpPr>
            <p:nvPr userDrawn="1"/>
          </p:nvSpPr>
          <p:spPr bwMode="gray">
            <a:xfrm>
              <a:off x="2527" y="922"/>
              <a:ext cx="5" cy="3"/>
            </a:xfrm>
            <a:custGeom>
              <a:avLst/>
              <a:gdLst>
                <a:gd name="T0" fmla="*/ 2 w 5"/>
                <a:gd name="T1" fmla="*/ 3 h 3"/>
                <a:gd name="T2" fmla="*/ 0 w 5"/>
                <a:gd name="T3" fmla="*/ 2 h 3"/>
                <a:gd name="T4" fmla="*/ 0 w 5"/>
                <a:gd name="T5" fmla="*/ 2 h 3"/>
                <a:gd name="T6" fmla="*/ 0 w 5"/>
                <a:gd name="T7" fmla="*/ 0 h 3"/>
                <a:gd name="T8" fmla="*/ 0 w 5"/>
                <a:gd name="T9" fmla="*/ 0 h 3"/>
                <a:gd name="T10" fmla="*/ 3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3" name="Freeform 894"/>
            <p:cNvSpPr>
              <a:spLocks/>
            </p:cNvSpPr>
            <p:nvPr userDrawn="1"/>
          </p:nvSpPr>
          <p:spPr bwMode="gray">
            <a:xfrm>
              <a:off x="2525" y="915"/>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4" name="Freeform 895"/>
            <p:cNvSpPr>
              <a:spLocks/>
            </p:cNvSpPr>
            <p:nvPr userDrawn="1"/>
          </p:nvSpPr>
          <p:spPr bwMode="gray">
            <a:xfrm>
              <a:off x="3041" y="670"/>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5" name="Freeform 896"/>
            <p:cNvSpPr>
              <a:spLocks/>
            </p:cNvSpPr>
            <p:nvPr userDrawn="1"/>
          </p:nvSpPr>
          <p:spPr bwMode="gray">
            <a:xfrm>
              <a:off x="3034" y="672"/>
              <a:ext cx="16" cy="3"/>
            </a:xfrm>
            <a:custGeom>
              <a:avLst/>
              <a:gdLst>
                <a:gd name="T0" fmla="*/ 0 w 16"/>
                <a:gd name="T1" fmla="*/ 3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6" name="Freeform 897"/>
            <p:cNvSpPr>
              <a:spLocks/>
            </p:cNvSpPr>
            <p:nvPr userDrawn="1"/>
          </p:nvSpPr>
          <p:spPr bwMode="gray">
            <a:xfrm>
              <a:off x="2740" y="980"/>
              <a:ext cx="2" cy="19"/>
            </a:xfrm>
            <a:custGeom>
              <a:avLst/>
              <a:gdLst>
                <a:gd name="T0" fmla="*/ 2 w 2"/>
                <a:gd name="T1" fmla="*/ 19 h 19"/>
                <a:gd name="T2" fmla="*/ 2 w 2"/>
                <a:gd name="T3" fmla="*/ 15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7" name="Freeform 898"/>
            <p:cNvSpPr>
              <a:spLocks/>
            </p:cNvSpPr>
            <p:nvPr userDrawn="1"/>
          </p:nvSpPr>
          <p:spPr bwMode="gray">
            <a:xfrm>
              <a:off x="2732" y="990"/>
              <a:ext cx="19" cy="2"/>
            </a:xfrm>
            <a:custGeom>
              <a:avLst/>
              <a:gdLst>
                <a:gd name="T0" fmla="*/ 19 w 19"/>
                <a:gd name="T1" fmla="*/ 0 h 2"/>
                <a:gd name="T2" fmla="*/ 14 w 19"/>
                <a:gd name="T3" fmla="*/ 0 h 2"/>
                <a:gd name="T4" fmla="*/ 10 w 19"/>
                <a:gd name="T5" fmla="*/ 0 h 2"/>
                <a:gd name="T6" fmla="*/ 5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8" name="Freeform 899"/>
            <p:cNvSpPr>
              <a:spLocks/>
            </p:cNvSpPr>
            <p:nvPr userDrawn="1"/>
          </p:nvSpPr>
          <p:spPr bwMode="gray">
            <a:xfrm>
              <a:off x="3249" y="733"/>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39" name="Freeform 900"/>
            <p:cNvSpPr>
              <a:spLocks/>
            </p:cNvSpPr>
            <p:nvPr userDrawn="1"/>
          </p:nvSpPr>
          <p:spPr bwMode="gray">
            <a:xfrm>
              <a:off x="3244" y="728"/>
              <a:ext cx="11" cy="15"/>
            </a:xfrm>
            <a:custGeom>
              <a:avLst/>
              <a:gdLst>
                <a:gd name="T0" fmla="*/ 11 w 11"/>
                <a:gd name="T1" fmla="*/ 15 h 15"/>
                <a:gd name="T2" fmla="*/ 11 w 11"/>
                <a:gd name="T3" fmla="*/ 10 h 15"/>
                <a:gd name="T4" fmla="*/ 7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0" name="Freeform 901"/>
            <p:cNvSpPr>
              <a:spLocks/>
            </p:cNvSpPr>
            <p:nvPr userDrawn="1"/>
          </p:nvSpPr>
          <p:spPr bwMode="gray">
            <a:xfrm>
              <a:off x="2490" y="763"/>
              <a:ext cx="4" cy="15"/>
            </a:xfrm>
            <a:custGeom>
              <a:avLst/>
              <a:gdLst>
                <a:gd name="T0" fmla="*/ 4 w 4"/>
                <a:gd name="T1" fmla="*/ 15 h 15"/>
                <a:gd name="T2" fmla="*/ 0 w 4"/>
                <a:gd name="T3" fmla="*/ 12 h 15"/>
                <a:gd name="T4" fmla="*/ 0 w 4"/>
                <a:gd name="T5" fmla="*/ 8 h 15"/>
                <a:gd name="T6" fmla="*/ 0 w 4"/>
                <a:gd name="T7" fmla="*/ 5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1" name="Freeform 902"/>
            <p:cNvSpPr>
              <a:spLocks/>
            </p:cNvSpPr>
            <p:nvPr userDrawn="1"/>
          </p:nvSpPr>
          <p:spPr bwMode="gray">
            <a:xfrm>
              <a:off x="2489" y="764"/>
              <a:ext cx="8" cy="9"/>
            </a:xfrm>
            <a:custGeom>
              <a:avLst/>
              <a:gdLst>
                <a:gd name="T0" fmla="*/ 8 w 8"/>
                <a:gd name="T1" fmla="*/ 0 h 9"/>
                <a:gd name="T2" fmla="*/ 5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2" name="Freeform 903"/>
            <p:cNvSpPr>
              <a:spLocks/>
            </p:cNvSpPr>
            <p:nvPr userDrawn="1"/>
          </p:nvSpPr>
          <p:spPr bwMode="gray">
            <a:xfrm>
              <a:off x="3146" y="960"/>
              <a:ext cx="2" cy="20"/>
            </a:xfrm>
            <a:custGeom>
              <a:avLst/>
              <a:gdLst>
                <a:gd name="T0" fmla="*/ 2 w 2"/>
                <a:gd name="T1" fmla="*/ 20 h 20"/>
                <a:gd name="T2" fmla="*/ 2 w 2"/>
                <a:gd name="T3" fmla="*/ 16 h 20"/>
                <a:gd name="T4" fmla="*/ 2 w 2"/>
                <a:gd name="T5" fmla="*/ 11 h 20"/>
                <a:gd name="T6" fmla="*/ 2 w 2"/>
                <a:gd name="T7" fmla="*/ 6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3" name="Freeform 904"/>
            <p:cNvSpPr>
              <a:spLocks/>
            </p:cNvSpPr>
            <p:nvPr userDrawn="1"/>
          </p:nvSpPr>
          <p:spPr bwMode="gray">
            <a:xfrm>
              <a:off x="3139" y="971"/>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4" name="Freeform 905"/>
            <p:cNvSpPr>
              <a:spLocks/>
            </p:cNvSpPr>
            <p:nvPr userDrawn="1"/>
          </p:nvSpPr>
          <p:spPr bwMode="gray">
            <a:xfrm>
              <a:off x="2651" y="687"/>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5" name="Freeform 906"/>
            <p:cNvSpPr>
              <a:spLocks/>
            </p:cNvSpPr>
            <p:nvPr userDrawn="1"/>
          </p:nvSpPr>
          <p:spPr bwMode="gray">
            <a:xfrm>
              <a:off x="2653" y="687"/>
              <a:ext cx="10" cy="9"/>
            </a:xfrm>
            <a:custGeom>
              <a:avLst/>
              <a:gdLst>
                <a:gd name="T0" fmla="*/ 10 w 10"/>
                <a:gd name="T1" fmla="*/ 0 h 9"/>
                <a:gd name="T2" fmla="*/ 7 w 10"/>
                <a:gd name="T3" fmla="*/ 0 h 9"/>
                <a:gd name="T4" fmla="*/ 5 w 10"/>
                <a:gd name="T5" fmla="*/ 2 h 9"/>
                <a:gd name="T6" fmla="*/ 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6" name="Freeform 907"/>
            <p:cNvSpPr>
              <a:spLocks/>
            </p:cNvSpPr>
            <p:nvPr userDrawn="1"/>
          </p:nvSpPr>
          <p:spPr bwMode="gray">
            <a:xfrm>
              <a:off x="3300" y="882"/>
              <a:ext cx="14" cy="12"/>
            </a:xfrm>
            <a:custGeom>
              <a:avLst/>
              <a:gdLst>
                <a:gd name="T0" fmla="*/ 14 w 14"/>
                <a:gd name="T1" fmla="*/ 12 h 12"/>
                <a:gd name="T2" fmla="*/ 14 w 14"/>
                <a:gd name="T3" fmla="*/ 7 h 12"/>
                <a:gd name="T4" fmla="*/ 12 w 14"/>
                <a:gd name="T5" fmla="*/ 3 h 12"/>
                <a:gd name="T6" fmla="*/ 9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7" name="Freeform 908"/>
            <p:cNvSpPr>
              <a:spLocks/>
            </p:cNvSpPr>
            <p:nvPr userDrawn="1"/>
          </p:nvSpPr>
          <p:spPr bwMode="gray">
            <a:xfrm>
              <a:off x="3307" y="885"/>
              <a:ext cx="5" cy="7"/>
            </a:xfrm>
            <a:custGeom>
              <a:avLst/>
              <a:gdLst>
                <a:gd name="T0" fmla="*/ 0 w 5"/>
                <a:gd name="T1" fmla="*/ 0 h 7"/>
                <a:gd name="T2" fmla="*/ 3 w 5"/>
                <a:gd name="T3" fmla="*/ 0 h 7"/>
                <a:gd name="T4" fmla="*/ 5 w 5"/>
                <a:gd name="T5" fmla="*/ 2 h 7"/>
                <a:gd name="T6" fmla="*/ 5 w 5"/>
                <a:gd name="T7" fmla="*/ 4 h 7"/>
                <a:gd name="T8" fmla="*/ 3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8" name="Freeform 909"/>
            <p:cNvSpPr>
              <a:spLocks/>
            </p:cNvSpPr>
            <p:nvPr userDrawn="1"/>
          </p:nvSpPr>
          <p:spPr bwMode="gray">
            <a:xfrm>
              <a:off x="2118" y="1513"/>
              <a:ext cx="5" cy="16"/>
            </a:xfrm>
            <a:custGeom>
              <a:avLst/>
              <a:gdLst>
                <a:gd name="T0" fmla="*/ 1 w 5"/>
                <a:gd name="T1" fmla="*/ 0 h 16"/>
                <a:gd name="T2" fmla="*/ 0 w 5"/>
                <a:gd name="T3" fmla="*/ 3 h 16"/>
                <a:gd name="T4" fmla="*/ 0 w 5"/>
                <a:gd name="T5" fmla="*/ 7 h 16"/>
                <a:gd name="T6" fmla="*/ 1 w 5"/>
                <a:gd name="T7" fmla="*/ 12 h 16"/>
                <a:gd name="T8" fmla="*/ 3 w 5"/>
                <a:gd name="T9" fmla="*/ 14 h 16"/>
                <a:gd name="T10" fmla="*/ 5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49" name="Freeform 910"/>
            <p:cNvSpPr>
              <a:spLocks/>
            </p:cNvSpPr>
            <p:nvPr userDrawn="1"/>
          </p:nvSpPr>
          <p:spPr bwMode="gray">
            <a:xfrm>
              <a:off x="2118" y="1520"/>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0" name="Freeform 911"/>
            <p:cNvSpPr>
              <a:spLocks/>
            </p:cNvSpPr>
            <p:nvPr userDrawn="1"/>
          </p:nvSpPr>
          <p:spPr bwMode="gray">
            <a:xfrm>
              <a:off x="2111" y="1284"/>
              <a:ext cx="12" cy="14"/>
            </a:xfrm>
            <a:custGeom>
              <a:avLst/>
              <a:gdLst>
                <a:gd name="T0" fmla="*/ 0 w 12"/>
                <a:gd name="T1" fmla="*/ 14 h 14"/>
                <a:gd name="T2" fmla="*/ 0 w 12"/>
                <a:gd name="T3" fmla="*/ 9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1" name="Freeform 912"/>
            <p:cNvSpPr>
              <a:spLocks/>
            </p:cNvSpPr>
            <p:nvPr userDrawn="1"/>
          </p:nvSpPr>
          <p:spPr bwMode="gray">
            <a:xfrm>
              <a:off x="2112" y="1287"/>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2" name="Line 913"/>
            <p:cNvSpPr>
              <a:spLocks noChangeShapeType="1"/>
            </p:cNvSpPr>
            <p:nvPr userDrawn="1"/>
          </p:nvSpPr>
          <p:spPr bwMode="gray">
            <a:xfrm flipH="1" flipV="1">
              <a:off x="3314" y="93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3" name="Line 914"/>
            <p:cNvSpPr>
              <a:spLocks noChangeShapeType="1"/>
            </p:cNvSpPr>
            <p:nvPr userDrawn="1"/>
          </p:nvSpPr>
          <p:spPr bwMode="gray">
            <a:xfrm flipV="1">
              <a:off x="3248" y="1887"/>
              <a:ext cx="1"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4" name="Freeform 915"/>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5" name="Line 916"/>
            <p:cNvSpPr>
              <a:spLocks noChangeShapeType="1"/>
            </p:cNvSpPr>
            <p:nvPr userDrawn="1"/>
          </p:nvSpPr>
          <p:spPr bwMode="gray">
            <a:xfrm flipV="1">
              <a:off x="3141" y="1901"/>
              <a:ext cx="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6" name="Line 917"/>
            <p:cNvSpPr>
              <a:spLocks noChangeShapeType="1"/>
            </p:cNvSpPr>
            <p:nvPr userDrawn="1"/>
          </p:nvSpPr>
          <p:spPr bwMode="gray">
            <a:xfrm flipV="1">
              <a:off x="3146" y="1903"/>
              <a:ext cx="2"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7" name="Line 918"/>
            <p:cNvSpPr>
              <a:spLocks noChangeShapeType="1"/>
            </p:cNvSpPr>
            <p:nvPr userDrawn="1"/>
          </p:nvSpPr>
          <p:spPr bwMode="gray">
            <a:xfrm>
              <a:off x="3144" y="1903"/>
              <a:ext cx="1"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8" name="Freeform 919"/>
            <p:cNvSpPr>
              <a:spLocks/>
            </p:cNvSpPr>
            <p:nvPr userDrawn="1"/>
          </p:nvSpPr>
          <p:spPr bwMode="gray">
            <a:xfrm>
              <a:off x="3141" y="1971"/>
              <a:ext cx="5" cy="9"/>
            </a:xfrm>
            <a:custGeom>
              <a:avLst/>
              <a:gdLst>
                <a:gd name="T0" fmla="*/ 5 w 5"/>
                <a:gd name="T1" fmla="*/ 9 h 9"/>
                <a:gd name="T2" fmla="*/ 2 w 5"/>
                <a:gd name="T3" fmla="*/ 7 h 9"/>
                <a:gd name="T4" fmla="*/ 0 w 5"/>
                <a:gd name="T5" fmla="*/ 5 h 9"/>
                <a:gd name="T6" fmla="*/ 0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59" name="Freeform 920"/>
            <p:cNvSpPr>
              <a:spLocks/>
            </p:cNvSpPr>
            <p:nvPr userDrawn="1"/>
          </p:nvSpPr>
          <p:spPr bwMode="gray">
            <a:xfrm>
              <a:off x="3143" y="1985"/>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0" name="Freeform 921"/>
            <p:cNvSpPr>
              <a:spLocks/>
            </p:cNvSpPr>
            <p:nvPr userDrawn="1"/>
          </p:nvSpPr>
          <p:spPr bwMode="gray">
            <a:xfrm>
              <a:off x="3132" y="1971"/>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1" name="Freeform 922"/>
            <p:cNvSpPr>
              <a:spLocks/>
            </p:cNvSpPr>
            <p:nvPr userDrawn="1"/>
          </p:nvSpPr>
          <p:spPr bwMode="gray">
            <a:xfrm>
              <a:off x="3123" y="1978"/>
              <a:ext cx="9" cy="18"/>
            </a:xfrm>
            <a:custGeom>
              <a:avLst/>
              <a:gdLst>
                <a:gd name="T0" fmla="*/ 0 w 9"/>
                <a:gd name="T1" fmla="*/ 18 h 18"/>
                <a:gd name="T2" fmla="*/ 2 w 9"/>
                <a:gd name="T3" fmla="*/ 14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2" name="Freeform 923"/>
            <p:cNvSpPr>
              <a:spLocks/>
            </p:cNvSpPr>
            <p:nvPr userDrawn="1"/>
          </p:nvSpPr>
          <p:spPr bwMode="gray">
            <a:xfrm>
              <a:off x="3123" y="1996"/>
              <a:ext cx="20" cy="1"/>
            </a:xfrm>
            <a:custGeom>
              <a:avLst/>
              <a:gdLst>
                <a:gd name="T0" fmla="*/ 0 w 20"/>
                <a:gd name="T1" fmla="*/ 0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263" name="Line 924"/>
            <p:cNvSpPr>
              <a:spLocks noChangeShapeType="1"/>
            </p:cNvSpPr>
            <p:nvPr userDrawn="1"/>
          </p:nvSpPr>
          <p:spPr bwMode="gray">
            <a:xfrm>
              <a:off x="2837" y="1216"/>
              <a:ext cx="314" cy="10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grpSp>
        <p:nvGrpSpPr>
          <p:cNvPr id="864" name="Group 925"/>
          <p:cNvGrpSpPr>
            <a:grpSpLocks/>
          </p:cNvGrpSpPr>
          <p:nvPr userDrawn="1"/>
        </p:nvGrpSpPr>
        <p:grpSpPr bwMode="auto">
          <a:xfrm>
            <a:off x="5867400" y="3789363"/>
            <a:ext cx="2798763" cy="2786062"/>
            <a:chOff x="4059" y="2614"/>
            <a:chExt cx="1581" cy="1574"/>
          </a:xfrm>
        </p:grpSpPr>
        <p:sp>
          <p:nvSpPr>
            <p:cNvPr id="865" name="Line 926"/>
            <p:cNvSpPr>
              <a:spLocks noChangeShapeType="1"/>
            </p:cNvSpPr>
            <p:nvPr userDrawn="1"/>
          </p:nvSpPr>
          <p:spPr bwMode="gray">
            <a:xfrm flipH="1">
              <a:off x="5040" y="3476"/>
              <a:ext cx="156"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6" name="Line 927"/>
            <p:cNvSpPr>
              <a:spLocks noChangeShapeType="1"/>
            </p:cNvSpPr>
            <p:nvPr userDrawn="1"/>
          </p:nvSpPr>
          <p:spPr bwMode="gray">
            <a:xfrm flipH="1" flipV="1">
              <a:off x="5049" y="3467"/>
              <a:ext cx="206"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7" name="Line 928"/>
            <p:cNvSpPr>
              <a:spLocks noChangeShapeType="1"/>
            </p:cNvSpPr>
            <p:nvPr userDrawn="1"/>
          </p:nvSpPr>
          <p:spPr bwMode="gray">
            <a:xfrm flipV="1">
              <a:off x="5029" y="358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8" name="Line 929"/>
            <p:cNvSpPr>
              <a:spLocks noChangeShapeType="1"/>
            </p:cNvSpPr>
            <p:nvPr userDrawn="1"/>
          </p:nvSpPr>
          <p:spPr bwMode="gray">
            <a:xfrm flipV="1">
              <a:off x="5397" y="3462"/>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69" name="Line 930"/>
            <p:cNvSpPr>
              <a:spLocks noChangeShapeType="1"/>
            </p:cNvSpPr>
            <p:nvPr userDrawn="1"/>
          </p:nvSpPr>
          <p:spPr bwMode="gray">
            <a:xfrm flipH="1">
              <a:off x="5404" y="3217"/>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0" name="Line 931"/>
            <p:cNvSpPr>
              <a:spLocks noChangeShapeType="1"/>
            </p:cNvSpPr>
            <p:nvPr userDrawn="1"/>
          </p:nvSpPr>
          <p:spPr bwMode="gray">
            <a:xfrm flipV="1">
              <a:off x="4938" y="2878"/>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1" name="Freeform 932"/>
            <p:cNvSpPr>
              <a:spLocks/>
            </p:cNvSpPr>
            <p:nvPr userDrawn="1"/>
          </p:nvSpPr>
          <p:spPr bwMode="gray">
            <a:xfrm>
              <a:off x="5031" y="3567"/>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2" name="Line 933"/>
            <p:cNvSpPr>
              <a:spLocks noChangeShapeType="1"/>
            </p:cNvSpPr>
            <p:nvPr userDrawn="1"/>
          </p:nvSpPr>
          <p:spPr bwMode="gray">
            <a:xfrm>
              <a:off x="4931" y="3539"/>
              <a:ext cx="20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3" name="Line 934"/>
            <p:cNvSpPr>
              <a:spLocks noChangeShapeType="1"/>
            </p:cNvSpPr>
            <p:nvPr userDrawn="1"/>
          </p:nvSpPr>
          <p:spPr bwMode="gray">
            <a:xfrm>
              <a:off x="4937" y="3532"/>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4" name="Line 935"/>
            <p:cNvSpPr>
              <a:spLocks noChangeShapeType="1"/>
            </p:cNvSpPr>
            <p:nvPr userDrawn="1"/>
          </p:nvSpPr>
          <p:spPr bwMode="gray">
            <a:xfrm flipH="1" flipV="1">
              <a:off x="4928" y="3550"/>
              <a:ext cx="208"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5" name="Line 936"/>
            <p:cNvSpPr>
              <a:spLocks noChangeShapeType="1"/>
            </p:cNvSpPr>
            <p:nvPr userDrawn="1"/>
          </p:nvSpPr>
          <p:spPr bwMode="gray">
            <a:xfrm>
              <a:off x="4905" y="3786"/>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6" name="Line 937"/>
            <p:cNvSpPr>
              <a:spLocks noChangeShapeType="1"/>
            </p:cNvSpPr>
            <p:nvPr userDrawn="1"/>
          </p:nvSpPr>
          <p:spPr bwMode="gray">
            <a:xfrm flipH="1" flipV="1">
              <a:off x="4179" y="3352"/>
              <a:ext cx="116"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7" name="Line 938"/>
            <p:cNvSpPr>
              <a:spLocks noChangeShapeType="1"/>
            </p:cNvSpPr>
            <p:nvPr userDrawn="1"/>
          </p:nvSpPr>
          <p:spPr bwMode="gray">
            <a:xfrm flipV="1">
              <a:off x="4232" y="3411"/>
              <a:ext cx="63" cy="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8" name="Line 939"/>
            <p:cNvSpPr>
              <a:spLocks noChangeShapeType="1"/>
            </p:cNvSpPr>
            <p:nvPr userDrawn="1"/>
          </p:nvSpPr>
          <p:spPr bwMode="gray">
            <a:xfrm flipH="1" flipV="1">
              <a:off x="4613" y="3508"/>
              <a:ext cx="203"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79" name="Line 940"/>
            <p:cNvSpPr>
              <a:spLocks noChangeShapeType="1"/>
            </p:cNvSpPr>
            <p:nvPr userDrawn="1"/>
          </p:nvSpPr>
          <p:spPr bwMode="gray">
            <a:xfrm flipV="1">
              <a:off x="4590" y="3483"/>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0" name="Line 941"/>
            <p:cNvSpPr>
              <a:spLocks noChangeShapeType="1"/>
            </p:cNvSpPr>
            <p:nvPr userDrawn="1"/>
          </p:nvSpPr>
          <p:spPr bwMode="gray">
            <a:xfrm flipV="1">
              <a:off x="4828" y="3597"/>
              <a:ext cx="1"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1" name="Line 942"/>
            <p:cNvSpPr>
              <a:spLocks noChangeShapeType="1"/>
            </p:cNvSpPr>
            <p:nvPr userDrawn="1"/>
          </p:nvSpPr>
          <p:spPr bwMode="gray">
            <a:xfrm flipV="1">
              <a:off x="4746" y="3665"/>
              <a:ext cx="161"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2" name="Line 943"/>
            <p:cNvSpPr>
              <a:spLocks noChangeShapeType="1"/>
            </p:cNvSpPr>
            <p:nvPr userDrawn="1"/>
          </p:nvSpPr>
          <p:spPr bwMode="gray">
            <a:xfrm>
              <a:off x="4681" y="3450"/>
              <a:ext cx="11"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3" name="Line 944"/>
            <p:cNvSpPr>
              <a:spLocks noChangeShapeType="1"/>
            </p:cNvSpPr>
            <p:nvPr userDrawn="1"/>
          </p:nvSpPr>
          <p:spPr bwMode="gray">
            <a:xfrm flipV="1">
              <a:off x="4692" y="3453"/>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4" name="Line 945"/>
            <p:cNvSpPr>
              <a:spLocks noChangeShapeType="1"/>
            </p:cNvSpPr>
            <p:nvPr userDrawn="1"/>
          </p:nvSpPr>
          <p:spPr bwMode="gray">
            <a:xfrm flipH="1" flipV="1">
              <a:off x="4400" y="3513"/>
              <a:ext cx="4" cy="2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5" name="Line 946"/>
            <p:cNvSpPr>
              <a:spLocks noChangeShapeType="1"/>
            </p:cNvSpPr>
            <p:nvPr userDrawn="1"/>
          </p:nvSpPr>
          <p:spPr bwMode="gray">
            <a:xfrm>
              <a:off x="4090" y="3527"/>
              <a:ext cx="637"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6" name="Line 947"/>
            <p:cNvSpPr>
              <a:spLocks noChangeShapeType="1"/>
            </p:cNvSpPr>
            <p:nvPr userDrawn="1"/>
          </p:nvSpPr>
          <p:spPr bwMode="gray">
            <a:xfrm flipV="1">
              <a:off x="4512" y="3553"/>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7" name="Line 948"/>
            <p:cNvSpPr>
              <a:spLocks noChangeShapeType="1"/>
            </p:cNvSpPr>
            <p:nvPr userDrawn="1"/>
          </p:nvSpPr>
          <p:spPr bwMode="gray">
            <a:xfrm flipH="1" flipV="1">
              <a:off x="4499" y="3550"/>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8" name="Line 949"/>
            <p:cNvSpPr>
              <a:spLocks noChangeShapeType="1"/>
            </p:cNvSpPr>
            <p:nvPr userDrawn="1"/>
          </p:nvSpPr>
          <p:spPr bwMode="gray">
            <a:xfrm flipH="1" flipV="1">
              <a:off x="4302" y="3478"/>
              <a:ext cx="19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89" name="Line 950"/>
            <p:cNvSpPr>
              <a:spLocks noChangeShapeType="1"/>
            </p:cNvSpPr>
            <p:nvPr userDrawn="1"/>
          </p:nvSpPr>
          <p:spPr bwMode="gray">
            <a:xfrm flipH="1" flipV="1">
              <a:off x="4291" y="3474"/>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0" name="Line 951"/>
            <p:cNvSpPr>
              <a:spLocks noChangeShapeType="1"/>
            </p:cNvSpPr>
            <p:nvPr userDrawn="1"/>
          </p:nvSpPr>
          <p:spPr bwMode="gray">
            <a:xfrm flipV="1">
              <a:off x="4291" y="3474"/>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1" name="Line 952"/>
            <p:cNvSpPr>
              <a:spLocks noChangeShapeType="1"/>
            </p:cNvSpPr>
            <p:nvPr userDrawn="1"/>
          </p:nvSpPr>
          <p:spPr bwMode="gray">
            <a:xfrm>
              <a:off x="4295" y="3714"/>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2" name="Line 953"/>
            <p:cNvSpPr>
              <a:spLocks noChangeShapeType="1"/>
            </p:cNvSpPr>
            <p:nvPr userDrawn="1"/>
          </p:nvSpPr>
          <p:spPr bwMode="gray">
            <a:xfrm>
              <a:off x="4295" y="3728"/>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3" name="Line 954"/>
            <p:cNvSpPr>
              <a:spLocks noChangeShapeType="1"/>
            </p:cNvSpPr>
            <p:nvPr userDrawn="1"/>
          </p:nvSpPr>
          <p:spPr bwMode="gray">
            <a:xfrm>
              <a:off x="4307" y="3732"/>
              <a:ext cx="195"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4" name="Line 955"/>
            <p:cNvSpPr>
              <a:spLocks noChangeShapeType="1"/>
            </p:cNvSpPr>
            <p:nvPr userDrawn="1"/>
          </p:nvSpPr>
          <p:spPr bwMode="gray">
            <a:xfrm>
              <a:off x="4503" y="3805"/>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5" name="Line 956"/>
            <p:cNvSpPr>
              <a:spLocks noChangeShapeType="1"/>
            </p:cNvSpPr>
            <p:nvPr userDrawn="1"/>
          </p:nvSpPr>
          <p:spPr bwMode="gray">
            <a:xfrm>
              <a:off x="4513" y="3796"/>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6" name="Line 957"/>
            <p:cNvSpPr>
              <a:spLocks noChangeShapeType="1"/>
            </p:cNvSpPr>
            <p:nvPr userDrawn="1"/>
          </p:nvSpPr>
          <p:spPr bwMode="gray">
            <a:xfrm flipH="1" flipV="1">
              <a:off x="4604" y="3836"/>
              <a:ext cx="2" cy="1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7" name="Line 958"/>
            <p:cNvSpPr>
              <a:spLocks noChangeShapeType="1"/>
            </p:cNvSpPr>
            <p:nvPr userDrawn="1"/>
          </p:nvSpPr>
          <p:spPr bwMode="gray">
            <a:xfrm flipV="1">
              <a:off x="4524" y="3836"/>
              <a:ext cx="7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8" name="Line 959"/>
            <p:cNvSpPr>
              <a:spLocks noChangeShapeType="1"/>
            </p:cNvSpPr>
            <p:nvPr userDrawn="1"/>
          </p:nvSpPr>
          <p:spPr bwMode="gray">
            <a:xfrm flipH="1" flipV="1">
              <a:off x="4601" y="3256"/>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899" name="Line 960"/>
            <p:cNvSpPr>
              <a:spLocks noChangeShapeType="1"/>
            </p:cNvSpPr>
            <p:nvPr userDrawn="1"/>
          </p:nvSpPr>
          <p:spPr bwMode="gray">
            <a:xfrm flipV="1">
              <a:off x="4520" y="3378"/>
              <a:ext cx="163" cy="8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0" name="Line 961"/>
            <p:cNvSpPr>
              <a:spLocks noChangeShapeType="1"/>
            </p:cNvSpPr>
            <p:nvPr userDrawn="1"/>
          </p:nvSpPr>
          <p:spPr bwMode="gray">
            <a:xfrm>
              <a:off x="4389" y="3172"/>
              <a:ext cx="200"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1" name="Line 962"/>
            <p:cNvSpPr>
              <a:spLocks noChangeShapeType="1"/>
            </p:cNvSpPr>
            <p:nvPr userDrawn="1"/>
          </p:nvSpPr>
          <p:spPr bwMode="gray">
            <a:xfrm flipH="1">
              <a:off x="4405" y="3163"/>
              <a:ext cx="166"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2" name="Line 963"/>
            <p:cNvSpPr>
              <a:spLocks noChangeShapeType="1"/>
            </p:cNvSpPr>
            <p:nvPr userDrawn="1"/>
          </p:nvSpPr>
          <p:spPr bwMode="gray">
            <a:xfrm>
              <a:off x="4307" y="3808"/>
              <a:ext cx="195"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3" name="Line 964"/>
            <p:cNvSpPr>
              <a:spLocks noChangeShapeType="1"/>
            </p:cNvSpPr>
            <p:nvPr userDrawn="1"/>
          </p:nvSpPr>
          <p:spPr bwMode="gray">
            <a:xfrm>
              <a:off x="4403" y="3768"/>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4" name="Line 965"/>
            <p:cNvSpPr>
              <a:spLocks noChangeShapeType="1"/>
            </p:cNvSpPr>
            <p:nvPr userDrawn="1"/>
          </p:nvSpPr>
          <p:spPr bwMode="gray">
            <a:xfrm>
              <a:off x="4300" y="3398"/>
              <a:ext cx="199"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5" name="Line 966"/>
            <p:cNvSpPr>
              <a:spLocks noChangeShapeType="1"/>
            </p:cNvSpPr>
            <p:nvPr userDrawn="1"/>
          </p:nvSpPr>
          <p:spPr bwMode="gray">
            <a:xfrm>
              <a:off x="4396" y="3266"/>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6" name="Line 967"/>
            <p:cNvSpPr>
              <a:spLocks noChangeShapeType="1"/>
            </p:cNvSpPr>
            <p:nvPr userDrawn="1"/>
          </p:nvSpPr>
          <p:spPr bwMode="gray">
            <a:xfrm flipV="1">
              <a:off x="5386" y="3111"/>
              <a:ext cx="30" cy="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7" name="Line 968"/>
            <p:cNvSpPr>
              <a:spLocks noChangeShapeType="1"/>
            </p:cNvSpPr>
            <p:nvPr userDrawn="1"/>
          </p:nvSpPr>
          <p:spPr bwMode="gray">
            <a:xfrm flipV="1">
              <a:off x="5496" y="3212"/>
              <a:ext cx="4"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8" name="Line 969"/>
            <p:cNvSpPr>
              <a:spLocks noChangeShapeType="1"/>
            </p:cNvSpPr>
            <p:nvPr userDrawn="1"/>
          </p:nvSpPr>
          <p:spPr bwMode="gray">
            <a:xfrm flipV="1">
              <a:off x="5547" y="3280"/>
              <a:ext cx="18"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09" name="Line 970"/>
            <p:cNvSpPr>
              <a:spLocks noChangeShapeType="1"/>
            </p:cNvSpPr>
            <p:nvPr userDrawn="1"/>
          </p:nvSpPr>
          <p:spPr bwMode="gray">
            <a:xfrm>
              <a:off x="5346" y="3083"/>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0" name="Line 971"/>
            <p:cNvSpPr>
              <a:spLocks noChangeShapeType="1"/>
            </p:cNvSpPr>
            <p:nvPr userDrawn="1"/>
          </p:nvSpPr>
          <p:spPr bwMode="gray">
            <a:xfrm flipV="1">
              <a:off x="5356" y="3086"/>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1" name="Line 972"/>
            <p:cNvSpPr>
              <a:spLocks noChangeShapeType="1"/>
            </p:cNvSpPr>
            <p:nvPr userDrawn="1"/>
          </p:nvSpPr>
          <p:spPr bwMode="gray">
            <a:xfrm flipV="1">
              <a:off x="5087" y="3168"/>
              <a:ext cx="4" cy="2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2" name="Line 973"/>
            <p:cNvSpPr>
              <a:spLocks noChangeShapeType="1"/>
            </p:cNvSpPr>
            <p:nvPr userDrawn="1"/>
          </p:nvSpPr>
          <p:spPr bwMode="gray">
            <a:xfrm>
              <a:off x="4982" y="333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3" name="Line 974"/>
            <p:cNvSpPr>
              <a:spLocks noChangeShapeType="1"/>
            </p:cNvSpPr>
            <p:nvPr userDrawn="1"/>
          </p:nvSpPr>
          <p:spPr bwMode="gray">
            <a:xfrm>
              <a:off x="4982" y="3345"/>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4" name="Line 975"/>
            <p:cNvSpPr>
              <a:spLocks noChangeShapeType="1"/>
            </p:cNvSpPr>
            <p:nvPr userDrawn="1"/>
          </p:nvSpPr>
          <p:spPr bwMode="gray">
            <a:xfrm flipV="1">
              <a:off x="5279" y="2896"/>
              <a:ext cx="4" cy="19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5" name="Line 976"/>
            <p:cNvSpPr>
              <a:spLocks noChangeShapeType="1"/>
            </p:cNvSpPr>
            <p:nvPr userDrawn="1"/>
          </p:nvSpPr>
          <p:spPr bwMode="gray">
            <a:xfrm flipV="1">
              <a:off x="5257" y="3014"/>
              <a:ext cx="94"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6" name="Line 977"/>
            <p:cNvSpPr>
              <a:spLocks noChangeShapeType="1"/>
            </p:cNvSpPr>
            <p:nvPr userDrawn="1"/>
          </p:nvSpPr>
          <p:spPr bwMode="gray">
            <a:xfrm flipH="1">
              <a:off x="5232" y="2812"/>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7" name="Line 978"/>
            <p:cNvSpPr>
              <a:spLocks noChangeShapeType="1"/>
            </p:cNvSpPr>
            <p:nvPr userDrawn="1"/>
          </p:nvSpPr>
          <p:spPr bwMode="gray">
            <a:xfrm>
              <a:off x="4991" y="3422"/>
              <a:ext cx="83" cy="2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8" name="Line 979"/>
            <p:cNvSpPr>
              <a:spLocks noChangeShapeType="1"/>
            </p:cNvSpPr>
            <p:nvPr userDrawn="1"/>
          </p:nvSpPr>
          <p:spPr bwMode="gray">
            <a:xfrm flipH="1" flipV="1">
              <a:off x="4993" y="3349"/>
              <a:ext cx="105"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19" name="Line 980"/>
            <p:cNvSpPr>
              <a:spLocks noChangeShapeType="1"/>
            </p:cNvSpPr>
            <p:nvPr userDrawn="1"/>
          </p:nvSpPr>
          <p:spPr bwMode="gray">
            <a:xfrm flipH="1">
              <a:off x="5482" y="3286"/>
              <a:ext cx="42" cy="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0" name="Line 981"/>
            <p:cNvSpPr>
              <a:spLocks noChangeShapeType="1"/>
            </p:cNvSpPr>
            <p:nvPr userDrawn="1"/>
          </p:nvSpPr>
          <p:spPr bwMode="gray">
            <a:xfrm flipH="1" flipV="1">
              <a:off x="5481" y="3364"/>
              <a:ext cx="43"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1" name="Line 982"/>
            <p:cNvSpPr>
              <a:spLocks noChangeShapeType="1"/>
            </p:cNvSpPr>
            <p:nvPr userDrawn="1"/>
          </p:nvSpPr>
          <p:spPr bwMode="gray">
            <a:xfrm flipV="1">
              <a:off x="5091" y="3432"/>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2" name="Line 983"/>
            <p:cNvSpPr>
              <a:spLocks noChangeShapeType="1"/>
            </p:cNvSpPr>
            <p:nvPr userDrawn="1"/>
          </p:nvSpPr>
          <p:spPr bwMode="gray">
            <a:xfrm flipV="1">
              <a:off x="5091" y="3429"/>
              <a:ext cx="8"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3" name="Line 984"/>
            <p:cNvSpPr>
              <a:spLocks noChangeShapeType="1"/>
            </p:cNvSpPr>
            <p:nvPr userDrawn="1"/>
          </p:nvSpPr>
          <p:spPr bwMode="gray">
            <a:xfrm>
              <a:off x="4928" y="3665"/>
              <a:ext cx="20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4" name="Line 985"/>
            <p:cNvSpPr>
              <a:spLocks noChangeShapeType="1"/>
            </p:cNvSpPr>
            <p:nvPr userDrawn="1"/>
          </p:nvSpPr>
          <p:spPr bwMode="gray">
            <a:xfrm flipV="1">
              <a:off x="5155" y="3446"/>
              <a:ext cx="478" cy="2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5" name="Line 986"/>
            <p:cNvSpPr>
              <a:spLocks noChangeShapeType="1"/>
            </p:cNvSpPr>
            <p:nvPr userDrawn="1"/>
          </p:nvSpPr>
          <p:spPr bwMode="gray">
            <a:xfrm flipV="1">
              <a:off x="5486" y="341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6" name="Line 987"/>
            <p:cNvSpPr>
              <a:spLocks noChangeShapeType="1"/>
            </p:cNvSpPr>
            <p:nvPr userDrawn="1"/>
          </p:nvSpPr>
          <p:spPr bwMode="gray">
            <a:xfrm flipH="1">
              <a:off x="5477" y="3413"/>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7" name="Line 988"/>
            <p:cNvSpPr>
              <a:spLocks noChangeShapeType="1"/>
            </p:cNvSpPr>
            <p:nvPr userDrawn="1"/>
          </p:nvSpPr>
          <p:spPr bwMode="gray">
            <a:xfrm flipH="1">
              <a:off x="5328" y="3418"/>
              <a:ext cx="14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8" name="Line 989"/>
            <p:cNvSpPr>
              <a:spLocks noChangeShapeType="1"/>
            </p:cNvSpPr>
            <p:nvPr userDrawn="1"/>
          </p:nvSpPr>
          <p:spPr bwMode="gray">
            <a:xfrm flipH="1">
              <a:off x="5320" y="3506"/>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29" name="Line 990"/>
            <p:cNvSpPr>
              <a:spLocks noChangeShapeType="1"/>
            </p:cNvSpPr>
            <p:nvPr userDrawn="1"/>
          </p:nvSpPr>
          <p:spPr bwMode="gray">
            <a:xfrm flipV="1">
              <a:off x="5320" y="3511"/>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0" name="Line 991"/>
            <p:cNvSpPr>
              <a:spLocks noChangeShapeType="1"/>
            </p:cNvSpPr>
            <p:nvPr userDrawn="1"/>
          </p:nvSpPr>
          <p:spPr bwMode="gray">
            <a:xfrm>
              <a:off x="5314" y="3754"/>
              <a:ext cx="4"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1" name="Line 992"/>
            <p:cNvSpPr>
              <a:spLocks noChangeShapeType="1"/>
            </p:cNvSpPr>
            <p:nvPr userDrawn="1"/>
          </p:nvSpPr>
          <p:spPr bwMode="gray">
            <a:xfrm flipV="1">
              <a:off x="5314" y="3761"/>
              <a:ext cx="7" cy="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2" name="Line 993"/>
            <p:cNvSpPr>
              <a:spLocks noChangeShapeType="1"/>
            </p:cNvSpPr>
            <p:nvPr userDrawn="1"/>
          </p:nvSpPr>
          <p:spPr bwMode="gray">
            <a:xfrm flipV="1">
              <a:off x="5321" y="3669"/>
              <a:ext cx="149" cy="9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3" name="Line 994"/>
            <p:cNvSpPr>
              <a:spLocks noChangeShapeType="1"/>
            </p:cNvSpPr>
            <p:nvPr userDrawn="1"/>
          </p:nvSpPr>
          <p:spPr bwMode="gray">
            <a:xfrm flipV="1">
              <a:off x="5470" y="366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4" name="Line 995"/>
            <p:cNvSpPr>
              <a:spLocks noChangeShapeType="1"/>
            </p:cNvSpPr>
            <p:nvPr userDrawn="1"/>
          </p:nvSpPr>
          <p:spPr bwMode="gray">
            <a:xfrm>
              <a:off x="5479" y="3651"/>
              <a:ext cx="4"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5" name="Line 996"/>
            <p:cNvSpPr>
              <a:spLocks noChangeShapeType="1"/>
            </p:cNvSpPr>
            <p:nvPr userDrawn="1"/>
          </p:nvSpPr>
          <p:spPr bwMode="gray">
            <a:xfrm flipH="1" flipV="1">
              <a:off x="5227" y="3814"/>
              <a:ext cx="74" cy="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6" name="Line 997"/>
            <p:cNvSpPr>
              <a:spLocks noChangeShapeType="1"/>
            </p:cNvSpPr>
            <p:nvPr userDrawn="1"/>
          </p:nvSpPr>
          <p:spPr bwMode="gray">
            <a:xfrm flipV="1">
              <a:off x="5204" y="3226"/>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7" name="Line 998"/>
            <p:cNvSpPr>
              <a:spLocks noChangeShapeType="1"/>
            </p:cNvSpPr>
            <p:nvPr userDrawn="1"/>
          </p:nvSpPr>
          <p:spPr bwMode="gray">
            <a:xfrm flipH="1" flipV="1">
              <a:off x="5103" y="3357"/>
              <a:ext cx="208"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8" name="Line 999"/>
            <p:cNvSpPr>
              <a:spLocks noChangeShapeType="1"/>
            </p:cNvSpPr>
            <p:nvPr userDrawn="1"/>
          </p:nvSpPr>
          <p:spPr bwMode="gray">
            <a:xfrm flipV="1">
              <a:off x="5218" y="3125"/>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39" name="Line 1000"/>
            <p:cNvSpPr>
              <a:spLocks noChangeShapeType="1"/>
            </p:cNvSpPr>
            <p:nvPr userDrawn="1"/>
          </p:nvSpPr>
          <p:spPr bwMode="gray">
            <a:xfrm>
              <a:off x="5190" y="3133"/>
              <a:ext cx="208"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0" name="Line 1001"/>
            <p:cNvSpPr>
              <a:spLocks noChangeShapeType="1"/>
            </p:cNvSpPr>
            <p:nvPr userDrawn="1"/>
          </p:nvSpPr>
          <p:spPr bwMode="gray">
            <a:xfrm flipV="1">
              <a:off x="5320" y="3747"/>
              <a:ext cx="148"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1" name="Line 1002"/>
            <p:cNvSpPr>
              <a:spLocks noChangeShapeType="1"/>
            </p:cNvSpPr>
            <p:nvPr userDrawn="1"/>
          </p:nvSpPr>
          <p:spPr bwMode="gray">
            <a:xfrm flipH="1">
              <a:off x="5390" y="3714"/>
              <a:ext cx="7"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2" name="Line 1003"/>
            <p:cNvSpPr>
              <a:spLocks noChangeShapeType="1"/>
            </p:cNvSpPr>
            <p:nvPr userDrawn="1"/>
          </p:nvSpPr>
          <p:spPr bwMode="gray">
            <a:xfrm flipV="1">
              <a:off x="5330" y="3338"/>
              <a:ext cx="152"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3" name="Line 1004"/>
            <p:cNvSpPr>
              <a:spLocks noChangeShapeType="1"/>
            </p:cNvSpPr>
            <p:nvPr userDrawn="1"/>
          </p:nvSpPr>
          <p:spPr bwMode="gray">
            <a:xfrm flipH="1" flipV="1">
              <a:off x="4328" y="2939"/>
              <a:ext cx="5"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4" name="Line 1005"/>
            <p:cNvSpPr>
              <a:spLocks noChangeShapeType="1"/>
            </p:cNvSpPr>
            <p:nvPr userDrawn="1"/>
          </p:nvSpPr>
          <p:spPr bwMode="gray">
            <a:xfrm flipH="1" flipV="1">
              <a:off x="4239" y="3067"/>
              <a:ext cx="187"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5" name="Line 1006"/>
            <p:cNvSpPr>
              <a:spLocks noChangeShapeType="1"/>
            </p:cNvSpPr>
            <p:nvPr userDrawn="1"/>
          </p:nvSpPr>
          <p:spPr bwMode="gray">
            <a:xfrm flipV="1">
              <a:off x="4230" y="3140"/>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6" name="Line 1007"/>
            <p:cNvSpPr>
              <a:spLocks noChangeShapeType="1"/>
            </p:cNvSpPr>
            <p:nvPr userDrawn="1"/>
          </p:nvSpPr>
          <p:spPr bwMode="gray">
            <a:xfrm flipH="1">
              <a:off x="4230" y="313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7" name="Line 1008"/>
            <p:cNvSpPr>
              <a:spLocks noChangeShapeType="1"/>
            </p:cNvSpPr>
            <p:nvPr userDrawn="1"/>
          </p:nvSpPr>
          <p:spPr bwMode="gray">
            <a:xfrm flipV="1">
              <a:off x="4337" y="2873"/>
              <a:ext cx="10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8" name="Line 1009"/>
            <p:cNvSpPr>
              <a:spLocks noChangeShapeType="1"/>
            </p:cNvSpPr>
            <p:nvPr userDrawn="1"/>
          </p:nvSpPr>
          <p:spPr bwMode="gray">
            <a:xfrm>
              <a:off x="4323" y="2854"/>
              <a:ext cx="117" cy="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49" name="Line 1010"/>
            <p:cNvSpPr>
              <a:spLocks noChangeShapeType="1"/>
            </p:cNvSpPr>
            <p:nvPr userDrawn="1"/>
          </p:nvSpPr>
          <p:spPr bwMode="gray">
            <a:xfrm>
              <a:off x="4874" y="3975"/>
              <a:ext cx="19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0" name="Line 1011"/>
            <p:cNvSpPr>
              <a:spLocks noChangeShapeType="1"/>
            </p:cNvSpPr>
            <p:nvPr userDrawn="1"/>
          </p:nvSpPr>
          <p:spPr bwMode="gray">
            <a:xfrm flipV="1">
              <a:off x="4930" y="388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1" name="Line 1012"/>
            <p:cNvSpPr>
              <a:spLocks noChangeShapeType="1"/>
            </p:cNvSpPr>
            <p:nvPr userDrawn="1"/>
          </p:nvSpPr>
          <p:spPr bwMode="gray">
            <a:xfrm>
              <a:off x="4853" y="3847"/>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2" name="Line 1013"/>
            <p:cNvSpPr>
              <a:spLocks noChangeShapeType="1"/>
            </p:cNvSpPr>
            <p:nvPr userDrawn="1"/>
          </p:nvSpPr>
          <p:spPr bwMode="gray">
            <a:xfrm flipH="1">
              <a:off x="4865" y="3845"/>
              <a:ext cx="7"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3" name="Line 1014"/>
            <p:cNvSpPr>
              <a:spLocks noChangeShapeType="1"/>
            </p:cNvSpPr>
            <p:nvPr userDrawn="1"/>
          </p:nvSpPr>
          <p:spPr bwMode="gray">
            <a:xfrm flipV="1">
              <a:off x="5091" y="3973"/>
              <a:ext cx="11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4" name="Line 1015"/>
            <p:cNvSpPr>
              <a:spLocks noChangeShapeType="1"/>
            </p:cNvSpPr>
            <p:nvPr userDrawn="1"/>
          </p:nvSpPr>
          <p:spPr bwMode="gray">
            <a:xfrm flipH="1">
              <a:off x="5162" y="3955"/>
              <a:ext cx="2" cy="15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5" name="Line 1016"/>
            <p:cNvSpPr>
              <a:spLocks noChangeShapeType="1"/>
            </p:cNvSpPr>
            <p:nvPr userDrawn="1"/>
          </p:nvSpPr>
          <p:spPr bwMode="gray">
            <a:xfrm flipH="1">
              <a:off x="4863" y="4085"/>
              <a:ext cx="9"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6" name="Line 1017"/>
            <p:cNvSpPr>
              <a:spLocks noChangeShapeType="1"/>
            </p:cNvSpPr>
            <p:nvPr userDrawn="1"/>
          </p:nvSpPr>
          <p:spPr bwMode="gray">
            <a:xfrm flipH="1" flipV="1">
              <a:off x="4853" y="408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7" name="Line 1018"/>
            <p:cNvSpPr>
              <a:spLocks noChangeShapeType="1"/>
            </p:cNvSpPr>
            <p:nvPr userDrawn="1"/>
          </p:nvSpPr>
          <p:spPr bwMode="gray">
            <a:xfrm flipH="1">
              <a:off x="4702" y="3976"/>
              <a:ext cx="152"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8" name="Line 1019"/>
            <p:cNvSpPr>
              <a:spLocks noChangeShapeType="1"/>
            </p:cNvSpPr>
            <p:nvPr userDrawn="1"/>
          </p:nvSpPr>
          <p:spPr bwMode="gray">
            <a:xfrm flipV="1">
              <a:off x="4811" y="3894"/>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59" name="Line 1020"/>
            <p:cNvSpPr>
              <a:spLocks noChangeShapeType="1"/>
            </p:cNvSpPr>
            <p:nvPr userDrawn="1"/>
          </p:nvSpPr>
          <p:spPr bwMode="gray">
            <a:xfrm>
              <a:off x="4564" y="4025"/>
              <a:ext cx="11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0" name="Line 1021"/>
            <p:cNvSpPr>
              <a:spLocks noChangeShapeType="1"/>
            </p:cNvSpPr>
            <p:nvPr userDrawn="1"/>
          </p:nvSpPr>
          <p:spPr bwMode="gray">
            <a:xfrm>
              <a:off x="4585" y="4011"/>
              <a:ext cx="2"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1" name="Line 1022"/>
            <p:cNvSpPr>
              <a:spLocks noChangeShapeType="1"/>
            </p:cNvSpPr>
            <p:nvPr userDrawn="1"/>
          </p:nvSpPr>
          <p:spPr bwMode="gray">
            <a:xfrm flipH="1">
              <a:off x="4701" y="2978"/>
              <a:ext cx="159"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2" name="Line 1023"/>
            <p:cNvSpPr>
              <a:spLocks noChangeShapeType="1"/>
            </p:cNvSpPr>
            <p:nvPr userDrawn="1"/>
          </p:nvSpPr>
          <p:spPr bwMode="gray">
            <a:xfrm flipV="1">
              <a:off x="4813" y="2883"/>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3" name="Line 1024"/>
            <p:cNvSpPr>
              <a:spLocks noChangeShapeType="1"/>
            </p:cNvSpPr>
            <p:nvPr userDrawn="1"/>
          </p:nvSpPr>
          <p:spPr bwMode="gray">
            <a:xfrm flipV="1">
              <a:off x="5094" y="2742"/>
              <a:ext cx="1"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4" name="Line 1025"/>
            <p:cNvSpPr>
              <a:spLocks noChangeShapeType="1"/>
            </p:cNvSpPr>
            <p:nvPr userDrawn="1"/>
          </p:nvSpPr>
          <p:spPr bwMode="gray">
            <a:xfrm>
              <a:off x="4734" y="2731"/>
              <a:ext cx="222"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5" name="Line 1026"/>
            <p:cNvSpPr>
              <a:spLocks noChangeShapeType="1"/>
            </p:cNvSpPr>
            <p:nvPr userDrawn="1"/>
          </p:nvSpPr>
          <p:spPr bwMode="gray">
            <a:xfrm flipH="1">
              <a:off x="4587" y="2644"/>
              <a:ext cx="502"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6" name="Line 1027"/>
            <p:cNvSpPr>
              <a:spLocks noChangeShapeType="1"/>
            </p:cNvSpPr>
            <p:nvPr userDrawn="1"/>
          </p:nvSpPr>
          <p:spPr bwMode="gray">
            <a:xfrm>
              <a:off x="4858" y="2840"/>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7" name="Line 1028"/>
            <p:cNvSpPr>
              <a:spLocks noChangeShapeType="1"/>
            </p:cNvSpPr>
            <p:nvPr userDrawn="1"/>
          </p:nvSpPr>
          <p:spPr bwMode="gray">
            <a:xfrm flipV="1">
              <a:off x="4868" y="283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8" name="Line 1029"/>
            <p:cNvSpPr>
              <a:spLocks noChangeShapeType="1"/>
            </p:cNvSpPr>
            <p:nvPr userDrawn="1"/>
          </p:nvSpPr>
          <p:spPr bwMode="gray">
            <a:xfrm flipV="1">
              <a:off x="4877" y="2759"/>
              <a:ext cx="156"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69" name="Line 1030"/>
            <p:cNvSpPr>
              <a:spLocks noChangeShapeType="1"/>
            </p:cNvSpPr>
            <p:nvPr userDrawn="1"/>
          </p:nvSpPr>
          <p:spPr bwMode="gray">
            <a:xfrm flipV="1">
              <a:off x="5033" y="2756"/>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0" name="Line 1031"/>
            <p:cNvSpPr>
              <a:spLocks noChangeShapeType="1"/>
            </p:cNvSpPr>
            <p:nvPr userDrawn="1"/>
          </p:nvSpPr>
          <p:spPr bwMode="gray">
            <a:xfrm>
              <a:off x="5029" y="2752"/>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1" name="Line 1032"/>
            <p:cNvSpPr>
              <a:spLocks noChangeShapeType="1"/>
            </p:cNvSpPr>
            <p:nvPr userDrawn="1"/>
          </p:nvSpPr>
          <p:spPr bwMode="gray">
            <a:xfrm flipH="1" flipV="1">
              <a:off x="4821" y="2689"/>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2" name="Line 1033"/>
            <p:cNvSpPr>
              <a:spLocks noChangeShapeType="1"/>
            </p:cNvSpPr>
            <p:nvPr userDrawn="1"/>
          </p:nvSpPr>
          <p:spPr bwMode="gray">
            <a:xfrm flipH="1">
              <a:off x="4813" y="2689"/>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3" name="Line 1034"/>
            <p:cNvSpPr>
              <a:spLocks noChangeShapeType="1"/>
            </p:cNvSpPr>
            <p:nvPr userDrawn="1"/>
          </p:nvSpPr>
          <p:spPr bwMode="gray">
            <a:xfrm flipH="1">
              <a:off x="4655" y="2693"/>
              <a:ext cx="15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4" name="Line 1035"/>
            <p:cNvSpPr>
              <a:spLocks noChangeShapeType="1"/>
            </p:cNvSpPr>
            <p:nvPr userDrawn="1"/>
          </p:nvSpPr>
          <p:spPr bwMode="gray">
            <a:xfrm flipH="1">
              <a:off x="4646" y="2770"/>
              <a:ext cx="9"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5" name="Line 1036"/>
            <p:cNvSpPr>
              <a:spLocks noChangeShapeType="1"/>
            </p:cNvSpPr>
            <p:nvPr userDrawn="1"/>
          </p:nvSpPr>
          <p:spPr bwMode="gray">
            <a:xfrm flipH="1" flipV="1">
              <a:off x="4646" y="2773"/>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6" name="Line 1037"/>
            <p:cNvSpPr>
              <a:spLocks noChangeShapeType="1"/>
            </p:cNvSpPr>
            <p:nvPr userDrawn="1"/>
          </p:nvSpPr>
          <p:spPr bwMode="gray">
            <a:xfrm>
              <a:off x="4480" y="2995"/>
              <a:ext cx="200"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7" name="Line 1038"/>
            <p:cNvSpPr>
              <a:spLocks noChangeShapeType="1"/>
            </p:cNvSpPr>
            <p:nvPr userDrawn="1"/>
          </p:nvSpPr>
          <p:spPr bwMode="gray">
            <a:xfrm>
              <a:off x="4578" y="2910"/>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8" name="Line 1039"/>
            <p:cNvSpPr>
              <a:spLocks noChangeShapeType="1"/>
            </p:cNvSpPr>
            <p:nvPr userDrawn="1"/>
          </p:nvSpPr>
          <p:spPr bwMode="gray">
            <a:xfrm flipH="1">
              <a:off x="4868" y="309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79" name="Line 1040"/>
            <p:cNvSpPr>
              <a:spLocks noChangeShapeType="1"/>
            </p:cNvSpPr>
            <p:nvPr userDrawn="1"/>
          </p:nvSpPr>
          <p:spPr bwMode="gray">
            <a:xfrm>
              <a:off x="4856" y="3098"/>
              <a:ext cx="12"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0" name="Line 1041"/>
            <p:cNvSpPr>
              <a:spLocks noChangeShapeType="1"/>
            </p:cNvSpPr>
            <p:nvPr userDrawn="1"/>
          </p:nvSpPr>
          <p:spPr bwMode="gray">
            <a:xfrm>
              <a:off x="4442" y="2838"/>
              <a:ext cx="50" cy="1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1" name="Line 1042"/>
            <p:cNvSpPr>
              <a:spLocks noChangeShapeType="1"/>
            </p:cNvSpPr>
            <p:nvPr userDrawn="1"/>
          </p:nvSpPr>
          <p:spPr bwMode="gray">
            <a:xfrm flipH="1" flipV="1">
              <a:off x="4578" y="2764"/>
              <a:ext cx="2" cy="4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2" name="Line 1043"/>
            <p:cNvSpPr>
              <a:spLocks noChangeShapeType="1"/>
            </p:cNvSpPr>
            <p:nvPr userDrawn="1"/>
          </p:nvSpPr>
          <p:spPr bwMode="gray">
            <a:xfrm>
              <a:off x="4879" y="2976"/>
              <a:ext cx="20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3" name="Line 1044"/>
            <p:cNvSpPr>
              <a:spLocks noChangeShapeType="1"/>
            </p:cNvSpPr>
            <p:nvPr userDrawn="1"/>
          </p:nvSpPr>
          <p:spPr bwMode="gray">
            <a:xfrm flipV="1">
              <a:off x="4949" y="2782"/>
              <a:ext cx="15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4" name="Line 1045"/>
            <p:cNvSpPr>
              <a:spLocks noChangeShapeType="1"/>
            </p:cNvSpPr>
            <p:nvPr userDrawn="1"/>
          </p:nvSpPr>
          <p:spPr bwMode="gray">
            <a:xfrm>
              <a:off x="4956" y="2799"/>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5" name="Line 1046"/>
            <p:cNvSpPr>
              <a:spLocks noChangeShapeType="1"/>
            </p:cNvSpPr>
            <p:nvPr userDrawn="1"/>
          </p:nvSpPr>
          <p:spPr bwMode="gray">
            <a:xfrm flipV="1">
              <a:off x="4587" y="2673"/>
              <a:ext cx="157"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6" name="Line 1047"/>
            <p:cNvSpPr>
              <a:spLocks noChangeShapeType="1"/>
            </p:cNvSpPr>
            <p:nvPr userDrawn="1"/>
          </p:nvSpPr>
          <p:spPr bwMode="gray">
            <a:xfrm>
              <a:off x="4529" y="2668"/>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7" name="Line 1048"/>
            <p:cNvSpPr>
              <a:spLocks noChangeShapeType="1"/>
            </p:cNvSpPr>
            <p:nvPr userDrawn="1"/>
          </p:nvSpPr>
          <p:spPr bwMode="gray">
            <a:xfrm flipV="1">
              <a:off x="5105" y="2959"/>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8" name="Line 1049"/>
            <p:cNvSpPr>
              <a:spLocks noChangeShapeType="1"/>
            </p:cNvSpPr>
            <p:nvPr userDrawn="1"/>
          </p:nvSpPr>
          <p:spPr bwMode="gray">
            <a:xfrm flipH="1">
              <a:off x="5180" y="2882"/>
              <a:ext cx="3"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89" name="Line 1050"/>
            <p:cNvSpPr>
              <a:spLocks noChangeShapeType="1"/>
            </p:cNvSpPr>
            <p:nvPr userDrawn="1"/>
          </p:nvSpPr>
          <p:spPr bwMode="gray">
            <a:xfrm flipH="1">
              <a:off x="4164" y="3179"/>
              <a:ext cx="161"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0" name="Line 1051"/>
            <p:cNvSpPr>
              <a:spLocks noChangeShapeType="1"/>
            </p:cNvSpPr>
            <p:nvPr userDrawn="1"/>
          </p:nvSpPr>
          <p:spPr bwMode="gray">
            <a:xfrm flipH="1" flipV="1">
              <a:off x="4185" y="3170"/>
              <a:ext cx="11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1" name="Line 1052"/>
            <p:cNvSpPr>
              <a:spLocks noChangeShapeType="1"/>
            </p:cNvSpPr>
            <p:nvPr userDrawn="1"/>
          </p:nvSpPr>
          <p:spPr bwMode="gray">
            <a:xfrm flipH="1" flipV="1">
              <a:off x="4155" y="3277"/>
              <a:ext cx="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2" name="Line 1053"/>
            <p:cNvSpPr>
              <a:spLocks noChangeShapeType="1"/>
            </p:cNvSpPr>
            <p:nvPr userDrawn="1"/>
          </p:nvSpPr>
          <p:spPr bwMode="gray">
            <a:xfrm>
              <a:off x="4066" y="3356"/>
              <a:ext cx="59" cy="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3" name="Line 1054"/>
            <p:cNvSpPr>
              <a:spLocks noChangeShapeType="1"/>
            </p:cNvSpPr>
            <p:nvPr userDrawn="1"/>
          </p:nvSpPr>
          <p:spPr bwMode="gray">
            <a:xfrm flipV="1">
              <a:off x="4680" y="3160"/>
              <a:ext cx="85" cy="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4" name="Freeform 1055"/>
            <p:cNvSpPr>
              <a:spLocks/>
            </p:cNvSpPr>
            <p:nvPr userDrawn="1"/>
          </p:nvSpPr>
          <p:spPr bwMode="gray">
            <a:xfrm>
              <a:off x="5369" y="3123"/>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5" name="Line 1056"/>
            <p:cNvSpPr>
              <a:spLocks noChangeShapeType="1"/>
            </p:cNvSpPr>
            <p:nvPr userDrawn="1"/>
          </p:nvSpPr>
          <p:spPr bwMode="gray">
            <a:xfrm>
              <a:off x="5272" y="3091"/>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6" name="Line 1057"/>
            <p:cNvSpPr>
              <a:spLocks noChangeShapeType="1"/>
            </p:cNvSpPr>
            <p:nvPr userDrawn="1"/>
          </p:nvSpPr>
          <p:spPr bwMode="gray">
            <a:xfrm>
              <a:off x="5274" y="3100"/>
              <a:ext cx="20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7" name="Freeform 1058"/>
            <p:cNvSpPr>
              <a:spLocks/>
            </p:cNvSpPr>
            <p:nvPr userDrawn="1"/>
          </p:nvSpPr>
          <p:spPr bwMode="gray">
            <a:xfrm>
              <a:off x="5474" y="3156"/>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8" name="Line 1059"/>
            <p:cNvSpPr>
              <a:spLocks noChangeShapeType="1"/>
            </p:cNvSpPr>
            <p:nvPr userDrawn="1"/>
          </p:nvSpPr>
          <p:spPr bwMode="gray">
            <a:xfrm flipH="1" flipV="1">
              <a:off x="5265" y="3091"/>
              <a:ext cx="209"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999" name="Freeform 1060"/>
            <p:cNvSpPr>
              <a:spLocks/>
            </p:cNvSpPr>
            <p:nvPr userDrawn="1"/>
          </p:nvSpPr>
          <p:spPr bwMode="gray">
            <a:xfrm>
              <a:off x="5265" y="3090"/>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0" name="Freeform 1061"/>
            <p:cNvSpPr>
              <a:spLocks/>
            </p:cNvSpPr>
            <p:nvPr userDrawn="1"/>
          </p:nvSpPr>
          <p:spPr bwMode="gray">
            <a:xfrm>
              <a:off x="4092" y="3630"/>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1" name="Freeform 1062"/>
            <p:cNvSpPr>
              <a:spLocks/>
            </p:cNvSpPr>
            <p:nvPr userDrawn="1"/>
          </p:nvSpPr>
          <p:spPr bwMode="gray">
            <a:xfrm>
              <a:off x="4213" y="3684"/>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2" name="Line 1063"/>
            <p:cNvSpPr>
              <a:spLocks noChangeShapeType="1"/>
            </p:cNvSpPr>
            <p:nvPr userDrawn="1"/>
          </p:nvSpPr>
          <p:spPr bwMode="gray">
            <a:xfrm>
              <a:off x="4097" y="3646"/>
              <a:ext cx="196"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3" name="Line 1064"/>
            <p:cNvSpPr>
              <a:spLocks noChangeShapeType="1"/>
            </p:cNvSpPr>
            <p:nvPr userDrawn="1"/>
          </p:nvSpPr>
          <p:spPr bwMode="gray">
            <a:xfrm>
              <a:off x="4102" y="3646"/>
              <a:ext cx="193"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4" name="Freeform 1065"/>
            <p:cNvSpPr>
              <a:spLocks/>
            </p:cNvSpPr>
            <p:nvPr userDrawn="1"/>
          </p:nvSpPr>
          <p:spPr bwMode="gray">
            <a:xfrm>
              <a:off x="4293" y="3714"/>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5" name="Line 1066"/>
            <p:cNvSpPr>
              <a:spLocks noChangeShapeType="1"/>
            </p:cNvSpPr>
            <p:nvPr userDrawn="1"/>
          </p:nvSpPr>
          <p:spPr bwMode="gray">
            <a:xfrm flipH="1" flipV="1">
              <a:off x="4094" y="3639"/>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6" name="Freeform 1067"/>
            <p:cNvSpPr>
              <a:spLocks/>
            </p:cNvSpPr>
            <p:nvPr userDrawn="1"/>
          </p:nvSpPr>
          <p:spPr bwMode="gray">
            <a:xfrm>
              <a:off x="4094" y="3639"/>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7" name="Freeform 1068"/>
            <p:cNvSpPr>
              <a:spLocks/>
            </p:cNvSpPr>
            <p:nvPr userDrawn="1"/>
          </p:nvSpPr>
          <p:spPr bwMode="gray">
            <a:xfrm>
              <a:off x="4522" y="3807"/>
              <a:ext cx="13" cy="10"/>
            </a:xfrm>
            <a:custGeom>
              <a:avLst/>
              <a:gdLst>
                <a:gd name="T0" fmla="*/ 12 w 12"/>
                <a:gd name="T1" fmla="*/ 1 h 10"/>
                <a:gd name="T2" fmla="*/ 7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8" name="Line 1069"/>
            <p:cNvSpPr>
              <a:spLocks noChangeShapeType="1"/>
            </p:cNvSpPr>
            <p:nvPr userDrawn="1"/>
          </p:nvSpPr>
          <p:spPr bwMode="gray">
            <a:xfrm flipV="1">
              <a:off x="4522" y="3810"/>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09" name="Freeform 1070"/>
            <p:cNvSpPr>
              <a:spLocks/>
            </p:cNvSpPr>
            <p:nvPr userDrawn="1"/>
          </p:nvSpPr>
          <p:spPr bwMode="gray">
            <a:xfrm>
              <a:off x="4599" y="3829"/>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0" name="Line 1071"/>
            <p:cNvSpPr>
              <a:spLocks noChangeShapeType="1"/>
            </p:cNvSpPr>
            <p:nvPr userDrawn="1"/>
          </p:nvSpPr>
          <p:spPr bwMode="gray">
            <a:xfrm>
              <a:off x="4522" y="3807"/>
              <a:ext cx="207"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1" name="Line 1072"/>
            <p:cNvSpPr>
              <a:spLocks noChangeShapeType="1"/>
            </p:cNvSpPr>
            <p:nvPr userDrawn="1"/>
          </p:nvSpPr>
          <p:spPr bwMode="gray">
            <a:xfrm>
              <a:off x="4534" y="3808"/>
              <a:ext cx="202"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2" name="Freeform 1073"/>
            <p:cNvSpPr>
              <a:spLocks/>
            </p:cNvSpPr>
            <p:nvPr userDrawn="1"/>
          </p:nvSpPr>
          <p:spPr bwMode="gray">
            <a:xfrm>
              <a:off x="4727" y="3877"/>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3" name="Line 1074"/>
            <p:cNvSpPr>
              <a:spLocks noChangeShapeType="1"/>
            </p:cNvSpPr>
            <p:nvPr userDrawn="1"/>
          </p:nvSpPr>
          <p:spPr bwMode="gray">
            <a:xfrm flipH="1" flipV="1">
              <a:off x="4513" y="3796"/>
              <a:ext cx="214"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4" name="Freeform 1075"/>
            <p:cNvSpPr>
              <a:spLocks/>
            </p:cNvSpPr>
            <p:nvPr userDrawn="1"/>
          </p:nvSpPr>
          <p:spPr bwMode="gray">
            <a:xfrm>
              <a:off x="4513" y="3796"/>
              <a:ext cx="22" cy="12"/>
            </a:xfrm>
            <a:custGeom>
              <a:avLst/>
              <a:gdLst>
                <a:gd name="T0" fmla="*/ 21 w 21"/>
                <a:gd name="T1" fmla="*/ 12 h 12"/>
                <a:gd name="T2" fmla="*/ 14 w 21"/>
                <a:gd name="T3" fmla="*/ 12 h 12"/>
                <a:gd name="T4" fmla="*/ 11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5" name="Freeform 1076"/>
            <p:cNvSpPr>
              <a:spLocks/>
            </p:cNvSpPr>
            <p:nvPr userDrawn="1"/>
          </p:nvSpPr>
          <p:spPr bwMode="gray">
            <a:xfrm>
              <a:off x="4816" y="3828"/>
              <a:ext cx="13" cy="8"/>
            </a:xfrm>
            <a:custGeom>
              <a:avLst/>
              <a:gdLst>
                <a:gd name="T0" fmla="*/ 0 w 12"/>
                <a:gd name="T1" fmla="*/ 8 h 8"/>
                <a:gd name="T2" fmla="*/ 4 w 12"/>
                <a:gd name="T3" fmla="*/ 8 h 8"/>
                <a:gd name="T4" fmla="*/ 5 w 12"/>
                <a:gd name="T5" fmla="*/ 8 h 8"/>
                <a:gd name="T6" fmla="*/ 9 w 12"/>
                <a:gd name="T7" fmla="*/ 7 h 8"/>
                <a:gd name="T8" fmla="*/ 11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6" name="Line 1077"/>
            <p:cNvSpPr>
              <a:spLocks noChangeShapeType="1"/>
            </p:cNvSpPr>
            <p:nvPr userDrawn="1"/>
          </p:nvSpPr>
          <p:spPr bwMode="gray">
            <a:xfrm flipV="1">
              <a:off x="4744" y="3788"/>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7" name="Line 1078"/>
            <p:cNvSpPr>
              <a:spLocks noChangeShapeType="1"/>
            </p:cNvSpPr>
            <p:nvPr userDrawn="1"/>
          </p:nvSpPr>
          <p:spPr bwMode="gray">
            <a:xfrm flipV="1">
              <a:off x="4736" y="3789"/>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8" name="Freeform 1079"/>
            <p:cNvSpPr>
              <a:spLocks/>
            </p:cNvSpPr>
            <p:nvPr userDrawn="1"/>
          </p:nvSpPr>
          <p:spPr bwMode="gray">
            <a:xfrm>
              <a:off x="4895" y="3781"/>
              <a:ext cx="13" cy="8"/>
            </a:xfrm>
            <a:custGeom>
              <a:avLst/>
              <a:gdLst>
                <a:gd name="T0" fmla="*/ 0 w 12"/>
                <a:gd name="T1" fmla="*/ 8 h 8"/>
                <a:gd name="T2" fmla="*/ 5 w 12"/>
                <a:gd name="T3" fmla="*/ 8 h 8"/>
                <a:gd name="T4" fmla="*/ 7 w 12"/>
                <a:gd name="T5" fmla="*/ 8 h 8"/>
                <a:gd name="T6" fmla="*/ 10 w 12"/>
                <a:gd name="T7" fmla="*/ 7 h 8"/>
                <a:gd name="T8" fmla="*/ 12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19" name="Line 1080"/>
            <p:cNvSpPr>
              <a:spLocks noChangeShapeType="1"/>
            </p:cNvSpPr>
            <p:nvPr userDrawn="1"/>
          </p:nvSpPr>
          <p:spPr bwMode="gray">
            <a:xfrm flipH="1">
              <a:off x="4746" y="3781"/>
              <a:ext cx="161"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0" name="Freeform 1081"/>
            <p:cNvSpPr>
              <a:spLocks/>
            </p:cNvSpPr>
            <p:nvPr userDrawn="1"/>
          </p:nvSpPr>
          <p:spPr bwMode="gray">
            <a:xfrm>
              <a:off x="4736" y="3875"/>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1" name="Freeform 1082"/>
            <p:cNvSpPr>
              <a:spLocks/>
            </p:cNvSpPr>
            <p:nvPr userDrawn="1"/>
          </p:nvSpPr>
          <p:spPr bwMode="gray">
            <a:xfrm>
              <a:off x="4895" y="3770"/>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2" name="Freeform 1083"/>
            <p:cNvSpPr>
              <a:spLocks/>
            </p:cNvSpPr>
            <p:nvPr userDrawn="1"/>
          </p:nvSpPr>
          <p:spPr bwMode="gray">
            <a:xfrm>
              <a:off x="4290" y="3457"/>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3" name="Line 1084"/>
            <p:cNvSpPr>
              <a:spLocks noChangeShapeType="1"/>
            </p:cNvSpPr>
            <p:nvPr userDrawn="1"/>
          </p:nvSpPr>
          <p:spPr bwMode="gray">
            <a:xfrm flipH="1" flipV="1">
              <a:off x="4267" y="3310"/>
              <a:ext cx="26"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4" name="Line 1085"/>
            <p:cNvSpPr>
              <a:spLocks noChangeShapeType="1"/>
            </p:cNvSpPr>
            <p:nvPr userDrawn="1"/>
          </p:nvSpPr>
          <p:spPr bwMode="gray">
            <a:xfrm flipH="1" flipV="1">
              <a:off x="4262" y="3310"/>
              <a:ext cx="3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5" name="Freeform 1086"/>
            <p:cNvSpPr>
              <a:spLocks/>
            </p:cNvSpPr>
            <p:nvPr userDrawn="1"/>
          </p:nvSpPr>
          <p:spPr bwMode="gray">
            <a:xfrm>
              <a:off x="4262" y="3308"/>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6" name="Line 1087"/>
            <p:cNvSpPr>
              <a:spLocks noChangeShapeType="1"/>
            </p:cNvSpPr>
            <p:nvPr userDrawn="1"/>
          </p:nvSpPr>
          <p:spPr bwMode="gray">
            <a:xfrm>
              <a:off x="4270" y="3319"/>
              <a:ext cx="23"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7" name="Freeform 1088"/>
            <p:cNvSpPr>
              <a:spLocks/>
            </p:cNvSpPr>
            <p:nvPr userDrawn="1"/>
          </p:nvSpPr>
          <p:spPr bwMode="gray">
            <a:xfrm>
              <a:off x="4169" y="3352"/>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8" name="Line 1089"/>
            <p:cNvSpPr>
              <a:spLocks noChangeShapeType="1"/>
            </p:cNvSpPr>
            <p:nvPr userDrawn="1"/>
          </p:nvSpPr>
          <p:spPr bwMode="gray">
            <a:xfrm flipH="1">
              <a:off x="4088" y="3312"/>
              <a:ext cx="165"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29" name="Line 1090"/>
            <p:cNvSpPr>
              <a:spLocks noChangeShapeType="1"/>
            </p:cNvSpPr>
            <p:nvPr userDrawn="1"/>
          </p:nvSpPr>
          <p:spPr bwMode="gray">
            <a:xfrm flipH="1">
              <a:off x="4095" y="3310"/>
              <a:ext cx="167"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0" name="Freeform 1091"/>
            <p:cNvSpPr>
              <a:spLocks/>
            </p:cNvSpPr>
            <p:nvPr userDrawn="1"/>
          </p:nvSpPr>
          <p:spPr bwMode="gray">
            <a:xfrm>
              <a:off x="4087" y="3394"/>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1" name="Line 1092"/>
            <p:cNvSpPr>
              <a:spLocks noChangeShapeType="1"/>
            </p:cNvSpPr>
            <p:nvPr userDrawn="1"/>
          </p:nvSpPr>
          <p:spPr bwMode="gray">
            <a:xfrm flipV="1">
              <a:off x="4087" y="3319"/>
              <a:ext cx="164"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2" name="Freeform 1093"/>
            <p:cNvSpPr>
              <a:spLocks/>
            </p:cNvSpPr>
            <p:nvPr userDrawn="1"/>
          </p:nvSpPr>
          <p:spPr bwMode="gray">
            <a:xfrm>
              <a:off x="4251" y="3310"/>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3" name="Freeform 1094"/>
            <p:cNvSpPr>
              <a:spLocks/>
            </p:cNvSpPr>
            <p:nvPr userDrawn="1"/>
          </p:nvSpPr>
          <p:spPr bwMode="gray">
            <a:xfrm>
              <a:off x="4209" y="3439"/>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4" name="Line 1095"/>
            <p:cNvSpPr>
              <a:spLocks noChangeShapeType="1"/>
            </p:cNvSpPr>
            <p:nvPr userDrawn="1"/>
          </p:nvSpPr>
          <p:spPr bwMode="gray">
            <a:xfrm>
              <a:off x="4090" y="3403"/>
              <a:ext cx="195"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5" name="Line 1096"/>
            <p:cNvSpPr>
              <a:spLocks noChangeShapeType="1"/>
            </p:cNvSpPr>
            <p:nvPr userDrawn="1"/>
          </p:nvSpPr>
          <p:spPr bwMode="gray">
            <a:xfrm>
              <a:off x="4095" y="3396"/>
              <a:ext cx="195"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6" name="Freeform 1097"/>
            <p:cNvSpPr>
              <a:spLocks/>
            </p:cNvSpPr>
            <p:nvPr userDrawn="1"/>
          </p:nvSpPr>
          <p:spPr bwMode="gray">
            <a:xfrm>
              <a:off x="4288" y="3466"/>
              <a:ext cx="4" cy="21"/>
            </a:xfrm>
            <a:custGeom>
              <a:avLst/>
              <a:gdLst>
                <a:gd name="T0" fmla="*/ 2 w 3"/>
                <a:gd name="T1" fmla="*/ 0 h 21"/>
                <a:gd name="T2" fmla="*/ 0 w 3"/>
                <a:gd name="T3" fmla="*/ 7 h 21"/>
                <a:gd name="T4" fmla="*/ 0 w 3"/>
                <a:gd name="T5" fmla="*/ 14 h 21"/>
                <a:gd name="T6" fmla="*/ 3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7" name="Line 1098"/>
            <p:cNvSpPr>
              <a:spLocks noChangeShapeType="1"/>
            </p:cNvSpPr>
            <p:nvPr userDrawn="1"/>
          </p:nvSpPr>
          <p:spPr bwMode="gray">
            <a:xfrm flipH="1" flipV="1">
              <a:off x="4087" y="3413"/>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8" name="Freeform 1099"/>
            <p:cNvSpPr>
              <a:spLocks/>
            </p:cNvSpPr>
            <p:nvPr userDrawn="1"/>
          </p:nvSpPr>
          <p:spPr bwMode="gray">
            <a:xfrm>
              <a:off x="4087" y="3396"/>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9" name="Freeform 1100"/>
            <p:cNvSpPr>
              <a:spLocks/>
            </p:cNvSpPr>
            <p:nvPr userDrawn="1"/>
          </p:nvSpPr>
          <p:spPr bwMode="gray">
            <a:xfrm>
              <a:off x="4603" y="3490"/>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0" name="Line 1101"/>
            <p:cNvSpPr>
              <a:spLocks noChangeShapeType="1"/>
            </p:cNvSpPr>
            <p:nvPr userDrawn="1"/>
          </p:nvSpPr>
          <p:spPr bwMode="gray">
            <a:xfrm flipH="1">
              <a:off x="4524" y="3455"/>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1" name="Line 1102"/>
            <p:cNvSpPr>
              <a:spLocks noChangeShapeType="1"/>
            </p:cNvSpPr>
            <p:nvPr userDrawn="1"/>
          </p:nvSpPr>
          <p:spPr bwMode="gray">
            <a:xfrm flipH="1">
              <a:off x="4531" y="3462"/>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2" name="Freeform 1103"/>
            <p:cNvSpPr>
              <a:spLocks/>
            </p:cNvSpPr>
            <p:nvPr userDrawn="1"/>
          </p:nvSpPr>
          <p:spPr bwMode="gray">
            <a:xfrm>
              <a:off x="4520" y="3536"/>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3" name="Line 1104"/>
            <p:cNvSpPr>
              <a:spLocks noChangeShapeType="1"/>
            </p:cNvSpPr>
            <p:nvPr userDrawn="1"/>
          </p:nvSpPr>
          <p:spPr bwMode="gray">
            <a:xfrm flipV="1">
              <a:off x="4520" y="3446"/>
              <a:ext cx="163"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4" name="Freeform 1105"/>
            <p:cNvSpPr>
              <a:spLocks/>
            </p:cNvSpPr>
            <p:nvPr userDrawn="1"/>
          </p:nvSpPr>
          <p:spPr bwMode="gray">
            <a:xfrm>
              <a:off x="4683" y="3446"/>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5" name="Freeform 1106"/>
            <p:cNvSpPr>
              <a:spLocks/>
            </p:cNvSpPr>
            <p:nvPr userDrawn="1"/>
          </p:nvSpPr>
          <p:spPr bwMode="gray">
            <a:xfrm>
              <a:off x="4597" y="3579"/>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6" name="Line 1107"/>
            <p:cNvSpPr>
              <a:spLocks noChangeShapeType="1"/>
            </p:cNvSpPr>
            <p:nvPr userDrawn="1"/>
          </p:nvSpPr>
          <p:spPr bwMode="gray">
            <a:xfrm>
              <a:off x="4519" y="3558"/>
              <a:ext cx="210"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7" name="Line 1108"/>
            <p:cNvSpPr>
              <a:spLocks noChangeShapeType="1"/>
            </p:cNvSpPr>
            <p:nvPr userDrawn="1"/>
          </p:nvSpPr>
          <p:spPr bwMode="gray">
            <a:xfrm>
              <a:off x="4531" y="3553"/>
              <a:ext cx="20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8" name="Freeform 1109"/>
            <p:cNvSpPr>
              <a:spLocks/>
            </p:cNvSpPr>
            <p:nvPr userDrawn="1"/>
          </p:nvSpPr>
          <p:spPr bwMode="gray">
            <a:xfrm>
              <a:off x="4727" y="3627"/>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49" name="Line 1110"/>
            <p:cNvSpPr>
              <a:spLocks noChangeShapeType="1"/>
            </p:cNvSpPr>
            <p:nvPr userDrawn="1"/>
          </p:nvSpPr>
          <p:spPr bwMode="gray">
            <a:xfrm flipH="1" flipV="1">
              <a:off x="4512" y="3567"/>
              <a:ext cx="21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0" name="Freeform 1111"/>
            <p:cNvSpPr>
              <a:spLocks/>
            </p:cNvSpPr>
            <p:nvPr userDrawn="1"/>
          </p:nvSpPr>
          <p:spPr bwMode="gray">
            <a:xfrm>
              <a:off x="4512" y="3553"/>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1" name="Freeform 1112"/>
            <p:cNvSpPr>
              <a:spLocks/>
            </p:cNvSpPr>
            <p:nvPr userDrawn="1"/>
          </p:nvSpPr>
          <p:spPr bwMode="gray">
            <a:xfrm>
              <a:off x="4816" y="3579"/>
              <a:ext cx="13" cy="18"/>
            </a:xfrm>
            <a:custGeom>
              <a:avLst/>
              <a:gdLst>
                <a:gd name="T0" fmla="*/ 0 w 12"/>
                <a:gd name="T1" fmla="*/ 0 h 18"/>
                <a:gd name="T2" fmla="*/ 5 w 12"/>
                <a:gd name="T3" fmla="*/ 2 h 18"/>
                <a:gd name="T4" fmla="*/ 9 w 12"/>
                <a:gd name="T5" fmla="*/ 7 h 18"/>
                <a:gd name="T6" fmla="*/ 11 w 12"/>
                <a:gd name="T7" fmla="*/ 13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2" name="Line 1113"/>
            <p:cNvSpPr>
              <a:spLocks noChangeShapeType="1"/>
            </p:cNvSpPr>
            <p:nvPr userDrawn="1"/>
          </p:nvSpPr>
          <p:spPr bwMode="gray">
            <a:xfrm flipV="1">
              <a:off x="4744" y="3541"/>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3" name="Line 1114"/>
            <p:cNvSpPr>
              <a:spLocks noChangeShapeType="1"/>
            </p:cNvSpPr>
            <p:nvPr userDrawn="1"/>
          </p:nvSpPr>
          <p:spPr bwMode="gray">
            <a:xfrm flipV="1">
              <a:off x="4736" y="3534"/>
              <a:ext cx="160"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4" name="Freeform 1115"/>
            <p:cNvSpPr>
              <a:spLocks/>
            </p:cNvSpPr>
            <p:nvPr userDrawn="1"/>
          </p:nvSpPr>
          <p:spPr bwMode="gray">
            <a:xfrm>
              <a:off x="4896" y="3534"/>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5" name="Line 1116"/>
            <p:cNvSpPr>
              <a:spLocks noChangeShapeType="1"/>
            </p:cNvSpPr>
            <p:nvPr userDrawn="1"/>
          </p:nvSpPr>
          <p:spPr bwMode="gray">
            <a:xfrm flipH="1">
              <a:off x="4746" y="3550"/>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6" name="Freeform 1117"/>
            <p:cNvSpPr>
              <a:spLocks/>
            </p:cNvSpPr>
            <p:nvPr userDrawn="1"/>
          </p:nvSpPr>
          <p:spPr bwMode="gray">
            <a:xfrm>
              <a:off x="4736" y="3627"/>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7" name="Freeform 1118"/>
            <p:cNvSpPr>
              <a:spLocks/>
            </p:cNvSpPr>
            <p:nvPr userDrawn="1"/>
          </p:nvSpPr>
          <p:spPr bwMode="gray">
            <a:xfrm>
              <a:off x="4769" y="3487"/>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8" name="Line 1119"/>
            <p:cNvSpPr>
              <a:spLocks noChangeShapeType="1"/>
            </p:cNvSpPr>
            <p:nvPr userDrawn="1"/>
          </p:nvSpPr>
          <p:spPr bwMode="gray">
            <a:xfrm flipH="1" flipV="1">
              <a:off x="4695" y="3460"/>
              <a:ext cx="208"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59" name="Line 1120"/>
            <p:cNvSpPr>
              <a:spLocks noChangeShapeType="1"/>
            </p:cNvSpPr>
            <p:nvPr userDrawn="1"/>
          </p:nvSpPr>
          <p:spPr bwMode="gray">
            <a:xfrm flipH="1" flipV="1">
              <a:off x="4694" y="3462"/>
              <a:ext cx="202"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60" name="Freeform 1121"/>
            <p:cNvSpPr>
              <a:spLocks/>
            </p:cNvSpPr>
            <p:nvPr userDrawn="1"/>
          </p:nvSpPr>
          <p:spPr bwMode="gray">
            <a:xfrm>
              <a:off x="4692" y="3460"/>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61" name="Line 1122"/>
            <p:cNvSpPr>
              <a:spLocks noChangeShapeType="1"/>
            </p:cNvSpPr>
            <p:nvPr userDrawn="1"/>
          </p:nvSpPr>
          <p:spPr bwMode="gray">
            <a:xfrm>
              <a:off x="4692" y="3466"/>
              <a:ext cx="213"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62" name="Freeform 1123"/>
            <p:cNvSpPr>
              <a:spLocks/>
            </p:cNvSpPr>
            <p:nvPr userDrawn="1"/>
          </p:nvSpPr>
          <p:spPr bwMode="gray">
            <a:xfrm>
              <a:off x="4896" y="3532"/>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63" name="Freeform 1124"/>
            <p:cNvSpPr>
              <a:spLocks/>
            </p:cNvSpPr>
            <p:nvPr userDrawn="1"/>
          </p:nvSpPr>
          <p:spPr bwMode="gray">
            <a:xfrm>
              <a:off x="4907" y="3663"/>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nvGrpSpPr>
            <p:cNvPr id="1064" name="Group 1125"/>
            <p:cNvGrpSpPr>
              <a:grpSpLocks/>
            </p:cNvGrpSpPr>
            <p:nvPr userDrawn="1"/>
          </p:nvGrpSpPr>
          <p:grpSpPr bwMode="auto">
            <a:xfrm>
              <a:off x="4083" y="2782"/>
              <a:ext cx="1546" cy="1270"/>
              <a:chOff x="2135" y="838"/>
              <a:chExt cx="1546" cy="1270"/>
            </a:xfrm>
          </p:grpSpPr>
          <p:sp>
            <p:nvSpPr>
              <p:cNvPr id="1521" name="Line 1126"/>
              <p:cNvSpPr>
                <a:spLocks noChangeShapeType="1"/>
              </p:cNvSpPr>
              <p:nvPr userDrawn="1"/>
            </p:nvSpPr>
            <p:spPr bwMode="gray">
              <a:xfrm flipV="1">
                <a:off x="2968" y="1604"/>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2" name="Line 1127"/>
              <p:cNvSpPr>
                <a:spLocks noChangeShapeType="1"/>
              </p:cNvSpPr>
              <p:nvPr userDrawn="1"/>
            </p:nvSpPr>
            <p:spPr bwMode="gray">
              <a:xfrm flipV="1">
                <a:off x="2959" y="1605"/>
                <a:ext cx="2"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3" name="Freeform 1128"/>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4" name="Line 1129"/>
              <p:cNvSpPr>
                <a:spLocks noChangeShapeType="1"/>
              </p:cNvSpPr>
              <p:nvPr userDrawn="1"/>
            </p:nvSpPr>
            <p:spPr bwMode="gray">
              <a:xfrm flipH="1">
                <a:off x="2978" y="1605"/>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5" name="Freeform 1130"/>
              <p:cNvSpPr>
                <a:spLocks/>
              </p:cNvSpPr>
              <p:nvPr userDrawn="1"/>
            </p:nvSpPr>
            <p:spPr bwMode="gray">
              <a:xfrm>
                <a:off x="2959" y="1831"/>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6" name="Freeform 1131"/>
              <p:cNvSpPr>
                <a:spLocks/>
              </p:cNvSpPr>
              <p:nvPr userDrawn="1"/>
            </p:nvSpPr>
            <p:spPr bwMode="gray">
              <a:xfrm>
                <a:off x="2319" y="1366"/>
                <a:ext cx="4" cy="9"/>
              </a:xfrm>
              <a:custGeom>
                <a:avLst/>
                <a:gdLst>
                  <a:gd name="T0" fmla="*/ 3 w 3"/>
                  <a:gd name="T1" fmla="*/ 9 h 9"/>
                  <a:gd name="T2" fmla="*/ 0 w 3"/>
                  <a:gd name="T3" fmla="*/ 7 h 9"/>
                  <a:gd name="T4" fmla="*/ 0 w 3"/>
                  <a:gd name="T5" fmla="*/ 4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7" name="Freeform 1132"/>
              <p:cNvSpPr>
                <a:spLocks/>
              </p:cNvSpPr>
              <p:nvPr userDrawn="1"/>
            </p:nvSpPr>
            <p:spPr bwMode="gray">
              <a:xfrm>
                <a:off x="2958" y="1709"/>
                <a:ext cx="19" cy="4"/>
              </a:xfrm>
              <a:custGeom>
                <a:avLst/>
                <a:gdLst>
                  <a:gd name="T0" fmla="*/ 0 w 19"/>
                  <a:gd name="T1" fmla="*/ 0 h 2"/>
                  <a:gd name="T2" fmla="*/ 5 w 19"/>
                  <a:gd name="T3" fmla="*/ 2 h 2"/>
                  <a:gd name="T4" fmla="*/ 11 w 19"/>
                  <a:gd name="T5" fmla="*/ 2 h 2"/>
                  <a:gd name="T6" fmla="*/ 16 w 19"/>
                  <a:gd name="T7" fmla="*/ 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8" name="Line 1133"/>
              <p:cNvSpPr>
                <a:spLocks noChangeShapeType="1"/>
              </p:cNvSpPr>
              <p:nvPr userDrawn="1"/>
            </p:nvSpPr>
            <p:spPr bwMode="gray">
              <a:xfrm flipH="1">
                <a:off x="2967"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9" name="Line 1134"/>
              <p:cNvSpPr>
                <a:spLocks noChangeShapeType="1"/>
              </p:cNvSpPr>
              <p:nvPr userDrawn="1"/>
            </p:nvSpPr>
            <p:spPr bwMode="gray">
              <a:xfrm flipH="1">
                <a:off x="2955" y="1596"/>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0" name="Freeform 1135"/>
              <p:cNvSpPr>
                <a:spLocks/>
              </p:cNvSpPr>
              <p:nvPr userDrawn="1"/>
            </p:nvSpPr>
            <p:spPr bwMode="gray">
              <a:xfrm>
                <a:off x="2955" y="1826"/>
                <a:ext cx="22" cy="4"/>
              </a:xfrm>
              <a:custGeom>
                <a:avLst/>
                <a:gdLst>
                  <a:gd name="T0" fmla="*/ 0 w 21"/>
                  <a:gd name="T1" fmla="*/ 0 h 4"/>
                  <a:gd name="T2" fmla="*/ 6 w 21"/>
                  <a:gd name="T3" fmla="*/ 2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1" name="Line 1136"/>
              <p:cNvSpPr>
                <a:spLocks noChangeShapeType="1"/>
              </p:cNvSpPr>
              <p:nvPr userDrawn="1"/>
            </p:nvSpPr>
            <p:spPr bwMode="gray">
              <a:xfrm flipV="1">
                <a:off x="2976"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2" name="Freeform 1137"/>
              <p:cNvSpPr>
                <a:spLocks/>
              </p:cNvSpPr>
              <p:nvPr userDrawn="1"/>
            </p:nvSpPr>
            <p:spPr bwMode="gray">
              <a:xfrm>
                <a:off x="2958" y="1596"/>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3" name="Freeform 1138"/>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4" name="Freeform 1139"/>
              <p:cNvSpPr>
                <a:spLocks/>
              </p:cNvSpPr>
              <p:nvPr userDrawn="1"/>
            </p:nvSpPr>
            <p:spPr bwMode="gray">
              <a:xfrm>
                <a:off x="2139" y="1574"/>
                <a:ext cx="4" cy="9"/>
              </a:xfrm>
              <a:custGeom>
                <a:avLst/>
                <a:gdLst>
                  <a:gd name="T0" fmla="*/ 1 w 3"/>
                  <a:gd name="T1" fmla="*/ 0 h 9"/>
                  <a:gd name="T2" fmla="*/ 0 w 3"/>
                  <a:gd name="T3" fmla="*/ 2 h 9"/>
                  <a:gd name="T4" fmla="*/ 0 w 3"/>
                  <a:gd name="T5" fmla="*/ 4 h 9"/>
                  <a:gd name="T6" fmla="*/ 0 w 3"/>
                  <a:gd name="T7" fmla="*/ 7 h 9"/>
                  <a:gd name="T8" fmla="*/ 3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5" name="Line 1140"/>
              <p:cNvSpPr>
                <a:spLocks noChangeShapeType="1"/>
              </p:cNvSpPr>
              <p:nvPr userDrawn="1"/>
            </p:nvSpPr>
            <p:spPr bwMode="gray">
              <a:xfrm flipH="1" flipV="1">
                <a:off x="2135" y="1466"/>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6" name="Line 1141"/>
              <p:cNvSpPr>
                <a:spLocks noChangeShapeType="1"/>
              </p:cNvSpPr>
              <p:nvPr userDrawn="1"/>
            </p:nvSpPr>
            <p:spPr bwMode="gray">
              <a:xfrm flipH="1" flipV="1">
                <a:off x="2139" y="1460"/>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7" name="Freeform 1142"/>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8" name="Line 1143"/>
              <p:cNvSpPr>
                <a:spLocks noChangeShapeType="1"/>
              </p:cNvSpPr>
              <p:nvPr userDrawn="1"/>
            </p:nvSpPr>
            <p:spPr bwMode="gray">
              <a:xfrm>
                <a:off x="2139" y="1469"/>
                <a:ext cx="7" cy="2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39" name="Freeform 1144"/>
              <p:cNvSpPr>
                <a:spLocks/>
              </p:cNvSpPr>
              <p:nvPr userDrawn="1"/>
            </p:nvSpPr>
            <p:spPr bwMode="gray">
              <a:xfrm>
                <a:off x="2141" y="1683"/>
                <a:ext cx="4" cy="13"/>
              </a:xfrm>
              <a:custGeom>
                <a:avLst/>
                <a:gdLst>
                  <a:gd name="T0" fmla="*/ 6 w 6"/>
                  <a:gd name="T1" fmla="*/ 9 h 9"/>
                  <a:gd name="T2" fmla="*/ 2 w 6"/>
                  <a:gd name="T3" fmla="*/ 7 h 9"/>
                  <a:gd name="T4" fmla="*/ 0 w 6"/>
                  <a:gd name="T5" fmla="*/ 5 h 9"/>
                  <a:gd name="T6" fmla="*/ 2 w 6"/>
                  <a:gd name="T7" fmla="*/ 2 h 9"/>
                  <a:gd name="T8" fmla="*/ 4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0" name="Freeform 1145"/>
              <p:cNvSpPr>
                <a:spLocks/>
              </p:cNvSpPr>
              <p:nvPr userDrawn="1"/>
            </p:nvSpPr>
            <p:spPr bwMode="gray">
              <a:xfrm>
                <a:off x="2779" y="1814"/>
                <a:ext cx="19" cy="4"/>
              </a:xfrm>
              <a:custGeom>
                <a:avLst/>
                <a:gdLst>
                  <a:gd name="T0" fmla="*/ 0 w 19"/>
                  <a:gd name="T1" fmla="*/ 1 h 3"/>
                  <a:gd name="T2" fmla="*/ 5 w 19"/>
                  <a:gd name="T3" fmla="*/ 3 h 3"/>
                  <a:gd name="T4" fmla="*/ 10 w 19"/>
                  <a:gd name="T5" fmla="*/ 3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1" name="Line 1146"/>
              <p:cNvSpPr>
                <a:spLocks noChangeShapeType="1"/>
              </p:cNvSpPr>
              <p:nvPr userDrawn="1"/>
            </p:nvSpPr>
            <p:spPr bwMode="gray">
              <a:xfrm flipV="1">
                <a:off x="2789" y="1700"/>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2" name="Line 1147"/>
              <p:cNvSpPr>
                <a:spLocks noChangeShapeType="1"/>
              </p:cNvSpPr>
              <p:nvPr userDrawn="1"/>
            </p:nvSpPr>
            <p:spPr bwMode="gray">
              <a:xfrm flipV="1">
                <a:off x="2779" y="1700"/>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3" name="Freeform 1148"/>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4" name="Line 1149"/>
              <p:cNvSpPr>
                <a:spLocks noChangeShapeType="1"/>
              </p:cNvSpPr>
              <p:nvPr userDrawn="1"/>
            </p:nvSpPr>
            <p:spPr bwMode="gray">
              <a:xfrm>
                <a:off x="2798" y="1698"/>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5" name="Freeform 1150"/>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6" name="Freeform 1151"/>
              <p:cNvSpPr>
                <a:spLocks/>
              </p:cNvSpPr>
              <p:nvPr userDrawn="1"/>
            </p:nvSpPr>
            <p:spPr bwMode="gray">
              <a:xfrm>
                <a:off x="2356" y="1901"/>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7" name="Line 1152"/>
              <p:cNvSpPr>
                <a:spLocks noChangeShapeType="1"/>
              </p:cNvSpPr>
              <p:nvPr userDrawn="1"/>
            </p:nvSpPr>
            <p:spPr bwMode="gray">
              <a:xfrm>
                <a:off x="2354" y="1787"/>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8" name="Line 1153"/>
              <p:cNvSpPr>
                <a:spLocks noChangeShapeType="1"/>
              </p:cNvSpPr>
              <p:nvPr userDrawn="1"/>
            </p:nvSpPr>
            <p:spPr bwMode="gray">
              <a:xfrm>
                <a:off x="2359" y="179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49" name="Freeform 1154"/>
              <p:cNvSpPr>
                <a:spLocks/>
              </p:cNvSpPr>
              <p:nvPr userDrawn="1"/>
            </p:nvSpPr>
            <p:spPr bwMode="gray">
              <a:xfrm>
                <a:off x="2359" y="2013"/>
                <a:ext cx="4" cy="11"/>
              </a:xfrm>
              <a:custGeom>
                <a:avLst/>
                <a:gdLst>
                  <a:gd name="T0" fmla="*/ 4 w 6"/>
                  <a:gd name="T1" fmla="*/ 0 h 11"/>
                  <a:gd name="T2" fmla="*/ 2 w 6"/>
                  <a:gd name="T3" fmla="*/ 4 h 11"/>
                  <a:gd name="T4" fmla="*/ 0 w 6"/>
                  <a:gd name="T5" fmla="*/ 5 h 11"/>
                  <a:gd name="T6" fmla="*/ 2 w 6"/>
                  <a:gd name="T7" fmla="*/ 9 h 11"/>
                  <a:gd name="T8" fmla="*/ 6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0" name="Line 1155"/>
              <p:cNvSpPr>
                <a:spLocks noChangeShapeType="1"/>
              </p:cNvSpPr>
              <p:nvPr userDrawn="1"/>
            </p:nvSpPr>
            <p:spPr bwMode="gray">
              <a:xfrm flipH="1" flipV="1">
                <a:off x="2359" y="178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1" name="Freeform 1156"/>
              <p:cNvSpPr>
                <a:spLocks/>
              </p:cNvSpPr>
              <p:nvPr userDrawn="1"/>
            </p:nvSpPr>
            <p:spPr bwMode="gray">
              <a:xfrm>
                <a:off x="2354" y="1787"/>
                <a:ext cx="5" cy="4"/>
              </a:xfrm>
              <a:custGeom>
                <a:avLst/>
                <a:gdLst>
                  <a:gd name="T0" fmla="*/ 3 w 5"/>
                  <a:gd name="T1" fmla="*/ 3 h 3"/>
                  <a:gd name="T2" fmla="*/ 2 w 5"/>
                  <a:gd name="T3" fmla="*/ 3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2" name="Freeform 1157"/>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3" name="Freeform 1158"/>
              <p:cNvSpPr>
                <a:spLocks/>
              </p:cNvSpPr>
              <p:nvPr userDrawn="1"/>
            </p:nvSpPr>
            <p:spPr bwMode="gray">
              <a:xfrm>
                <a:off x="2515"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4" name="Freeform 1159"/>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5" name="Line 1160"/>
              <p:cNvSpPr>
                <a:spLocks noChangeShapeType="1"/>
              </p:cNvSpPr>
              <p:nvPr userDrawn="1"/>
            </p:nvSpPr>
            <p:spPr bwMode="gray">
              <a:xfrm flipH="1">
                <a:off x="2350" y="1187"/>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6" name="Line 1161"/>
              <p:cNvSpPr>
                <a:spLocks noChangeShapeType="1"/>
              </p:cNvSpPr>
              <p:nvPr userDrawn="1"/>
            </p:nvSpPr>
            <p:spPr bwMode="gray">
              <a:xfrm flipH="1">
                <a:off x="2347" y="1195"/>
                <a:ext cx="169"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7" name="Freeform 1162"/>
              <p:cNvSpPr>
                <a:spLocks/>
              </p:cNvSpPr>
              <p:nvPr userDrawn="1"/>
            </p:nvSpPr>
            <p:spPr bwMode="gray">
              <a:xfrm>
                <a:off x="2347" y="1270"/>
                <a:ext cx="13" cy="10"/>
              </a:xfrm>
              <a:custGeom>
                <a:avLst/>
                <a:gdLst>
                  <a:gd name="T0" fmla="*/ 0 w 10"/>
                  <a:gd name="T1" fmla="*/ 10 h 10"/>
                  <a:gd name="T2" fmla="*/ 2 w 10"/>
                  <a:gd name="T3" fmla="*/ 5 h 10"/>
                  <a:gd name="T4" fmla="*/ 3 w 10"/>
                  <a:gd name="T5" fmla="*/ 2 h 10"/>
                  <a:gd name="T6" fmla="*/ 5 w 10"/>
                  <a:gd name="T7" fmla="*/ 0 h 10"/>
                  <a:gd name="T8" fmla="*/ 9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8" name="Line 1163"/>
              <p:cNvSpPr>
                <a:spLocks noChangeShapeType="1"/>
              </p:cNvSpPr>
              <p:nvPr userDrawn="1"/>
            </p:nvSpPr>
            <p:spPr bwMode="gray">
              <a:xfrm flipV="1">
                <a:off x="2359" y="1186"/>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59" name="Freeform 1164"/>
              <p:cNvSpPr>
                <a:spLocks/>
              </p:cNvSpPr>
              <p:nvPr userDrawn="1"/>
            </p:nvSpPr>
            <p:spPr bwMode="gray">
              <a:xfrm>
                <a:off x="2515"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0" name="Freeform 1165"/>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1" name="Line 1166"/>
              <p:cNvSpPr>
                <a:spLocks noChangeShapeType="1"/>
              </p:cNvSpPr>
              <p:nvPr userDrawn="1"/>
            </p:nvSpPr>
            <p:spPr bwMode="gray">
              <a:xfrm>
                <a:off x="2343" y="1283"/>
                <a:ext cx="6"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2" name="Line 1167"/>
              <p:cNvSpPr>
                <a:spLocks noChangeShapeType="1"/>
              </p:cNvSpPr>
              <p:nvPr userDrawn="1"/>
            </p:nvSpPr>
            <p:spPr bwMode="gray">
              <a:xfrm>
                <a:off x="2347" y="1280"/>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3" name="Freeform 1168"/>
              <p:cNvSpPr>
                <a:spLocks/>
              </p:cNvSpPr>
              <p:nvPr userDrawn="1"/>
            </p:nvSpPr>
            <p:spPr bwMode="gray">
              <a:xfrm>
                <a:off x="2350" y="1513"/>
                <a:ext cx="4" cy="21"/>
              </a:xfrm>
              <a:custGeom>
                <a:avLst/>
                <a:gdLst>
                  <a:gd name="T0" fmla="*/ 3 w 5"/>
                  <a:gd name="T1" fmla="*/ 0 h 21"/>
                  <a:gd name="T2" fmla="*/ 0 w 5"/>
                  <a:gd name="T3" fmla="*/ 5 h 21"/>
                  <a:gd name="T4" fmla="*/ 0 w 5"/>
                  <a:gd name="T5" fmla="*/ 10 h 21"/>
                  <a:gd name="T6" fmla="*/ 1 w 5"/>
                  <a:gd name="T7" fmla="*/ 16 h 21"/>
                  <a:gd name="T8" fmla="*/ 5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4" name="Line 1169"/>
              <p:cNvSpPr>
                <a:spLocks noChangeShapeType="1"/>
              </p:cNvSpPr>
              <p:nvPr userDrawn="1"/>
            </p:nvSpPr>
            <p:spPr bwMode="gray">
              <a:xfrm flipH="1" flipV="1">
                <a:off x="2350" y="1287"/>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5" name="Freeform 1170"/>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6" name="Freeform 1171"/>
              <p:cNvSpPr>
                <a:spLocks/>
              </p:cNvSpPr>
              <p:nvPr userDrawn="1"/>
            </p:nvSpPr>
            <p:spPr bwMode="gray">
              <a:xfrm>
                <a:off x="2558"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7" name="Line 1172"/>
              <p:cNvSpPr>
                <a:spLocks noChangeShapeType="1"/>
              </p:cNvSpPr>
              <p:nvPr userDrawn="1"/>
            </p:nvSpPr>
            <p:spPr bwMode="gray">
              <a:xfrm>
                <a:off x="2567" y="1870"/>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8" name="Line 1173"/>
              <p:cNvSpPr>
                <a:spLocks noChangeShapeType="1"/>
              </p:cNvSpPr>
              <p:nvPr userDrawn="1"/>
            </p:nvSpPr>
            <p:spPr bwMode="gray">
              <a:xfrm>
                <a:off x="2576" y="1873"/>
                <a:ext cx="4"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69" name="Freeform 1174"/>
              <p:cNvSpPr>
                <a:spLocks/>
              </p:cNvSpPr>
              <p:nvPr userDrawn="1"/>
            </p:nvSpPr>
            <p:spPr bwMode="gray">
              <a:xfrm>
                <a:off x="2558"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0" name="Line 1175"/>
              <p:cNvSpPr>
                <a:spLocks noChangeShapeType="1"/>
              </p:cNvSpPr>
              <p:nvPr userDrawn="1"/>
            </p:nvSpPr>
            <p:spPr bwMode="gray">
              <a:xfrm flipH="1" flipV="1">
                <a:off x="2555" y="1861"/>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1" name="Freeform 1176"/>
              <p:cNvSpPr>
                <a:spLocks/>
              </p:cNvSpPr>
              <p:nvPr userDrawn="1"/>
            </p:nvSpPr>
            <p:spPr bwMode="gray">
              <a:xfrm>
                <a:off x="2555" y="1861"/>
                <a:ext cx="22" cy="12"/>
              </a:xfrm>
              <a:custGeom>
                <a:avLst/>
                <a:gdLst>
                  <a:gd name="T0" fmla="*/ 19 w 19"/>
                  <a:gd name="T1" fmla="*/ 12 h 12"/>
                  <a:gd name="T2" fmla="*/ 12 w 19"/>
                  <a:gd name="T3" fmla="*/ 9 h 12"/>
                  <a:gd name="T4" fmla="*/ 5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2" name="Freeform 1177"/>
              <p:cNvSpPr>
                <a:spLocks/>
              </p:cNvSpPr>
              <p:nvPr userDrawn="1"/>
            </p:nvSpPr>
            <p:spPr bwMode="gray">
              <a:xfrm>
                <a:off x="2646" y="2048"/>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3" name="Line 1178"/>
              <p:cNvSpPr>
                <a:spLocks noChangeShapeType="1"/>
              </p:cNvSpPr>
              <p:nvPr userDrawn="1"/>
            </p:nvSpPr>
            <p:spPr bwMode="gray">
              <a:xfrm flipV="1">
                <a:off x="2576" y="2010"/>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4" name="Line 1179"/>
              <p:cNvSpPr>
                <a:spLocks noChangeShapeType="1"/>
              </p:cNvSpPr>
              <p:nvPr userDrawn="1"/>
            </p:nvSpPr>
            <p:spPr bwMode="gray">
              <a:xfrm flipV="1">
                <a:off x="2578" y="2003"/>
                <a:ext cx="159"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5" name="Freeform 1180"/>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6" name="Line 1181"/>
              <p:cNvSpPr>
                <a:spLocks noChangeShapeType="1"/>
              </p:cNvSpPr>
              <p:nvPr userDrawn="1"/>
            </p:nvSpPr>
            <p:spPr bwMode="gray">
              <a:xfrm flipH="1">
                <a:off x="2567" y="2010"/>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7" name="Freeform 1182"/>
              <p:cNvSpPr>
                <a:spLocks/>
              </p:cNvSpPr>
              <p:nvPr userDrawn="1"/>
            </p:nvSpPr>
            <p:spPr bwMode="gray">
              <a:xfrm>
                <a:off x="2567"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8" name="Line 1183"/>
              <p:cNvSpPr>
                <a:spLocks noChangeShapeType="1"/>
              </p:cNvSpPr>
              <p:nvPr userDrawn="1"/>
            </p:nvSpPr>
            <p:spPr bwMode="gray">
              <a:xfrm flipV="1">
                <a:off x="2741" y="1924"/>
                <a:ext cx="1"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79" name="Line 1184"/>
              <p:cNvSpPr>
                <a:spLocks noChangeShapeType="1"/>
              </p:cNvSpPr>
              <p:nvPr userDrawn="1"/>
            </p:nvSpPr>
            <p:spPr bwMode="gray">
              <a:xfrm flipV="1">
                <a:off x="2737" y="1924"/>
                <a:ext cx="1"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0" name="Line 1185"/>
              <p:cNvSpPr>
                <a:spLocks noChangeShapeType="1"/>
              </p:cNvSpPr>
              <p:nvPr userDrawn="1"/>
            </p:nvSpPr>
            <p:spPr bwMode="gray">
              <a:xfrm>
                <a:off x="2733" y="1922"/>
                <a:ext cx="2"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1" name="Freeform 1186"/>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2" name="Freeform 1187"/>
              <p:cNvSpPr>
                <a:spLocks/>
              </p:cNvSpPr>
              <p:nvPr userDrawn="1"/>
            </p:nvSpPr>
            <p:spPr bwMode="gray">
              <a:xfrm>
                <a:off x="2732" y="1377"/>
                <a:ext cx="4" cy="8"/>
              </a:xfrm>
              <a:custGeom>
                <a:avLst/>
                <a:gdLst>
                  <a:gd name="T0" fmla="*/ 3 w 5"/>
                  <a:gd name="T1" fmla="*/ 8 h 8"/>
                  <a:gd name="T2" fmla="*/ 5 w 5"/>
                  <a:gd name="T3" fmla="*/ 7 h 8"/>
                  <a:gd name="T4" fmla="*/ 5 w 5"/>
                  <a:gd name="T5" fmla="*/ 5 h 8"/>
                  <a:gd name="T6" fmla="*/ 3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3" name="Line 1188"/>
              <p:cNvSpPr>
                <a:spLocks noChangeShapeType="1"/>
              </p:cNvSpPr>
              <p:nvPr userDrawn="1"/>
            </p:nvSpPr>
            <p:spPr bwMode="gray">
              <a:xfrm flipH="1" flipV="1">
                <a:off x="2737" y="1265"/>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4" name="Line 1189"/>
              <p:cNvSpPr>
                <a:spLocks noChangeShapeType="1"/>
              </p:cNvSpPr>
              <p:nvPr userDrawn="1"/>
            </p:nvSpPr>
            <p:spPr bwMode="gray">
              <a:xfrm flipV="1">
                <a:off x="2735" y="1270"/>
                <a:ext cx="1"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5" name="Freeform 1190"/>
              <p:cNvSpPr>
                <a:spLocks/>
              </p:cNvSpPr>
              <p:nvPr userDrawn="1"/>
            </p:nvSpPr>
            <p:spPr bwMode="gray">
              <a:xfrm>
                <a:off x="2732" y="1261"/>
                <a:ext cx="4" cy="9"/>
              </a:xfrm>
              <a:custGeom>
                <a:avLst/>
                <a:gdLst>
                  <a:gd name="T0" fmla="*/ 3 w 5"/>
                  <a:gd name="T1" fmla="*/ 9 h 9"/>
                  <a:gd name="T2" fmla="*/ 5 w 5"/>
                  <a:gd name="T3" fmla="*/ 5 h 9"/>
                  <a:gd name="T4" fmla="*/ 5 w 5"/>
                  <a:gd name="T5" fmla="*/ 4 h 9"/>
                  <a:gd name="T6" fmla="*/ 3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6" name="Line 1191"/>
              <p:cNvSpPr>
                <a:spLocks noChangeShapeType="1"/>
              </p:cNvSpPr>
              <p:nvPr userDrawn="1"/>
            </p:nvSpPr>
            <p:spPr bwMode="gray">
              <a:xfrm>
                <a:off x="2732" y="1261"/>
                <a:ext cx="1" cy="2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7" name="Freeform 1192"/>
              <p:cNvSpPr>
                <a:spLocks/>
              </p:cNvSpPr>
              <p:nvPr userDrawn="1"/>
            </p:nvSpPr>
            <p:spPr bwMode="gray">
              <a:xfrm>
                <a:off x="2733" y="1500"/>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8" name="Freeform 1193"/>
              <p:cNvSpPr>
                <a:spLocks/>
              </p:cNvSpPr>
              <p:nvPr userDrawn="1"/>
            </p:nvSpPr>
            <p:spPr bwMode="gray">
              <a:xfrm>
                <a:off x="2641" y="1296"/>
                <a:ext cx="13" cy="13"/>
              </a:xfrm>
              <a:custGeom>
                <a:avLst/>
                <a:gdLst>
                  <a:gd name="T0" fmla="*/ 12 w 12"/>
                  <a:gd name="T1" fmla="*/ 16 h 16"/>
                  <a:gd name="T2" fmla="*/ 10 w 12"/>
                  <a:gd name="T3" fmla="*/ 11 h 16"/>
                  <a:gd name="T4" fmla="*/ 8 w 12"/>
                  <a:gd name="T5" fmla="*/ 5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89" name="Line 1194"/>
              <p:cNvSpPr>
                <a:spLocks noChangeShapeType="1"/>
              </p:cNvSpPr>
              <p:nvPr userDrawn="1"/>
            </p:nvSpPr>
            <p:spPr bwMode="gray">
              <a:xfrm flipH="1">
                <a:off x="2567" y="1257"/>
                <a:ext cx="165"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0" name="Line 1195"/>
              <p:cNvSpPr>
                <a:spLocks noChangeShapeType="1"/>
              </p:cNvSpPr>
              <p:nvPr userDrawn="1"/>
            </p:nvSpPr>
            <p:spPr bwMode="gray">
              <a:xfrm flipH="1">
                <a:off x="2571" y="1270"/>
                <a:ext cx="164"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1" name="Freeform 1196"/>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2" name="Line 1197"/>
              <p:cNvSpPr>
                <a:spLocks noChangeShapeType="1"/>
              </p:cNvSpPr>
              <p:nvPr userDrawn="1"/>
            </p:nvSpPr>
            <p:spPr bwMode="gray">
              <a:xfrm flipV="1">
                <a:off x="2558" y="1252"/>
                <a:ext cx="165"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3" name="Freeform 1198"/>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4" name="Freeform 1199"/>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5" name="Line 1200"/>
              <p:cNvSpPr>
                <a:spLocks noChangeShapeType="1"/>
              </p:cNvSpPr>
              <p:nvPr userDrawn="1"/>
            </p:nvSpPr>
            <p:spPr bwMode="gray">
              <a:xfrm>
                <a:off x="2560" y="1359"/>
                <a:ext cx="2" cy="24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6" name="Line 1201"/>
              <p:cNvSpPr>
                <a:spLocks noChangeShapeType="1"/>
              </p:cNvSpPr>
              <p:nvPr userDrawn="1"/>
            </p:nvSpPr>
            <p:spPr bwMode="gray">
              <a:xfrm>
                <a:off x="2571" y="1356"/>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7" name="Freeform 1202"/>
              <p:cNvSpPr>
                <a:spLocks/>
              </p:cNvSpPr>
              <p:nvPr userDrawn="1"/>
            </p:nvSpPr>
            <p:spPr bwMode="gray">
              <a:xfrm>
                <a:off x="2551" y="1592"/>
                <a:ext cx="21" cy="13"/>
              </a:xfrm>
              <a:custGeom>
                <a:avLst/>
                <a:gdLst>
                  <a:gd name="T0" fmla="*/ 21 w 21"/>
                  <a:gd name="T1" fmla="*/ 0 h 14"/>
                  <a:gd name="T2" fmla="*/ 16 w 21"/>
                  <a:gd name="T3" fmla="*/ 5 h 14"/>
                  <a:gd name="T4" fmla="*/ 13 w 21"/>
                  <a:gd name="T5" fmla="*/ 8 h 14"/>
                  <a:gd name="T6" fmla="*/ 7 w 21"/>
                  <a:gd name="T7" fmla="*/ 10 h 14"/>
                  <a:gd name="T8" fmla="*/ 0 w 21"/>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8" name="Line 1203"/>
              <p:cNvSpPr>
                <a:spLocks noChangeShapeType="1"/>
              </p:cNvSpPr>
              <p:nvPr userDrawn="1"/>
            </p:nvSpPr>
            <p:spPr bwMode="gray">
              <a:xfrm flipH="1" flipV="1">
                <a:off x="2550" y="1357"/>
                <a:ext cx="1"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99" name="Freeform 1204"/>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0" name="Freeform 1205"/>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1" name="Freeform 1206"/>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2" name="Freeform 1207"/>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3" name="Line 1208"/>
              <p:cNvSpPr>
                <a:spLocks noChangeShapeType="1"/>
              </p:cNvSpPr>
              <p:nvPr userDrawn="1"/>
            </p:nvSpPr>
            <p:spPr bwMode="gray">
              <a:xfrm>
                <a:off x="2536" y="1184"/>
                <a:ext cx="19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4" name="Line 1209"/>
              <p:cNvSpPr>
                <a:spLocks noChangeShapeType="1"/>
              </p:cNvSpPr>
              <p:nvPr userDrawn="1"/>
            </p:nvSpPr>
            <p:spPr bwMode="gray">
              <a:xfrm>
                <a:off x="2532" y="1195"/>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5" name="Freeform 1210"/>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6" name="Line 1211"/>
              <p:cNvSpPr>
                <a:spLocks noChangeShapeType="1"/>
              </p:cNvSpPr>
              <p:nvPr userDrawn="1"/>
            </p:nvSpPr>
            <p:spPr bwMode="gray">
              <a:xfrm flipH="1" flipV="1">
                <a:off x="2543" y="1177"/>
                <a:ext cx="197"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7" name="Freeform 1212"/>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8" name="Freeform 1213"/>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09" name="Line 1214"/>
              <p:cNvSpPr>
                <a:spLocks noChangeShapeType="1"/>
              </p:cNvSpPr>
              <p:nvPr userDrawn="1"/>
            </p:nvSpPr>
            <p:spPr bwMode="gray">
              <a:xfrm flipH="1" flipV="1">
                <a:off x="2530" y="1179"/>
                <a:ext cx="204"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0" name="Line 1215"/>
              <p:cNvSpPr>
                <a:spLocks noChangeShapeType="1"/>
              </p:cNvSpPr>
              <p:nvPr userDrawn="1"/>
            </p:nvSpPr>
            <p:spPr bwMode="gray">
              <a:xfrm flipH="1" flipV="1">
                <a:off x="2524" y="1186"/>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1" name="Freeform 1216"/>
              <p:cNvSpPr>
                <a:spLocks/>
              </p:cNvSpPr>
              <p:nvPr userDrawn="1"/>
            </p:nvSpPr>
            <p:spPr bwMode="gray">
              <a:xfrm>
                <a:off x="2524"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2" name="Line 1217"/>
              <p:cNvSpPr>
                <a:spLocks noChangeShapeType="1"/>
              </p:cNvSpPr>
              <p:nvPr userDrawn="1"/>
            </p:nvSpPr>
            <p:spPr bwMode="gray">
              <a:xfrm>
                <a:off x="2532" y="1168"/>
                <a:ext cx="200"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3" name="Freeform 1218"/>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4" name="Freeform 1219"/>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5" name="Line 1220"/>
              <p:cNvSpPr>
                <a:spLocks noChangeShapeType="1"/>
              </p:cNvSpPr>
              <p:nvPr userDrawn="1"/>
            </p:nvSpPr>
            <p:spPr bwMode="gray">
              <a:xfrm>
                <a:off x="2352" y="1274"/>
                <a:ext cx="19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6" name="Line 1221"/>
              <p:cNvSpPr>
                <a:spLocks noChangeShapeType="1"/>
              </p:cNvSpPr>
              <p:nvPr userDrawn="1"/>
            </p:nvSpPr>
            <p:spPr bwMode="gray">
              <a:xfrm>
                <a:off x="2359" y="1270"/>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7" name="Freeform 1222"/>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8" name="Line 1223"/>
              <p:cNvSpPr>
                <a:spLocks noChangeShapeType="1"/>
              </p:cNvSpPr>
              <p:nvPr userDrawn="1"/>
            </p:nvSpPr>
            <p:spPr bwMode="gray">
              <a:xfrm flipH="1" flipV="1">
                <a:off x="2350" y="1287"/>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19" name="Freeform 1224"/>
              <p:cNvSpPr>
                <a:spLocks/>
              </p:cNvSpPr>
              <p:nvPr userDrawn="1"/>
            </p:nvSpPr>
            <p:spPr bwMode="gray">
              <a:xfrm>
                <a:off x="2350"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0" name="Freeform 1225"/>
              <p:cNvSpPr>
                <a:spLocks/>
              </p:cNvSpPr>
              <p:nvPr userDrawn="1"/>
            </p:nvSpPr>
            <p:spPr bwMode="gray">
              <a:xfrm>
                <a:off x="2459" y="2057"/>
                <a:ext cx="10" cy="13"/>
              </a:xfrm>
              <a:custGeom>
                <a:avLst/>
                <a:gdLst>
                  <a:gd name="T0" fmla="*/ 0 w 10"/>
                  <a:gd name="T1" fmla="*/ 0 h 9"/>
                  <a:gd name="T2" fmla="*/ 2 w 10"/>
                  <a:gd name="T3" fmla="*/ 6 h 9"/>
                  <a:gd name="T4" fmla="*/ 3 w 10"/>
                  <a:gd name="T5" fmla="*/ 7 h 9"/>
                  <a:gd name="T6" fmla="*/ 7 w 10"/>
                  <a:gd name="T7" fmla="*/ 9 h 9"/>
                  <a:gd name="T8" fmla="*/ 1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1" name="Line 1226"/>
              <p:cNvSpPr>
                <a:spLocks noChangeShapeType="1"/>
              </p:cNvSpPr>
              <p:nvPr userDrawn="1"/>
            </p:nvSpPr>
            <p:spPr bwMode="gray">
              <a:xfrm>
                <a:off x="2367" y="2031"/>
                <a:ext cx="194"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2" name="Line 1227"/>
              <p:cNvSpPr>
                <a:spLocks noChangeShapeType="1"/>
              </p:cNvSpPr>
              <p:nvPr userDrawn="1"/>
            </p:nvSpPr>
            <p:spPr bwMode="gray">
              <a:xfrm>
                <a:off x="2363" y="2022"/>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3" name="Freeform 1228"/>
              <p:cNvSpPr>
                <a:spLocks/>
              </p:cNvSpPr>
              <p:nvPr userDrawn="1"/>
            </p:nvSpPr>
            <p:spPr bwMode="gray">
              <a:xfrm>
                <a:off x="2558"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4" name="Line 1229"/>
              <p:cNvSpPr>
                <a:spLocks noChangeShapeType="1"/>
              </p:cNvSpPr>
              <p:nvPr userDrawn="1"/>
            </p:nvSpPr>
            <p:spPr bwMode="gray">
              <a:xfrm flipH="1" flipV="1">
                <a:off x="2371" y="2031"/>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5" name="Freeform 1230"/>
              <p:cNvSpPr>
                <a:spLocks/>
              </p:cNvSpPr>
              <p:nvPr userDrawn="1"/>
            </p:nvSpPr>
            <p:spPr bwMode="gray">
              <a:xfrm>
                <a:off x="2363" y="2022"/>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6" name="Freeform 1231"/>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7" name="Freeform 1232"/>
              <p:cNvSpPr>
                <a:spLocks/>
              </p:cNvSpPr>
              <p:nvPr userDrawn="1"/>
            </p:nvSpPr>
            <p:spPr bwMode="gray">
              <a:xfrm>
                <a:off x="2836" y="1314"/>
                <a:ext cx="9" cy="13"/>
              </a:xfrm>
              <a:custGeom>
                <a:avLst/>
                <a:gdLst>
                  <a:gd name="T0" fmla="*/ 9 w 9"/>
                  <a:gd name="T1" fmla="*/ 15 h 15"/>
                  <a:gd name="T2" fmla="*/ 5 w 9"/>
                  <a:gd name="T3" fmla="*/ 14 h 15"/>
                  <a:gd name="T4" fmla="*/ 2 w 9"/>
                  <a:gd name="T5" fmla="*/ 10 h 15"/>
                  <a:gd name="T6" fmla="*/ 0 w 9"/>
                  <a:gd name="T7" fmla="*/ 5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8" name="Freeform 1233"/>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29" name="Line 1234"/>
              <p:cNvSpPr>
                <a:spLocks noChangeShapeType="1"/>
              </p:cNvSpPr>
              <p:nvPr userDrawn="1"/>
            </p:nvSpPr>
            <p:spPr bwMode="gray">
              <a:xfrm>
                <a:off x="2838" y="1327"/>
                <a:ext cx="19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0" name="Line 1235"/>
              <p:cNvSpPr>
                <a:spLocks noChangeShapeType="1"/>
              </p:cNvSpPr>
              <p:nvPr userDrawn="1"/>
            </p:nvSpPr>
            <p:spPr bwMode="gray">
              <a:xfrm>
                <a:off x="2845" y="1327"/>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1" name="Freeform 1236"/>
              <p:cNvSpPr>
                <a:spLocks/>
              </p:cNvSpPr>
              <p:nvPr userDrawn="1"/>
            </p:nvSpPr>
            <p:spPr bwMode="gray">
              <a:xfrm>
                <a:off x="3031" y="1387"/>
                <a:ext cx="4"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2" name="Line 1237"/>
              <p:cNvSpPr>
                <a:spLocks noChangeShapeType="1"/>
              </p:cNvSpPr>
              <p:nvPr userDrawn="1"/>
            </p:nvSpPr>
            <p:spPr bwMode="gray">
              <a:xfrm flipH="1" flipV="1">
                <a:off x="2837" y="1322"/>
                <a:ext cx="19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3" name="Freeform 1238"/>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4" name="Line 1239"/>
              <p:cNvSpPr>
                <a:spLocks noChangeShapeType="1"/>
              </p:cNvSpPr>
              <p:nvPr userDrawn="1"/>
            </p:nvSpPr>
            <p:spPr bwMode="gray">
              <a:xfrm flipH="1">
                <a:off x="3370" y="1144"/>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5" name="Line 1240"/>
              <p:cNvSpPr>
                <a:spLocks noChangeShapeType="1"/>
              </p:cNvSpPr>
              <p:nvPr userDrawn="1"/>
            </p:nvSpPr>
            <p:spPr bwMode="gray">
              <a:xfrm flipH="1">
                <a:off x="3384" y="1149"/>
                <a:ext cx="30" cy="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6" name="Line 1241"/>
              <p:cNvSpPr>
                <a:spLocks noChangeShapeType="1"/>
              </p:cNvSpPr>
              <p:nvPr userDrawn="1"/>
            </p:nvSpPr>
            <p:spPr bwMode="gray">
              <a:xfrm flipV="1">
                <a:off x="3358" y="1133"/>
                <a:ext cx="45" cy="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7" name="Freeform 1242"/>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8" name="Freeform 1243"/>
              <p:cNvSpPr>
                <a:spLocks/>
              </p:cNvSpPr>
              <p:nvPr userDrawn="1"/>
            </p:nvSpPr>
            <p:spPr bwMode="gray">
              <a:xfrm>
                <a:off x="3540" y="1252"/>
                <a:ext cx="10" cy="13"/>
              </a:xfrm>
              <a:custGeom>
                <a:avLst/>
                <a:gdLst>
                  <a:gd name="T0" fmla="*/ 0 w 10"/>
                  <a:gd name="T1" fmla="*/ 0 h 16"/>
                  <a:gd name="T2" fmla="*/ 3 w 10"/>
                  <a:gd name="T3" fmla="*/ 2 h 16"/>
                  <a:gd name="T4" fmla="*/ 7 w 10"/>
                  <a:gd name="T5" fmla="*/ 6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39" name="Line 1244"/>
              <p:cNvSpPr>
                <a:spLocks noChangeShapeType="1"/>
              </p:cNvSpPr>
              <p:nvPr userDrawn="1"/>
            </p:nvSpPr>
            <p:spPr bwMode="gray">
              <a:xfrm flipV="1">
                <a:off x="3540" y="1217"/>
                <a:ext cx="79"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0" name="Line 1245"/>
              <p:cNvSpPr>
                <a:spLocks noChangeShapeType="1"/>
              </p:cNvSpPr>
              <p:nvPr userDrawn="1"/>
            </p:nvSpPr>
            <p:spPr bwMode="gray">
              <a:xfrm flipV="1">
                <a:off x="3540" y="1212"/>
                <a:ext cx="72" cy="4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1" name="Freeform 1246"/>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2" name="Line 1247"/>
              <p:cNvSpPr>
                <a:spLocks noChangeShapeType="1"/>
              </p:cNvSpPr>
              <p:nvPr userDrawn="1"/>
            </p:nvSpPr>
            <p:spPr bwMode="gray">
              <a:xfrm flipH="1">
                <a:off x="3540" y="1228"/>
                <a:ext cx="82"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3" name="Freeform 1248"/>
              <p:cNvSpPr>
                <a:spLocks/>
              </p:cNvSpPr>
              <p:nvPr userDrawn="1"/>
            </p:nvSpPr>
            <p:spPr bwMode="gray">
              <a:xfrm>
                <a:off x="3484" y="1170"/>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4" name="Line 1249"/>
              <p:cNvSpPr>
                <a:spLocks noChangeShapeType="1"/>
              </p:cNvSpPr>
              <p:nvPr userDrawn="1"/>
            </p:nvSpPr>
            <p:spPr bwMode="gray">
              <a:xfrm flipH="1" flipV="1">
                <a:off x="3412" y="1147"/>
                <a:ext cx="20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5" name="Line 1250"/>
              <p:cNvSpPr>
                <a:spLocks noChangeShapeType="1"/>
              </p:cNvSpPr>
              <p:nvPr userDrawn="1"/>
            </p:nvSpPr>
            <p:spPr bwMode="gray">
              <a:xfrm flipH="1" flipV="1">
                <a:off x="3412" y="1149"/>
                <a:ext cx="198"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6" name="Freeform 1251"/>
              <p:cNvSpPr>
                <a:spLocks/>
              </p:cNvSpPr>
              <p:nvPr userDrawn="1"/>
            </p:nvSpPr>
            <p:spPr bwMode="gray">
              <a:xfrm>
                <a:off x="3410" y="1149"/>
                <a:ext cx="4" cy="4"/>
              </a:xfrm>
              <a:custGeom>
                <a:avLst/>
                <a:gdLst>
                  <a:gd name="T0" fmla="*/ 4 w 4"/>
                  <a:gd name="T1" fmla="*/ 0 h 5"/>
                  <a:gd name="T2" fmla="*/ 4 w 4"/>
                  <a:gd name="T3" fmla="*/ 0 h 5"/>
                  <a:gd name="T4" fmla="*/ 4 w 4"/>
                  <a:gd name="T5" fmla="*/ 0 h 5"/>
                  <a:gd name="T6" fmla="*/ 2 w 4"/>
                  <a:gd name="T7" fmla="*/ 2 h 5"/>
                  <a:gd name="T8" fmla="*/ 2 w 4"/>
                  <a:gd name="T9" fmla="*/ 4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7" name="Line 1252"/>
              <p:cNvSpPr>
                <a:spLocks noChangeShapeType="1"/>
              </p:cNvSpPr>
              <p:nvPr userDrawn="1"/>
            </p:nvSpPr>
            <p:spPr bwMode="gray">
              <a:xfrm>
                <a:off x="3410" y="1153"/>
                <a:ext cx="20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8" name="Freeform 1253"/>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49" name="Freeform 1254"/>
              <p:cNvSpPr>
                <a:spLocks/>
              </p:cNvSpPr>
              <p:nvPr userDrawn="1"/>
            </p:nvSpPr>
            <p:spPr bwMode="gray">
              <a:xfrm>
                <a:off x="3613" y="1327"/>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0" name="Line 1255"/>
              <p:cNvSpPr>
                <a:spLocks noChangeShapeType="1"/>
              </p:cNvSpPr>
              <p:nvPr userDrawn="1"/>
            </p:nvSpPr>
            <p:spPr bwMode="gray">
              <a:xfrm flipV="1">
                <a:off x="3618" y="1222"/>
                <a:ext cx="4" cy="1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1" name="Line 1256"/>
              <p:cNvSpPr>
                <a:spLocks noChangeShapeType="1"/>
              </p:cNvSpPr>
              <p:nvPr userDrawn="1"/>
            </p:nvSpPr>
            <p:spPr bwMode="gray">
              <a:xfrm flipV="1">
                <a:off x="3615" y="1228"/>
                <a:ext cx="5"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2" name="Freeform 1257"/>
              <p:cNvSpPr>
                <a:spLocks/>
              </p:cNvSpPr>
              <p:nvPr userDrawn="1"/>
            </p:nvSpPr>
            <p:spPr bwMode="gray">
              <a:xfrm>
                <a:off x="3618" y="1219"/>
                <a:ext cx="4" cy="9"/>
              </a:xfrm>
              <a:custGeom>
                <a:avLst/>
                <a:gdLst>
                  <a:gd name="T0" fmla="*/ 3 w 5"/>
                  <a:gd name="T1" fmla="*/ 9 h 9"/>
                  <a:gd name="T2" fmla="*/ 5 w 5"/>
                  <a:gd name="T3" fmla="*/ 7 h 9"/>
                  <a:gd name="T4" fmla="*/ 5 w 5"/>
                  <a:gd name="T5" fmla="*/ 5 h 9"/>
                  <a:gd name="T6" fmla="*/ 3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3" name="Line 1258"/>
              <p:cNvSpPr>
                <a:spLocks noChangeShapeType="1"/>
              </p:cNvSpPr>
              <p:nvPr userDrawn="1"/>
            </p:nvSpPr>
            <p:spPr bwMode="gray">
              <a:xfrm flipH="1">
                <a:off x="3611" y="1219"/>
                <a:ext cx="6" cy="1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4" name="Freeform 1259"/>
              <p:cNvSpPr>
                <a:spLocks/>
              </p:cNvSpPr>
              <p:nvPr userDrawn="1"/>
            </p:nvSpPr>
            <p:spPr bwMode="gray">
              <a:xfrm>
                <a:off x="2816" y="1205"/>
                <a:ext cx="22" cy="4"/>
              </a:xfrm>
              <a:custGeom>
                <a:avLst/>
                <a:gdLst>
                  <a:gd name="T0" fmla="*/ 19 w 19"/>
                  <a:gd name="T1" fmla="*/ 0 h 2"/>
                  <a:gd name="T2" fmla="*/ 14 w 19"/>
                  <a:gd name="T3" fmla="*/ 2 h 2"/>
                  <a:gd name="T4" fmla="*/ 10 w 19"/>
                  <a:gd name="T5" fmla="*/ 2 h 2"/>
                  <a:gd name="T6" fmla="*/ 5 w 19"/>
                  <a:gd name="T7" fmla="*/ 2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5" name="Line 1260"/>
              <p:cNvSpPr>
                <a:spLocks noChangeShapeType="1"/>
              </p:cNvSpPr>
              <p:nvPr userDrawn="1"/>
            </p:nvSpPr>
            <p:spPr bwMode="gray">
              <a:xfrm flipV="1">
                <a:off x="2828" y="1202"/>
                <a:ext cx="1" cy="1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6" name="Line 1261"/>
              <p:cNvSpPr>
                <a:spLocks noChangeShapeType="1"/>
              </p:cNvSpPr>
              <p:nvPr userDrawn="1"/>
            </p:nvSpPr>
            <p:spPr bwMode="gray">
              <a:xfrm flipV="1">
                <a:off x="2836" y="1196"/>
                <a:ext cx="1" cy="1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7" name="Line 1262"/>
              <p:cNvSpPr>
                <a:spLocks noChangeShapeType="1"/>
              </p:cNvSpPr>
              <p:nvPr userDrawn="1"/>
            </p:nvSpPr>
            <p:spPr bwMode="gray">
              <a:xfrm>
                <a:off x="2816" y="1205"/>
                <a:ext cx="4" cy="10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8" name="Freeform 1263"/>
              <p:cNvSpPr>
                <a:spLocks/>
              </p:cNvSpPr>
              <p:nvPr userDrawn="1"/>
            </p:nvSpPr>
            <p:spPr bwMode="gray">
              <a:xfrm>
                <a:off x="2816" y="1314"/>
                <a:ext cx="22" cy="3"/>
              </a:xfrm>
              <a:custGeom>
                <a:avLst/>
                <a:gdLst>
                  <a:gd name="T0" fmla="*/ 19 w 19"/>
                  <a:gd name="T1" fmla="*/ 0 h 3"/>
                  <a:gd name="T2" fmla="*/ 12 w 19"/>
                  <a:gd name="T3" fmla="*/ 3 h 3"/>
                  <a:gd name="T4" fmla="*/ 7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59" name="Freeform 1264"/>
              <p:cNvSpPr>
                <a:spLocks/>
              </p:cNvSpPr>
              <p:nvPr userDrawn="1"/>
            </p:nvSpPr>
            <p:spPr bwMode="gray">
              <a:xfrm>
                <a:off x="2819"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0" name="Line 1265"/>
              <p:cNvSpPr>
                <a:spLocks noChangeShapeType="1"/>
              </p:cNvSpPr>
              <p:nvPr userDrawn="1"/>
            </p:nvSpPr>
            <p:spPr bwMode="gray">
              <a:xfrm>
                <a:off x="2828" y="1202"/>
                <a:ext cx="1" cy="1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1" name="Line 1266"/>
              <p:cNvSpPr>
                <a:spLocks noChangeShapeType="1"/>
              </p:cNvSpPr>
              <p:nvPr userDrawn="1"/>
            </p:nvSpPr>
            <p:spPr bwMode="gray">
              <a:xfrm>
                <a:off x="2837" y="1196"/>
                <a:ext cx="1"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2" name="Freeform 1267"/>
              <p:cNvSpPr>
                <a:spLocks/>
              </p:cNvSpPr>
              <p:nvPr userDrawn="1"/>
            </p:nvSpPr>
            <p:spPr bwMode="gray">
              <a:xfrm>
                <a:off x="2819"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3" name="Line 1268"/>
              <p:cNvSpPr>
                <a:spLocks noChangeShapeType="1"/>
              </p:cNvSpPr>
              <p:nvPr userDrawn="1"/>
            </p:nvSpPr>
            <p:spPr bwMode="gray">
              <a:xfrm flipV="1">
                <a:off x="2819" y="1205"/>
                <a:ext cx="1" cy="1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4" name="Freeform 1269"/>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5" name="Line 1270"/>
              <p:cNvSpPr>
                <a:spLocks noChangeShapeType="1"/>
              </p:cNvSpPr>
              <p:nvPr userDrawn="1"/>
            </p:nvSpPr>
            <p:spPr bwMode="gray">
              <a:xfrm flipH="1">
                <a:off x="3038" y="1405"/>
                <a:ext cx="1" cy="15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6" name="Line 1271"/>
              <p:cNvSpPr>
                <a:spLocks noChangeShapeType="1"/>
              </p:cNvSpPr>
              <p:nvPr userDrawn="1"/>
            </p:nvSpPr>
            <p:spPr bwMode="gray">
              <a:xfrm flipH="1">
                <a:off x="3039" y="1408"/>
                <a:ext cx="2" cy="14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7" name="Line 1272"/>
              <p:cNvSpPr>
                <a:spLocks noChangeShapeType="1"/>
              </p:cNvSpPr>
              <p:nvPr userDrawn="1"/>
            </p:nvSpPr>
            <p:spPr bwMode="gray">
              <a:xfrm flipV="1">
                <a:off x="3045" y="1405"/>
                <a:ext cx="2" cy="1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8" name="Freeform 1273"/>
              <p:cNvSpPr>
                <a:spLocks/>
              </p:cNvSpPr>
              <p:nvPr userDrawn="1"/>
            </p:nvSpPr>
            <p:spPr bwMode="gray">
              <a:xfrm>
                <a:off x="3039" y="1405"/>
                <a:ext cx="6" cy="4"/>
              </a:xfrm>
              <a:custGeom>
                <a:avLst/>
                <a:gdLst>
                  <a:gd name="T0" fmla="*/ 2 w 6"/>
                  <a:gd name="T1" fmla="*/ 3 h 3"/>
                  <a:gd name="T2" fmla="*/ 0 w 6"/>
                  <a:gd name="T3" fmla="*/ 3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69" name="Freeform 1274"/>
              <p:cNvSpPr>
                <a:spLocks/>
              </p:cNvSpPr>
              <p:nvPr userDrawn="1"/>
            </p:nvSpPr>
            <p:spPr bwMode="gray">
              <a:xfrm>
                <a:off x="3193"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0" name="Line 1275"/>
              <p:cNvSpPr>
                <a:spLocks noChangeShapeType="1"/>
              </p:cNvSpPr>
              <p:nvPr userDrawn="1"/>
            </p:nvSpPr>
            <p:spPr bwMode="gray">
              <a:xfrm flipH="1">
                <a:off x="3185" y="840"/>
                <a:ext cx="10"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1" name="Line 1276"/>
              <p:cNvSpPr>
                <a:spLocks noChangeShapeType="1"/>
              </p:cNvSpPr>
              <p:nvPr userDrawn="1"/>
            </p:nvSpPr>
            <p:spPr bwMode="gray">
              <a:xfrm flipV="1">
                <a:off x="3188" y="840"/>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2" name="Freeform 1277"/>
              <p:cNvSpPr>
                <a:spLocks/>
              </p:cNvSpPr>
              <p:nvPr userDrawn="1"/>
            </p:nvSpPr>
            <p:spPr bwMode="gray">
              <a:xfrm>
                <a:off x="3193"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3" name="Freeform 1278"/>
              <p:cNvSpPr>
                <a:spLocks/>
              </p:cNvSpPr>
              <p:nvPr userDrawn="1"/>
            </p:nvSpPr>
            <p:spPr bwMode="gray">
              <a:xfrm>
                <a:off x="3401" y="1013"/>
                <a:ext cx="4" cy="7"/>
              </a:xfrm>
              <a:custGeom>
                <a:avLst/>
                <a:gdLst>
                  <a:gd name="T0" fmla="*/ 2 w 6"/>
                  <a:gd name="T1" fmla="*/ 7 h 7"/>
                  <a:gd name="T2" fmla="*/ 6 w 6"/>
                  <a:gd name="T3" fmla="*/ 7 h 7"/>
                  <a:gd name="T4" fmla="*/ 6 w 6"/>
                  <a:gd name="T5" fmla="*/ 6 h 7"/>
                  <a:gd name="T6" fmla="*/ 4 w 6"/>
                  <a:gd name="T7" fmla="*/ 4 h 7"/>
                  <a:gd name="T8" fmla="*/ 2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4" name="Line 1279"/>
              <p:cNvSpPr>
                <a:spLocks noChangeShapeType="1"/>
              </p:cNvSpPr>
              <p:nvPr userDrawn="1"/>
            </p:nvSpPr>
            <p:spPr bwMode="gray">
              <a:xfrm flipV="1">
                <a:off x="3403" y="909"/>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5" name="Line 1280"/>
              <p:cNvSpPr>
                <a:spLocks noChangeShapeType="1"/>
              </p:cNvSpPr>
              <p:nvPr userDrawn="1"/>
            </p:nvSpPr>
            <p:spPr bwMode="gray">
              <a:xfrm flipV="1">
                <a:off x="3401" y="913"/>
                <a:ext cx="4"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6" name="Freeform 1281"/>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7" name="Line 1282"/>
              <p:cNvSpPr>
                <a:spLocks noChangeShapeType="1"/>
              </p:cNvSpPr>
              <p:nvPr userDrawn="1"/>
            </p:nvSpPr>
            <p:spPr bwMode="gray">
              <a:xfrm flipH="1">
                <a:off x="3398" y="906"/>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8" name="Freeform 1283"/>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79" name="Freeform 1284"/>
              <p:cNvSpPr>
                <a:spLocks/>
              </p:cNvSpPr>
              <p:nvPr userDrawn="1"/>
            </p:nvSpPr>
            <p:spPr bwMode="gray">
              <a:xfrm>
                <a:off x="3324" y="935"/>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0" name="Line 1285"/>
              <p:cNvSpPr>
                <a:spLocks noChangeShapeType="1"/>
              </p:cNvSpPr>
              <p:nvPr userDrawn="1"/>
            </p:nvSpPr>
            <p:spPr bwMode="gray">
              <a:xfrm flipH="1">
                <a:off x="3314" y="904"/>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1" name="Line 1286"/>
              <p:cNvSpPr>
                <a:spLocks noChangeShapeType="1"/>
              </p:cNvSpPr>
              <p:nvPr userDrawn="1"/>
            </p:nvSpPr>
            <p:spPr bwMode="gray">
              <a:xfrm flipH="1">
                <a:off x="3314" y="913"/>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2" name="Line 1287"/>
              <p:cNvSpPr>
                <a:spLocks noChangeShapeType="1"/>
              </p:cNvSpPr>
              <p:nvPr userDrawn="1"/>
            </p:nvSpPr>
            <p:spPr bwMode="gray">
              <a:xfrm flipV="1">
                <a:off x="3314" y="897"/>
                <a:ext cx="82"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3" name="Freeform 1288"/>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4" name="Freeform 1289"/>
              <p:cNvSpPr>
                <a:spLocks/>
              </p:cNvSpPr>
              <p:nvPr userDrawn="1"/>
            </p:nvSpPr>
            <p:spPr bwMode="gray">
              <a:xfrm>
                <a:off x="3298" y="866"/>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5" name="Line 1290"/>
              <p:cNvSpPr>
                <a:spLocks noChangeShapeType="1"/>
              </p:cNvSpPr>
              <p:nvPr userDrawn="1"/>
            </p:nvSpPr>
            <p:spPr bwMode="gray">
              <a:xfrm>
                <a:off x="3207" y="840"/>
                <a:ext cx="195"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6" name="Line 1291"/>
              <p:cNvSpPr>
                <a:spLocks noChangeShapeType="1"/>
              </p:cNvSpPr>
              <p:nvPr userDrawn="1"/>
            </p:nvSpPr>
            <p:spPr bwMode="gray">
              <a:xfrm>
                <a:off x="3210" y="847"/>
                <a:ext cx="194"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7" name="Freeform 1292"/>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8" name="Line 1293"/>
              <p:cNvSpPr>
                <a:spLocks noChangeShapeType="1"/>
              </p:cNvSpPr>
              <p:nvPr userDrawn="1"/>
            </p:nvSpPr>
            <p:spPr bwMode="gray">
              <a:xfrm flipH="1" flipV="1">
                <a:off x="3202" y="840"/>
                <a:ext cx="194"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89" name="Freeform 1294"/>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0" name="Freeform 1295"/>
              <p:cNvSpPr>
                <a:spLocks/>
              </p:cNvSpPr>
              <p:nvPr userDrawn="1"/>
            </p:nvSpPr>
            <p:spPr bwMode="gray">
              <a:xfrm>
                <a:off x="3345" y="1822"/>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1" name="Freeform 1296"/>
              <p:cNvSpPr>
                <a:spLocks/>
              </p:cNvSpPr>
              <p:nvPr userDrawn="1"/>
            </p:nvSpPr>
            <p:spPr bwMode="gray">
              <a:xfrm>
                <a:off x="2976" y="1826"/>
                <a:ext cx="11" cy="13"/>
              </a:xfrm>
              <a:custGeom>
                <a:avLst/>
                <a:gdLst>
                  <a:gd name="T0" fmla="*/ 11 w 11"/>
                  <a:gd name="T1" fmla="*/ 16 h 16"/>
                  <a:gd name="T2" fmla="*/ 7 w 11"/>
                  <a:gd name="T3" fmla="*/ 14 h 16"/>
                  <a:gd name="T4" fmla="*/ 4 w 11"/>
                  <a:gd name="T5" fmla="*/ 11 h 16"/>
                  <a:gd name="T6" fmla="*/ 0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2" name="Freeform 1297"/>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3" name="Line 1298"/>
              <p:cNvSpPr>
                <a:spLocks noChangeShapeType="1"/>
              </p:cNvSpPr>
              <p:nvPr userDrawn="1"/>
            </p:nvSpPr>
            <p:spPr bwMode="gray">
              <a:xfrm>
                <a:off x="2984" y="1840"/>
                <a:ext cx="204"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4" name="Line 1299"/>
              <p:cNvSpPr>
                <a:spLocks noChangeShapeType="1"/>
              </p:cNvSpPr>
              <p:nvPr userDrawn="1"/>
            </p:nvSpPr>
            <p:spPr bwMode="gray">
              <a:xfrm>
                <a:off x="2987" y="1840"/>
                <a:ext cx="20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5" name="Freeform 1300"/>
              <p:cNvSpPr>
                <a:spLocks/>
              </p:cNvSpPr>
              <p:nvPr userDrawn="1"/>
            </p:nvSpPr>
            <p:spPr bwMode="gray">
              <a:xfrm>
                <a:off x="3185" y="1909"/>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6" name="Line 1301"/>
              <p:cNvSpPr>
                <a:spLocks noChangeShapeType="1"/>
              </p:cNvSpPr>
              <p:nvPr userDrawn="1"/>
            </p:nvSpPr>
            <p:spPr bwMode="gray">
              <a:xfrm flipH="1" flipV="1">
                <a:off x="2978" y="1835"/>
                <a:ext cx="20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7" name="Freeform 1302"/>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8" name="Freeform 1303"/>
              <p:cNvSpPr>
                <a:spLocks/>
              </p:cNvSpPr>
              <p:nvPr userDrawn="1"/>
            </p:nvSpPr>
            <p:spPr bwMode="gray">
              <a:xfrm>
                <a:off x="3290" y="1848"/>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699" name="Line 1304"/>
              <p:cNvSpPr>
                <a:spLocks noChangeShapeType="1"/>
              </p:cNvSpPr>
              <p:nvPr userDrawn="1"/>
            </p:nvSpPr>
            <p:spPr bwMode="gray">
              <a:xfrm flipV="1">
                <a:off x="3202" y="1819"/>
                <a:ext cx="156"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0" name="Line 1305"/>
              <p:cNvSpPr>
                <a:spLocks noChangeShapeType="1"/>
              </p:cNvSpPr>
              <p:nvPr userDrawn="1"/>
            </p:nvSpPr>
            <p:spPr bwMode="gray">
              <a:xfrm flipV="1">
                <a:off x="3193" y="1822"/>
                <a:ext cx="152"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1" name="Freeform 1306"/>
              <p:cNvSpPr>
                <a:spLocks/>
              </p:cNvSpPr>
              <p:nvPr userDrawn="1"/>
            </p:nvSpPr>
            <p:spPr bwMode="gray">
              <a:xfrm>
                <a:off x="3345" y="1810"/>
                <a:ext cx="22" cy="13"/>
              </a:xfrm>
              <a:custGeom>
                <a:avLst/>
                <a:gdLst>
                  <a:gd name="T0" fmla="*/ 0 w 21"/>
                  <a:gd name="T1" fmla="*/ 13 h 13"/>
                  <a:gd name="T2" fmla="*/ 7 w 21"/>
                  <a:gd name="T3" fmla="*/ 13 h 13"/>
                  <a:gd name="T4" fmla="*/ 13 w 21"/>
                  <a:gd name="T5" fmla="*/ 9 h 13"/>
                  <a:gd name="T6" fmla="*/ 18 w 21"/>
                  <a:gd name="T7" fmla="*/ 6 h 13"/>
                  <a:gd name="T8" fmla="*/ 21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2" name="Line 1307"/>
              <p:cNvSpPr>
                <a:spLocks noChangeShapeType="1"/>
              </p:cNvSpPr>
              <p:nvPr userDrawn="1"/>
            </p:nvSpPr>
            <p:spPr bwMode="gray">
              <a:xfrm flipH="1">
                <a:off x="3206" y="1810"/>
                <a:ext cx="161" cy="10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3" name="Freeform 1308"/>
              <p:cNvSpPr>
                <a:spLocks/>
              </p:cNvSpPr>
              <p:nvPr userDrawn="1"/>
            </p:nvSpPr>
            <p:spPr bwMode="gray">
              <a:xfrm>
                <a:off x="3193" y="1909"/>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4" name="Freeform 1309"/>
              <p:cNvSpPr>
                <a:spLocks/>
              </p:cNvSpPr>
              <p:nvPr userDrawn="1"/>
            </p:nvSpPr>
            <p:spPr bwMode="gray">
              <a:xfrm>
                <a:off x="3519" y="1709"/>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5" name="Freeform 1310"/>
              <p:cNvSpPr>
                <a:spLocks/>
              </p:cNvSpPr>
              <p:nvPr userDrawn="1"/>
            </p:nvSpPr>
            <p:spPr bwMode="gray">
              <a:xfrm>
                <a:off x="3580" y="1670"/>
                <a:ext cx="13" cy="9"/>
              </a:xfrm>
              <a:custGeom>
                <a:avLst/>
                <a:gdLst>
                  <a:gd name="T0" fmla="*/ 0 w 12"/>
                  <a:gd name="T1" fmla="*/ 9 h 9"/>
                  <a:gd name="T2" fmla="*/ 3 w 12"/>
                  <a:gd name="T3" fmla="*/ 9 h 9"/>
                  <a:gd name="T4" fmla="*/ 9 w 12"/>
                  <a:gd name="T5" fmla="*/ 7 h 9"/>
                  <a:gd name="T6" fmla="*/ 10 w 12"/>
                  <a:gd name="T7" fmla="*/ 4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6" name="Line 1311"/>
              <p:cNvSpPr>
                <a:spLocks noChangeShapeType="1"/>
              </p:cNvSpPr>
              <p:nvPr userDrawn="1"/>
            </p:nvSpPr>
            <p:spPr bwMode="gray">
              <a:xfrm flipV="1">
                <a:off x="3531" y="1621"/>
                <a:ext cx="147"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7" name="Line 1312"/>
              <p:cNvSpPr>
                <a:spLocks noChangeShapeType="1"/>
              </p:cNvSpPr>
              <p:nvPr userDrawn="1"/>
            </p:nvSpPr>
            <p:spPr bwMode="gray">
              <a:xfrm flipV="1">
                <a:off x="3527" y="1622"/>
                <a:ext cx="143"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8" name="Freeform 1313"/>
              <p:cNvSpPr>
                <a:spLocks/>
              </p:cNvSpPr>
              <p:nvPr userDrawn="1"/>
            </p:nvSpPr>
            <p:spPr bwMode="gray">
              <a:xfrm>
                <a:off x="3670"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09" name="Line 1314"/>
              <p:cNvSpPr>
                <a:spLocks noChangeShapeType="1"/>
              </p:cNvSpPr>
              <p:nvPr userDrawn="1"/>
            </p:nvSpPr>
            <p:spPr bwMode="gray">
              <a:xfrm flipH="1">
                <a:off x="3531" y="1614"/>
                <a:ext cx="150"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0" name="Freeform 1315"/>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1" name="Freeform 1316"/>
              <p:cNvSpPr>
                <a:spLocks/>
              </p:cNvSpPr>
              <p:nvPr userDrawn="1"/>
            </p:nvSpPr>
            <p:spPr bwMode="gray">
              <a:xfrm>
                <a:off x="3670" y="1605"/>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2" name="Freeform 1317"/>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3" name="Line 1318"/>
              <p:cNvSpPr>
                <a:spLocks noChangeShapeType="1"/>
              </p:cNvSpPr>
              <p:nvPr userDrawn="1"/>
            </p:nvSpPr>
            <p:spPr bwMode="gray">
              <a:xfrm flipH="1" flipV="1">
                <a:off x="3151" y="1490"/>
                <a:ext cx="207"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4" name="Line 1319"/>
              <p:cNvSpPr>
                <a:spLocks noChangeShapeType="1"/>
              </p:cNvSpPr>
              <p:nvPr userDrawn="1"/>
            </p:nvSpPr>
            <p:spPr bwMode="gray">
              <a:xfrm flipH="1" flipV="1">
                <a:off x="3144" y="1497"/>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5" name="Freeform 1320"/>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6" name="Line 1321"/>
              <p:cNvSpPr>
                <a:spLocks noChangeShapeType="1"/>
              </p:cNvSpPr>
              <p:nvPr userDrawn="1"/>
            </p:nvSpPr>
            <p:spPr bwMode="gray">
              <a:xfrm>
                <a:off x="3153" y="1480"/>
                <a:ext cx="208"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7" name="Freeform 1322"/>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8" name="Freeform 1323"/>
              <p:cNvSpPr>
                <a:spLocks/>
              </p:cNvSpPr>
              <p:nvPr userDrawn="1"/>
            </p:nvSpPr>
            <p:spPr bwMode="gray">
              <a:xfrm>
                <a:off x="3076" y="1530"/>
                <a:ext cx="13" cy="9"/>
              </a:xfrm>
              <a:custGeom>
                <a:avLst/>
                <a:gdLst>
                  <a:gd name="T0" fmla="*/ 12 w 12"/>
                  <a:gd name="T1" fmla="*/ 0 h 9"/>
                  <a:gd name="T2" fmla="*/ 9 w 12"/>
                  <a:gd name="T3" fmla="*/ 0 h 9"/>
                  <a:gd name="T4" fmla="*/ 7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19" name="Line 1324"/>
              <p:cNvSpPr>
                <a:spLocks noChangeShapeType="1"/>
              </p:cNvSpPr>
              <p:nvPr userDrawn="1"/>
            </p:nvSpPr>
            <p:spPr bwMode="gray">
              <a:xfrm flipH="1">
                <a:off x="2984" y="1497"/>
                <a:ext cx="15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720" name="Line 1325"/>
              <p:cNvSpPr>
                <a:spLocks noChangeShapeType="1"/>
              </p:cNvSpPr>
              <p:nvPr userDrawn="1"/>
            </p:nvSpPr>
            <p:spPr bwMode="gray">
              <a:xfrm flipH="1">
                <a:off x="2989" y="1497"/>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grpSp>
          <p:nvGrpSpPr>
            <p:cNvPr id="1065" name="Group 1326"/>
            <p:cNvGrpSpPr>
              <a:grpSpLocks/>
            </p:cNvGrpSpPr>
            <p:nvPr userDrawn="1"/>
          </p:nvGrpSpPr>
          <p:grpSpPr bwMode="auto">
            <a:xfrm>
              <a:off x="4230" y="2817"/>
              <a:ext cx="1410" cy="1369"/>
              <a:chOff x="2282" y="873"/>
              <a:chExt cx="1410" cy="1369"/>
            </a:xfrm>
          </p:grpSpPr>
          <p:sp>
            <p:nvSpPr>
              <p:cNvPr id="1321" name="Freeform 1327"/>
              <p:cNvSpPr>
                <a:spLocks/>
              </p:cNvSpPr>
              <p:nvPr userDrawn="1"/>
            </p:nvSpPr>
            <p:spPr bwMode="gray">
              <a:xfrm>
                <a:off x="2978" y="1586"/>
                <a:ext cx="11" cy="13"/>
              </a:xfrm>
              <a:custGeom>
                <a:avLst/>
                <a:gdLst>
                  <a:gd name="T0" fmla="*/ 11 w 11"/>
                  <a:gd name="T1" fmla="*/ 2 h 11"/>
                  <a:gd name="T2" fmla="*/ 7 w 11"/>
                  <a:gd name="T3" fmla="*/ 0 h 11"/>
                  <a:gd name="T4" fmla="*/ 4 w 11"/>
                  <a:gd name="T5" fmla="*/ 2 h 11"/>
                  <a:gd name="T6" fmla="*/ 0 w 11"/>
                  <a:gd name="T7" fmla="*/ 6 h 11"/>
                  <a:gd name="T8" fmla="*/ 0 w 11"/>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2" name="Line 1328"/>
              <p:cNvSpPr>
                <a:spLocks noChangeShapeType="1"/>
              </p:cNvSpPr>
              <p:nvPr userDrawn="1"/>
            </p:nvSpPr>
            <p:spPr bwMode="gray">
              <a:xfrm flipV="1">
                <a:off x="2978" y="1502"/>
                <a:ext cx="165"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3" name="Freeform 1329"/>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4" name="Freeform 1330"/>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5" name="Freeform 1331"/>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6" name="Freeform 1332"/>
              <p:cNvSpPr>
                <a:spLocks/>
              </p:cNvSpPr>
              <p:nvPr userDrawn="1"/>
            </p:nvSpPr>
            <p:spPr bwMode="gray">
              <a:xfrm>
                <a:off x="3295" y="1602"/>
                <a:ext cx="13" cy="18"/>
              </a:xfrm>
              <a:custGeom>
                <a:avLst/>
                <a:gdLst>
                  <a:gd name="T0" fmla="*/ 0 w 12"/>
                  <a:gd name="T1" fmla="*/ 0 h 18"/>
                  <a:gd name="T2" fmla="*/ 5 w 12"/>
                  <a:gd name="T3" fmla="*/ 4 h 18"/>
                  <a:gd name="T4" fmla="*/ 8 w 12"/>
                  <a:gd name="T5" fmla="*/ 7 h 18"/>
                  <a:gd name="T6" fmla="*/ 10 w 12"/>
                  <a:gd name="T7" fmla="*/ 12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7" name="Line 1333"/>
              <p:cNvSpPr>
                <a:spLocks noChangeShapeType="1"/>
              </p:cNvSpPr>
              <p:nvPr userDrawn="1"/>
            </p:nvSpPr>
            <p:spPr bwMode="gray">
              <a:xfrm flipV="1">
                <a:off x="3206" y="1572"/>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8" name="Line 1334"/>
              <p:cNvSpPr>
                <a:spLocks noChangeShapeType="1"/>
              </p:cNvSpPr>
              <p:nvPr userDrawn="1"/>
            </p:nvSpPr>
            <p:spPr bwMode="gray">
              <a:xfrm flipV="1">
                <a:off x="3197" y="1569"/>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9" name="Freeform 1335"/>
              <p:cNvSpPr>
                <a:spLocks/>
              </p:cNvSpPr>
              <p:nvPr userDrawn="1"/>
            </p:nvSpPr>
            <p:spPr bwMode="gray">
              <a:xfrm>
                <a:off x="3352" y="1569"/>
                <a:ext cx="20" cy="13"/>
              </a:xfrm>
              <a:custGeom>
                <a:avLst/>
                <a:gdLst>
                  <a:gd name="T0" fmla="*/ 0 w 20"/>
                  <a:gd name="T1" fmla="*/ 0 h 12"/>
                  <a:gd name="T2" fmla="*/ 6 w 20"/>
                  <a:gd name="T3" fmla="*/ 0 h 12"/>
                  <a:gd name="T4" fmla="*/ 11 w 20"/>
                  <a:gd name="T5" fmla="*/ 2 h 12"/>
                  <a:gd name="T6" fmla="*/ 16 w 20"/>
                  <a:gd name="T7" fmla="*/ 7 h 12"/>
                  <a:gd name="T8" fmla="*/ 20 w 20"/>
                  <a:gd name="T9" fmla="*/ 1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0" name="Line 1336"/>
              <p:cNvSpPr>
                <a:spLocks noChangeShapeType="1"/>
              </p:cNvSpPr>
              <p:nvPr userDrawn="1"/>
            </p:nvSpPr>
            <p:spPr bwMode="gray">
              <a:xfrm flipH="1">
                <a:off x="3210" y="1581"/>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1" name="Freeform 1337"/>
              <p:cNvSpPr>
                <a:spLocks/>
              </p:cNvSpPr>
              <p:nvPr userDrawn="1"/>
            </p:nvSpPr>
            <p:spPr bwMode="gray">
              <a:xfrm>
                <a:off x="3197" y="1660"/>
                <a:ext cx="13" cy="17"/>
              </a:xfrm>
              <a:custGeom>
                <a:avLst/>
                <a:gdLst>
                  <a:gd name="T0" fmla="*/ 12 w 12"/>
                  <a:gd name="T1" fmla="*/ 17 h 17"/>
                  <a:gd name="T2" fmla="*/ 10 w 12"/>
                  <a:gd name="T3" fmla="*/ 12 h 17"/>
                  <a:gd name="T4" fmla="*/ 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2" name="Freeform 1338"/>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3" name="Freeform 1339"/>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4" name="Line 1340"/>
              <p:cNvSpPr>
                <a:spLocks noChangeShapeType="1"/>
              </p:cNvSpPr>
              <p:nvPr userDrawn="1"/>
            </p:nvSpPr>
            <p:spPr bwMode="gray">
              <a:xfrm flipV="1">
                <a:off x="3538" y="1382"/>
                <a:ext cx="149"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5" name="Line 1341"/>
              <p:cNvSpPr>
                <a:spLocks noChangeShapeType="1"/>
              </p:cNvSpPr>
              <p:nvPr userDrawn="1"/>
            </p:nvSpPr>
            <p:spPr bwMode="gray">
              <a:xfrm flipV="1">
                <a:off x="3534" y="1375"/>
                <a:ext cx="143"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6" name="Freeform 1342"/>
              <p:cNvSpPr>
                <a:spLocks/>
              </p:cNvSpPr>
              <p:nvPr userDrawn="1"/>
            </p:nvSpPr>
            <p:spPr bwMode="gray">
              <a:xfrm>
                <a:off x="3678" y="1375"/>
                <a:ext cx="13" cy="16"/>
              </a:xfrm>
              <a:custGeom>
                <a:avLst/>
                <a:gdLst>
                  <a:gd name="T0" fmla="*/ 0 w 12"/>
                  <a:gd name="T1" fmla="*/ 0 h 16"/>
                  <a:gd name="T2" fmla="*/ 5 w 12"/>
                  <a:gd name="T3" fmla="*/ 2 h 16"/>
                  <a:gd name="T4" fmla="*/ 9 w 12"/>
                  <a:gd name="T5" fmla="*/ 7 h 16"/>
                  <a:gd name="T6" fmla="*/ 10 w 12"/>
                  <a:gd name="T7" fmla="*/ 10 h 16"/>
                  <a:gd name="T8" fmla="*/ 1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7" name="Line 1343"/>
              <p:cNvSpPr>
                <a:spLocks noChangeShapeType="1"/>
              </p:cNvSpPr>
              <p:nvPr userDrawn="1"/>
            </p:nvSpPr>
            <p:spPr bwMode="gray">
              <a:xfrm flipH="1">
                <a:off x="3538" y="1391"/>
                <a:ext cx="152"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8" name="Freeform 1344"/>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39" name="Freeform 1345"/>
              <p:cNvSpPr>
                <a:spLocks/>
              </p:cNvSpPr>
              <p:nvPr userDrawn="1"/>
            </p:nvSpPr>
            <p:spPr bwMode="gray">
              <a:xfrm>
                <a:off x="3576" y="1340"/>
                <a:ext cx="4" cy="9"/>
              </a:xfrm>
              <a:custGeom>
                <a:avLst/>
                <a:gdLst>
                  <a:gd name="T0" fmla="*/ 0 w 7"/>
                  <a:gd name="T1" fmla="*/ 2 h 9"/>
                  <a:gd name="T2" fmla="*/ 2 w 7"/>
                  <a:gd name="T3" fmla="*/ 0 h 9"/>
                  <a:gd name="T4" fmla="*/ 4 w 7"/>
                  <a:gd name="T5" fmla="*/ 2 h 9"/>
                  <a:gd name="T6" fmla="*/ 6 w 7"/>
                  <a:gd name="T7" fmla="*/ 2 h 9"/>
                  <a:gd name="T8" fmla="*/ 7 w 7"/>
                  <a:gd name="T9" fmla="*/ 5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0" name="Line 1346"/>
              <p:cNvSpPr>
                <a:spLocks noChangeShapeType="1"/>
              </p:cNvSpPr>
              <p:nvPr userDrawn="1"/>
            </p:nvSpPr>
            <p:spPr bwMode="gray">
              <a:xfrm flipH="1" flipV="1">
                <a:off x="3536" y="1328"/>
                <a:ext cx="149"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1" name="Line 1347"/>
              <p:cNvSpPr>
                <a:spLocks noChangeShapeType="1"/>
              </p:cNvSpPr>
              <p:nvPr userDrawn="1"/>
            </p:nvSpPr>
            <p:spPr bwMode="gray">
              <a:xfrm flipH="1" flipV="1">
                <a:off x="3536" y="1329"/>
                <a:ext cx="142"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2" name="Line 1348"/>
              <p:cNvSpPr>
                <a:spLocks noChangeShapeType="1"/>
              </p:cNvSpPr>
              <p:nvPr userDrawn="1"/>
            </p:nvSpPr>
            <p:spPr bwMode="gray">
              <a:xfrm>
                <a:off x="3536" y="1335"/>
                <a:ext cx="15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3" name="Freeform 1349"/>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4" name="Freeform 1350"/>
              <p:cNvSpPr>
                <a:spLocks/>
              </p:cNvSpPr>
              <p:nvPr userDrawn="1"/>
            </p:nvSpPr>
            <p:spPr bwMode="gray">
              <a:xfrm>
                <a:off x="3186" y="1795"/>
                <a:ext cx="21" cy="4"/>
              </a:xfrm>
              <a:custGeom>
                <a:avLst/>
                <a:gdLst>
                  <a:gd name="T0" fmla="*/ 0 w 21"/>
                  <a:gd name="T1" fmla="*/ 0 h 1"/>
                  <a:gd name="T2" fmla="*/ 6 w 21"/>
                  <a:gd name="T3" fmla="*/ 1 h 1"/>
                  <a:gd name="T4" fmla="*/ 11 w 21"/>
                  <a:gd name="T5" fmla="*/ 1 h 1"/>
                  <a:gd name="T6" fmla="*/ 16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5" name="Line 1351"/>
              <p:cNvSpPr>
                <a:spLocks noChangeShapeType="1"/>
              </p:cNvSpPr>
              <p:nvPr userDrawn="1"/>
            </p:nvSpPr>
            <p:spPr bwMode="gray">
              <a:xfrm flipV="1">
                <a:off x="3195" y="1679"/>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6" name="Line 1352"/>
              <p:cNvSpPr>
                <a:spLocks noChangeShapeType="1"/>
              </p:cNvSpPr>
              <p:nvPr userDrawn="1"/>
            </p:nvSpPr>
            <p:spPr bwMode="gray">
              <a:xfrm flipV="1">
                <a:off x="3185" y="1679"/>
                <a:ext cx="3"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7" name="Freeform 1353"/>
              <p:cNvSpPr>
                <a:spLocks/>
              </p:cNvSpPr>
              <p:nvPr userDrawn="1"/>
            </p:nvSpPr>
            <p:spPr bwMode="gray">
              <a:xfrm>
                <a:off x="3188" y="1677"/>
                <a:ext cx="22" cy="4"/>
              </a:xfrm>
              <a:custGeom>
                <a:avLst/>
                <a:gdLst>
                  <a:gd name="T0" fmla="*/ 0 w 21"/>
                  <a:gd name="T1" fmla="*/ 2 h 4"/>
                  <a:gd name="T2" fmla="*/ 5 w 21"/>
                  <a:gd name="T3" fmla="*/ 4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8" name="Line 1354"/>
              <p:cNvSpPr>
                <a:spLocks noChangeShapeType="1"/>
              </p:cNvSpPr>
              <p:nvPr userDrawn="1"/>
            </p:nvSpPr>
            <p:spPr bwMode="gray">
              <a:xfrm flipH="1">
                <a:off x="3206" y="1677"/>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49" name="Freeform 1355"/>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0" name="Freeform 1356"/>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1" name="Line 1357"/>
              <p:cNvSpPr>
                <a:spLocks noChangeShapeType="1"/>
              </p:cNvSpPr>
              <p:nvPr userDrawn="1"/>
            </p:nvSpPr>
            <p:spPr bwMode="gray">
              <a:xfrm flipV="1">
                <a:off x="3683" y="1387"/>
                <a:ext cx="9"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2" name="Line 1358"/>
              <p:cNvSpPr>
                <a:spLocks noChangeShapeType="1"/>
              </p:cNvSpPr>
              <p:nvPr userDrawn="1"/>
            </p:nvSpPr>
            <p:spPr bwMode="gray">
              <a:xfrm flipV="1">
                <a:off x="3681" y="1391"/>
                <a:ext cx="9" cy="22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3" name="Freeform 1359"/>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4" name="Line 1360"/>
              <p:cNvSpPr>
                <a:spLocks noChangeShapeType="1"/>
              </p:cNvSpPr>
              <p:nvPr userDrawn="1"/>
            </p:nvSpPr>
            <p:spPr bwMode="gray">
              <a:xfrm flipH="1">
                <a:off x="3678" y="1382"/>
                <a:ext cx="9"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5" name="Freeform 1361"/>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6" name="Freeform 1362"/>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7" name="Line 1363"/>
              <p:cNvSpPr>
                <a:spLocks noChangeShapeType="1"/>
              </p:cNvSpPr>
              <p:nvPr userDrawn="1"/>
            </p:nvSpPr>
            <p:spPr bwMode="gray">
              <a:xfrm flipH="1">
                <a:off x="3359" y="1826"/>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8" name="Line 1364"/>
              <p:cNvSpPr>
                <a:spLocks noChangeShapeType="1"/>
              </p:cNvSpPr>
              <p:nvPr userDrawn="1"/>
            </p:nvSpPr>
            <p:spPr bwMode="gray">
              <a:xfrm flipH="1">
                <a:off x="3349" y="183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59" name="Freeform 1365"/>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0" name="Line 1366"/>
              <p:cNvSpPr>
                <a:spLocks noChangeShapeType="1"/>
              </p:cNvSpPr>
              <p:nvPr userDrawn="1"/>
            </p:nvSpPr>
            <p:spPr bwMode="gray">
              <a:xfrm flipV="1">
                <a:off x="3368" y="181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1" name="Freeform 1367"/>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2" name="Freeform 1368"/>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3" name="Line 1369"/>
              <p:cNvSpPr>
                <a:spLocks noChangeShapeType="1"/>
              </p:cNvSpPr>
              <p:nvPr userDrawn="1"/>
            </p:nvSpPr>
            <p:spPr bwMode="gray">
              <a:xfrm flipH="1" flipV="1">
                <a:off x="3150" y="1987"/>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4" name="Line 1370"/>
              <p:cNvSpPr>
                <a:spLocks noChangeShapeType="1"/>
              </p:cNvSpPr>
              <p:nvPr userDrawn="1"/>
            </p:nvSpPr>
            <p:spPr bwMode="gray">
              <a:xfrm flipH="1" flipV="1">
                <a:off x="3146" y="1980"/>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5" name="Freeform 1371"/>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6" name="Line 1372"/>
              <p:cNvSpPr>
                <a:spLocks noChangeShapeType="1"/>
              </p:cNvSpPr>
              <p:nvPr userDrawn="1"/>
            </p:nvSpPr>
            <p:spPr bwMode="gray">
              <a:xfrm>
                <a:off x="3155" y="1987"/>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7" name="Freeform 1373"/>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8" name="Freeform 1374"/>
              <p:cNvSpPr>
                <a:spLocks/>
              </p:cNvSpPr>
              <p:nvPr userDrawn="1"/>
            </p:nvSpPr>
            <p:spPr bwMode="gray">
              <a:xfrm>
                <a:off x="3150" y="1357"/>
                <a:ext cx="4" cy="7"/>
              </a:xfrm>
              <a:custGeom>
                <a:avLst/>
                <a:gdLst>
                  <a:gd name="T0" fmla="*/ 5 w 5"/>
                  <a:gd name="T1" fmla="*/ 7 h 7"/>
                  <a:gd name="T2" fmla="*/ 3 w 5"/>
                  <a:gd name="T3" fmla="*/ 7 h 7"/>
                  <a:gd name="T4" fmla="*/ 1 w 5"/>
                  <a:gd name="T5" fmla="*/ 6 h 7"/>
                  <a:gd name="T6" fmla="*/ 0 w 5"/>
                  <a:gd name="T7" fmla="*/ 4 h 7"/>
                  <a:gd name="T8" fmla="*/ 0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69" name="Line 1375"/>
              <p:cNvSpPr>
                <a:spLocks noChangeShapeType="1"/>
              </p:cNvSpPr>
              <p:nvPr userDrawn="1"/>
            </p:nvSpPr>
            <p:spPr bwMode="gray">
              <a:xfrm flipV="1">
                <a:off x="3148" y="1245"/>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0" name="Line 1376"/>
              <p:cNvSpPr>
                <a:spLocks noChangeShapeType="1"/>
              </p:cNvSpPr>
              <p:nvPr userDrawn="1"/>
            </p:nvSpPr>
            <p:spPr bwMode="gray">
              <a:xfrm flipV="1">
                <a:off x="3153" y="1248"/>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1" name="Freeform 1377"/>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2" name="Line 1378"/>
              <p:cNvSpPr>
                <a:spLocks noChangeShapeType="1"/>
              </p:cNvSpPr>
              <p:nvPr userDrawn="1"/>
            </p:nvSpPr>
            <p:spPr bwMode="gray">
              <a:xfrm flipH="1">
                <a:off x="3151" y="1240"/>
                <a:ext cx="4"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3" name="Freeform 1379"/>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4" name="Freeform 1380"/>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5" name="Line 1381"/>
              <p:cNvSpPr>
                <a:spLocks noChangeShapeType="1"/>
              </p:cNvSpPr>
              <p:nvPr userDrawn="1"/>
            </p:nvSpPr>
            <p:spPr bwMode="gray">
              <a:xfrm>
                <a:off x="3160" y="1238"/>
                <a:ext cx="208"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6" name="Line 1382"/>
              <p:cNvSpPr>
                <a:spLocks noChangeShapeType="1"/>
              </p:cNvSpPr>
              <p:nvPr userDrawn="1"/>
            </p:nvSpPr>
            <p:spPr bwMode="gray">
              <a:xfrm>
                <a:off x="3158" y="1248"/>
                <a:ext cx="209"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7" name="Freeform 1383"/>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8" name="Line 1384"/>
              <p:cNvSpPr>
                <a:spLocks noChangeShapeType="1"/>
              </p:cNvSpPr>
              <p:nvPr userDrawn="1"/>
            </p:nvSpPr>
            <p:spPr bwMode="gray">
              <a:xfrm flipH="1" flipV="1">
                <a:off x="3165" y="1231"/>
                <a:ext cx="213"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79" name="Freeform 1385"/>
              <p:cNvSpPr>
                <a:spLocks/>
              </p:cNvSpPr>
              <p:nvPr userDrawn="1"/>
            </p:nvSpPr>
            <p:spPr bwMode="gray">
              <a:xfrm>
                <a:off x="3158" y="1231"/>
                <a:ext cx="4"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0" name="Freeform 1386"/>
              <p:cNvSpPr>
                <a:spLocks/>
              </p:cNvSpPr>
              <p:nvPr userDrawn="1"/>
            </p:nvSpPr>
            <p:spPr bwMode="gray">
              <a:xfrm>
                <a:off x="3363" y="1433"/>
                <a:ext cx="22" cy="3"/>
              </a:xfrm>
              <a:custGeom>
                <a:avLst/>
                <a:gdLst>
                  <a:gd name="T0" fmla="*/ 0 w 21"/>
                  <a:gd name="T1" fmla="*/ 1 h 3"/>
                  <a:gd name="T2" fmla="*/ 5 w 21"/>
                  <a:gd name="T3" fmla="*/ 3 h 3"/>
                  <a:gd name="T4" fmla="*/ 10 w 21"/>
                  <a:gd name="T5" fmla="*/ 3 h 3"/>
                  <a:gd name="T6" fmla="*/ 16 w 21"/>
                  <a:gd name="T7" fmla="*/ 1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1" name="Line 1387"/>
              <p:cNvSpPr>
                <a:spLocks noChangeShapeType="1"/>
              </p:cNvSpPr>
              <p:nvPr userDrawn="1"/>
            </p:nvSpPr>
            <p:spPr bwMode="gray">
              <a:xfrm flipH="1">
                <a:off x="3372" y="1318"/>
                <a:ext cx="5"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2" name="Line 1388"/>
              <p:cNvSpPr>
                <a:spLocks noChangeShapeType="1"/>
              </p:cNvSpPr>
              <p:nvPr userDrawn="1"/>
            </p:nvSpPr>
            <p:spPr bwMode="gray">
              <a:xfrm flipH="1">
                <a:off x="3361" y="131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3" name="Freeform 1389"/>
              <p:cNvSpPr>
                <a:spLocks/>
              </p:cNvSpPr>
              <p:nvPr userDrawn="1"/>
            </p:nvSpPr>
            <p:spPr bwMode="gray">
              <a:xfrm>
                <a:off x="3361" y="1551"/>
                <a:ext cx="19" cy="13"/>
              </a:xfrm>
              <a:custGeom>
                <a:avLst/>
                <a:gdLst>
                  <a:gd name="T0" fmla="*/ 0 w 19"/>
                  <a:gd name="T1" fmla="*/ 0 h 11"/>
                  <a:gd name="T2" fmla="*/ 5 w 19"/>
                  <a:gd name="T3" fmla="*/ 6 h 11"/>
                  <a:gd name="T4" fmla="*/ 12 w 19"/>
                  <a:gd name="T5" fmla="*/ 9 h 11"/>
                  <a:gd name="T6" fmla="*/ 19 w 19"/>
                  <a:gd name="T7" fmla="*/ 11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4" name="Line 1390"/>
              <p:cNvSpPr>
                <a:spLocks noChangeShapeType="1"/>
              </p:cNvSpPr>
              <p:nvPr userDrawn="1"/>
            </p:nvSpPr>
            <p:spPr bwMode="gray">
              <a:xfrm flipV="1">
                <a:off x="3380" y="1315"/>
                <a:ext cx="6"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5" name="Freeform 1391"/>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6" name="Freeform 1392"/>
              <p:cNvSpPr>
                <a:spLocks/>
              </p:cNvSpPr>
              <p:nvPr userDrawn="1"/>
            </p:nvSpPr>
            <p:spPr bwMode="gray">
              <a:xfrm>
                <a:off x="3515" y="1840"/>
                <a:ext cx="4" cy="9"/>
              </a:xfrm>
              <a:custGeom>
                <a:avLst/>
                <a:gdLst>
                  <a:gd name="T0" fmla="*/ 0 w 5"/>
                  <a:gd name="T1" fmla="*/ 0 h 9"/>
                  <a:gd name="T2" fmla="*/ 2 w 5"/>
                  <a:gd name="T3" fmla="*/ 2 h 9"/>
                  <a:gd name="T4" fmla="*/ 5 w 5"/>
                  <a:gd name="T5" fmla="*/ 4 h 9"/>
                  <a:gd name="T6" fmla="*/ 5 w 5"/>
                  <a:gd name="T7" fmla="*/ 5 h 9"/>
                  <a:gd name="T8" fmla="*/ 5 w 5"/>
                  <a:gd name="T9" fmla="*/ 7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7" name="Line 1393"/>
              <p:cNvSpPr>
                <a:spLocks noChangeShapeType="1"/>
              </p:cNvSpPr>
              <p:nvPr userDrawn="1"/>
            </p:nvSpPr>
            <p:spPr bwMode="gray">
              <a:xfrm flipH="1">
                <a:off x="3517" y="1726"/>
                <a:ext cx="7"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8" name="Line 1394"/>
              <p:cNvSpPr>
                <a:spLocks noChangeShapeType="1"/>
              </p:cNvSpPr>
              <p:nvPr userDrawn="1"/>
            </p:nvSpPr>
            <p:spPr bwMode="gray">
              <a:xfrm flipH="1">
                <a:off x="3512" y="1728"/>
                <a:ext cx="7"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89" name="Freeform 1395"/>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0" name="Line 1396"/>
              <p:cNvSpPr>
                <a:spLocks noChangeShapeType="1"/>
              </p:cNvSpPr>
              <p:nvPr userDrawn="1"/>
            </p:nvSpPr>
            <p:spPr bwMode="gray">
              <a:xfrm flipV="1">
                <a:off x="3515" y="172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1" name="Freeform 1397"/>
              <p:cNvSpPr>
                <a:spLocks/>
              </p:cNvSpPr>
              <p:nvPr userDrawn="1"/>
            </p:nvSpPr>
            <p:spPr bwMode="gray">
              <a:xfrm>
                <a:off x="3519" y="1725"/>
                <a:ext cx="5" cy="4"/>
              </a:xfrm>
              <a:custGeom>
                <a:avLst/>
                <a:gdLst>
                  <a:gd name="T0" fmla="*/ 0 w 5"/>
                  <a:gd name="T1" fmla="*/ 3 h 3"/>
                  <a:gd name="T2" fmla="*/ 1 w 5"/>
                  <a:gd name="T3" fmla="*/ 3 h 3"/>
                  <a:gd name="T4" fmla="*/ 3 w 5"/>
                  <a:gd name="T5" fmla="*/ 3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2" name="Freeform 1398"/>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3" name="Freeform 1399"/>
              <p:cNvSpPr>
                <a:spLocks/>
              </p:cNvSpPr>
              <p:nvPr userDrawn="1"/>
            </p:nvSpPr>
            <p:spPr bwMode="gray">
              <a:xfrm>
                <a:off x="3307" y="1153"/>
                <a:ext cx="19" cy="4"/>
              </a:xfrm>
              <a:custGeom>
                <a:avLst/>
                <a:gdLst>
                  <a:gd name="T0" fmla="*/ 19 w 19"/>
                  <a:gd name="T1" fmla="*/ 2 h 2"/>
                  <a:gd name="T2" fmla="*/ 14 w 19"/>
                  <a:gd name="T3" fmla="*/ 0 h 2"/>
                  <a:gd name="T4" fmla="*/ 9 w 19"/>
                  <a:gd name="T5" fmla="*/ 0 h 2"/>
                  <a:gd name="T6" fmla="*/ 3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4" name="Freeform 1400"/>
              <p:cNvSpPr>
                <a:spLocks/>
              </p:cNvSpPr>
              <p:nvPr userDrawn="1"/>
            </p:nvSpPr>
            <p:spPr bwMode="gray">
              <a:xfrm>
                <a:off x="2347" y="1774"/>
                <a:ext cx="13" cy="17"/>
              </a:xfrm>
              <a:custGeom>
                <a:avLst/>
                <a:gdLst>
                  <a:gd name="T0" fmla="*/ 0 w 10"/>
                  <a:gd name="T1" fmla="*/ 0 h 17"/>
                  <a:gd name="T2" fmla="*/ 3 w 10"/>
                  <a:gd name="T3" fmla="*/ 3 h 17"/>
                  <a:gd name="T4" fmla="*/ 7 w 10"/>
                  <a:gd name="T5" fmla="*/ 7 h 17"/>
                  <a:gd name="T6" fmla="*/ 9 w 10"/>
                  <a:gd name="T7" fmla="*/ 12 h 17"/>
                  <a:gd name="T8" fmla="*/ 1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5" name="Freeform 1401"/>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6" name="Line 1402"/>
              <p:cNvSpPr>
                <a:spLocks noChangeShapeType="1"/>
              </p:cNvSpPr>
              <p:nvPr userDrawn="1"/>
            </p:nvSpPr>
            <p:spPr bwMode="gray">
              <a:xfrm flipH="1">
                <a:off x="3533" y="1226"/>
                <a:ext cx="7"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7" name="Line 1403"/>
              <p:cNvSpPr>
                <a:spLocks noChangeShapeType="1"/>
              </p:cNvSpPr>
              <p:nvPr userDrawn="1"/>
            </p:nvSpPr>
            <p:spPr bwMode="gray">
              <a:xfrm flipH="1">
                <a:off x="3527" y="1221"/>
                <a:ext cx="6"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8" name="Freeform 1404"/>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99" name="Line 1405"/>
              <p:cNvSpPr>
                <a:spLocks noChangeShapeType="1"/>
              </p:cNvSpPr>
              <p:nvPr userDrawn="1"/>
            </p:nvSpPr>
            <p:spPr bwMode="gray">
              <a:xfrm flipV="1">
                <a:off x="3529" y="1230"/>
                <a:ext cx="7" cy="2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0" name="Freeform 1406"/>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1" name="Freeform 1407"/>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2" name="Freeform 1408"/>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3" name="Line 1409"/>
              <p:cNvSpPr>
                <a:spLocks noChangeShapeType="1"/>
              </p:cNvSpPr>
              <p:nvPr userDrawn="1"/>
            </p:nvSpPr>
            <p:spPr bwMode="gray">
              <a:xfrm flipV="1">
                <a:off x="3151"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4" name="Line 1410"/>
              <p:cNvSpPr>
                <a:spLocks noChangeShapeType="1"/>
              </p:cNvSpPr>
              <p:nvPr userDrawn="1"/>
            </p:nvSpPr>
            <p:spPr bwMode="gray">
              <a:xfrm flipV="1">
                <a:off x="3155" y="1156"/>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5" name="Freeform 1411"/>
              <p:cNvSpPr>
                <a:spLocks/>
              </p:cNvSpPr>
              <p:nvPr userDrawn="1"/>
            </p:nvSpPr>
            <p:spPr bwMode="gray">
              <a:xfrm>
                <a:off x="3295" y="1140"/>
                <a:ext cx="13" cy="16"/>
              </a:xfrm>
              <a:custGeom>
                <a:avLst/>
                <a:gdLst>
                  <a:gd name="T0" fmla="*/ 12 w 12"/>
                  <a:gd name="T1" fmla="*/ 16 h 16"/>
                  <a:gd name="T2" fmla="*/ 10 w 12"/>
                  <a:gd name="T3" fmla="*/ 11 h 16"/>
                  <a:gd name="T4" fmla="*/ 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6" name="Line 1412"/>
              <p:cNvSpPr>
                <a:spLocks noChangeShapeType="1"/>
              </p:cNvSpPr>
              <p:nvPr userDrawn="1"/>
            </p:nvSpPr>
            <p:spPr bwMode="gray">
              <a:xfrm flipH="1">
                <a:off x="3143" y="1140"/>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7" name="Freeform 1413"/>
              <p:cNvSpPr>
                <a:spLocks/>
              </p:cNvSpPr>
              <p:nvPr userDrawn="1"/>
            </p:nvSpPr>
            <p:spPr bwMode="gray">
              <a:xfrm>
                <a:off x="3143" y="1222"/>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8" name="Freeform 1414"/>
              <p:cNvSpPr>
                <a:spLocks/>
              </p:cNvSpPr>
              <p:nvPr userDrawn="1"/>
            </p:nvSpPr>
            <p:spPr bwMode="gray">
              <a:xfrm>
                <a:off x="3232" y="1172"/>
                <a:ext cx="10" cy="13"/>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09" name="Line 1415"/>
              <p:cNvSpPr>
                <a:spLocks noChangeShapeType="1"/>
              </p:cNvSpPr>
              <p:nvPr userDrawn="1"/>
            </p:nvSpPr>
            <p:spPr bwMode="gray">
              <a:xfrm flipH="1">
                <a:off x="3158" y="1140"/>
                <a:ext cx="15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0" name="Line 1416"/>
              <p:cNvSpPr>
                <a:spLocks noChangeShapeType="1"/>
              </p:cNvSpPr>
              <p:nvPr userDrawn="1"/>
            </p:nvSpPr>
            <p:spPr bwMode="gray">
              <a:xfrm flipH="1">
                <a:off x="3165"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1" name="Freeform 1417"/>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2" name="Line 1418"/>
              <p:cNvSpPr>
                <a:spLocks noChangeShapeType="1"/>
              </p:cNvSpPr>
              <p:nvPr userDrawn="1"/>
            </p:nvSpPr>
            <p:spPr bwMode="gray">
              <a:xfrm flipV="1">
                <a:off x="3155" y="1132"/>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3" name="Freeform 1419"/>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4" name="Freeform 1420"/>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5" name="Line 1421"/>
              <p:cNvSpPr>
                <a:spLocks noChangeShapeType="1"/>
              </p:cNvSpPr>
              <p:nvPr userDrawn="1"/>
            </p:nvSpPr>
            <p:spPr bwMode="gray">
              <a:xfrm flipV="1">
                <a:off x="3384" y="1219"/>
                <a:ext cx="150"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6" name="Line 1422"/>
              <p:cNvSpPr>
                <a:spLocks noChangeShapeType="1"/>
              </p:cNvSpPr>
              <p:nvPr userDrawn="1"/>
            </p:nvSpPr>
            <p:spPr bwMode="gray">
              <a:xfrm flipV="1">
                <a:off x="3375" y="1214"/>
                <a:ext cx="151"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7" name="Freeform 1423"/>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8" name="Line 1424"/>
              <p:cNvSpPr>
                <a:spLocks noChangeShapeType="1"/>
              </p:cNvSpPr>
              <p:nvPr userDrawn="1"/>
            </p:nvSpPr>
            <p:spPr bwMode="gray">
              <a:xfrm flipH="1">
                <a:off x="3386" y="1230"/>
                <a:ext cx="150"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19" name="Freeform 1425"/>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0" name="Freeform 1426"/>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1" name="Line 1427"/>
              <p:cNvSpPr>
                <a:spLocks noChangeShapeType="1"/>
              </p:cNvSpPr>
              <p:nvPr userDrawn="1"/>
            </p:nvSpPr>
            <p:spPr bwMode="gray">
              <a:xfrm flipV="1">
                <a:off x="3365" y="1966"/>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2" name="Line 1428"/>
              <p:cNvSpPr>
                <a:spLocks noChangeShapeType="1"/>
              </p:cNvSpPr>
              <p:nvPr userDrawn="1"/>
            </p:nvSpPr>
            <p:spPr bwMode="gray">
              <a:xfrm flipV="1">
                <a:off x="3368" y="1959"/>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3" name="Freeform 1429"/>
              <p:cNvSpPr>
                <a:spLocks/>
              </p:cNvSpPr>
              <p:nvPr userDrawn="1"/>
            </p:nvSpPr>
            <p:spPr bwMode="gray">
              <a:xfrm>
                <a:off x="3503" y="1959"/>
                <a:ext cx="13" cy="9"/>
              </a:xfrm>
              <a:custGeom>
                <a:avLst/>
                <a:gdLst>
                  <a:gd name="T0" fmla="*/ 12 w 12"/>
                  <a:gd name="T1" fmla="*/ 0 h 9"/>
                  <a:gd name="T2" fmla="*/ 10 w 12"/>
                  <a:gd name="T3" fmla="*/ 5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4" name="Line 1430"/>
              <p:cNvSpPr>
                <a:spLocks noChangeShapeType="1"/>
              </p:cNvSpPr>
              <p:nvPr userDrawn="1"/>
            </p:nvSpPr>
            <p:spPr bwMode="gray">
              <a:xfrm flipH="1">
                <a:off x="3358" y="1968"/>
                <a:ext cx="143"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5" name="Freeform 1431"/>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6" name="Freeform 1432"/>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7" name="Line 1433"/>
              <p:cNvSpPr>
                <a:spLocks noChangeShapeType="1"/>
              </p:cNvSpPr>
              <p:nvPr userDrawn="1"/>
            </p:nvSpPr>
            <p:spPr bwMode="gray">
              <a:xfrm flipH="1" flipV="1">
                <a:off x="2289" y="1196"/>
                <a:ext cx="124"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8" name="Line 1434"/>
              <p:cNvSpPr>
                <a:spLocks noChangeShapeType="1"/>
              </p:cNvSpPr>
              <p:nvPr userDrawn="1"/>
            </p:nvSpPr>
            <p:spPr bwMode="gray">
              <a:xfrm flipH="1" flipV="1">
                <a:off x="2293" y="1187"/>
                <a:ext cx="135"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29" name="Freeform 1435"/>
              <p:cNvSpPr>
                <a:spLocks/>
              </p:cNvSpPr>
              <p:nvPr userDrawn="1"/>
            </p:nvSpPr>
            <p:spPr bwMode="gray">
              <a:xfrm>
                <a:off x="2284" y="1187"/>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0" name="Line 1436"/>
              <p:cNvSpPr>
                <a:spLocks noChangeShapeType="1"/>
              </p:cNvSpPr>
              <p:nvPr userDrawn="1"/>
            </p:nvSpPr>
            <p:spPr bwMode="gray">
              <a:xfrm>
                <a:off x="2284" y="1203"/>
                <a:ext cx="119"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1" name="Freeform 1437"/>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2" name="Line 1438"/>
              <p:cNvSpPr>
                <a:spLocks noChangeShapeType="1"/>
              </p:cNvSpPr>
              <p:nvPr userDrawn="1"/>
            </p:nvSpPr>
            <p:spPr bwMode="gray">
              <a:xfrm flipH="1" flipV="1">
                <a:off x="2282" y="960"/>
                <a:ext cx="5"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3" name="Line 1439"/>
              <p:cNvSpPr>
                <a:spLocks noChangeShapeType="1"/>
              </p:cNvSpPr>
              <p:nvPr userDrawn="1"/>
            </p:nvSpPr>
            <p:spPr bwMode="gray">
              <a:xfrm flipH="1" flipV="1">
                <a:off x="2289" y="966"/>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4" name="Freeform 1440"/>
              <p:cNvSpPr>
                <a:spLocks/>
              </p:cNvSpPr>
              <p:nvPr userDrawn="1"/>
            </p:nvSpPr>
            <p:spPr bwMode="gray">
              <a:xfrm>
                <a:off x="2284" y="957"/>
                <a:ext cx="4" cy="9"/>
              </a:xfrm>
              <a:custGeom>
                <a:avLst/>
                <a:gdLst>
                  <a:gd name="T0" fmla="*/ 3 w 3"/>
                  <a:gd name="T1" fmla="*/ 9 h 9"/>
                  <a:gd name="T2" fmla="*/ 0 w 3"/>
                  <a:gd name="T3" fmla="*/ 7 h 9"/>
                  <a:gd name="T4" fmla="*/ 0 w 3"/>
                  <a:gd name="T5" fmla="*/ 5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5" name="Line 1441"/>
              <p:cNvSpPr>
                <a:spLocks noChangeShapeType="1"/>
              </p:cNvSpPr>
              <p:nvPr userDrawn="1"/>
            </p:nvSpPr>
            <p:spPr bwMode="gray">
              <a:xfrm>
                <a:off x="2286" y="95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6" name="Freeform 1442"/>
              <p:cNvSpPr>
                <a:spLocks/>
              </p:cNvSpPr>
              <p:nvPr userDrawn="1"/>
            </p:nvSpPr>
            <p:spPr bwMode="gray">
              <a:xfrm>
                <a:off x="2289" y="1187"/>
                <a:ext cx="4" cy="4"/>
              </a:xfrm>
              <a:custGeom>
                <a:avLst/>
                <a:gdLst>
                  <a:gd name="T0" fmla="*/ 6 w 6"/>
                  <a:gd name="T1" fmla="*/ 0 h 3"/>
                  <a:gd name="T2" fmla="*/ 2 w 6"/>
                  <a:gd name="T3" fmla="*/ 0 h 3"/>
                  <a:gd name="T4" fmla="*/ 0 w 6"/>
                  <a:gd name="T5" fmla="*/ 1 h 3"/>
                  <a:gd name="T6" fmla="*/ 0 w 6"/>
                  <a:gd name="T7" fmla="*/ 1 h 3"/>
                  <a:gd name="T8" fmla="*/ 0 w 6"/>
                  <a:gd name="T9" fmla="*/ 3 h 3"/>
                  <a:gd name="T10" fmla="*/ 2 w 6"/>
                  <a:gd name="T11" fmla="*/ 3 h 3"/>
                  <a:gd name="T12" fmla="*/ 4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7" name="Freeform 1443"/>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8" name="Line 1444"/>
              <p:cNvSpPr>
                <a:spLocks noChangeShapeType="1"/>
              </p:cNvSpPr>
              <p:nvPr userDrawn="1"/>
            </p:nvSpPr>
            <p:spPr bwMode="gray">
              <a:xfrm>
                <a:off x="2289" y="953"/>
                <a:ext cx="18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39" name="Line 1445"/>
              <p:cNvSpPr>
                <a:spLocks noChangeShapeType="1"/>
              </p:cNvSpPr>
              <p:nvPr userDrawn="1"/>
            </p:nvSpPr>
            <p:spPr bwMode="gray">
              <a:xfrm>
                <a:off x="2289" y="966"/>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0" name="Freeform 1446"/>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1" name="Line 1447"/>
              <p:cNvSpPr>
                <a:spLocks noChangeShapeType="1"/>
              </p:cNvSpPr>
              <p:nvPr userDrawn="1"/>
            </p:nvSpPr>
            <p:spPr bwMode="gray">
              <a:xfrm flipH="1" flipV="1">
                <a:off x="2298" y="948"/>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2" name="Freeform 1448"/>
              <p:cNvSpPr>
                <a:spLocks/>
              </p:cNvSpPr>
              <p:nvPr userDrawn="1"/>
            </p:nvSpPr>
            <p:spPr bwMode="gray">
              <a:xfrm>
                <a:off x="2289"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3" name="Freeform 1449"/>
              <p:cNvSpPr>
                <a:spLocks/>
              </p:cNvSpPr>
              <p:nvPr userDrawn="1"/>
            </p:nvSpPr>
            <p:spPr bwMode="gray">
              <a:xfrm>
                <a:off x="2476" y="1167"/>
                <a:ext cx="22" cy="1"/>
              </a:xfrm>
              <a:custGeom>
                <a:avLst/>
                <a:gdLst>
                  <a:gd name="T0" fmla="*/ 0 w 20"/>
                  <a:gd name="T1" fmla="*/ 1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4" name="Line 1450"/>
              <p:cNvSpPr>
                <a:spLocks noChangeShapeType="1"/>
              </p:cNvSpPr>
              <p:nvPr userDrawn="1"/>
            </p:nvSpPr>
            <p:spPr bwMode="gray">
              <a:xfrm>
                <a:off x="2485" y="1027"/>
                <a:ext cx="4" cy="1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5" name="Line 1451"/>
              <p:cNvSpPr>
                <a:spLocks noChangeShapeType="1"/>
              </p:cNvSpPr>
              <p:nvPr userDrawn="1"/>
            </p:nvSpPr>
            <p:spPr bwMode="gray">
              <a:xfrm>
                <a:off x="2475" y="1027"/>
                <a:ext cx="4" cy="1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6" name="Line 1452"/>
              <p:cNvSpPr>
                <a:spLocks noChangeShapeType="1"/>
              </p:cNvSpPr>
              <p:nvPr userDrawn="1"/>
            </p:nvSpPr>
            <p:spPr bwMode="gray">
              <a:xfrm flipH="1" flipV="1">
                <a:off x="2494" y="1025"/>
                <a:ext cx="4" cy="1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7" name="Freeform 1453"/>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8" name="Freeform 1454"/>
              <p:cNvSpPr>
                <a:spLocks/>
              </p:cNvSpPr>
              <p:nvPr userDrawn="1"/>
            </p:nvSpPr>
            <p:spPr bwMode="gray">
              <a:xfrm>
                <a:off x="2443" y="880"/>
                <a:ext cx="22" cy="2"/>
              </a:xfrm>
              <a:custGeom>
                <a:avLst/>
                <a:gdLst>
                  <a:gd name="T0" fmla="*/ 19 w 19"/>
                  <a:gd name="T1" fmla="*/ 2 h 2"/>
                  <a:gd name="T2" fmla="*/ 12 w 19"/>
                  <a:gd name="T3" fmla="*/ 0 h 2"/>
                  <a:gd name="T4" fmla="*/ 5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49" name="Line 1455"/>
              <p:cNvSpPr>
                <a:spLocks noChangeShapeType="1"/>
              </p:cNvSpPr>
              <p:nvPr userDrawn="1"/>
            </p:nvSpPr>
            <p:spPr bwMode="gray">
              <a:xfrm>
                <a:off x="2459" y="873"/>
                <a:ext cx="31"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0" name="Line 1456"/>
              <p:cNvSpPr>
                <a:spLocks noChangeShapeType="1"/>
              </p:cNvSpPr>
              <p:nvPr userDrawn="1"/>
            </p:nvSpPr>
            <p:spPr bwMode="gray">
              <a:xfrm>
                <a:off x="2463" y="882"/>
                <a:ext cx="28" cy="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1" name="Line 1457"/>
              <p:cNvSpPr>
                <a:spLocks noChangeShapeType="1"/>
              </p:cNvSpPr>
              <p:nvPr userDrawn="1"/>
            </p:nvSpPr>
            <p:spPr bwMode="gray">
              <a:xfrm flipH="1" flipV="1">
                <a:off x="2454" y="873"/>
                <a:ext cx="36"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2" name="Freeform 1458"/>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3" name="Freeform 1459"/>
              <p:cNvSpPr>
                <a:spLocks/>
              </p:cNvSpPr>
              <p:nvPr userDrawn="1"/>
            </p:nvSpPr>
            <p:spPr bwMode="gray">
              <a:xfrm>
                <a:off x="2364" y="909"/>
                <a:ext cx="13" cy="10"/>
              </a:xfrm>
              <a:custGeom>
                <a:avLst/>
                <a:gdLst>
                  <a:gd name="T0" fmla="*/ 0 w 11"/>
                  <a:gd name="T1" fmla="*/ 10 h 10"/>
                  <a:gd name="T2" fmla="*/ 2 w 11"/>
                  <a:gd name="T3" fmla="*/ 5 h 10"/>
                  <a:gd name="T4" fmla="*/ 4 w 11"/>
                  <a:gd name="T5" fmla="*/ 1 h 10"/>
                  <a:gd name="T6" fmla="*/ 6 w 11"/>
                  <a:gd name="T7" fmla="*/ 0 h 10"/>
                  <a:gd name="T8" fmla="*/ 9 w 11"/>
                  <a:gd name="T9" fmla="*/ 0 h 10"/>
                  <a:gd name="T10" fmla="*/ 11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4" name="Line 1460"/>
              <p:cNvSpPr>
                <a:spLocks noChangeShapeType="1"/>
              </p:cNvSpPr>
              <p:nvPr userDrawn="1"/>
            </p:nvSpPr>
            <p:spPr bwMode="gray">
              <a:xfrm flipV="1">
                <a:off x="2289" y="874"/>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5" name="Line 1461"/>
              <p:cNvSpPr>
                <a:spLocks noChangeShapeType="1"/>
              </p:cNvSpPr>
              <p:nvPr userDrawn="1"/>
            </p:nvSpPr>
            <p:spPr bwMode="gray">
              <a:xfrm flipV="1">
                <a:off x="2286" y="882"/>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6" name="Freeform 1462"/>
              <p:cNvSpPr>
                <a:spLocks/>
              </p:cNvSpPr>
              <p:nvPr userDrawn="1"/>
            </p:nvSpPr>
            <p:spPr bwMode="gray">
              <a:xfrm>
                <a:off x="2443" y="873"/>
                <a:ext cx="13" cy="9"/>
              </a:xfrm>
              <a:custGeom>
                <a:avLst/>
                <a:gdLst>
                  <a:gd name="T0" fmla="*/ 0 w 11"/>
                  <a:gd name="T1" fmla="*/ 9 h 9"/>
                  <a:gd name="T2" fmla="*/ 0 w 11"/>
                  <a:gd name="T3" fmla="*/ 5 h 9"/>
                  <a:gd name="T4" fmla="*/ 2 w 11"/>
                  <a:gd name="T5" fmla="*/ 3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7" name="Line 1463"/>
              <p:cNvSpPr>
                <a:spLocks noChangeShapeType="1"/>
              </p:cNvSpPr>
              <p:nvPr userDrawn="1"/>
            </p:nvSpPr>
            <p:spPr bwMode="gray">
              <a:xfrm flipH="1">
                <a:off x="2298" y="873"/>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8" name="Freeform 1464"/>
              <p:cNvSpPr>
                <a:spLocks/>
              </p:cNvSpPr>
              <p:nvPr userDrawn="1"/>
            </p:nvSpPr>
            <p:spPr bwMode="gray">
              <a:xfrm>
                <a:off x="2286" y="948"/>
                <a:ext cx="13"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59" name="Freeform 1465"/>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0" name="Line 1466"/>
              <p:cNvSpPr>
                <a:spLocks noChangeShapeType="1"/>
              </p:cNvSpPr>
              <p:nvPr userDrawn="1"/>
            </p:nvSpPr>
            <p:spPr bwMode="gray">
              <a:xfrm flipH="1">
                <a:off x="2494" y="1018"/>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1" name="Freeform 1467"/>
              <p:cNvSpPr>
                <a:spLocks/>
              </p:cNvSpPr>
              <p:nvPr userDrawn="1"/>
            </p:nvSpPr>
            <p:spPr bwMode="gray">
              <a:xfrm>
                <a:off x="2494" y="1016"/>
                <a:ext cx="13" cy="9"/>
              </a:xfrm>
              <a:custGeom>
                <a:avLst/>
                <a:gdLst>
                  <a:gd name="T0" fmla="*/ 0 w 10"/>
                  <a:gd name="T1" fmla="*/ 9 h 9"/>
                  <a:gd name="T2" fmla="*/ 2 w 10"/>
                  <a:gd name="T3" fmla="*/ 6 h 9"/>
                  <a:gd name="T4" fmla="*/ 2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2" name="Freeform 1468"/>
              <p:cNvSpPr>
                <a:spLocks/>
              </p:cNvSpPr>
              <p:nvPr userDrawn="1"/>
            </p:nvSpPr>
            <p:spPr bwMode="gray">
              <a:xfrm>
                <a:off x="2906" y="2029"/>
                <a:ext cx="20" cy="4"/>
              </a:xfrm>
              <a:custGeom>
                <a:avLst/>
                <a:gdLst>
                  <a:gd name="T0" fmla="*/ 20 w 20"/>
                  <a:gd name="T1" fmla="*/ 2 h 3"/>
                  <a:gd name="T2" fmla="*/ 16 w 20"/>
                  <a:gd name="T3" fmla="*/ 0 h 3"/>
                  <a:gd name="T4" fmla="*/ 11 w 20"/>
                  <a:gd name="T5" fmla="*/ 0 h 3"/>
                  <a:gd name="T6" fmla="*/ 6 w 20"/>
                  <a:gd name="T7" fmla="*/ 2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3" name="Line 1469"/>
              <p:cNvSpPr>
                <a:spLocks noChangeShapeType="1"/>
              </p:cNvSpPr>
              <p:nvPr userDrawn="1"/>
            </p:nvSpPr>
            <p:spPr bwMode="gray">
              <a:xfrm flipV="1">
                <a:off x="2915" y="1920"/>
                <a:ext cx="2"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4" name="Line 1470"/>
              <p:cNvSpPr>
                <a:spLocks noChangeShapeType="1"/>
              </p:cNvSpPr>
              <p:nvPr userDrawn="1"/>
            </p:nvSpPr>
            <p:spPr bwMode="gray">
              <a:xfrm flipV="1">
                <a:off x="2926" y="1922"/>
                <a:ext cx="1"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5" name="Freeform 1471"/>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6" name="Line 1472"/>
              <p:cNvSpPr>
                <a:spLocks noChangeShapeType="1"/>
              </p:cNvSpPr>
              <p:nvPr userDrawn="1"/>
            </p:nvSpPr>
            <p:spPr bwMode="gray">
              <a:xfrm flipH="1">
                <a:off x="2906" y="1924"/>
                <a:ext cx="2"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7" name="Freeform 1473"/>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8" name="Freeform 1474"/>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69" name="Line 1475"/>
              <p:cNvSpPr>
                <a:spLocks noChangeShapeType="1"/>
              </p:cNvSpPr>
              <p:nvPr userDrawn="1"/>
            </p:nvSpPr>
            <p:spPr bwMode="gray">
              <a:xfrm>
                <a:off x="2924" y="1910"/>
                <a:ext cx="203"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0" name="Line 1476"/>
              <p:cNvSpPr>
                <a:spLocks noChangeShapeType="1"/>
              </p:cNvSpPr>
              <p:nvPr userDrawn="1"/>
            </p:nvSpPr>
            <p:spPr bwMode="gray">
              <a:xfrm>
                <a:off x="2927" y="1922"/>
                <a:ext cx="19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1" name="Freeform 1477"/>
              <p:cNvSpPr>
                <a:spLocks/>
              </p:cNvSpPr>
              <p:nvPr userDrawn="1"/>
            </p:nvSpPr>
            <p:spPr bwMode="gray">
              <a:xfrm>
                <a:off x="3123" y="1979"/>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2" name="Line 1478"/>
              <p:cNvSpPr>
                <a:spLocks noChangeShapeType="1"/>
              </p:cNvSpPr>
              <p:nvPr userDrawn="1"/>
            </p:nvSpPr>
            <p:spPr bwMode="gray">
              <a:xfrm flipH="1" flipV="1">
                <a:off x="2924" y="1901"/>
                <a:ext cx="20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3" name="Freeform 1479"/>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4" name="Freeform 1480"/>
              <p:cNvSpPr>
                <a:spLocks/>
              </p:cNvSpPr>
              <p:nvPr userDrawn="1"/>
            </p:nvSpPr>
            <p:spPr bwMode="gray">
              <a:xfrm>
                <a:off x="3123"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5" name="Line 1481"/>
              <p:cNvSpPr>
                <a:spLocks noChangeShapeType="1"/>
              </p:cNvSpPr>
              <p:nvPr userDrawn="1"/>
            </p:nvSpPr>
            <p:spPr bwMode="gray">
              <a:xfrm flipH="1">
                <a:off x="3130" y="1997"/>
                <a:ext cx="4"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6" name="Line 1482"/>
              <p:cNvSpPr>
                <a:spLocks noChangeShapeType="1"/>
              </p:cNvSpPr>
              <p:nvPr userDrawn="1"/>
            </p:nvSpPr>
            <p:spPr bwMode="gray">
              <a:xfrm flipH="1">
                <a:off x="3123" y="1996"/>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7" name="Freeform 1483"/>
              <p:cNvSpPr>
                <a:spLocks/>
              </p:cNvSpPr>
              <p:nvPr userDrawn="1"/>
            </p:nvSpPr>
            <p:spPr bwMode="gray">
              <a:xfrm>
                <a:off x="3123" y="2214"/>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8" name="Line 1484"/>
              <p:cNvSpPr>
                <a:spLocks noChangeShapeType="1"/>
              </p:cNvSpPr>
              <p:nvPr userDrawn="1"/>
            </p:nvSpPr>
            <p:spPr bwMode="gray">
              <a:xfrm flipV="1">
                <a:off x="3141" y="1994"/>
                <a:ext cx="2"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79" name="Freeform 1485"/>
              <p:cNvSpPr>
                <a:spLocks/>
              </p:cNvSpPr>
              <p:nvPr userDrawn="1"/>
            </p:nvSpPr>
            <p:spPr bwMode="gray">
              <a:xfrm>
                <a:off x="3123" y="1994"/>
                <a:ext cx="20" cy="4"/>
              </a:xfrm>
              <a:custGeom>
                <a:avLst/>
                <a:gdLst>
                  <a:gd name="T0" fmla="*/ 0 w 20"/>
                  <a:gd name="T1" fmla="*/ 2 h 3"/>
                  <a:gd name="T2" fmla="*/ 6 w 20"/>
                  <a:gd name="T3" fmla="*/ 3 h 3"/>
                  <a:gd name="T4" fmla="*/ 11 w 20"/>
                  <a:gd name="T5" fmla="*/ 3 h 3"/>
                  <a:gd name="T6" fmla="*/ 16 w 20"/>
                  <a:gd name="T7" fmla="*/ 3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0" name="Freeform 1486"/>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1" name="Line 1487"/>
              <p:cNvSpPr>
                <a:spLocks noChangeShapeType="1"/>
              </p:cNvSpPr>
              <p:nvPr userDrawn="1"/>
            </p:nvSpPr>
            <p:spPr bwMode="gray">
              <a:xfrm flipH="1" flipV="1">
                <a:off x="2923" y="2144"/>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2" name="Line 1488"/>
              <p:cNvSpPr>
                <a:spLocks noChangeShapeType="1"/>
              </p:cNvSpPr>
              <p:nvPr userDrawn="1"/>
            </p:nvSpPr>
            <p:spPr bwMode="gray">
              <a:xfrm flipH="1" flipV="1">
                <a:off x="2926" y="2137"/>
                <a:ext cx="196"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3" name="Freeform 1489"/>
              <p:cNvSpPr>
                <a:spLocks/>
              </p:cNvSpPr>
              <p:nvPr userDrawn="1"/>
            </p:nvSpPr>
            <p:spPr bwMode="gray">
              <a:xfrm>
                <a:off x="2923"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4" name="Line 1490"/>
              <p:cNvSpPr>
                <a:spLocks noChangeShapeType="1"/>
              </p:cNvSpPr>
              <p:nvPr userDrawn="1"/>
            </p:nvSpPr>
            <p:spPr bwMode="gray">
              <a:xfrm>
                <a:off x="2924" y="2141"/>
                <a:ext cx="20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5" name="Freeform 1491"/>
              <p:cNvSpPr>
                <a:spLocks/>
              </p:cNvSpPr>
              <p:nvPr userDrawn="1"/>
            </p:nvSpPr>
            <p:spPr bwMode="gray">
              <a:xfrm>
                <a:off x="3123" y="2214"/>
                <a:ext cx="4" cy="8"/>
              </a:xfrm>
              <a:custGeom>
                <a:avLst/>
                <a:gdLst>
                  <a:gd name="T0" fmla="*/ 7 w 7"/>
                  <a:gd name="T1" fmla="*/ 7 h 8"/>
                  <a:gd name="T2" fmla="*/ 5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6" name="Freeform 1492"/>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7" name="Line 1493"/>
              <p:cNvSpPr>
                <a:spLocks noChangeShapeType="1"/>
              </p:cNvSpPr>
              <p:nvPr userDrawn="1"/>
            </p:nvSpPr>
            <p:spPr bwMode="gray">
              <a:xfrm flipH="1">
                <a:off x="3290" y="2040"/>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8" name="Line 1494"/>
              <p:cNvSpPr>
                <a:spLocks noChangeShapeType="1"/>
              </p:cNvSpPr>
              <p:nvPr userDrawn="1"/>
            </p:nvSpPr>
            <p:spPr bwMode="gray">
              <a:xfrm>
                <a:off x="3284" y="2038"/>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89" name="Freeform 1495"/>
              <p:cNvSpPr>
                <a:spLocks/>
              </p:cNvSpPr>
              <p:nvPr userDrawn="1"/>
            </p:nvSpPr>
            <p:spPr bwMode="gray">
              <a:xfrm>
                <a:off x="3284" y="2109"/>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0" name="Line 1496"/>
              <p:cNvSpPr>
                <a:spLocks noChangeShapeType="1"/>
              </p:cNvSpPr>
              <p:nvPr userDrawn="1"/>
            </p:nvSpPr>
            <p:spPr bwMode="gray">
              <a:xfrm flipV="1">
                <a:off x="3286" y="2038"/>
                <a:ext cx="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1" name="Freeform 1497"/>
              <p:cNvSpPr>
                <a:spLocks/>
              </p:cNvSpPr>
              <p:nvPr userDrawn="1"/>
            </p:nvSpPr>
            <p:spPr bwMode="gray">
              <a:xfrm>
                <a:off x="3276" y="2109"/>
                <a:ext cx="8" cy="13"/>
              </a:xfrm>
              <a:custGeom>
                <a:avLst/>
                <a:gdLst>
                  <a:gd name="T0" fmla="*/ 0 w 8"/>
                  <a:gd name="T1" fmla="*/ 17 h 17"/>
                  <a:gd name="T2" fmla="*/ 3 w 8"/>
                  <a:gd name="T3" fmla="*/ 14 h 17"/>
                  <a:gd name="T4" fmla="*/ 7 w 8"/>
                  <a:gd name="T5" fmla="*/ 10 h 17"/>
                  <a:gd name="T6" fmla="*/ 7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2" name="Freeform 1498"/>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3" name="Line 1499"/>
              <p:cNvSpPr>
                <a:spLocks noChangeShapeType="1"/>
              </p:cNvSpPr>
              <p:nvPr userDrawn="1"/>
            </p:nvSpPr>
            <p:spPr bwMode="gray">
              <a:xfrm flipV="1">
                <a:off x="3137" y="2125"/>
                <a:ext cx="146"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4" name="Line 1500"/>
              <p:cNvSpPr>
                <a:spLocks noChangeShapeType="1"/>
              </p:cNvSpPr>
              <p:nvPr userDrawn="1"/>
            </p:nvSpPr>
            <p:spPr bwMode="gray">
              <a:xfrm flipV="1">
                <a:off x="3141" y="2118"/>
                <a:ext cx="143"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5" name="Freeform 1501"/>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6" name="Line 1502"/>
              <p:cNvSpPr>
                <a:spLocks noChangeShapeType="1"/>
              </p:cNvSpPr>
              <p:nvPr userDrawn="1"/>
            </p:nvSpPr>
            <p:spPr bwMode="gray">
              <a:xfrm flipH="1">
                <a:off x="3129" y="2125"/>
                <a:ext cx="147"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7" name="Freeform 1503"/>
              <p:cNvSpPr>
                <a:spLocks/>
              </p:cNvSpPr>
              <p:nvPr userDrawn="1"/>
            </p:nvSpPr>
            <p:spPr bwMode="gray">
              <a:xfrm>
                <a:off x="3129" y="2214"/>
                <a:ext cx="13" cy="8"/>
              </a:xfrm>
              <a:custGeom>
                <a:avLst/>
                <a:gdLst>
                  <a:gd name="T0" fmla="*/ 0 w 12"/>
                  <a:gd name="T1" fmla="*/ 7 h 8"/>
                  <a:gd name="T2" fmla="*/ 5 w 12"/>
                  <a:gd name="T3" fmla="*/ 8 h 8"/>
                  <a:gd name="T4" fmla="*/ 8 w 12"/>
                  <a:gd name="T5" fmla="*/ 7 h 8"/>
                  <a:gd name="T6" fmla="*/ 10 w 12"/>
                  <a:gd name="T7" fmla="*/ 3 h 8"/>
                  <a:gd name="T8" fmla="*/ 1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8" name="Line 1504"/>
              <p:cNvSpPr>
                <a:spLocks noChangeShapeType="1"/>
              </p:cNvSpPr>
              <p:nvPr userDrawn="1"/>
            </p:nvSpPr>
            <p:spPr bwMode="gray">
              <a:xfrm>
                <a:off x="2537" y="2097"/>
                <a:ext cx="4"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499" name="Line 1505"/>
              <p:cNvSpPr>
                <a:spLocks noChangeShapeType="1"/>
              </p:cNvSpPr>
              <p:nvPr userDrawn="1"/>
            </p:nvSpPr>
            <p:spPr bwMode="gray">
              <a:xfrm>
                <a:off x="2541" y="2099"/>
                <a:ext cx="1"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0" name="Freeform 1506"/>
              <p:cNvSpPr>
                <a:spLocks/>
              </p:cNvSpPr>
              <p:nvPr userDrawn="1"/>
            </p:nvSpPr>
            <p:spPr bwMode="gray">
              <a:xfrm>
                <a:off x="2541" y="2150"/>
                <a:ext cx="4" cy="13"/>
              </a:xfrm>
              <a:custGeom>
                <a:avLst/>
                <a:gdLst>
                  <a:gd name="T0" fmla="*/ 2 w 5"/>
                  <a:gd name="T1" fmla="*/ 0 h 10"/>
                  <a:gd name="T2" fmla="*/ 0 w 5"/>
                  <a:gd name="T3" fmla="*/ 3 h 10"/>
                  <a:gd name="T4" fmla="*/ 0 w 5"/>
                  <a:gd name="T5" fmla="*/ 5 h 10"/>
                  <a:gd name="T6" fmla="*/ 2 w 5"/>
                  <a:gd name="T7" fmla="*/ 8 h 10"/>
                  <a:gd name="T8" fmla="*/ 5 w 5"/>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1" name="Line 1507"/>
              <p:cNvSpPr>
                <a:spLocks noChangeShapeType="1"/>
              </p:cNvSpPr>
              <p:nvPr userDrawn="1"/>
            </p:nvSpPr>
            <p:spPr bwMode="gray">
              <a:xfrm flipH="1" flipV="1">
                <a:off x="2543" y="2099"/>
                <a:ext cx="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2" name="Freeform 1508"/>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3" name="Freeform 1509"/>
              <p:cNvSpPr>
                <a:spLocks/>
              </p:cNvSpPr>
              <p:nvPr userDrawn="1"/>
            </p:nvSpPr>
            <p:spPr bwMode="gray">
              <a:xfrm>
                <a:off x="2821" y="1954"/>
                <a:ext cx="10" cy="13"/>
              </a:xfrm>
              <a:custGeom>
                <a:avLst/>
                <a:gdLst>
                  <a:gd name="T0" fmla="*/ 10 w 10"/>
                  <a:gd name="T1" fmla="*/ 15 h 15"/>
                  <a:gd name="T2" fmla="*/ 10 w 10"/>
                  <a:gd name="T3" fmla="*/ 10 h 15"/>
                  <a:gd name="T4" fmla="*/ 7 w 10"/>
                  <a:gd name="T5" fmla="*/ 7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4" name="Line 1510"/>
              <p:cNvSpPr>
                <a:spLocks noChangeShapeType="1"/>
              </p:cNvSpPr>
              <p:nvPr userDrawn="1"/>
            </p:nvSpPr>
            <p:spPr bwMode="gray">
              <a:xfrm flipH="1">
                <a:off x="2751" y="1912"/>
                <a:ext cx="15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5" name="Line 1511"/>
              <p:cNvSpPr>
                <a:spLocks noChangeShapeType="1"/>
              </p:cNvSpPr>
              <p:nvPr userDrawn="1"/>
            </p:nvSpPr>
            <p:spPr bwMode="gray">
              <a:xfrm flipH="1">
                <a:off x="2754" y="1924"/>
                <a:ext cx="154"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6" name="Freeform 1512"/>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7" name="Line 1513"/>
              <p:cNvSpPr>
                <a:spLocks noChangeShapeType="1"/>
              </p:cNvSpPr>
              <p:nvPr userDrawn="1"/>
            </p:nvSpPr>
            <p:spPr bwMode="gray">
              <a:xfrm flipV="1">
                <a:off x="2744" y="1903"/>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8" name="Freeform 1514"/>
              <p:cNvSpPr>
                <a:spLocks/>
              </p:cNvSpPr>
              <p:nvPr userDrawn="1"/>
            </p:nvSpPr>
            <p:spPr bwMode="gray">
              <a:xfrm>
                <a:off x="2906" y="1903"/>
                <a:ext cx="4" cy="21"/>
              </a:xfrm>
              <a:custGeom>
                <a:avLst/>
                <a:gdLst>
                  <a:gd name="T0" fmla="*/ 3 w 5"/>
                  <a:gd name="T1" fmla="*/ 21 h 21"/>
                  <a:gd name="T2" fmla="*/ 5 w 5"/>
                  <a:gd name="T3" fmla="*/ 16 h 21"/>
                  <a:gd name="T4" fmla="*/ 5 w 5"/>
                  <a:gd name="T5" fmla="*/ 10 h 21"/>
                  <a:gd name="T6" fmla="*/ 3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09" name="Freeform 1515"/>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0" name="Line 1516"/>
              <p:cNvSpPr>
                <a:spLocks noChangeShapeType="1"/>
              </p:cNvSpPr>
              <p:nvPr userDrawn="1"/>
            </p:nvSpPr>
            <p:spPr bwMode="gray">
              <a:xfrm>
                <a:off x="2744" y="2018"/>
                <a:ext cx="2" cy="2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1" name="Line 1517"/>
              <p:cNvSpPr>
                <a:spLocks noChangeShapeType="1"/>
              </p:cNvSpPr>
              <p:nvPr userDrawn="1"/>
            </p:nvSpPr>
            <p:spPr bwMode="gray">
              <a:xfrm>
                <a:off x="2754" y="201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2" name="Freeform 1518"/>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3" name="Line 1519"/>
              <p:cNvSpPr>
                <a:spLocks noChangeShapeType="1"/>
              </p:cNvSpPr>
              <p:nvPr userDrawn="1"/>
            </p:nvSpPr>
            <p:spPr bwMode="gray">
              <a:xfrm flipV="1">
                <a:off x="2735" y="2017"/>
                <a:ext cx="1" cy="2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4" name="Freeform 1520"/>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5" name="Freeform 1521"/>
              <p:cNvSpPr>
                <a:spLocks/>
              </p:cNvSpPr>
              <p:nvPr userDrawn="1"/>
            </p:nvSpPr>
            <p:spPr bwMode="gray">
              <a:xfrm>
                <a:off x="2821" y="2187"/>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6" name="Line 1522"/>
              <p:cNvSpPr>
                <a:spLocks noChangeShapeType="1"/>
              </p:cNvSpPr>
              <p:nvPr userDrawn="1"/>
            </p:nvSpPr>
            <p:spPr bwMode="gray">
              <a:xfrm flipV="1">
                <a:off x="2751" y="2144"/>
                <a:ext cx="157"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7" name="Line 1523"/>
              <p:cNvSpPr>
                <a:spLocks noChangeShapeType="1"/>
              </p:cNvSpPr>
              <p:nvPr userDrawn="1"/>
            </p:nvSpPr>
            <p:spPr bwMode="gray">
              <a:xfrm flipV="1">
                <a:off x="2754" y="2139"/>
                <a:ext cx="152"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8" name="Freeform 1524"/>
              <p:cNvSpPr>
                <a:spLocks/>
              </p:cNvSpPr>
              <p:nvPr userDrawn="1"/>
            </p:nvSpPr>
            <p:spPr bwMode="gray">
              <a:xfrm>
                <a:off x="2906"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19" name="Line 1525"/>
              <p:cNvSpPr>
                <a:spLocks noChangeShapeType="1"/>
              </p:cNvSpPr>
              <p:nvPr userDrawn="1"/>
            </p:nvSpPr>
            <p:spPr bwMode="gray">
              <a:xfrm flipH="1">
                <a:off x="2744" y="2141"/>
                <a:ext cx="161" cy="10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520" name="Freeform 1526"/>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grpSp>
          <p:nvGrpSpPr>
            <p:cNvPr id="1066" name="Group 1527"/>
            <p:cNvGrpSpPr>
              <a:grpSpLocks/>
            </p:cNvGrpSpPr>
            <p:nvPr userDrawn="1"/>
          </p:nvGrpSpPr>
          <p:grpSpPr bwMode="auto">
            <a:xfrm>
              <a:off x="4059" y="2614"/>
              <a:ext cx="1572" cy="1574"/>
              <a:chOff x="2111" y="670"/>
              <a:chExt cx="1572" cy="1574"/>
            </a:xfrm>
          </p:grpSpPr>
          <p:sp>
            <p:nvSpPr>
              <p:cNvPr id="1121" name="Freeform 1528"/>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2" name="Line 1529"/>
              <p:cNvSpPr>
                <a:spLocks noChangeShapeType="1"/>
              </p:cNvSpPr>
              <p:nvPr userDrawn="1"/>
            </p:nvSpPr>
            <p:spPr bwMode="gray">
              <a:xfrm>
                <a:off x="2546"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3" name="Line 1530"/>
              <p:cNvSpPr>
                <a:spLocks noChangeShapeType="1"/>
              </p:cNvSpPr>
              <p:nvPr userDrawn="1"/>
            </p:nvSpPr>
            <p:spPr bwMode="gray">
              <a:xfrm>
                <a:off x="2544" y="2160"/>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4" name="Freeform 1531"/>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5" name="Line 1532"/>
              <p:cNvSpPr>
                <a:spLocks noChangeShapeType="1"/>
              </p:cNvSpPr>
              <p:nvPr userDrawn="1"/>
            </p:nvSpPr>
            <p:spPr bwMode="gray">
              <a:xfrm flipH="1" flipV="1">
                <a:off x="2553"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6" name="Freeform 1533"/>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7" name="Freeform 1534"/>
              <p:cNvSpPr>
                <a:spLocks/>
              </p:cNvSpPr>
              <p:nvPr userDrawn="1"/>
            </p:nvSpPr>
            <p:spPr bwMode="gray">
              <a:xfrm>
                <a:off x="2688" y="840"/>
                <a:ext cx="4" cy="4"/>
              </a:xfrm>
              <a:custGeom>
                <a:avLst/>
                <a:gdLst>
                  <a:gd name="T0" fmla="*/ 2 w 3"/>
                  <a:gd name="T1" fmla="*/ 7 h 7"/>
                  <a:gd name="T2" fmla="*/ 3 w 3"/>
                  <a:gd name="T3" fmla="*/ 5 h 7"/>
                  <a:gd name="T4" fmla="*/ 3 w 3"/>
                  <a:gd name="T5" fmla="*/ 3 h 7"/>
                  <a:gd name="T6" fmla="*/ 3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8" name="Freeform 1535"/>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9" name="Line 1536"/>
              <p:cNvSpPr>
                <a:spLocks noChangeShapeType="1"/>
              </p:cNvSpPr>
              <p:nvPr userDrawn="1"/>
            </p:nvSpPr>
            <p:spPr bwMode="gray">
              <a:xfrm flipH="1">
                <a:off x="2530" y="836"/>
                <a:ext cx="167"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0" name="Line 1537"/>
              <p:cNvSpPr>
                <a:spLocks noChangeShapeType="1"/>
              </p:cNvSpPr>
              <p:nvPr userDrawn="1"/>
            </p:nvSpPr>
            <p:spPr bwMode="gray">
              <a:xfrm flipH="1">
                <a:off x="2529" y="847"/>
                <a:ext cx="161"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1" name="Freeform 1538"/>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2" name="Line 1539"/>
              <p:cNvSpPr>
                <a:spLocks noChangeShapeType="1"/>
              </p:cNvSpPr>
              <p:nvPr userDrawn="1"/>
            </p:nvSpPr>
            <p:spPr bwMode="gray">
              <a:xfrm flipV="1">
                <a:off x="2539" y="833"/>
                <a:ext cx="170"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3" name="Freeform 1540"/>
              <p:cNvSpPr>
                <a:spLocks/>
              </p:cNvSpPr>
              <p:nvPr userDrawn="1"/>
            </p:nvSpPr>
            <p:spPr bwMode="gray">
              <a:xfrm>
                <a:off x="2690" y="833"/>
                <a:ext cx="19" cy="13"/>
              </a:xfrm>
              <a:custGeom>
                <a:avLst/>
                <a:gdLst>
                  <a:gd name="T0" fmla="*/ 0 w 19"/>
                  <a:gd name="T1" fmla="*/ 14 h 14"/>
                  <a:gd name="T2" fmla="*/ 3 w 19"/>
                  <a:gd name="T3" fmla="*/ 8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4" name="Freeform 1541"/>
              <p:cNvSpPr>
                <a:spLocks/>
              </p:cNvSpPr>
              <p:nvPr userDrawn="1"/>
            </p:nvSpPr>
            <p:spPr bwMode="gray">
              <a:xfrm>
                <a:off x="2527" y="1043"/>
                <a:ext cx="4" cy="8"/>
              </a:xfrm>
              <a:custGeom>
                <a:avLst/>
                <a:gdLst>
                  <a:gd name="T0" fmla="*/ 2 w 5"/>
                  <a:gd name="T1" fmla="*/ 0 h 8"/>
                  <a:gd name="T2" fmla="*/ 0 w 5"/>
                  <a:gd name="T3" fmla="*/ 3 h 8"/>
                  <a:gd name="T4" fmla="*/ 0 w 5"/>
                  <a:gd name="T5" fmla="*/ 5 h 8"/>
                  <a:gd name="T6" fmla="*/ 2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5" name="Line 1542"/>
              <p:cNvSpPr>
                <a:spLocks noChangeShapeType="1"/>
              </p:cNvSpPr>
              <p:nvPr userDrawn="1"/>
            </p:nvSpPr>
            <p:spPr bwMode="gray">
              <a:xfrm>
                <a:off x="2525" y="929"/>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6" name="Line 1543"/>
              <p:cNvSpPr>
                <a:spLocks noChangeShapeType="1"/>
              </p:cNvSpPr>
              <p:nvPr userDrawn="1"/>
            </p:nvSpPr>
            <p:spPr bwMode="gray">
              <a:xfrm>
                <a:off x="2529" y="925"/>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7" name="Freeform 1544"/>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8" name="Line 1545"/>
              <p:cNvSpPr>
                <a:spLocks noChangeShapeType="1"/>
              </p:cNvSpPr>
              <p:nvPr userDrawn="1"/>
            </p:nvSpPr>
            <p:spPr bwMode="gray">
              <a:xfrm flipH="1" flipV="1">
                <a:off x="2530" y="934"/>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39" name="Freeform 1546"/>
              <p:cNvSpPr>
                <a:spLocks/>
              </p:cNvSpPr>
              <p:nvPr userDrawn="1"/>
            </p:nvSpPr>
            <p:spPr bwMode="gray">
              <a:xfrm>
                <a:off x="2525" y="925"/>
                <a:ext cx="4" cy="9"/>
              </a:xfrm>
              <a:custGeom>
                <a:avLst/>
                <a:gdLst>
                  <a:gd name="T0" fmla="*/ 5 w 5"/>
                  <a:gd name="T1" fmla="*/ 9 h 9"/>
                  <a:gd name="T2" fmla="*/ 2 w 5"/>
                  <a:gd name="T3" fmla="*/ 7 h 9"/>
                  <a:gd name="T4" fmla="*/ 0 w 5"/>
                  <a:gd name="T5" fmla="*/ 4 h 9"/>
                  <a:gd name="T6" fmla="*/ 0 w 5"/>
                  <a:gd name="T7" fmla="*/ 2 h 9"/>
                  <a:gd name="T8" fmla="*/ 4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0" name="Freeform 1547"/>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1" name="Freeform 1548"/>
              <p:cNvSpPr>
                <a:spLocks/>
              </p:cNvSpPr>
              <p:nvPr userDrawn="1"/>
            </p:nvSpPr>
            <p:spPr bwMode="gray">
              <a:xfrm>
                <a:off x="2861" y="754"/>
                <a:ext cx="22" cy="2"/>
              </a:xfrm>
              <a:custGeom>
                <a:avLst/>
                <a:gdLst>
                  <a:gd name="T0" fmla="*/ 19 w 19"/>
                  <a:gd name="T1" fmla="*/ 0 h 2"/>
                  <a:gd name="T2" fmla="*/ 14 w 19"/>
                  <a:gd name="T3" fmla="*/ 2 h 2"/>
                  <a:gd name="T4" fmla="*/ 7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2" name="Freeform 1549"/>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3" name="Freeform 1550"/>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4" name="Line 1551"/>
              <p:cNvSpPr>
                <a:spLocks noChangeShapeType="1"/>
              </p:cNvSpPr>
              <p:nvPr userDrawn="1"/>
            </p:nvSpPr>
            <p:spPr bwMode="gray">
              <a:xfrm flipH="1">
                <a:off x="2880" y="672"/>
                <a:ext cx="15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5" name="Line 1552"/>
              <p:cNvSpPr>
                <a:spLocks noChangeShapeType="1"/>
              </p:cNvSpPr>
              <p:nvPr userDrawn="1"/>
            </p:nvSpPr>
            <p:spPr bwMode="gray">
              <a:xfrm flipH="1">
                <a:off x="2880" y="680"/>
                <a:ext cx="15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6" name="Freeform 1553"/>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7" name="Line 1554"/>
              <p:cNvSpPr>
                <a:spLocks noChangeShapeType="1"/>
              </p:cNvSpPr>
              <p:nvPr userDrawn="1"/>
            </p:nvSpPr>
            <p:spPr bwMode="gray">
              <a:xfrm flipV="1">
                <a:off x="2884" y="670"/>
                <a:ext cx="159"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8" name="Freeform 1555"/>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49" name="Freeform 1556"/>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0" name="Line 1557"/>
              <p:cNvSpPr>
                <a:spLocks noChangeShapeType="1"/>
              </p:cNvSpPr>
              <p:nvPr userDrawn="1"/>
            </p:nvSpPr>
            <p:spPr bwMode="gray">
              <a:xfrm flipV="1">
                <a:off x="2920" y="913"/>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1" name="Line 1558"/>
              <p:cNvSpPr>
                <a:spLocks noChangeShapeType="1"/>
              </p:cNvSpPr>
              <p:nvPr userDrawn="1"/>
            </p:nvSpPr>
            <p:spPr bwMode="gray">
              <a:xfrm flipV="1">
                <a:off x="2912" y="917"/>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2" name="Freeform 1559"/>
              <p:cNvSpPr>
                <a:spLocks/>
              </p:cNvSpPr>
              <p:nvPr userDrawn="1"/>
            </p:nvSpPr>
            <p:spPr bwMode="gray">
              <a:xfrm>
                <a:off x="2912" y="913"/>
                <a:ext cx="22" cy="4"/>
              </a:xfrm>
              <a:custGeom>
                <a:avLst/>
                <a:gdLst>
                  <a:gd name="T0" fmla="*/ 0 w 21"/>
                  <a:gd name="T1" fmla="*/ 4 h 4"/>
                  <a:gd name="T2" fmla="*/ 7 w 21"/>
                  <a:gd name="T3" fmla="*/ 0 h 4"/>
                  <a:gd name="T4" fmla="*/ 14 w 21"/>
                  <a:gd name="T5" fmla="*/ 0 h 4"/>
                  <a:gd name="T6" fmla="*/ 21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3" name="Line 1560"/>
              <p:cNvSpPr>
                <a:spLocks noChangeShapeType="1"/>
              </p:cNvSpPr>
              <p:nvPr userDrawn="1"/>
            </p:nvSpPr>
            <p:spPr bwMode="gray">
              <a:xfrm flipH="1">
                <a:off x="2931" y="91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4" name="Freeform 1561"/>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5" name="Freeform 1562"/>
              <p:cNvSpPr>
                <a:spLocks/>
              </p:cNvSpPr>
              <p:nvPr userDrawn="1"/>
            </p:nvSpPr>
            <p:spPr bwMode="gray">
              <a:xfrm>
                <a:off x="2842" y="929"/>
                <a:ext cx="13" cy="16"/>
              </a:xfrm>
              <a:custGeom>
                <a:avLst/>
                <a:gdLst>
                  <a:gd name="T0" fmla="*/ 12 w 12"/>
                  <a:gd name="T1" fmla="*/ 16 h 16"/>
                  <a:gd name="T2" fmla="*/ 10 w 12"/>
                  <a:gd name="T3" fmla="*/ 10 h 16"/>
                  <a:gd name="T4" fmla="*/ 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6" name="Line 1563"/>
              <p:cNvSpPr>
                <a:spLocks noChangeShapeType="1"/>
              </p:cNvSpPr>
              <p:nvPr userDrawn="1"/>
            </p:nvSpPr>
            <p:spPr bwMode="gray">
              <a:xfrm flipH="1">
                <a:off x="2749" y="903"/>
                <a:ext cx="16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7" name="Line 1564"/>
              <p:cNvSpPr>
                <a:spLocks noChangeShapeType="1"/>
              </p:cNvSpPr>
              <p:nvPr userDrawn="1"/>
            </p:nvSpPr>
            <p:spPr bwMode="gray">
              <a:xfrm flipH="1">
                <a:off x="2753" y="917"/>
                <a:ext cx="159"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8" name="Freeform 1565"/>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59" name="Line 1566"/>
              <p:cNvSpPr>
                <a:spLocks noChangeShapeType="1"/>
              </p:cNvSpPr>
              <p:nvPr userDrawn="1"/>
            </p:nvSpPr>
            <p:spPr bwMode="gray">
              <a:xfrm flipV="1">
                <a:off x="2740" y="896"/>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0" name="Freeform 1567"/>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1" name="Freeform 1568"/>
              <p:cNvSpPr>
                <a:spLocks/>
              </p:cNvSpPr>
              <p:nvPr userDrawn="1"/>
            </p:nvSpPr>
            <p:spPr bwMode="gray">
              <a:xfrm>
                <a:off x="2732" y="1116"/>
                <a:ext cx="21" cy="4"/>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2" name="Line 1569"/>
              <p:cNvSpPr>
                <a:spLocks noChangeShapeType="1"/>
              </p:cNvSpPr>
              <p:nvPr userDrawn="1"/>
            </p:nvSpPr>
            <p:spPr bwMode="gray">
              <a:xfrm>
                <a:off x="2742" y="999"/>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3" name="Line 1570"/>
              <p:cNvSpPr>
                <a:spLocks noChangeShapeType="1"/>
              </p:cNvSpPr>
              <p:nvPr userDrawn="1"/>
            </p:nvSpPr>
            <p:spPr bwMode="gray">
              <a:xfrm>
                <a:off x="2753" y="997"/>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4" name="Freeform 1571"/>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5" name="Line 1572"/>
              <p:cNvSpPr>
                <a:spLocks noChangeShapeType="1"/>
              </p:cNvSpPr>
              <p:nvPr userDrawn="1"/>
            </p:nvSpPr>
            <p:spPr bwMode="gray">
              <a:xfrm flipV="1">
                <a:off x="2732" y="997"/>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6" name="Freeform 1573"/>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7" name="Freeform 1574"/>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8" name="Line 1575"/>
              <p:cNvSpPr>
                <a:spLocks noChangeShapeType="1"/>
              </p:cNvSpPr>
              <p:nvPr userDrawn="1"/>
            </p:nvSpPr>
            <p:spPr bwMode="gray">
              <a:xfrm flipV="1">
                <a:off x="2749" y="1156"/>
                <a:ext cx="163"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69" name="Line 1576"/>
              <p:cNvSpPr>
                <a:spLocks noChangeShapeType="1"/>
              </p:cNvSpPr>
              <p:nvPr userDrawn="1"/>
            </p:nvSpPr>
            <p:spPr bwMode="gray">
              <a:xfrm flipV="1">
                <a:off x="2753" y="1149"/>
                <a:ext cx="159"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0" name="Freeform 1577"/>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1" name="Line 1578"/>
              <p:cNvSpPr>
                <a:spLocks noChangeShapeType="1"/>
              </p:cNvSpPr>
              <p:nvPr userDrawn="1"/>
            </p:nvSpPr>
            <p:spPr bwMode="gray">
              <a:xfrm flipH="1">
                <a:off x="2740" y="1154"/>
                <a:ext cx="169"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2" name="Freeform 1579"/>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3" name="Freeform 1580"/>
              <p:cNvSpPr>
                <a:spLocks/>
              </p:cNvSpPr>
              <p:nvPr userDrawn="1"/>
            </p:nvSpPr>
            <p:spPr bwMode="gray">
              <a:xfrm>
                <a:off x="3099" y="820"/>
                <a:ext cx="4" cy="7"/>
              </a:xfrm>
              <a:custGeom>
                <a:avLst/>
                <a:gdLst>
                  <a:gd name="T0" fmla="*/ 3 w 5"/>
                  <a:gd name="T1" fmla="*/ 0 h 7"/>
                  <a:gd name="T2" fmla="*/ 0 w 5"/>
                  <a:gd name="T3" fmla="*/ 2 h 7"/>
                  <a:gd name="T4" fmla="*/ 0 w 5"/>
                  <a:gd name="T5" fmla="*/ 4 h 7"/>
                  <a:gd name="T6" fmla="*/ 2 w 5"/>
                  <a:gd name="T7" fmla="*/ 6 h 7"/>
                  <a:gd name="T8" fmla="*/ 3 w 5"/>
                  <a:gd name="T9" fmla="*/ 7 h 7"/>
                  <a:gd name="T10" fmla="*/ 5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4" name="Line 1581"/>
              <p:cNvSpPr>
                <a:spLocks noChangeShapeType="1"/>
              </p:cNvSpPr>
              <p:nvPr userDrawn="1"/>
            </p:nvSpPr>
            <p:spPr bwMode="gray">
              <a:xfrm flipV="1">
                <a:off x="3253" y="742"/>
                <a:ext cx="4" cy="1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5" name="Line 1582"/>
              <p:cNvSpPr>
                <a:spLocks noChangeShapeType="1"/>
              </p:cNvSpPr>
              <p:nvPr userDrawn="1"/>
            </p:nvSpPr>
            <p:spPr bwMode="gray">
              <a:xfrm flipV="1">
                <a:off x="3249" y="745"/>
                <a:ext cx="2" cy="10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6" name="Freeform 1583"/>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7" name="Line 1584"/>
              <p:cNvSpPr>
                <a:spLocks noChangeShapeType="1"/>
              </p:cNvSpPr>
              <p:nvPr userDrawn="1"/>
            </p:nvSpPr>
            <p:spPr bwMode="gray">
              <a:xfrm flipH="1">
                <a:off x="3246" y="738"/>
                <a:ext cx="3" cy="1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8" name="Freeform 1585"/>
              <p:cNvSpPr>
                <a:spLocks/>
              </p:cNvSpPr>
              <p:nvPr userDrawn="1"/>
            </p:nvSpPr>
            <p:spPr bwMode="gray">
              <a:xfrm>
                <a:off x="3146" y="777"/>
                <a:ext cx="13" cy="15"/>
              </a:xfrm>
              <a:custGeom>
                <a:avLst/>
                <a:gdLst>
                  <a:gd name="T0" fmla="*/ 12 w 12"/>
                  <a:gd name="T1" fmla="*/ 15 h 15"/>
                  <a:gd name="T2" fmla="*/ 11 w 12"/>
                  <a:gd name="T3" fmla="*/ 10 h 15"/>
                  <a:gd name="T4" fmla="*/ 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79" name="Line 1586"/>
              <p:cNvSpPr>
                <a:spLocks noChangeShapeType="1"/>
              </p:cNvSpPr>
              <p:nvPr userDrawn="1"/>
            </p:nvSpPr>
            <p:spPr bwMode="gray">
              <a:xfrm flipH="1">
                <a:off x="3094" y="735"/>
                <a:ext cx="155"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0" name="Line 1587"/>
              <p:cNvSpPr>
                <a:spLocks noChangeShapeType="1"/>
              </p:cNvSpPr>
              <p:nvPr userDrawn="1"/>
            </p:nvSpPr>
            <p:spPr bwMode="gray">
              <a:xfrm flipH="1">
                <a:off x="3102" y="745"/>
                <a:ext cx="14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1" name="Freeform 1588"/>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2" name="Line 1589"/>
              <p:cNvSpPr>
                <a:spLocks noChangeShapeType="1"/>
              </p:cNvSpPr>
              <p:nvPr userDrawn="1"/>
            </p:nvSpPr>
            <p:spPr bwMode="gray">
              <a:xfrm flipV="1">
                <a:off x="3081" y="729"/>
                <a:ext cx="160"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3" name="Freeform 1590"/>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4" name="Freeform 1591"/>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5" name="Line 1592"/>
              <p:cNvSpPr>
                <a:spLocks noChangeShapeType="1"/>
              </p:cNvSpPr>
              <p:nvPr userDrawn="1"/>
            </p:nvSpPr>
            <p:spPr bwMode="gray">
              <a:xfrm>
                <a:off x="3048" y="672"/>
                <a:ext cx="198"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6" name="Line 1593"/>
              <p:cNvSpPr>
                <a:spLocks noChangeShapeType="1"/>
              </p:cNvSpPr>
              <p:nvPr userDrawn="1"/>
            </p:nvSpPr>
            <p:spPr bwMode="gray">
              <a:xfrm>
                <a:off x="3052" y="679"/>
                <a:ext cx="197"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7" name="Freeform 1594"/>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8" name="Line 1595"/>
              <p:cNvSpPr>
                <a:spLocks noChangeShapeType="1"/>
              </p:cNvSpPr>
              <p:nvPr userDrawn="1"/>
            </p:nvSpPr>
            <p:spPr bwMode="gray">
              <a:xfrm flipH="1" flipV="1">
                <a:off x="3043" y="670"/>
                <a:ext cx="198"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89" name="Freeform 1596"/>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0" name="Freeform 1597"/>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1" name="Line 1598"/>
              <p:cNvSpPr>
                <a:spLocks noChangeShapeType="1"/>
              </p:cNvSpPr>
              <p:nvPr userDrawn="1"/>
            </p:nvSpPr>
            <p:spPr bwMode="gray">
              <a:xfrm>
                <a:off x="2532" y="922"/>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2" name="Line 1599"/>
              <p:cNvSpPr>
                <a:spLocks noChangeShapeType="1"/>
              </p:cNvSpPr>
              <p:nvPr userDrawn="1"/>
            </p:nvSpPr>
            <p:spPr bwMode="gray">
              <a:xfrm>
                <a:off x="2539" y="915"/>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3" name="Freeform 1600"/>
              <p:cNvSpPr>
                <a:spLocks/>
              </p:cNvSpPr>
              <p:nvPr userDrawn="1"/>
            </p:nvSpPr>
            <p:spPr bwMode="gray">
              <a:xfrm>
                <a:off x="2732" y="980"/>
                <a:ext cx="4"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4" name="Line 1601"/>
              <p:cNvSpPr>
                <a:spLocks noChangeShapeType="1"/>
              </p:cNvSpPr>
              <p:nvPr userDrawn="1"/>
            </p:nvSpPr>
            <p:spPr bwMode="gray">
              <a:xfrm flipH="1" flipV="1">
                <a:off x="2530" y="934"/>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5" name="Freeform 1602"/>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6" name="Line 1603"/>
              <p:cNvSpPr>
                <a:spLocks noChangeShapeType="1"/>
              </p:cNvSpPr>
              <p:nvPr userDrawn="1"/>
            </p:nvSpPr>
            <p:spPr bwMode="gray">
              <a:xfrm flipH="1" flipV="1">
                <a:off x="2503" y="1016"/>
                <a:ext cx="22" cy="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7" name="Line 1604"/>
              <p:cNvSpPr>
                <a:spLocks noChangeShapeType="1"/>
              </p:cNvSpPr>
              <p:nvPr userDrawn="1"/>
            </p:nvSpPr>
            <p:spPr bwMode="gray">
              <a:xfrm flipH="1" flipV="1">
                <a:off x="2496" y="1008"/>
                <a:ext cx="30"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8" name="Freeform 1605"/>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99" name="Freeform 1606"/>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0" name="Line 1607"/>
              <p:cNvSpPr>
                <a:spLocks noChangeShapeType="1"/>
              </p:cNvSpPr>
              <p:nvPr userDrawn="1"/>
            </p:nvSpPr>
            <p:spPr bwMode="gray">
              <a:xfrm flipH="1" flipV="1">
                <a:off x="2489" y="775"/>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1" name="Line 1608"/>
              <p:cNvSpPr>
                <a:spLocks noChangeShapeType="1"/>
              </p:cNvSpPr>
              <p:nvPr userDrawn="1"/>
            </p:nvSpPr>
            <p:spPr bwMode="gray">
              <a:xfrm flipH="1" flipV="1">
                <a:off x="2494" y="778"/>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2" name="Freeform 1609"/>
              <p:cNvSpPr>
                <a:spLocks/>
              </p:cNvSpPr>
              <p:nvPr userDrawn="1"/>
            </p:nvSpPr>
            <p:spPr bwMode="gray">
              <a:xfrm>
                <a:off x="2489" y="771"/>
                <a:ext cx="4" cy="4"/>
              </a:xfrm>
              <a:custGeom>
                <a:avLst/>
                <a:gdLst>
                  <a:gd name="T0" fmla="*/ 5 w 5"/>
                  <a:gd name="T1" fmla="*/ 7 h 7"/>
                  <a:gd name="T2" fmla="*/ 1 w 5"/>
                  <a:gd name="T3" fmla="*/ 6 h 7"/>
                  <a:gd name="T4" fmla="*/ 0 w 5"/>
                  <a:gd name="T5" fmla="*/ 4 h 7"/>
                  <a:gd name="T6" fmla="*/ 0 w 5"/>
                  <a:gd name="T7" fmla="*/ 2 h 7"/>
                  <a:gd name="T8" fmla="*/ 3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3" name="Line 1610"/>
              <p:cNvSpPr>
                <a:spLocks noChangeShapeType="1"/>
              </p:cNvSpPr>
              <p:nvPr userDrawn="1"/>
            </p:nvSpPr>
            <p:spPr bwMode="gray">
              <a:xfrm>
                <a:off x="2492" y="771"/>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4" name="Freeform 1611"/>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5" name="Freeform 1612"/>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6" name="Line 1613"/>
              <p:cNvSpPr>
                <a:spLocks noChangeShapeType="1"/>
              </p:cNvSpPr>
              <p:nvPr userDrawn="1"/>
            </p:nvSpPr>
            <p:spPr bwMode="gray">
              <a:xfrm>
                <a:off x="2496" y="768"/>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7" name="Line 1614"/>
              <p:cNvSpPr>
                <a:spLocks noChangeShapeType="1"/>
              </p:cNvSpPr>
              <p:nvPr userDrawn="1"/>
            </p:nvSpPr>
            <p:spPr bwMode="gray">
              <a:xfrm>
                <a:off x="2494" y="778"/>
                <a:ext cx="19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8" name="Freeform 1615"/>
              <p:cNvSpPr>
                <a:spLocks/>
              </p:cNvSpPr>
              <p:nvPr userDrawn="1"/>
            </p:nvSpPr>
            <p:spPr bwMode="gray">
              <a:xfrm>
                <a:off x="2688" y="826"/>
                <a:ext cx="22" cy="14"/>
              </a:xfrm>
              <a:custGeom>
                <a:avLst/>
                <a:gdLst>
                  <a:gd name="T0" fmla="*/ 0 w 19"/>
                  <a:gd name="T1" fmla="*/ 14 h 14"/>
                  <a:gd name="T2" fmla="*/ 3 w 19"/>
                  <a:gd name="T3" fmla="*/ 8 h 14"/>
                  <a:gd name="T4" fmla="*/ 9 w 19"/>
                  <a:gd name="T5" fmla="*/ 3 h 14"/>
                  <a:gd name="T6" fmla="*/ 14 w 19"/>
                  <a:gd name="T7" fmla="*/ 1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09" name="Line 1616"/>
              <p:cNvSpPr>
                <a:spLocks noChangeShapeType="1"/>
              </p:cNvSpPr>
              <p:nvPr userDrawn="1"/>
            </p:nvSpPr>
            <p:spPr bwMode="gray">
              <a:xfrm flipH="1" flipV="1">
                <a:off x="2503" y="761"/>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0" name="Freeform 1617"/>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1" name="Freeform 1618"/>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2" name="Line 1619"/>
              <p:cNvSpPr>
                <a:spLocks noChangeShapeType="1"/>
              </p:cNvSpPr>
              <p:nvPr userDrawn="1"/>
            </p:nvSpPr>
            <p:spPr bwMode="gray">
              <a:xfrm>
                <a:off x="2929" y="903"/>
                <a:ext cx="213" cy="6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3" name="Line 1620"/>
              <p:cNvSpPr>
                <a:spLocks noChangeShapeType="1"/>
              </p:cNvSpPr>
              <p:nvPr userDrawn="1"/>
            </p:nvSpPr>
            <p:spPr bwMode="gray">
              <a:xfrm>
                <a:off x="2933" y="915"/>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4" name="Freeform 1621"/>
              <p:cNvSpPr>
                <a:spLocks/>
              </p:cNvSpPr>
              <p:nvPr userDrawn="1"/>
            </p:nvSpPr>
            <p:spPr bwMode="gray">
              <a:xfrm>
                <a:off x="3137" y="960"/>
                <a:ext cx="9" cy="22"/>
              </a:xfrm>
              <a:custGeom>
                <a:avLst/>
                <a:gdLst>
                  <a:gd name="T0" fmla="*/ 0 w 9"/>
                  <a:gd name="T1" fmla="*/ 20 h 20"/>
                  <a:gd name="T2" fmla="*/ 2 w 9"/>
                  <a:gd name="T3" fmla="*/ 14 h 20"/>
                  <a:gd name="T4" fmla="*/ 4 w 9"/>
                  <a:gd name="T5" fmla="*/ 9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5" name="Line 1622"/>
              <p:cNvSpPr>
                <a:spLocks noChangeShapeType="1"/>
              </p:cNvSpPr>
              <p:nvPr userDrawn="1"/>
            </p:nvSpPr>
            <p:spPr bwMode="gray">
              <a:xfrm flipH="1" flipV="1">
                <a:off x="2929" y="894"/>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6" name="Freeform 1623"/>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7" name="Freeform 1624"/>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8" name="Line 1625"/>
              <p:cNvSpPr>
                <a:spLocks noChangeShapeType="1"/>
              </p:cNvSpPr>
              <p:nvPr userDrawn="1"/>
            </p:nvSpPr>
            <p:spPr bwMode="gray">
              <a:xfrm flipH="1">
                <a:off x="3144" y="980"/>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19" name="Line 1626"/>
              <p:cNvSpPr>
                <a:spLocks noChangeShapeType="1"/>
              </p:cNvSpPr>
              <p:nvPr userDrawn="1"/>
            </p:nvSpPr>
            <p:spPr bwMode="gray">
              <a:xfrm flipH="1">
                <a:off x="3134" y="980"/>
                <a:ext cx="3"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0" name="Freeform 1627"/>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1" name="Line 1628"/>
              <p:cNvSpPr>
                <a:spLocks noChangeShapeType="1"/>
              </p:cNvSpPr>
              <p:nvPr userDrawn="1"/>
            </p:nvSpPr>
            <p:spPr bwMode="gray">
              <a:xfrm flipV="1">
                <a:off x="3155" y="978"/>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2" name="Freeform 1629"/>
              <p:cNvSpPr>
                <a:spLocks/>
              </p:cNvSpPr>
              <p:nvPr userDrawn="1"/>
            </p:nvSpPr>
            <p:spPr bwMode="gray">
              <a:xfrm>
                <a:off x="3137" y="978"/>
                <a:ext cx="22" cy="4"/>
              </a:xfrm>
              <a:custGeom>
                <a:avLst/>
                <a:gdLst>
                  <a:gd name="T0" fmla="*/ 21 w 21"/>
                  <a:gd name="T1" fmla="*/ 0 h 3"/>
                  <a:gd name="T2" fmla="*/ 16 w 21"/>
                  <a:gd name="T3" fmla="*/ 2 h 3"/>
                  <a:gd name="T4" fmla="*/ 11 w 21"/>
                  <a:gd name="T5" fmla="*/ 3 h 3"/>
                  <a:gd name="T6" fmla="*/ 6 w 21"/>
                  <a:gd name="T7" fmla="*/ 2 h 3"/>
                  <a:gd name="T8" fmla="*/ 0 w 21"/>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3" name="Freeform 1630"/>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4" name="Line 1631"/>
              <p:cNvSpPr>
                <a:spLocks noChangeShapeType="1"/>
              </p:cNvSpPr>
              <p:nvPr userDrawn="1"/>
            </p:nvSpPr>
            <p:spPr bwMode="gray">
              <a:xfrm flipH="1" flipV="1">
                <a:off x="2927" y="1154"/>
                <a:ext cx="210"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5" name="Line 1632"/>
              <p:cNvSpPr>
                <a:spLocks noChangeShapeType="1"/>
              </p:cNvSpPr>
              <p:nvPr userDrawn="1"/>
            </p:nvSpPr>
            <p:spPr bwMode="gray">
              <a:xfrm flipH="1" flipV="1">
                <a:off x="2931" y="1149"/>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6" name="Freeform 1633"/>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7" name="Line 1634"/>
              <p:cNvSpPr>
                <a:spLocks noChangeShapeType="1"/>
              </p:cNvSpPr>
              <p:nvPr userDrawn="1"/>
            </p:nvSpPr>
            <p:spPr bwMode="gray">
              <a:xfrm>
                <a:off x="2929" y="1154"/>
                <a:ext cx="214"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8" name="Freeform 1635"/>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29" name="Freeform 1636"/>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0" name="Freeform 1637"/>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1" name="Line 1638"/>
              <p:cNvSpPr>
                <a:spLocks noChangeShapeType="1"/>
              </p:cNvSpPr>
              <p:nvPr userDrawn="1"/>
            </p:nvSpPr>
            <p:spPr bwMode="gray">
              <a:xfrm>
                <a:off x="2665" y="687"/>
                <a:ext cx="200"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2" name="Line 1639"/>
              <p:cNvSpPr>
                <a:spLocks noChangeShapeType="1"/>
              </p:cNvSpPr>
              <p:nvPr userDrawn="1"/>
            </p:nvSpPr>
            <p:spPr bwMode="gray">
              <a:xfrm>
                <a:off x="2669" y="696"/>
                <a:ext cx="192"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3" name="Freeform 1640"/>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4" name="Line 1641"/>
              <p:cNvSpPr>
                <a:spLocks noChangeShapeType="1"/>
              </p:cNvSpPr>
              <p:nvPr userDrawn="1"/>
            </p:nvSpPr>
            <p:spPr bwMode="gray">
              <a:xfrm flipH="1" flipV="1">
                <a:off x="2660" y="687"/>
                <a:ext cx="205"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5" name="Freeform 1642"/>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6" name="Freeform 1643"/>
              <p:cNvSpPr>
                <a:spLocks/>
              </p:cNvSpPr>
              <p:nvPr userDrawn="1"/>
            </p:nvSpPr>
            <p:spPr bwMode="gray">
              <a:xfrm>
                <a:off x="3197" y="848"/>
                <a:ext cx="9" cy="13"/>
              </a:xfrm>
              <a:custGeom>
                <a:avLst/>
                <a:gdLst>
                  <a:gd name="T0" fmla="*/ 9 w 9"/>
                  <a:gd name="T1" fmla="*/ 11 h 11"/>
                  <a:gd name="T2" fmla="*/ 9 w 9"/>
                  <a:gd name="T3" fmla="*/ 6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7" name="Line 1644"/>
              <p:cNvSpPr>
                <a:spLocks noChangeShapeType="1"/>
              </p:cNvSpPr>
              <p:nvPr userDrawn="1"/>
            </p:nvSpPr>
            <p:spPr bwMode="gray">
              <a:xfrm>
                <a:off x="3097" y="819"/>
                <a:ext cx="210"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8" name="Line 1645"/>
              <p:cNvSpPr>
                <a:spLocks noChangeShapeType="1"/>
              </p:cNvSpPr>
              <p:nvPr userDrawn="1"/>
            </p:nvSpPr>
            <p:spPr bwMode="gray">
              <a:xfrm>
                <a:off x="3104" y="827"/>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39" name="Freeform 1646"/>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0" name="Line 1647"/>
              <p:cNvSpPr>
                <a:spLocks noChangeShapeType="1"/>
              </p:cNvSpPr>
              <p:nvPr userDrawn="1"/>
            </p:nvSpPr>
            <p:spPr bwMode="gray">
              <a:xfrm flipH="1" flipV="1">
                <a:off x="3085" y="815"/>
                <a:ext cx="21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1" name="Freeform 1648"/>
              <p:cNvSpPr>
                <a:spLocks/>
              </p:cNvSpPr>
              <p:nvPr userDrawn="1"/>
            </p:nvSpPr>
            <p:spPr bwMode="gray">
              <a:xfrm>
                <a:off x="3307" y="1008"/>
                <a:ext cx="4" cy="7"/>
              </a:xfrm>
              <a:custGeom>
                <a:avLst/>
                <a:gdLst>
                  <a:gd name="T0" fmla="*/ 0 w 5"/>
                  <a:gd name="T1" fmla="*/ 0 h 7"/>
                  <a:gd name="T2" fmla="*/ 2 w 5"/>
                  <a:gd name="T3" fmla="*/ 0 h 7"/>
                  <a:gd name="T4" fmla="*/ 3 w 5"/>
                  <a:gd name="T5" fmla="*/ 1 h 7"/>
                  <a:gd name="T6" fmla="*/ 5 w 5"/>
                  <a:gd name="T7" fmla="*/ 3 h 7"/>
                  <a:gd name="T8" fmla="*/ 3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2" name="Line 1649"/>
              <p:cNvSpPr>
                <a:spLocks noChangeShapeType="1"/>
              </p:cNvSpPr>
              <p:nvPr userDrawn="1"/>
            </p:nvSpPr>
            <p:spPr bwMode="gray">
              <a:xfrm flipH="1">
                <a:off x="3309" y="894"/>
                <a:ext cx="5"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3" name="Line 1650"/>
              <p:cNvSpPr>
                <a:spLocks noChangeShapeType="1"/>
              </p:cNvSpPr>
              <p:nvPr userDrawn="1"/>
            </p:nvSpPr>
            <p:spPr bwMode="gray">
              <a:xfrm flipH="1">
                <a:off x="3303" y="890"/>
                <a:ext cx="6"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4" name="Freeform 1651"/>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5" name="Line 1652"/>
              <p:cNvSpPr>
                <a:spLocks noChangeShapeType="1"/>
              </p:cNvSpPr>
              <p:nvPr userDrawn="1"/>
            </p:nvSpPr>
            <p:spPr bwMode="gray">
              <a:xfrm flipV="1">
                <a:off x="3307" y="897"/>
                <a:ext cx="4"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6" name="Freeform 1653"/>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7" name="Freeform 1654"/>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8" name="Freeform 1655"/>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49" name="Line 1656"/>
              <p:cNvSpPr>
                <a:spLocks noChangeShapeType="1"/>
              </p:cNvSpPr>
              <p:nvPr userDrawn="1"/>
            </p:nvSpPr>
            <p:spPr bwMode="gray">
              <a:xfrm flipV="1">
                <a:off x="2494" y="689"/>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0" name="Line 1657"/>
              <p:cNvSpPr>
                <a:spLocks noChangeShapeType="1"/>
              </p:cNvSpPr>
              <p:nvPr userDrawn="1"/>
            </p:nvSpPr>
            <p:spPr bwMode="gray">
              <a:xfrm flipV="1">
                <a:off x="2492" y="696"/>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1" name="Freeform 1658"/>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2" name="Line 1659"/>
              <p:cNvSpPr>
                <a:spLocks noChangeShapeType="1"/>
              </p:cNvSpPr>
              <p:nvPr userDrawn="1"/>
            </p:nvSpPr>
            <p:spPr bwMode="gray">
              <a:xfrm flipH="1">
                <a:off x="2503" y="687"/>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3" name="Freeform 1660"/>
              <p:cNvSpPr>
                <a:spLocks/>
              </p:cNvSpPr>
              <p:nvPr userDrawn="1"/>
            </p:nvSpPr>
            <p:spPr bwMode="gray">
              <a:xfrm>
                <a:off x="2492" y="761"/>
                <a:ext cx="11" cy="13"/>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4" name="Freeform 1661"/>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5" name="Line 1662"/>
              <p:cNvSpPr>
                <a:spLocks noChangeShapeType="1"/>
              </p:cNvSpPr>
              <p:nvPr userDrawn="1"/>
            </p:nvSpPr>
            <p:spPr bwMode="gray">
              <a:xfrm flipV="1">
                <a:off x="3155" y="887"/>
                <a:ext cx="154" cy="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6" name="Line 1663"/>
              <p:cNvSpPr>
                <a:spLocks noChangeShapeType="1"/>
              </p:cNvSpPr>
              <p:nvPr userDrawn="1"/>
            </p:nvSpPr>
            <p:spPr bwMode="gray">
              <a:xfrm flipV="1">
                <a:off x="3146" y="882"/>
                <a:ext cx="154"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7" name="Freeform 1664"/>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8" name="Line 1665"/>
              <p:cNvSpPr>
                <a:spLocks noChangeShapeType="1"/>
              </p:cNvSpPr>
              <p:nvPr userDrawn="1"/>
            </p:nvSpPr>
            <p:spPr bwMode="gray">
              <a:xfrm flipH="1">
                <a:off x="3158" y="897"/>
                <a:ext cx="152"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59" name="Freeform 1666"/>
              <p:cNvSpPr>
                <a:spLocks/>
              </p:cNvSpPr>
              <p:nvPr userDrawn="1"/>
            </p:nvSpPr>
            <p:spPr bwMode="gray">
              <a:xfrm>
                <a:off x="3146" y="960"/>
                <a:ext cx="13" cy="18"/>
              </a:xfrm>
              <a:custGeom>
                <a:avLst/>
                <a:gdLst>
                  <a:gd name="T0" fmla="*/ 12 w 12"/>
                  <a:gd name="T1" fmla="*/ 18 h 18"/>
                  <a:gd name="T2" fmla="*/ 11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0" name="Freeform 1667"/>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1" name="Line 1668"/>
              <p:cNvSpPr>
                <a:spLocks noChangeShapeType="1"/>
              </p:cNvSpPr>
              <p:nvPr userDrawn="1"/>
            </p:nvSpPr>
            <p:spPr bwMode="gray">
              <a:xfrm>
                <a:off x="2123" y="1529"/>
                <a:ext cx="14"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2" name="Line 1669"/>
              <p:cNvSpPr>
                <a:spLocks noChangeShapeType="1"/>
              </p:cNvSpPr>
              <p:nvPr userDrawn="1"/>
            </p:nvSpPr>
            <p:spPr bwMode="gray">
              <a:xfrm>
                <a:off x="2130" y="1529"/>
                <a:ext cx="7"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3" name="Line 1670"/>
              <p:cNvSpPr>
                <a:spLocks noChangeShapeType="1"/>
              </p:cNvSpPr>
              <p:nvPr userDrawn="1"/>
            </p:nvSpPr>
            <p:spPr bwMode="gray">
              <a:xfrm flipH="1" flipV="1">
                <a:off x="2121" y="1522"/>
                <a:ext cx="16"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4" name="Freeform 1671"/>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5" name="Freeform 1672"/>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6" name="Line 1673"/>
              <p:cNvSpPr>
                <a:spLocks noChangeShapeType="1"/>
              </p:cNvSpPr>
              <p:nvPr userDrawn="1"/>
            </p:nvSpPr>
            <p:spPr bwMode="gray">
              <a:xfrm flipV="1">
                <a:off x="2739" y="1329"/>
                <a:ext cx="7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7" name="Line 1674"/>
              <p:cNvSpPr>
                <a:spLocks noChangeShapeType="1"/>
              </p:cNvSpPr>
              <p:nvPr userDrawn="1"/>
            </p:nvSpPr>
            <p:spPr bwMode="gray">
              <a:xfrm flipV="1">
                <a:off x="2737" y="1331"/>
                <a:ext cx="70" cy="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8" name="Freeform 1675"/>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69" name="Line 1676"/>
              <p:cNvSpPr>
                <a:spLocks noChangeShapeType="1"/>
              </p:cNvSpPr>
              <p:nvPr userDrawn="1"/>
            </p:nvSpPr>
            <p:spPr bwMode="gray">
              <a:xfrm flipH="1">
                <a:off x="2737" y="1322"/>
                <a:ext cx="80"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0" name="Freeform 1677"/>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1" name="Freeform 1678"/>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2" name="Line 1679"/>
              <p:cNvSpPr>
                <a:spLocks noChangeShapeType="1"/>
              </p:cNvSpPr>
              <p:nvPr userDrawn="1"/>
            </p:nvSpPr>
            <p:spPr bwMode="gray">
              <a:xfrm flipH="1">
                <a:off x="2116"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3" name="Line 1680"/>
              <p:cNvSpPr>
                <a:spLocks noChangeShapeType="1"/>
              </p:cNvSpPr>
              <p:nvPr userDrawn="1"/>
            </p:nvSpPr>
            <p:spPr bwMode="gray">
              <a:xfrm flipH="1">
                <a:off x="2123"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4" name="Freeform 1681"/>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5" name="Line 1682"/>
              <p:cNvSpPr>
                <a:spLocks noChangeShapeType="1"/>
              </p:cNvSpPr>
              <p:nvPr userDrawn="1"/>
            </p:nvSpPr>
            <p:spPr bwMode="gray">
              <a:xfrm flipV="1">
                <a:off x="2112" y="1209"/>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6" name="Freeform 1683"/>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7" name="Freeform 1684"/>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8" name="Line 1685"/>
              <p:cNvSpPr>
                <a:spLocks noChangeShapeType="1"/>
              </p:cNvSpPr>
              <p:nvPr userDrawn="1"/>
            </p:nvSpPr>
            <p:spPr bwMode="gray">
              <a:xfrm>
                <a:off x="2118" y="1291"/>
                <a:ext cx="185"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79" name="Line 1686"/>
              <p:cNvSpPr>
                <a:spLocks noChangeShapeType="1"/>
              </p:cNvSpPr>
              <p:nvPr userDrawn="1"/>
            </p:nvSpPr>
            <p:spPr bwMode="gray">
              <a:xfrm>
                <a:off x="2123" y="1284"/>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0" name="Freeform 1687"/>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1" name="Line 1688"/>
              <p:cNvSpPr>
                <a:spLocks noChangeShapeType="1"/>
              </p:cNvSpPr>
              <p:nvPr userDrawn="1"/>
            </p:nvSpPr>
            <p:spPr bwMode="gray">
              <a:xfrm flipH="1" flipV="1">
                <a:off x="2114" y="1301"/>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2" name="Freeform 1689"/>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3" name="Line 1690"/>
              <p:cNvSpPr>
                <a:spLocks noChangeShapeType="1"/>
              </p:cNvSpPr>
              <p:nvPr userDrawn="1"/>
            </p:nvSpPr>
            <p:spPr bwMode="gray">
              <a:xfrm flipV="1">
                <a:off x="2317" y="1342"/>
                <a:ext cx="28"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4" name="Line 1691"/>
              <p:cNvSpPr>
                <a:spLocks noChangeShapeType="1"/>
              </p:cNvSpPr>
              <p:nvPr userDrawn="1"/>
            </p:nvSpPr>
            <p:spPr bwMode="gray">
              <a:xfrm flipV="1">
                <a:off x="2310" y="1331"/>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5" name="Line 1692"/>
              <p:cNvSpPr>
                <a:spLocks noChangeShapeType="1"/>
              </p:cNvSpPr>
              <p:nvPr userDrawn="1"/>
            </p:nvSpPr>
            <p:spPr bwMode="gray">
              <a:xfrm flipH="1">
                <a:off x="2321" y="1354"/>
                <a:ext cx="24"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6" name="Freeform 1693"/>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7" name="Freeform 1694"/>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8" name="Line 1695"/>
              <p:cNvSpPr>
                <a:spLocks noChangeShapeType="1"/>
              </p:cNvSpPr>
              <p:nvPr userDrawn="1"/>
            </p:nvSpPr>
            <p:spPr bwMode="gray">
              <a:xfrm flipH="1" flipV="1">
                <a:off x="2111" y="1298"/>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89" name="Line 1696"/>
              <p:cNvSpPr>
                <a:spLocks noChangeShapeType="1"/>
              </p:cNvSpPr>
              <p:nvPr userDrawn="1"/>
            </p:nvSpPr>
            <p:spPr bwMode="gray">
              <a:xfrm flipH="1" flipV="1">
                <a:off x="2112" y="1293"/>
                <a:ext cx="7"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0" name="Freeform 1697"/>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1" name="Line 1698"/>
              <p:cNvSpPr>
                <a:spLocks noChangeShapeType="1"/>
              </p:cNvSpPr>
              <p:nvPr userDrawn="1"/>
            </p:nvSpPr>
            <p:spPr bwMode="gray">
              <a:xfrm>
                <a:off x="2114" y="1301"/>
                <a:ext cx="7" cy="22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2" name="Freeform 1699"/>
              <p:cNvSpPr>
                <a:spLocks/>
              </p:cNvSpPr>
              <p:nvPr userDrawn="1"/>
            </p:nvSpPr>
            <p:spPr bwMode="gray">
              <a:xfrm>
                <a:off x="2116" y="1513"/>
                <a:ext cx="4" cy="9"/>
              </a:xfrm>
              <a:custGeom>
                <a:avLst/>
                <a:gdLst>
                  <a:gd name="T0" fmla="*/ 5 w 5"/>
                  <a:gd name="T1" fmla="*/ 9 h 9"/>
                  <a:gd name="T2" fmla="*/ 2 w 5"/>
                  <a:gd name="T3" fmla="*/ 7 h 9"/>
                  <a:gd name="T4" fmla="*/ 0 w 5"/>
                  <a:gd name="T5" fmla="*/ 5 h 9"/>
                  <a:gd name="T6" fmla="*/ 2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3" name="Freeform 1700"/>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4" name="Freeform 1701"/>
              <p:cNvSpPr>
                <a:spLocks/>
              </p:cNvSpPr>
              <p:nvPr userDrawn="1"/>
            </p:nvSpPr>
            <p:spPr bwMode="gray">
              <a:xfrm>
                <a:off x="3533" y="1216"/>
                <a:ext cx="4" cy="8"/>
              </a:xfrm>
              <a:custGeom>
                <a:avLst/>
                <a:gdLst>
                  <a:gd name="T0" fmla="*/ 0 w 5"/>
                  <a:gd name="T1" fmla="*/ 0 h 8"/>
                  <a:gd name="T2" fmla="*/ 1 w 5"/>
                  <a:gd name="T3" fmla="*/ 0 h 8"/>
                  <a:gd name="T4" fmla="*/ 3 w 5"/>
                  <a:gd name="T5" fmla="*/ 1 h 8"/>
                  <a:gd name="T6" fmla="*/ 3 w 5"/>
                  <a:gd name="T7" fmla="*/ 3 h 8"/>
                  <a:gd name="T8" fmla="*/ 5 w 5"/>
                  <a:gd name="T9" fmla="*/ 5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5" name="Freeform 1702"/>
              <p:cNvSpPr>
                <a:spLocks/>
              </p:cNvSpPr>
              <p:nvPr userDrawn="1"/>
            </p:nvSpPr>
            <p:spPr bwMode="gray">
              <a:xfrm>
                <a:off x="2142" y="1686"/>
                <a:ext cx="4" cy="16"/>
              </a:xfrm>
              <a:custGeom>
                <a:avLst/>
                <a:gdLst>
                  <a:gd name="T0" fmla="*/ 2 w 7"/>
                  <a:gd name="T1" fmla="*/ 0 h 16"/>
                  <a:gd name="T2" fmla="*/ 0 w 7"/>
                  <a:gd name="T3" fmla="*/ 4 h 16"/>
                  <a:gd name="T4" fmla="*/ 0 w 7"/>
                  <a:gd name="T5" fmla="*/ 7 h 16"/>
                  <a:gd name="T6" fmla="*/ 2 w 7"/>
                  <a:gd name="T7" fmla="*/ 12 h 16"/>
                  <a:gd name="T8" fmla="*/ 4 w 7"/>
                  <a:gd name="T9" fmla="*/ 14 h 16"/>
                  <a:gd name="T10" fmla="*/ 7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6" name="Freeform 1703"/>
              <p:cNvSpPr>
                <a:spLocks/>
              </p:cNvSpPr>
              <p:nvPr userDrawn="1"/>
            </p:nvSpPr>
            <p:spPr bwMode="gray">
              <a:xfrm>
                <a:off x="2142" y="1693"/>
                <a:ext cx="9" cy="4"/>
              </a:xfrm>
              <a:custGeom>
                <a:avLst/>
                <a:gdLst>
                  <a:gd name="T0" fmla="*/ 9 w 9"/>
                  <a:gd name="T1" fmla="*/ 5 h 5"/>
                  <a:gd name="T2" fmla="*/ 5 w 9"/>
                  <a:gd name="T3" fmla="*/ 5 h 5"/>
                  <a:gd name="T4" fmla="*/ 2 w 9"/>
                  <a:gd name="T5" fmla="*/ 5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7" name="Freeform 1704"/>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8" name="Freeform 1705"/>
              <p:cNvSpPr>
                <a:spLocks/>
              </p:cNvSpPr>
              <p:nvPr userDrawn="1"/>
            </p:nvSpPr>
            <p:spPr bwMode="gray">
              <a:xfrm>
                <a:off x="2784" y="1933"/>
                <a:ext cx="13" cy="8"/>
              </a:xfrm>
              <a:custGeom>
                <a:avLst/>
                <a:gdLst>
                  <a:gd name="T0" fmla="*/ 0 w 11"/>
                  <a:gd name="T1" fmla="*/ 8 h 8"/>
                  <a:gd name="T2" fmla="*/ 2 w 11"/>
                  <a:gd name="T3" fmla="*/ 8 h 8"/>
                  <a:gd name="T4" fmla="*/ 5 w 11"/>
                  <a:gd name="T5" fmla="*/ 7 h 8"/>
                  <a:gd name="T6" fmla="*/ 7 w 11"/>
                  <a:gd name="T7" fmla="*/ 5 h 8"/>
                  <a:gd name="T8" fmla="*/ 11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299" name="Freeform 1706"/>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0" name="Freeform 1707"/>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1" name="Freeform 1708"/>
              <p:cNvSpPr>
                <a:spLocks/>
              </p:cNvSpPr>
              <p:nvPr userDrawn="1"/>
            </p:nvSpPr>
            <p:spPr bwMode="gray">
              <a:xfrm>
                <a:off x="2788" y="1683"/>
                <a:ext cx="1" cy="22"/>
              </a:xfrm>
              <a:custGeom>
                <a:avLst/>
                <a:gdLst>
                  <a:gd name="T0" fmla="*/ 1 w 1"/>
                  <a:gd name="T1" fmla="*/ 19 h 19"/>
                  <a:gd name="T2" fmla="*/ 1 w 1"/>
                  <a:gd name="T3" fmla="*/ 14 h 19"/>
                  <a:gd name="T4" fmla="*/ 1 w 1"/>
                  <a:gd name="T5" fmla="*/ 10 h 19"/>
                  <a:gd name="T6" fmla="*/ 0 w 1"/>
                  <a:gd name="T7" fmla="*/ 5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2" name="Freeform 1709"/>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3" name="Freeform 1710"/>
              <p:cNvSpPr>
                <a:spLocks/>
              </p:cNvSpPr>
              <p:nvPr userDrawn="1"/>
            </p:nvSpPr>
            <p:spPr bwMode="gray">
              <a:xfrm>
                <a:off x="2359" y="2013"/>
                <a:ext cx="4" cy="22"/>
              </a:xfrm>
              <a:custGeom>
                <a:avLst/>
                <a:gdLst>
                  <a:gd name="T0" fmla="*/ 2 w 7"/>
                  <a:gd name="T1" fmla="*/ 0 h 18"/>
                  <a:gd name="T2" fmla="*/ 0 w 7"/>
                  <a:gd name="T3" fmla="*/ 5 h 18"/>
                  <a:gd name="T4" fmla="*/ 0 w 7"/>
                  <a:gd name="T5" fmla="*/ 9 h 18"/>
                  <a:gd name="T6" fmla="*/ 2 w 7"/>
                  <a:gd name="T7" fmla="*/ 12 h 18"/>
                  <a:gd name="T8" fmla="*/ 4 w 7"/>
                  <a:gd name="T9" fmla="*/ 16 h 18"/>
                  <a:gd name="T10" fmla="*/ 7 w 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4" name="Freeform 1711"/>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5" name="Freeform 1712"/>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6" name="Freeform 1713"/>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7" name="Freeform 1714"/>
              <p:cNvSpPr>
                <a:spLocks/>
              </p:cNvSpPr>
              <p:nvPr userDrawn="1"/>
            </p:nvSpPr>
            <p:spPr bwMode="gray">
              <a:xfrm>
                <a:off x="2565" y="2101"/>
                <a:ext cx="4" cy="4"/>
              </a:xfrm>
              <a:custGeom>
                <a:avLst/>
                <a:gdLst>
                  <a:gd name="T0" fmla="*/ 0 w 2"/>
                  <a:gd name="T1" fmla="*/ 5 h 7"/>
                  <a:gd name="T2" fmla="*/ 2 w 2"/>
                  <a:gd name="T3" fmla="*/ 7 h 7"/>
                  <a:gd name="T4" fmla="*/ 2 w 2"/>
                  <a:gd name="T5" fmla="*/ 7 h 7"/>
                  <a:gd name="T6" fmla="*/ 2 w 2"/>
                  <a:gd name="T7" fmla="*/ 7 h 7"/>
                  <a:gd name="T8" fmla="*/ 2 w 2"/>
                  <a:gd name="T9" fmla="*/ 7 h 7"/>
                  <a:gd name="T10" fmla="*/ 2 w 2"/>
                  <a:gd name="T11" fmla="*/ 5 h 7"/>
                  <a:gd name="T12" fmla="*/ 2 w 2"/>
                  <a:gd name="T13" fmla="*/ 3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8" name="Freeform 1715"/>
              <p:cNvSpPr>
                <a:spLocks/>
              </p:cNvSpPr>
              <p:nvPr userDrawn="1"/>
            </p:nvSpPr>
            <p:spPr bwMode="gray">
              <a:xfrm>
                <a:off x="2558" y="2102"/>
                <a:ext cx="22" cy="4"/>
              </a:xfrm>
              <a:custGeom>
                <a:avLst/>
                <a:gdLst>
                  <a:gd name="T0" fmla="*/ 18 w 18"/>
                  <a:gd name="T1" fmla="*/ 0 h 4"/>
                  <a:gd name="T2" fmla="*/ 14 w 18"/>
                  <a:gd name="T3" fmla="*/ 4 h 4"/>
                  <a:gd name="T4" fmla="*/ 9 w 18"/>
                  <a:gd name="T5" fmla="*/ 4 h 4"/>
                  <a:gd name="T6" fmla="*/ 4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09" name="Freeform 1716"/>
              <p:cNvSpPr>
                <a:spLocks/>
              </p:cNvSpPr>
              <p:nvPr userDrawn="1"/>
            </p:nvSpPr>
            <p:spPr bwMode="gray">
              <a:xfrm>
                <a:off x="2558" y="1340"/>
                <a:ext cx="4" cy="19"/>
              </a:xfrm>
              <a:custGeom>
                <a:avLst/>
                <a:gdLst>
                  <a:gd name="T0" fmla="*/ 2 w 2"/>
                  <a:gd name="T1" fmla="*/ 19 h 19"/>
                  <a:gd name="T2" fmla="*/ 2 w 2"/>
                  <a:gd name="T3" fmla="*/ 14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0" name="Freeform 1717"/>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1" name="Freeform 1718"/>
              <p:cNvSpPr>
                <a:spLocks/>
              </p:cNvSpPr>
              <p:nvPr userDrawn="1"/>
            </p:nvSpPr>
            <p:spPr bwMode="gray">
              <a:xfrm>
                <a:off x="3610" y="1212"/>
                <a:ext cx="12" cy="13"/>
              </a:xfrm>
              <a:custGeom>
                <a:avLst/>
                <a:gdLst>
                  <a:gd name="T0" fmla="*/ 12 w 12"/>
                  <a:gd name="T1" fmla="*/ 11 h 11"/>
                  <a:gd name="T2" fmla="*/ 12 w 12"/>
                  <a:gd name="T3" fmla="*/ 7 h 11"/>
                  <a:gd name="T4" fmla="*/ 10 w 12"/>
                  <a:gd name="T5" fmla="*/ 4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2" name="Freeform 1719"/>
              <p:cNvSpPr>
                <a:spLocks/>
              </p:cNvSpPr>
              <p:nvPr userDrawn="1"/>
            </p:nvSpPr>
            <p:spPr bwMode="gray">
              <a:xfrm>
                <a:off x="3617" y="1214"/>
                <a:ext cx="4" cy="4"/>
              </a:xfrm>
              <a:custGeom>
                <a:avLst/>
                <a:gdLst>
                  <a:gd name="T0" fmla="*/ 0 w 3"/>
                  <a:gd name="T1" fmla="*/ 0 h 7"/>
                  <a:gd name="T2" fmla="*/ 0 w 3"/>
                  <a:gd name="T3" fmla="*/ 0 h 7"/>
                  <a:gd name="T4" fmla="*/ 1 w 3"/>
                  <a:gd name="T5" fmla="*/ 2 h 7"/>
                  <a:gd name="T6" fmla="*/ 3 w 3"/>
                  <a:gd name="T7" fmla="*/ 2 h 7"/>
                  <a:gd name="T8" fmla="*/ 3 w 3"/>
                  <a:gd name="T9" fmla="*/ 5 h 7"/>
                  <a:gd name="T10" fmla="*/ 1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3" name="Freeform 1720"/>
              <p:cNvSpPr>
                <a:spLocks/>
              </p:cNvSpPr>
              <p:nvPr userDrawn="1"/>
            </p:nvSpPr>
            <p:spPr bwMode="gray">
              <a:xfrm>
                <a:off x="3195" y="840"/>
                <a:ext cx="13" cy="4"/>
              </a:xfrm>
              <a:custGeom>
                <a:avLst/>
                <a:gdLst>
                  <a:gd name="T0" fmla="*/ 0 w 14"/>
                  <a:gd name="T1" fmla="*/ 0 h 7"/>
                  <a:gd name="T2" fmla="*/ 4 w 14"/>
                  <a:gd name="T3" fmla="*/ 0 h 7"/>
                  <a:gd name="T4" fmla="*/ 9 w 14"/>
                  <a:gd name="T5" fmla="*/ 1 h 7"/>
                  <a:gd name="T6" fmla="*/ 12 w 14"/>
                  <a:gd name="T7" fmla="*/ 5 h 7"/>
                  <a:gd name="T8" fmla="*/ 14 w 14"/>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4" name="Freeform 1721"/>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5" name="Freeform 1722"/>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6" name="Freeform 1723"/>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7" name="Freeform 1724"/>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8" name="Freeform 1725"/>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19" name="Freeform 1726"/>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320" name="Freeform 1727"/>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sp>
          <p:nvSpPr>
            <p:cNvPr id="1067" name="Freeform 1728"/>
            <p:cNvSpPr>
              <a:spLocks/>
            </p:cNvSpPr>
            <p:nvPr userDrawn="1"/>
          </p:nvSpPr>
          <p:spPr bwMode="gray">
            <a:xfrm>
              <a:off x="5145" y="3604"/>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68" name="Freeform 1729"/>
            <p:cNvSpPr>
              <a:spLocks/>
            </p:cNvSpPr>
            <p:nvPr userDrawn="1"/>
          </p:nvSpPr>
          <p:spPr bwMode="gray">
            <a:xfrm>
              <a:off x="5138" y="3614"/>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69" name="Freeform 1730"/>
            <p:cNvSpPr>
              <a:spLocks/>
            </p:cNvSpPr>
            <p:nvPr userDrawn="1"/>
          </p:nvSpPr>
          <p:spPr bwMode="gray">
            <a:xfrm>
              <a:off x="5635" y="3324"/>
              <a:ext cx="4" cy="2"/>
            </a:xfrm>
            <a:custGeom>
              <a:avLst/>
              <a:gdLst>
                <a:gd name="T0" fmla="*/ 0 w 3"/>
                <a:gd name="T1" fmla="*/ 2 h 2"/>
                <a:gd name="T2" fmla="*/ 1 w 3"/>
                <a:gd name="T3" fmla="*/ 0 h 2"/>
                <a:gd name="T4" fmla="*/ 3 w 3"/>
                <a:gd name="T5" fmla="*/ 0 h 2"/>
                <a:gd name="T6" fmla="*/ 3 w 3"/>
                <a:gd name="T7" fmla="*/ 0 h 2"/>
                <a:gd name="T8" fmla="*/ 3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0" name="Freeform 1731"/>
            <p:cNvSpPr>
              <a:spLocks/>
            </p:cNvSpPr>
            <p:nvPr userDrawn="1"/>
          </p:nvSpPr>
          <p:spPr bwMode="gray">
            <a:xfrm>
              <a:off x="5629" y="3319"/>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1" name="Freeform 1732"/>
            <p:cNvSpPr>
              <a:spLocks/>
            </p:cNvSpPr>
            <p:nvPr userDrawn="1"/>
          </p:nvSpPr>
          <p:spPr bwMode="gray">
            <a:xfrm>
              <a:off x="5297" y="3999"/>
              <a:ext cx="13" cy="7"/>
            </a:xfrm>
            <a:custGeom>
              <a:avLst/>
              <a:gdLst>
                <a:gd name="T0" fmla="*/ 0 w 16"/>
                <a:gd name="T1" fmla="*/ 0 h 7"/>
                <a:gd name="T2" fmla="*/ 2 w 16"/>
                <a:gd name="T3" fmla="*/ 4 h 7"/>
                <a:gd name="T4" fmla="*/ 5 w 16"/>
                <a:gd name="T5" fmla="*/ 5 h 7"/>
                <a:gd name="T6" fmla="*/ 10 w 16"/>
                <a:gd name="T7" fmla="*/ 7 h 7"/>
                <a:gd name="T8" fmla="*/ 12 w 16"/>
                <a:gd name="T9" fmla="*/ 7 h 7"/>
                <a:gd name="T10" fmla="*/ 16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2" name="Freeform 1733"/>
            <p:cNvSpPr>
              <a:spLocks/>
            </p:cNvSpPr>
            <p:nvPr userDrawn="1"/>
          </p:nvSpPr>
          <p:spPr bwMode="gray">
            <a:xfrm>
              <a:off x="5300" y="3999"/>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3" name="Freeform 1734"/>
            <p:cNvSpPr>
              <a:spLocks/>
            </p:cNvSpPr>
            <p:nvPr userDrawn="1"/>
          </p:nvSpPr>
          <p:spPr bwMode="gray">
            <a:xfrm>
              <a:off x="5314" y="3249"/>
              <a:ext cx="22" cy="12"/>
            </a:xfrm>
            <a:custGeom>
              <a:avLst/>
              <a:gdLst>
                <a:gd name="T0" fmla="*/ 0 w 18"/>
                <a:gd name="T1" fmla="*/ 12 h 12"/>
                <a:gd name="T2" fmla="*/ 9 w 18"/>
                <a:gd name="T3" fmla="*/ 5 h 12"/>
                <a:gd name="T4" fmla="*/ 18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4" name="Freeform 1735"/>
            <p:cNvSpPr>
              <a:spLocks/>
            </p:cNvSpPr>
            <p:nvPr userDrawn="1"/>
          </p:nvSpPr>
          <p:spPr bwMode="gray">
            <a:xfrm>
              <a:off x="5320" y="3247"/>
              <a:ext cx="10" cy="13"/>
            </a:xfrm>
            <a:custGeom>
              <a:avLst/>
              <a:gdLst>
                <a:gd name="T0" fmla="*/ 10 w 10"/>
                <a:gd name="T1" fmla="*/ 14 h 14"/>
                <a:gd name="T2" fmla="*/ 7 w 10"/>
                <a:gd name="T3" fmla="*/ 11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5" name="Freeform 1736"/>
            <p:cNvSpPr>
              <a:spLocks/>
            </p:cNvSpPr>
            <p:nvPr userDrawn="1"/>
          </p:nvSpPr>
          <p:spPr bwMode="gray">
            <a:xfrm>
              <a:off x="5451" y="3898"/>
              <a:ext cx="14" cy="13"/>
            </a:xfrm>
            <a:custGeom>
              <a:avLst/>
              <a:gdLst>
                <a:gd name="T0" fmla="*/ 0 w 14"/>
                <a:gd name="T1" fmla="*/ 14 h 14"/>
                <a:gd name="T2" fmla="*/ 5 w 14"/>
                <a:gd name="T3" fmla="*/ 12 h 14"/>
                <a:gd name="T4" fmla="*/ 10 w 14"/>
                <a:gd name="T5" fmla="*/ 10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6" name="Freeform 1737"/>
            <p:cNvSpPr>
              <a:spLocks/>
            </p:cNvSpPr>
            <p:nvPr userDrawn="1"/>
          </p:nvSpPr>
          <p:spPr bwMode="gray">
            <a:xfrm>
              <a:off x="5458" y="3899"/>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7" name="Freeform 1738"/>
            <p:cNvSpPr>
              <a:spLocks/>
            </p:cNvSpPr>
            <p:nvPr userDrawn="1"/>
          </p:nvSpPr>
          <p:spPr bwMode="gray">
            <a:xfrm>
              <a:off x="4232" y="2894"/>
              <a:ext cx="4" cy="16"/>
            </a:xfrm>
            <a:custGeom>
              <a:avLst/>
              <a:gdLst>
                <a:gd name="T0" fmla="*/ 3 w 5"/>
                <a:gd name="T1" fmla="*/ 16 h 16"/>
                <a:gd name="T2" fmla="*/ 2 w 5"/>
                <a:gd name="T3" fmla="*/ 12 h 16"/>
                <a:gd name="T4" fmla="*/ 0 w 5"/>
                <a:gd name="T5" fmla="*/ 9 h 16"/>
                <a:gd name="T6" fmla="*/ 2 w 5"/>
                <a:gd name="T7" fmla="*/ 3 h 16"/>
                <a:gd name="T8" fmla="*/ 2 w 5"/>
                <a:gd name="T9" fmla="*/ 2 h 16"/>
                <a:gd name="T10" fmla="*/ 5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8" name="Freeform 1739"/>
            <p:cNvSpPr>
              <a:spLocks/>
            </p:cNvSpPr>
            <p:nvPr userDrawn="1"/>
          </p:nvSpPr>
          <p:spPr bwMode="gray">
            <a:xfrm>
              <a:off x="4232" y="2896"/>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79" name="Freeform 1740"/>
            <p:cNvSpPr>
              <a:spLocks/>
            </p:cNvSpPr>
            <p:nvPr userDrawn="1"/>
          </p:nvSpPr>
          <p:spPr bwMode="gray">
            <a:xfrm>
              <a:off x="4400" y="2817"/>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0" name="Freeform 1741"/>
            <p:cNvSpPr>
              <a:spLocks/>
            </p:cNvSpPr>
            <p:nvPr userDrawn="1"/>
          </p:nvSpPr>
          <p:spPr bwMode="gray">
            <a:xfrm>
              <a:off x="4391" y="2819"/>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1" name="Freeform 1742"/>
            <p:cNvSpPr>
              <a:spLocks/>
            </p:cNvSpPr>
            <p:nvPr userDrawn="1"/>
          </p:nvSpPr>
          <p:spPr bwMode="gray">
            <a:xfrm>
              <a:off x="5071" y="4157"/>
              <a:ext cx="22" cy="8"/>
            </a:xfrm>
            <a:custGeom>
              <a:avLst/>
              <a:gdLst>
                <a:gd name="T0" fmla="*/ 0 w 18"/>
                <a:gd name="T1" fmla="*/ 7 h 8"/>
                <a:gd name="T2" fmla="*/ 6 w 18"/>
                <a:gd name="T3" fmla="*/ 8 h 8"/>
                <a:gd name="T4" fmla="*/ 11 w 18"/>
                <a:gd name="T5" fmla="*/ 7 h 8"/>
                <a:gd name="T6" fmla="*/ 14 w 18"/>
                <a:gd name="T7" fmla="*/ 3 h 8"/>
                <a:gd name="T8" fmla="*/ 18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2" name="Freeform 1743"/>
            <p:cNvSpPr>
              <a:spLocks/>
            </p:cNvSpPr>
            <p:nvPr userDrawn="1"/>
          </p:nvSpPr>
          <p:spPr bwMode="gray">
            <a:xfrm>
              <a:off x="5075" y="4158"/>
              <a:ext cx="7" cy="4"/>
            </a:xfrm>
            <a:custGeom>
              <a:avLst/>
              <a:gdLst>
                <a:gd name="T0" fmla="*/ 7 w 7"/>
                <a:gd name="T1" fmla="*/ 6 h 7"/>
                <a:gd name="T2" fmla="*/ 5 w 7"/>
                <a:gd name="T3" fmla="*/ 7 h 7"/>
                <a:gd name="T4" fmla="*/ 3 w 7"/>
                <a:gd name="T5" fmla="*/ 6 h 7"/>
                <a:gd name="T6" fmla="*/ 2 w 7"/>
                <a:gd name="T7" fmla="*/ 4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3" name="Freeform 1744"/>
            <p:cNvSpPr>
              <a:spLocks/>
            </p:cNvSpPr>
            <p:nvPr userDrawn="1"/>
          </p:nvSpPr>
          <p:spPr bwMode="gray">
            <a:xfrm>
              <a:off x="5231" y="4052"/>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4" name="Freeform 1745"/>
            <p:cNvSpPr>
              <a:spLocks/>
            </p:cNvSpPr>
            <p:nvPr userDrawn="1"/>
          </p:nvSpPr>
          <p:spPr bwMode="gray">
            <a:xfrm>
              <a:off x="5227" y="4059"/>
              <a:ext cx="13" cy="7"/>
            </a:xfrm>
            <a:custGeom>
              <a:avLst/>
              <a:gdLst>
                <a:gd name="T0" fmla="*/ 0 w 11"/>
                <a:gd name="T1" fmla="*/ 7 h 7"/>
                <a:gd name="T2" fmla="*/ 4 w 11"/>
                <a:gd name="T3" fmla="*/ 7 h 7"/>
                <a:gd name="T4" fmla="*/ 7 w 11"/>
                <a:gd name="T5" fmla="*/ 5 h 7"/>
                <a:gd name="T6" fmla="*/ 9 w 11"/>
                <a:gd name="T7" fmla="*/ 3 h 7"/>
                <a:gd name="T8" fmla="*/ 11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5" name="Freeform 1746"/>
            <p:cNvSpPr>
              <a:spLocks/>
            </p:cNvSpPr>
            <p:nvPr userDrawn="1"/>
          </p:nvSpPr>
          <p:spPr bwMode="gray">
            <a:xfrm>
              <a:off x="4489" y="4094"/>
              <a:ext cx="4"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5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6" name="Freeform 1747"/>
            <p:cNvSpPr>
              <a:spLocks/>
            </p:cNvSpPr>
            <p:nvPr userDrawn="1"/>
          </p:nvSpPr>
          <p:spPr bwMode="gray">
            <a:xfrm>
              <a:off x="4487" y="4101"/>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7" name="Freeform 1748"/>
            <p:cNvSpPr>
              <a:spLocks/>
            </p:cNvSpPr>
            <p:nvPr userDrawn="1"/>
          </p:nvSpPr>
          <p:spPr bwMode="gray">
            <a:xfrm>
              <a:off x="4692" y="4181"/>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8" name="Freeform 1749"/>
            <p:cNvSpPr>
              <a:spLocks/>
            </p:cNvSpPr>
            <p:nvPr userDrawn="1"/>
          </p:nvSpPr>
          <p:spPr bwMode="gray">
            <a:xfrm>
              <a:off x="4683" y="4183"/>
              <a:ext cx="18" cy="4"/>
            </a:xfrm>
            <a:custGeom>
              <a:avLst/>
              <a:gdLst>
                <a:gd name="T0" fmla="*/ 18 w 18"/>
                <a:gd name="T1" fmla="*/ 0 h 3"/>
                <a:gd name="T2" fmla="*/ 14 w 18"/>
                <a:gd name="T3" fmla="*/ 3 h 3"/>
                <a:gd name="T4" fmla="*/ 11 w 18"/>
                <a:gd name="T5" fmla="*/ 3 h 3"/>
                <a:gd name="T6" fmla="*/ 5 w 18"/>
                <a:gd name="T7" fmla="*/ 3 h 3"/>
                <a:gd name="T8" fmla="*/ 0 w 18"/>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89" name="Freeform 1750"/>
            <p:cNvSpPr>
              <a:spLocks/>
            </p:cNvSpPr>
            <p:nvPr userDrawn="1"/>
          </p:nvSpPr>
          <p:spPr bwMode="gray">
            <a:xfrm>
              <a:off x="4475" y="2866"/>
              <a:ext cx="4" cy="3"/>
            </a:xfrm>
            <a:custGeom>
              <a:avLst/>
              <a:gdLst>
                <a:gd name="T0" fmla="*/ 2 w 5"/>
                <a:gd name="T1" fmla="*/ 3 h 3"/>
                <a:gd name="T2" fmla="*/ 0 w 5"/>
                <a:gd name="T3" fmla="*/ 2 h 3"/>
                <a:gd name="T4" fmla="*/ 0 w 5"/>
                <a:gd name="T5" fmla="*/ 2 h 3"/>
                <a:gd name="T6" fmla="*/ 0 w 5"/>
                <a:gd name="T7" fmla="*/ 0 h 3"/>
                <a:gd name="T8" fmla="*/ 0 w 5"/>
                <a:gd name="T9" fmla="*/ 0 h 3"/>
                <a:gd name="T10" fmla="*/ 3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0" name="Freeform 1751"/>
            <p:cNvSpPr>
              <a:spLocks/>
            </p:cNvSpPr>
            <p:nvPr userDrawn="1"/>
          </p:nvSpPr>
          <p:spPr bwMode="gray">
            <a:xfrm>
              <a:off x="4473" y="2859"/>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1" name="Freeform 1752"/>
            <p:cNvSpPr>
              <a:spLocks/>
            </p:cNvSpPr>
            <p:nvPr userDrawn="1"/>
          </p:nvSpPr>
          <p:spPr bwMode="gray">
            <a:xfrm>
              <a:off x="4989" y="2614"/>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2" name="Freeform 1753"/>
            <p:cNvSpPr>
              <a:spLocks/>
            </p:cNvSpPr>
            <p:nvPr userDrawn="1"/>
          </p:nvSpPr>
          <p:spPr bwMode="gray">
            <a:xfrm>
              <a:off x="4982" y="2616"/>
              <a:ext cx="16" cy="4"/>
            </a:xfrm>
            <a:custGeom>
              <a:avLst/>
              <a:gdLst>
                <a:gd name="T0" fmla="*/ 0 w 16"/>
                <a:gd name="T1" fmla="*/ 3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3" name="Freeform 1754"/>
            <p:cNvSpPr>
              <a:spLocks/>
            </p:cNvSpPr>
            <p:nvPr userDrawn="1"/>
          </p:nvSpPr>
          <p:spPr bwMode="gray">
            <a:xfrm>
              <a:off x="4688" y="2924"/>
              <a:ext cx="4" cy="19"/>
            </a:xfrm>
            <a:custGeom>
              <a:avLst/>
              <a:gdLst>
                <a:gd name="T0" fmla="*/ 2 w 2"/>
                <a:gd name="T1" fmla="*/ 19 h 19"/>
                <a:gd name="T2" fmla="*/ 2 w 2"/>
                <a:gd name="T3" fmla="*/ 15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4" name="Freeform 1755"/>
            <p:cNvSpPr>
              <a:spLocks/>
            </p:cNvSpPr>
            <p:nvPr userDrawn="1"/>
          </p:nvSpPr>
          <p:spPr bwMode="gray">
            <a:xfrm>
              <a:off x="4680" y="2934"/>
              <a:ext cx="22" cy="2"/>
            </a:xfrm>
            <a:custGeom>
              <a:avLst/>
              <a:gdLst>
                <a:gd name="T0" fmla="*/ 19 w 19"/>
                <a:gd name="T1" fmla="*/ 0 h 2"/>
                <a:gd name="T2" fmla="*/ 14 w 19"/>
                <a:gd name="T3" fmla="*/ 0 h 2"/>
                <a:gd name="T4" fmla="*/ 10 w 19"/>
                <a:gd name="T5" fmla="*/ 0 h 2"/>
                <a:gd name="T6" fmla="*/ 5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5" name="Freeform 1756"/>
            <p:cNvSpPr>
              <a:spLocks/>
            </p:cNvSpPr>
            <p:nvPr userDrawn="1"/>
          </p:nvSpPr>
          <p:spPr bwMode="gray">
            <a:xfrm>
              <a:off x="5197" y="2677"/>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6" name="Freeform 1757"/>
            <p:cNvSpPr>
              <a:spLocks/>
            </p:cNvSpPr>
            <p:nvPr userDrawn="1"/>
          </p:nvSpPr>
          <p:spPr bwMode="gray">
            <a:xfrm>
              <a:off x="5192" y="2672"/>
              <a:ext cx="13" cy="13"/>
            </a:xfrm>
            <a:custGeom>
              <a:avLst/>
              <a:gdLst>
                <a:gd name="T0" fmla="*/ 11 w 11"/>
                <a:gd name="T1" fmla="*/ 15 h 15"/>
                <a:gd name="T2" fmla="*/ 11 w 11"/>
                <a:gd name="T3" fmla="*/ 10 h 15"/>
                <a:gd name="T4" fmla="*/ 7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7" name="Freeform 1758"/>
            <p:cNvSpPr>
              <a:spLocks/>
            </p:cNvSpPr>
            <p:nvPr userDrawn="1"/>
          </p:nvSpPr>
          <p:spPr bwMode="gray">
            <a:xfrm>
              <a:off x="4438" y="2707"/>
              <a:ext cx="4" cy="13"/>
            </a:xfrm>
            <a:custGeom>
              <a:avLst/>
              <a:gdLst>
                <a:gd name="T0" fmla="*/ 4 w 4"/>
                <a:gd name="T1" fmla="*/ 15 h 15"/>
                <a:gd name="T2" fmla="*/ 0 w 4"/>
                <a:gd name="T3" fmla="*/ 12 h 15"/>
                <a:gd name="T4" fmla="*/ 0 w 4"/>
                <a:gd name="T5" fmla="*/ 8 h 15"/>
                <a:gd name="T6" fmla="*/ 0 w 4"/>
                <a:gd name="T7" fmla="*/ 5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8" name="Freeform 1759"/>
            <p:cNvSpPr>
              <a:spLocks/>
            </p:cNvSpPr>
            <p:nvPr userDrawn="1"/>
          </p:nvSpPr>
          <p:spPr bwMode="gray">
            <a:xfrm>
              <a:off x="4437" y="2708"/>
              <a:ext cx="4" cy="9"/>
            </a:xfrm>
            <a:custGeom>
              <a:avLst/>
              <a:gdLst>
                <a:gd name="T0" fmla="*/ 8 w 8"/>
                <a:gd name="T1" fmla="*/ 0 h 9"/>
                <a:gd name="T2" fmla="*/ 5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99" name="Freeform 1760"/>
            <p:cNvSpPr>
              <a:spLocks/>
            </p:cNvSpPr>
            <p:nvPr userDrawn="1"/>
          </p:nvSpPr>
          <p:spPr bwMode="gray">
            <a:xfrm>
              <a:off x="5094" y="2904"/>
              <a:ext cx="2" cy="22"/>
            </a:xfrm>
            <a:custGeom>
              <a:avLst/>
              <a:gdLst>
                <a:gd name="T0" fmla="*/ 2 w 2"/>
                <a:gd name="T1" fmla="*/ 20 h 20"/>
                <a:gd name="T2" fmla="*/ 2 w 2"/>
                <a:gd name="T3" fmla="*/ 16 h 20"/>
                <a:gd name="T4" fmla="*/ 2 w 2"/>
                <a:gd name="T5" fmla="*/ 11 h 20"/>
                <a:gd name="T6" fmla="*/ 2 w 2"/>
                <a:gd name="T7" fmla="*/ 6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0" name="Freeform 1761"/>
            <p:cNvSpPr>
              <a:spLocks/>
            </p:cNvSpPr>
            <p:nvPr userDrawn="1"/>
          </p:nvSpPr>
          <p:spPr bwMode="gray">
            <a:xfrm>
              <a:off x="5087" y="2915"/>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1" name="Freeform 1762"/>
            <p:cNvSpPr>
              <a:spLocks/>
            </p:cNvSpPr>
            <p:nvPr userDrawn="1"/>
          </p:nvSpPr>
          <p:spPr bwMode="gray">
            <a:xfrm>
              <a:off x="4599" y="2631"/>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2" name="Freeform 1763"/>
            <p:cNvSpPr>
              <a:spLocks/>
            </p:cNvSpPr>
            <p:nvPr userDrawn="1"/>
          </p:nvSpPr>
          <p:spPr bwMode="gray">
            <a:xfrm>
              <a:off x="4601" y="2631"/>
              <a:ext cx="13" cy="9"/>
            </a:xfrm>
            <a:custGeom>
              <a:avLst/>
              <a:gdLst>
                <a:gd name="T0" fmla="*/ 10 w 10"/>
                <a:gd name="T1" fmla="*/ 0 h 9"/>
                <a:gd name="T2" fmla="*/ 7 w 10"/>
                <a:gd name="T3" fmla="*/ 0 h 9"/>
                <a:gd name="T4" fmla="*/ 5 w 10"/>
                <a:gd name="T5" fmla="*/ 2 h 9"/>
                <a:gd name="T6" fmla="*/ 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3" name="Freeform 1764"/>
            <p:cNvSpPr>
              <a:spLocks/>
            </p:cNvSpPr>
            <p:nvPr userDrawn="1"/>
          </p:nvSpPr>
          <p:spPr bwMode="gray">
            <a:xfrm>
              <a:off x="5248" y="2826"/>
              <a:ext cx="13" cy="13"/>
            </a:xfrm>
            <a:custGeom>
              <a:avLst/>
              <a:gdLst>
                <a:gd name="T0" fmla="*/ 14 w 14"/>
                <a:gd name="T1" fmla="*/ 12 h 12"/>
                <a:gd name="T2" fmla="*/ 14 w 14"/>
                <a:gd name="T3" fmla="*/ 7 h 12"/>
                <a:gd name="T4" fmla="*/ 12 w 14"/>
                <a:gd name="T5" fmla="*/ 3 h 12"/>
                <a:gd name="T6" fmla="*/ 9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4" name="Freeform 1765"/>
            <p:cNvSpPr>
              <a:spLocks/>
            </p:cNvSpPr>
            <p:nvPr userDrawn="1"/>
          </p:nvSpPr>
          <p:spPr bwMode="gray">
            <a:xfrm>
              <a:off x="5255" y="2829"/>
              <a:ext cx="4" cy="7"/>
            </a:xfrm>
            <a:custGeom>
              <a:avLst/>
              <a:gdLst>
                <a:gd name="T0" fmla="*/ 0 w 5"/>
                <a:gd name="T1" fmla="*/ 0 h 7"/>
                <a:gd name="T2" fmla="*/ 3 w 5"/>
                <a:gd name="T3" fmla="*/ 0 h 7"/>
                <a:gd name="T4" fmla="*/ 5 w 5"/>
                <a:gd name="T5" fmla="*/ 2 h 7"/>
                <a:gd name="T6" fmla="*/ 5 w 5"/>
                <a:gd name="T7" fmla="*/ 4 h 7"/>
                <a:gd name="T8" fmla="*/ 3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5" name="Freeform 1766"/>
            <p:cNvSpPr>
              <a:spLocks/>
            </p:cNvSpPr>
            <p:nvPr userDrawn="1"/>
          </p:nvSpPr>
          <p:spPr bwMode="gray">
            <a:xfrm>
              <a:off x="4066" y="3457"/>
              <a:ext cx="4" cy="16"/>
            </a:xfrm>
            <a:custGeom>
              <a:avLst/>
              <a:gdLst>
                <a:gd name="T0" fmla="*/ 1 w 5"/>
                <a:gd name="T1" fmla="*/ 0 h 16"/>
                <a:gd name="T2" fmla="*/ 0 w 5"/>
                <a:gd name="T3" fmla="*/ 3 h 16"/>
                <a:gd name="T4" fmla="*/ 0 w 5"/>
                <a:gd name="T5" fmla="*/ 7 h 16"/>
                <a:gd name="T6" fmla="*/ 1 w 5"/>
                <a:gd name="T7" fmla="*/ 12 h 16"/>
                <a:gd name="T8" fmla="*/ 3 w 5"/>
                <a:gd name="T9" fmla="*/ 14 h 16"/>
                <a:gd name="T10" fmla="*/ 5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6" name="Freeform 1767"/>
            <p:cNvSpPr>
              <a:spLocks/>
            </p:cNvSpPr>
            <p:nvPr userDrawn="1"/>
          </p:nvSpPr>
          <p:spPr bwMode="gray">
            <a:xfrm>
              <a:off x="4066" y="3464"/>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7" name="Freeform 1768"/>
            <p:cNvSpPr>
              <a:spLocks/>
            </p:cNvSpPr>
            <p:nvPr userDrawn="1"/>
          </p:nvSpPr>
          <p:spPr bwMode="gray">
            <a:xfrm>
              <a:off x="4059" y="3228"/>
              <a:ext cx="12" cy="13"/>
            </a:xfrm>
            <a:custGeom>
              <a:avLst/>
              <a:gdLst>
                <a:gd name="T0" fmla="*/ 0 w 12"/>
                <a:gd name="T1" fmla="*/ 14 h 14"/>
                <a:gd name="T2" fmla="*/ 0 w 12"/>
                <a:gd name="T3" fmla="*/ 9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8" name="Freeform 1769"/>
            <p:cNvSpPr>
              <a:spLocks/>
            </p:cNvSpPr>
            <p:nvPr userDrawn="1"/>
          </p:nvSpPr>
          <p:spPr bwMode="gray">
            <a:xfrm>
              <a:off x="4060" y="3231"/>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09" name="Line 1770"/>
            <p:cNvSpPr>
              <a:spLocks noChangeShapeType="1"/>
            </p:cNvSpPr>
            <p:nvPr userDrawn="1"/>
          </p:nvSpPr>
          <p:spPr bwMode="gray">
            <a:xfrm flipH="1" flipV="1">
              <a:off x="5262" y="287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0" name="Line 1771"/>
            <p:cNvSpPr>
              <a:spLocks noChangeShapeType="1"/>
            </p:cNvSpPr>
            <p:nvPr userDrawn="1"/>
          </p:nvSpPr>
          <p:spPr bwMode="gray">
            <a:xfrm flipV="1">
              <a:off x="5196" y="3831"/>
              <a:ext cx="1"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1" name="Freeform 1772"/>
            <p:cNvSpPr>
              <a:spLocks/>
            </p:cNvSpPr>
            <p:nvPr userDrawn="1"/>
          </p:nvSpPr>
          <p:spPr bwMode="gray">
            <a:xfrm>
              <a:off x="5094" y="3924"/>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2" name="Line 1773"/>
            <p:cNvSpPr>
              <a:spLocks noChangeShapeType="1"/>
            </p:cNvSpPr>
            <p:nvPr userDrawn="1"/>
          </p:nvSpPr>
          <p:spPr bwMode="gray">
            <a:xfrm flipV="1">
              <a:off x="5089" y="3845"/>
              <a:ext cx="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3" name="Line 1774"/>
            <p:cNvSpPr>
              <a:spLocks noChangeShapeType="1"/>
            </p:cNvSpPr>
            <p:nvPr userDrawn="1"/>
          </p:nvSpPr>
          <p:spPr bwMode="gray">
            <a:xfrm flipV="1">
              <a:off x="5094" y="3847"/>
              <a:ext cx="2"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4" name="Line 1775"/>
            <p:cNvSpPr>
              <a:spLocks noChangeShapeType="1"/>
            </p:cNvSpPr>
            <p:nvPr userDrawn="1"/>
          </p:nvSpPr>
          <p:spPr bwMode="gray">
            <a:xfrm>
              <a:off x="5092" y="3847"/>
              <a:ext cx="1"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5" name="Freeform 1776"/>
            <p:cNvSpPr>
              <a:spLocks/>
            </p:cNvSpPr>
            <p:nvPr userDrawn="1"/>
          </p:nvSpPr>
          <p:spPr bwMode="gray">
            <a:xfrm>
              <a:off x="5089" y="3915"/>
              <a:ext cx="4" cy="9"/>
            </a:xfrm>
            <a:custGeom>
              <a:avLst/>
              <a:gdLst>
                <a:gd name="T0" fmla="*/ 5 w 5"/>
                <a:gd name="T1" fmla="*/ 9 h 9"/>
                <a:gd name="T2" fmla="*/ 2 w 5"/>
                <a:gd name="T3" fmla="*/ 7 h 9"/>
                <a:gd name="T4" fmla="*/ 0 w 5"/>
                <a:gd name="T5" fmla="*/ 5 h 9"/>
                <a:gd name="T6" fmla="*/ 0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6" name="Freeform 1777"/>
            <p:cNvSpPr>
              <a:spLocks/>
            </p:cNvSpPr>
            <p:nvPr userDrawn="1"/>
          </p:nvSpPr>
          <p:spPr bwMode="gray">
            <a:xfrm>
              <a:off x="5091" y="3929"/>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7" name="Freeform 1778"/>
            <p:cNvSpPr>
              <a:spLocks/>
            </p:cNvSpPr>
            <p:nvPr userDrawn="1"/>
          </p:nvSpPr>
          <p:spPr bwMode="gray">
            <a:xfrm>
              <a:off x="5080" y="3915"/>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8" name="Freeform 1779"/>
            <p:cNvSpPr>
              <a:spLocks/>
            </p:cNvSpPr>
            <p:nvPr userDrawn="1"/>
          </p:nvSpPr>
          <p:spPr bwMode="gray">
            <a:xfrm>
              <a:off x="5071" y="3922"/>
              <a:ext cx="13" cy="18"/>
            </a:xfrm>
            <a:custGeom>
              <a:avLst/>
              <a:gdLst>
                <a:gd name="T0" fmla="*/ 0 w 9"/>
                <a:gd name="T1" fmla="*/ 18 h 18"/>
                <a:gd name="T2" fmla="*/ 2 w 9"/>
                <a:gd name="T3" fmla="*/ 14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19" name="Freeform 1780"/>
            <p:cNvSpPr>
              <a:spLocks/>
            </p:cNvSpPr>
            <p:nvPr userDrawn="1"/>
          </p:nvSpPr>
          <p:spPr bwMode="gray">
            <a:xfrm>
              <a:off x="5071" y="3940"/>
              <a:ext cx="22" cy="4"/>
            </a:xfrm>
            <a:custGeom>
              <a:avLst/>
              <a:gdLst>
                <a:gd name="T0" fmla="*/ 0 w 20"/>
                <a:gd name="T1" fmla="*/ 0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120" name="Line 1781"/>
            <p:cNvSpPr>
              <a:spLocks noChangeShapeType="1"/>
            </p:cNvSpPr>
            <p:nvPr userDrawn="1"/>
          </p:nvSpPr>
          <p:spPr bwMode="gray">
            <a:xfrm>
              <a:off x="4785" y="3160"/>
              <a:ext cx="314" cy="10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grpSp>
      <p:sp>
        <p:nvSpPr>
          <p:cNvPr id="1721" name="Text Box 64"/>
          <p:cNvSpPr txBox="1">
            <a:spLocks noChangeArrowheads="1"/>
          </p:cNvSpPr>
          <p:nvPr/>
        </p:nvSpPr>
        <p:spPr bwMode="auto">
          <a:xfrm>
            <a:off x="3962400" y="2286000"/>
            <a:ext cx="14478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itchFamily="34" charset="0"/>
                <a:ea typeface="新細明體" pitchFamily="18" charset="-120"/>
              </a:defRPr>
            </a:lvl1pPr>
            <a:lvl2pPr marL="742950" indent="-285750" eaLnBrk="0" hangingPunct="0">
              <a:defRPr b="1">
                <a:solidFill>
                  <a:schemeClr val="tx1"/>
                </a:solidFill>
                <a:latin typeface="Arial" pitchFamily="34" charset="0"/>
                <a:ea typeface="新細明體" pitchFamily="18" charset="-120"/>
              </a:defRPr>
            </a:lvl2pPr>
            <a:lvl3pPr marL="1143000" indent="-228600" eaLnBrk="0" hangingPunct="0">
              <a:defRPr b="1">
                <a:solidFill>
                  <a:schemeClr val="tx1"/>
                </a:solidFill>
                <a:latin typeface="Arial" pitchFamily="34" charset="0"/>
                <a:ea typeface="新細明體" pitchFamily="18" charset="-120"/>
              </a:defRPr>
            </a:lvl3pPr>
            <a:lvl4pPr marL="1600200" indent="-228600" eaLnBrk="0" hangingPunct="0">
              <a:defRPr b="1">
                <a:solidFill>
                  <a:schemeClr val="tx1"/>
                </a:solidFill>
                <a:latin typeface="Arial" pitchFamily="34" charset="0"/>
                <a:ea typeface="新細明體" pitchFamily="18" charset="-120"/>
              </a:defRPr>
            </a:lvl4pPr>
            <a:lvl5pPr marL="2057400" indent="-228600" eaLnBrk="0" hangingPunct="0">
              <a:defRPr b="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b="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b="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b="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b="1">
                <a:solidFill>
                  <a:schemeClr val="tx1"/>
                </a:solidFill>
                <a:latin typeface="Arial" pitchFamily="34" charset="0"/>
                <a:ea typeface="新細明體" pitchFamily="18" charset="-120"/>
              </a:defRPr>
            </a:lvl9pPr>
          </a:lstStyle>
          <a:p>
            <a:pPr eaLnBrk="1" fontAlgn="base" hangingPunct="1">
              <a:spcBef>
                <a:spcPct val="50000"/>
              </a:spcBef>
              <a:spcAft>
                <a:spcPct val="0"/>
              </a:spcAft>
            </a:pPr>
            <a:r>
              <a:rPr lang="en-US" altLang="zh-TW" sz="2800">
                <a:solidFill>
                  <a:srgbClr val="FFFFFF"/>
                </a:solidFill>
                <a:latin typeface="Verdana" pitchFamily="34" charset="0"/>
              </a:rPr>
              <a:t>LOGO</a:t>
            </a:r>
          </a:p>
        </p:txBody>
      </p:sp>
      <p:sp>
        <p:nvSpPr>
          <p:cNvPr id="1722" name="Freeform 1790"/>
          <p:cNvSpPr>
            <a:spLocks/>
          </p:cNvSpPr>
          <p:nvPr userDrawn="1"/>
        </p:nvSpPr>
        <p:spPr bwMode="gray">
          <a:xfrm>
            <a:off x="-26988" y="3017838"/>
            <a:ext cx="9175751" cy="579437"/>
          </a:xfrm>
          <a:custGeom>
            <a:avLst/>
            <a:gdLst>
              <a:gd name="T0" fmla="*/ 3001 w 5780"/>
              <a:gd name="T1" fmla="*/ 12 h 365"/>
              <a:gd name="T2" fmla="*/ 5777 w 5780"/>
              <a:gd name="T3" fmla="*/ 342 h 365"/>
              <a:gd name="T4" fmla="*/ 0 w 5780"/>
              <a:gd name="T5" fmla="*/ 365 h 365"/>
              <a:gd name="T6" fmla="*/ 3001 w 5780"/>
              <a:gd name="T7" fmla="*/ 12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3075" name="Rectangle 3"/>
          <p:cNvSpPr>
            <a:spLocks noGrp="1" noChangeArrowheads="1"/>
          </p:cNvSpPr>
          <p:nvPr>
            <p:ph type="subTitle" idx="1"/>
          </p:nvPr>
        </p:nvSpPr>
        <p:spPr bwMode="black">
          <a:xfrm>
            <a:off x="1219200" y="4800600"/>
            <a:ext cx="6705600" cy="533400"/>
          </a:xfrm>
        </p:spPr>
        <p:txBody>
          <a:bodyPr/>
          <a:lstStyle>
            <a:lvl1pPr marL="0" indent="0" algn="ctr">
              <a:buFont typeface="Wingdings" pitchFamily="2" charset="2"/>
              <a:buNone/>
              <a:defRPr sz="1800" b="1"/>
            </a:lvl1pPr>
          </a:lstStyle>
          <a:p>
            <a:r>
              <a:rPr lang="zh-TW" altLang="en-US"/>
              <a:t>按一下以編輯母片副標題樣式</a:t>
            </a:r>
            <a:endParaRPr lang="en-US" altLang="zh-TW"/>
          </a:p>
        </p:txBody>
      </p:sp>
      <p:sp>
        <p:nvSpPr>
          <p:cNvPr id="3074" name="Rectangle 2"/>
          <p:cNvSpPr>
            <a:spLocks noGrp="1" noChangeArrowheads="1"/>
          </p:cNvSpPr>
          <p:nvPr>
            <p:ph type="ctrTitle"/>
          </p:nvPr>
        </p:nvSpPr>
        <p:spPr>
          <a:xfrm>
            <a:off x="762000" y="3657600"/>
            <a:ext cx="7467600" cy="762000"/>
          </a:xfrm>
        </p:spPr>
        <p:txBody>
          <a:bodyPr/>
          <a:lstStyle>
            <a:lvl1pPr>
              <a:defRPr sz="4400">
                <a:solidFill>
                  <a:schemeClr val="tx1"/>
                </a:solidFill>
              </a:defRPr>
            </a:lvl1pPr>
          </a:lstStyle>
          <a:p>
            <a:r>
              <a:rPr lang="zh-TW" altLang="en-US"/>
              <a:t>按一下以編輯母片標題樣式</a:t>
            </a:r>
            <a:endParaRPr lang="en-US" altLang="zh-TW"/>
          </a:p>
        </p:txBody>
      </p:sp>
    </p:spTree>
    <p:extLst>
      <p:ext uri="{BB962C8B-B14F-4D97-AF65-F5344CB8AC3E}">
        <p14:creationId xmlns:p14="http://schemas.microsoft.com/office/powerpoint/2010/main" val="27538241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5" name="Rectangle 6"/>
          <p:cNvSpPr>
            <a:spLocks noGrp="1" noChangeArrowheads="1"/>
          </p:cNvSpPr>
          <p:nvPr>
            <p:ph type="sldNum" sz="quarter" idx="11"/>
          </p:nvPr>
        </p:nvSpPr>
        <p:spPr>
          <a:ln/>
        </p:spPr>
        <p:txBody>
          <a:bodyPr/>
          <a:lstStyle>
            <a:lvl1pPr>
              <a:defRPr/>
            </a:lvl1pPr>
          </a:lstStyle>
          <a:p>
            <a:pPr>
              <a:defRPr/>
            </a:pPr>
            <a:fld id="{9A5BA963-6969-4F6B-8DE5-3C6FC7508B31}"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23705870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4"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5" name="Rectangle 6"/>
          <p:cNvSpPr>
            <a:spLocks noGrp="1" noChangeArrowheads="1"/>
          </p:cNvSpPr>
          <p:nvPr>
            <p:ph type="sldNum" sz="quarter" idx="11"/>
          </p:nvPr>
        </p:nvSpPr>
        <p:spPr>
          <a:ln/>
        </p:spPr>
        <p:txBody>
          <a:bodyPr/>
          <a:lstStyle>
            <a:lvl1pPr>
              <a:defRPr/>
            </a:lvl1pPr>
          </a:lstStyle>
          <a:p>
            <a:pPr>
              <a:defRPr/>
            </a:pPr>
            <a:fld id="{B0E30F2A-2C29-489D-950B-1126EABEA6CE}"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192929926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6" name="Rectangle 6"/>
          <p:cNvSpPr>
            <a:spLocks noGrp="1" noChangeArrowheads="1"/>
          </p:cNvSpPr>
          <p:nvPr>
            <p:ph type="sldNum" sz="quarter" idx="11"/>
          </p:nvPr>
        </p:nvSpPr>
        <p:spPr>
          <a:ln/>
        </p:spPr>
        <p:txBody>
          <a:bodyPr/>
          <a:lstStyle>
            <a:lvl1pPr>
              <a:defRPr/>
            </a:lvl1pPr>
          </a:lstStyle>
          <a:p>
            <a:pPr>
              <a:defRPr/>
            </a:pPr>
            <a:fld id="{4A83D1F8-3A3C-4463-829B-9258F2D1154E}"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130243172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a:xfrm>
            <a:off x="457200" y="274638"/>
            <a:ext cx="8229600" cy="1143000"/>
          </a:xfrm>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8" name="Rectangle 6"/>
          <p:cNvSpPr>
            <a:spLocks noGrp="1" noChangeArrowheads="1"/>
          </p:cNvSpPr>
          <p:nvPr>
            <p:ph type="sldNum" sz="quarter" idx="11"/>
          </p:nvPr>
        </p:nvSpPr>
        <p:spPr>
          <a:ln/>
        </p:spPr>
        <p:txBody>
          <a:bodyPr/>
          <a:lstStyle>
            <a:lvl1pPr>
              <a:defRPr/>
            </a:lvl1pPr>
          </a:lstStyle>
          <a:p>
            <a:pPr>
              <a:defRPr/>
            </a:pPr>
            <a:fld id="{86DEB658-FECB-4F5F-98DD-6439027BE86B}"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101202403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4" name="Rectangle 6"/>
          <p:cNvSpPr>
            <a:spLocks noGrp="1" noChangeArrowheads="1"/>
          </p:cNvSpPr>
          <p:nvPr>
            <p:ph type="sldNum" sz="quarter" idx="11"/>
          </p:nvPr>
        </p:nvSpPr>
        <p:spPr>
          <a:ln/>
        </p:spPr>
        <p:txBody>
          <a:bodyPr/>
          <a:lstStyle>
            <a:lvl1pPr>
              <a:defRPr/>
            </a:lvl1pPr>
          </a:lstStyle>
          <a:p>
            <a:pPr>
              <a:defRPr/>
            </a:pPr>
            <a:fld id="{0FA51200-DC1E-41BC-89B7-FE518F1AECB2}"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177786019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3" name="Rectangle 6"/>
          <p:cNvSpPr>
            <a:spLocks noGrp="1" noChangeArrowheads="1"/>
          </p:cNvSpPr>
          <p:nvPr>
            <p:ph type="sldNum" sz="quarter" idx="11"/>
          </p:nvPr>
        </p:nvSpPr>
        <p:spPr>
          <a:ln/>
        </p:spPr>
        <p:txBody>
          <a:bodyPr/>
          <a:lstStyle>
            <a:lvl1pPr>
              <a:defRPr/>
            </a:lvl1pPr>
          </a:lstStyle>
          <a:p>
            <a:pPr>
              <a:defRPr/>
            </a:pPr>
            <a:fld id="{E4906D95-0565-49C2-B080-92CD34324DD4}"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296898985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6" name="Rectangle 6"/>
          <p:cNvSpPr>
            <a:spLocks noGrp="1" noChangeArrowheads="1"/>
          </p:cNvSpPr>
          <p:nvPr>
            <p:ph type="sldNum" sz="quarter" idx="11"/>
          </p:nvPr>
        </p:nvSpPr>
        <p:spPr>
          <a:ln/>
        </p:spPr>
        <p:txBody>
          <a:bodyPr/>
          <a:lstStyle>
            <a:lvl1pPr>
              <a:defRPr/>
            </a:lvl1pPr>
          </a:lstStyle>
          <a:p>
            <a:pPr>
              <a:defRPr/>
            </a:pPr>
            <a:fld id="{1E2748AA-B035-4351-B295-9997ED634263}"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31929017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zh-TW" altLang="en-US" noProof="0"/>
              <a:t>按一下圖示以新增圖片</a:t>
            </a:r>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6" name="Rectangle 6"/>
          <p:cNvSpPr>
            <a:spLocks noGrp="1" noChangeArrowheads="1"/>
          </p:cNvSpPr>
          <p:nvPr>
            <p:ph type="sldNum" sz="quarter" idx="11"/>
          </p:nvPr>
        </p:nvSpPr>
        <p:spPr>
          <a:ln/>
        </p:spPr>
        <p:txBody>
          <a:bodyPr/>
          <a:lstStyle>
            <a:lvl1pPr>
              <a:defRPr/>
            </a:lvl1pPr>
          </a:lstStyle>
          <a:p>
            <a:pPr>
              <a:defRPr/>
            </a:pPr>
            <a:fld id="{96F45070-950A-449A-B138-2513DA360BD4}"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11679356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5" name="Rectangle 6"/>
          <p:cNvSpPr>
            <a:spLocks noGrp="1" noChangeArrowheads="1"/>
          </p:cNvSpPr>
          <p:nvPr>
            <p:ph type="sldNum" sz="quarter" idx="11"/>
          </p:nvPr>
        </p:nvSpPr>
        <p:spPr>
          <a:ln/>
        </p:spPr>
        <p:txBody>
          <a:bodyPr/>
          <a:lstStyle>
            <a:lvl1pPr>
              <a:defRPr/>
            </a:lvl1pPr>
          </a:lstStyle>
          <a:p>
            <a:pPr>
              <a:defRPr/>
            </a:pPr>
            <a:fld id="{56A47BFF-0257-4756-8756-C63CB8B9E7EA}"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154600552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591300" y="46038"/>
            <a:ext cx="2095500" cy="6354762"/>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304800" y="46038"/>
            <a:ext cx="6134100" cy="6354762"/>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5" name="Rectangle 6"/>
          <p:cNvSpPr>
            <a:spLocks noGrp="1" noChangeArrowheads="1"/>
          </p:cNvSpPr>
          <p:nvPr>
            <p:ph type="sldNum" sz="quarter" idx="11"/>
          </p:nvPr>
        </p:nvSpPr>
        <p:spPr>
          <a:ln/>
        </p:spPr>
        <p:txBody>
          <a:bodyPr/>
          <a:lstStyle>
            <a:lvl1pPr>
              <a:defRPr/>
            </a:lvl1pPr>
          </a:lstStyle>
          <a:p>
            <a:pPr>
              <a:defRPr/>
            </a:pPr>
            <a:fld id="{2A83D207-1539-49B0-90FB-A7A5B35C5D37}"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194692917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bl" preserve="1">
  <p:cSld name="標題及表格">
    <p:spTree>
      <p:nvGrpSpPr>
        <p:cNvPr id="1" name=""/>
        <p:cNvGrpSpPr/>
        <p:nvPr/>
      </p:nvGrpSpPr>
      <p:grpSpPr>
        <a:xfrm>
          <a:off x="0" y="0"/>
          <a:ext cx="0" cy="0"/>
          <a:chOff x="0" y="0"/>
          <a:chExt cx="0" cy="0"/>
        </a:xfrm>
      </p:grpSpPr>
      <p:sp>
        <p:nvSpPr>
          <p:cNvPr id="2" name="標題 1"/>
          <p:cNvSpPr>
            <a:spLocks noGrp="1"/>
          </p:cNvSpPr>
          <p:nvPr>
            <p:ph type="title"/>
          </p:nvPr>
        </p:nvSpPr>
        <p:spPr>
          <a:xfrm>
            <a:off x="304800" y="46038"/>
            <a:ext cx="8382000" cy="563562"/>
          </a:xfrm>
        </p:spPr>
        <p:txBody>
          <a:bodyPr/>
          <a:lstStyle/>
          <a:p>
            <a:r>
              <a:rPr lang="zh-TW" altLang="en-US"/>
              <a:t>按一下以編輯母片標題樣式</a:t>
            </a:r>
          </a:p>
        </p:txBody>
      </p:sp>
      <p:sp>
        <p:nvSpPr>
          <p:cNvPr id="3" name="表格版面配置區 2"/>
          <p:cNvSpPr>
            <a:spLocks noGrp="1"/>
          </p:cNvSpPr>
          <p:nvPr>
            <p:ph type="tbl" idx="1"/>
          </p:nvPr>
        </p:nvSpPr>
        <p:spPr>
          <a:xfrm>
            <a:off x="457200" y="990600"/>
            <a:ext cx="8229600" cy="5410200"/>
          </a:xfrm>
        </p:spPr>
        <p:txBody>
          <a:bodyPr/>
          <a:lstStyle/>
          <a:p>
            <a:pPr lvl="0"/>
            <a:r>
              <a:rPr lang="zh-TW" altLang="en-US" noProof="0"/>
              <a:t>按一下圖示以新增表格</a:t>
            </a:r>
          </a:p>
        </p:txBody>
      </p:sp>
      <p:sp>
        <p:nvSpPr>
          <p:cNvPr id="4" name="Rectangle 5"/>
          <p:cNvSpPr>
            <a:spLocks noGrp="1" noChangeArrowheads="1"/>
          </p:cNvSpPr>
          <p:nvPr>
            <p:ph type="ftr" sz="quarter" idx="10"/>
          </p:nvPr>
        </p:nvSpPr>
        <p:spPr>
          <a:ln/>
        </p:spPr>
        <p:txBody>
          <a:bodyPr/>
          <a:lstStyle>
            <a:lvl1pPr>
              <a:defRPr/>
            </a:lvl1pPr>
          </a:lstStyle>
          <a:p>
            <a:pPr>
              <a:defRPr/>
            </a:pPr>
            <a:r>
              <a:rPr lang="en-US" altLang="zh-TW">
                <a:solidFill>
                  <a:srgbClr val="024631"/>
                </a:solidFill>
              </a:rPr>
              <a:t>www.themegallery.com</a:t>
            </a:r>
          </a:p>
        </p:txBody>
      </p:sp>
      <p:sp>
        <p:nvSpPr>
          <p:cNvPr id="5" name="Rectangle 6"/>
          <p:cNvSpPr>
            <a:spLocks noGrp="1" noChangeArrowheads="1"/>
          </p:cNvSpPr>
          <p:nvPr>
            <p:ph type="sldNum" sz="quarter" idx="11"/>
          </p:nvPr>
        </p:nvSpPr>
        <p:spPr>
          <a:ln/>
        </p:spPr>
        <p:txBody>
          <a:bodyPr/>
          <a:lstStyle>
            <a:lvl1pPr>
              <a:defRPr/>
            </a:lvl1pPr>
          </a:lstStyle>
          <a:p>
            <a:pPr>
              <a:defRPr/>
            </a:pPr>
            <a:fld id="{B89DE470-C80C-432C-9B52-BF420BAC9BAE}" type="slidenum">
              <a:rPr lang="en-US" altLang="zh-TW">
                <a:solidFill>
                  <a:srgbClr val="024631"/>
                </a:solidFill>
              </a:rPr>
              <a:pPr>
                <a:defRPr/>
              </a:pPr>
              <a:t>‹#›</a:t>
            </a:fld>
            <a:endParaRPr lang="en-US" altLang="zh-TW">
              <a:solidFill>
                <a:srgbClr val="024631"/>
              </a:solidFill>
            </a:endParaRPr>
          </a:p>
        </p:txBody>
      </p:sp>
    </p:spTree>
    <p:extLst>
      <p:ext uri="{BB962C8B-B14F-4D97-AF65-F5344CB8AC3E}">
        <p14:creationId xmlns:p14="http://schemas.microsoft.com/office/powerpoint/2010/main" val="134543897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type="title" preserve="1">
  <p:cSld name="標題投影片">
    <p:bg>
      <p:bgPr>
        <a:solidFill>
          <a:srgbClr val="FFFFFF"/>
        </a:solidFill>
        <a:effectLst/>
      </p:bgPr>
    </p:bg>
    <p:spTree>
      <p:nvGrpSpPr>
        <p:cNvPr id="1" name=""/>
        <p:cNvGrpSpPr/>
        <p:nvPr/>
      </p:nvGrpSpPr>
      <p:grpSpPr>
        <a:xfrm>
          <a:off x="0" y="0"/>
          <a:ext cx="0" cy="0"/>
          <a:chOff x="0" y="0"/>
          <a:chExt cx="0" cy="0"/>
        </a:xfrm>
      </p:grpSpPr>
      <p:sp>
        <p:nvSpPr>
          <p:cNvPr id="4" name="Rectangle 1784"/>
          <p:cNvSpPr>
            <a:spLocks noChangeArrowheads="1"/>
          </p:cNvSpPr>
          <p:nvPr userDrawn="1"/>
        </p:nvSpPr>
        <p:spPr bwMode="gray">
          <a:xfrm>
            <a:off x="2978150" y="0"/>
            <a:ext cx="3270250" cy="342900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6227763" y="0"/>
          <a:ext cx="2914650" cy="35734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0"/>
                        <a:ext cx="2914650"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0" y="0"/>
          <a:ext cx="3019425" cy="3573463"/>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3019425"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 name="Group 68"/>
          <p:cNvGrpSpPr>
            <a:grpSpLocks/>
          </p:cNvGrpSpPr>
          <p:nvPr userDrawn="1"/>
        </p:nvGrpSpPr>
        <p:grpSpPr bwMode="auto">
          <a:xfrm>
            <a:off x="3348038" y="836613"/>
            <a:ext cx="2509837" cy="2498725"/>
            <a:chOff x="2111" y="670"/>
            <a:chExt cx="1581" cy="1574"/>
          </a:xfrm>
        </p:grpSpPr>
        <p:sp>
          <p:nvSpPr>
            <p:cNvPr id="8" name="Line 69"/>
            <p:cNvSpPr>
              <a:spLocks noChangeShapeType="1"/>
            </p:cNvSpPr>
            <p:nvPr userDrawn="1"/>
          </p:nvSpPr>
          <p:spPr bwMode="gray">
            <a:xfrm flipH="1">
              <a:off x="3092" y="1532"/>
              <a:ext cx="156"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 name="Line 70"/>
            <p:cNvSpPr>
              <a:spLocks noChangeShapeType="1"/>
            </p:cNvSpPr>
            <p:nvPr userDrawn="1"/>
          </p:nvSpPr>
          <p:spPr bwMode="gray">
            <a:xfrm flipH="1" flipV="1">
              <a:off x="3101" y="1523"/>
              <a:ext cx="206"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 name="Line 71"/>
            <p:cNvSpPr>
              <a:spLocks noChangeShapeType="1"/>
            </p:cNvSpPr>
            <p:nvPr userDrawn="1"/>
          </p:nvSpPr>
          <p:spPr bwMode="gray">
            <a:xfrm flipV="1">
              <a:off x="3081" y="1642"/>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 name="Line 72"/>
            <p:cNvSpPr>
              <a:spLocks noChangeShapeType="1"/>
            </p:cNvSpPr>
            <p:nvPr userDrawn="1"/>
          </p:nvSpPr>
          <p:spPr bwMode="gray">
            <a:xfrm flipV="1">
              <a:off x="3449" y="1518"/>
              <a:ext cx="7" cy="25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 name="Line 73"/>
            <p:cNvSpPr>
              <a:spLocks noChangeShapeType="1"/>
            </p:cNvSpPr>
            <p:nvPr userDrawn="1"/>
          </p:nvSpPr>
          <p:spPr bwMode="gray">
            <a:xfrm flipH="1">
              <a:off x="3456" y="1273"/>
              <a:ext cx="7"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 name="Line 74"/>
            <p:cNvSpPr>
              <a:spLocks noChangeShapeType="1"/>
            </p:cNvSpPr>
            <p:nvPr userDrawn="1"/>
          </p:nvSpPr>
          <p:spPr bwMode="gray">
            <a:xfrm flipV="1">
              <a:off x="299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 name="Freeform 75"/>
            <p:cNvSpPr>
              <a:spLocks/>
            </p:cNvSpPr>
            <p:nvPr userDrawn="1"/>
          </p:nvSpPr>
          <p:spPr bwMode="gray">
            <a:xfrm>
              <a:off x="3083" y="1623"/>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 name="Line 76"/>
            <p:cNvSpPr>
              <a:spLocks noChangeShapeType="1"/>
            </p:cNvSpPr>
            <p:nvPr userDrawn="1"/>
          </p:nvSpPr>
          <p:spPr bwMode="gray">
            <a:xfrm>
              <a:off x="2983" y="1595"/>
              <a:ext cx="209"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 name="Line 77"/>
            <p:cNvSpPr>
              <a:spLocks noChangeShapeType="1"/>
            </p:cNvSpPr>
            <p:nvPr userDrawn="1"/>
          </p:nvSpPr>
          <p:spPr bwMode="gray">
            <a:xfrm>
              <a:off x="2989" y="1588"/>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 name="Line 78"/>
            <p:cNvSpPr>
              <a:spLocks noChangeShapeType="1"/>
            </p:cNvSpPr>
            <p:nvPr userDrawn="1"/>
          </p:nvSpPr>
          <p:spPr bwMode="gray">
            <a:xfrm flipH="1" flipV="1">
              <a:off x="2980" y="1606"/>
              <a:ext cx="208"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 name="Line 79"/>
            <p:cNvSpPr>
              <a:spLocks noChangeShapeType="1"/>
            </p:cNvSpPr>
            <p:nvPr userDrawn="1"/>
          </p:nvSpPr>
          <p:spPr bwMode="gray">
            <a:xfrm>
              <a:off x="2957" y="1842"/>
              <a:ext cx="186"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 name="Line 80"/>
            <p:cNvSpPr>
              <a:spLocks noChangeShapeType="1"/>
            </p:cNvSpPr>
            <p:nvPr userDrawn="1"/>
          </p:nvSpPr>
          <p:spPr bwMode="gray">
            <a:xfrm flipH="1" flipV="1">
              <a:off x="2231" y="1408"/>
              <a:ext cx="116"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 name="Line 81"/>
            <p:cNvSpPr>
              <a:spLocks noChangeShapeType="1"/>
            </p:cNvSpPr>
            <p:nvPr userDrawn="1"/>
          </p:nvSpPr>
          <p:spPr bwMode="gray">
            <a:xfrm flipV="1">
              <a:off x="2284" y="1467"/>
              <a:ext cx="63" cy="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 name="Line 82"/>
            <p:cNvSpPr>
              <a:spLocks noChangeShapeType="1"/>
            </p:cNvSpPr>
            <p:nvPr userDrawn="1"/>
          </p:nvSpPr>
          <p:spPr bwMode="gray">
            <a:xfrm flipH="1" flipV="1">
              <a:off x="2665" y="1564"/>
              <a:ext cx="203"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 name="Line 83"/>
            <p:cNvSpPr>
              <a:spLocks noChangeShapeType="1"/>
            </p:cNvSpPr>
            <p:nvPr userDrawn="1"/>
          </p:nvSpPr>
          <p:spPr bwMode="gray">
            <a:xfrm flipV="1">
              <a:off x="2642" y="1539"/>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 name="Line 84"/>
            <p:cNvSpPr>
              <a:spLocks noChangeShapeType="1"/>
            </p:cNvSpPr>
            <p:nvPr userDrawn="1"/>
          </p:nvSpPr>
          <p:spPr bwMode="gray">
            <a:xfrm flipV="1">
              <a:off x="2880" y="1653"/>
              <a:ext cx="1"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 name="Line 85"/>
            <p:cNvSpPr>
              <a:spLocks noChangeShapeType="1"/>
            </p:cNvSpPr>
            <p:nvPr userDrawn="1"/>
          </p:nvSpPr>
          <p:spPr bwMode="gray">
            <a:xfrm flipV="1">
              <a:off x="2798" y="1721"/>
              <a:ext cx="161"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 name="Line 86"/>
            <p:cNvSpPr>
              <a:spLocks noChangeShapeType="1"/>
            </p:cNvSpPr>
            <p:nvPr userDrawn="1"/>
          </p:nvSpPr>
          <p:spPr bwMode="gray">
            <a:xfrm>
              <a:off x="2733" y="1506"/>
              <a:ext cx="11"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 name="Line 87"/>
            <p:cNvSpPr>
              <a:spLocks noChangeShapeType="1"/>
            </p:cNvSpPr>
            <p:nvPr userDrawn="1"/>
          </p:nvSpPr>
          <p:spPr bwMode="gray">
            <a:xfrm flipV="1">
              <a:off x="2744" y="1509"/>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 name="Line 88"/>
            <p:cNvSpPr>
              <a:spLocks noChangeShapeType="1"/>
            </p:cNvSpPr>
            <p:nvPr userDrawn="1"/>
          </p:nvSpPr>
          <p:spPr bwMode="gray">
            <a:xfrm flipH="1" flipV="1">
              <a:off x="2452" y="1569"/>
              <a:ext cx="3" cy="25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 name="Line 89"/>
            <p:cNvSpPr>
              <a:spLocks noChangeShapeType="1"/>
            </p:cNvSpPr>
            <p:nvPr userDrawn="1"/>
          </p:nvSpPr>
          <p:spPr bwMode="gray">
            <a:xfrm>
              <a:off x="2142" y="1583"/>
              <a:ext cx="63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 name="Line 90"/>
            <p:cNvSpPr>
              <a:spLocks noChangeShapeType="1"/>
            </p:cNvSpPr>
            <p:nvPr userDrawn="1"/>
          </p:nvSpPr>
          <p:spPr bwMode="gray">
            <a:xfrm flipV="1">
              <a:off x="2564" y="1609"/>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 name="Line 91"/>
            <p:cNvSpPr>
              <a:spLocks noChangeShapeType="1"/>
            </p:cNvSpPr>
            <p:nvPr userDrawn="1"/>
          </p:nvSpPr>
          <p:spPr bwMode="gray">
            <a:xfrm flipH="1" flipV="1">
              <a:off x="2551" y="1606"/>
              <a:ext cx="13"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 name="Line 92"/>
            <p:cNvSpPr>
              <a:spLocks noChangeShapeType="1"/>
            </p:cNvSpPr>
            <p:nvPr userDrawn="1"/>
          </p:nvSpPr>
          <p:spPr bwMode="gray">
            <a:xfrm flipH="1" flipV="1">
              <a:off x="2354" y="1534"/>
              <a:ext cx="19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 name="Line 93"/>
            <p:cNvSpPr>
              <a:spLocks noChangeShapeType="1"/>
            </p:cNvSpPr>
            <p:nvPr userDrawn="1"/>
          </p:nvSpPr>
          <p:spPr bwMode="gray">
            <a:xfrm flipH="1" flipV="1">
              <a:off x="2343" y="1530"/>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 name="Line 94"/>
            <p:cNvSpPr>
              <a:spLocks noChangeShapeType="1"/>
            </p:cNvSpPr>
            <p:nvPr userDrawn="1"/>
          </p:nvSpPr>
          <p:spPr bwMode="gray">
            <a:xfrm flipV="1">
              <a:off x="2343" y="153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 name="Line 95"/>
            <p:cNvSpPr>
              <a:spLocks noChangeShapeType="1"/>
            </p:cNvSpPr>
            <p:nvPr userDrawn="1"/>
          </p:nvSpPr>
          <p:spPr bwMode="gray">
            <a:xfrm>
              <a:off x="2347" y="1770"/>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 name="Line 96"/>
            <p:cNvSpPr>
              <a:spLocks noChangeShapeType="1"/>
            </p:cNvSpPr>
            <p:nvPr userDrawn="1"/>
          </p:nvSpPr>
          <p:spPr bwMode="gray">
            <a:xfrm>
              <a:off x="2347" y="178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 name="Line 97"/>
            <p:cNvSpPr>
              <a:spLocks noChangeShapeType="1"/>
            </p:cNvSpPr>
            <p:nvPr userDrawn="1"/>
          </p:nvSpPr>
          <p:spPr bwMode="gray">
            <a:xfrm>
              <a:off x="2359" y="1788"/>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 name="Line 98"/>
            <p:cNvSpPr>
              <a:spLocks noChangeShapeType="1"/>
            </p:cNvSpPr>
            <p:nvPr userDrawn="1"/>
          </p:nvSpPr>
          <p:spPr bwMode="gray">
            <a:xfrm>
              <a:off x="2555" y="1861"/>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 name="Line 99"/>
            <p:cNvSpPr>
              <a:spLocks noChangeShapeType="1"/>
            </p:cNvSpPr>
            <p:nvPr userDrawn="1"/>
          </p:nvSpPr>
          <p:spPr bwMode="gray">
            <a:xfrm>
              <a:off x="2565" y="185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 name="Line 100"/>
            <p:cNvSpPr>
              <a:spLocks noChangeShapeType="1"/>
            </p:cNvSpPr>
            <p:nvPr userDrawn="1"/>
          </p:nvSpPr>
          <p:spPr bwMode="gray">
            <a:xfrm flipH="1" flipV="1">
              <a:off x="2656" y="1892"/>
              <a:ext cx="2" cy="1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 name="Line 101"/>
            <p:cNvSpPr>
              <a:spLocks noChangeShapeType="1"/>
            </p:cNvSpPr>
            <p:nvPr userDrawn="1"/>
          </p:nvSpPr>
          <p:spPr bwMode="gray">
            <a:xfrm flipV="1">
              <a:off x="2576" y="1892"/>
              <a:ext cx="79"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 name="Line 102"/>
            <p:cNvSpPr>
              <a:spLocks noChangeShapeType="1"/>
            </p:cNvSpPr>
            <p:nvPr userDrawn="1"/>
          </p:nvSpPr>
          <p:spPr bwMode="gray">
            <a:xfrm flipH="1" flipV="1">
              <a:off x="2653" y="1312"/>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 name="Line 103"/>
            <p:cNvSpPr>
              <a:spLocks noChangeShapeType="1"/>
            </p:cNvSpPr>
            <p:nvPr userDrawn="1"/>
          </p:nvSpPr>
          <p:spPr bwMode="gray">
            <a:xfrm flipV="1">
              <a:off x="2572" y="1434"/>
              <a:ext cx="163" cy="8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 name="Line 104"/>
            <p:cNvSpPr>
              <a:spLocks noChangeShapeType="1"/>
            </p:cNvSpPr>
            <p:nvPr userDrawn="1"/>
          </p:nvSpPr>
          <p:spPr bwMode="gray">
            <a:xfrm>
              <a:off x="2441" y="1228"/>
              <a:ext cx="200"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 name="Line 105"/>
            <p:cNvSpPr>
              <a:spLocks noChangeShapeType="1"/>
            </p:cNvSpPr>
            <p:nvPr userDrawn="1"/>
          </p:nvSpPr>
          <p:spPr bwMode="gray">
            <a:xfrm flipH="1">
              <a:off x="2457" y="1219"/>
              <a:ext cx="166"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 name="Line 106"/>
            <p:cNvSpPr>
              <a:spLocks noChangeShapeType="1"/>
            </p:cNvSpPr>
            <p:nvPr userDrawn="1"/>
          </p:nvSpPr>
          <p:spPr bwMode="gray">
            <a:xfrm>
              <a:off x="2359" y="1864"/>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 name="Line 107"/>
            <p:cNvSpPr>
              <a:spLocks noChangeShapeType="1"/>
            </p:cNvSpPr>
            <p:nvPr userDrawn="1"/>
          </p:nvSpPr>
          <p:spPr bwMode="gray">
            <a:xfrm>
              <a:off x="2455" y="1824"/>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 name="Line 108"/>
            <p:cNvSpPr>
              <a:spLocks noChangeShapeType="1"/>
            </p:cNvSpPr>
            <p:nvPr userDrawn="1"/>
          </p:nvSpPr>
          <p:spPr bwMode="gray">
            <a:xfrm>
              <a:off x="2352" y="1454"/>
              <a:ext cx="199"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 name="Line 109"/>
            <p:cNvSpPr>
              <a:spLocks noChangeShapeType="1"/>
            </p:cNvSpPr>
            <p:nvPr userDrawn="1"/>
          </p:nvSpPr>
          <p:spPr bwMode="gray">
            <a:xfrm>
              <a:off x="2448" y="1322"/>
              <a:ext cx="4"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 name="Line 110"/>
            <p:cNvSpPr>
              <a:spLocks noChangeShapeType="1"/>
            </p:cNvSpPr>
            <p:nvPr userDrawn="1"/>
          </p:nvSpPr>
          <p:spPr bwMode="gray">
            <a:xfrm flipV="1">
              <a:off x="3438" y="1167"/>
              <a:ext cx="32" cy="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 name="Line 111"/>
            <p:cNvSpPr>
              <a:spLocks noChangeShapeType="1"/>
            </p:cNvSpPr>
            <p:nvPr userDrawn="1"/>
          </p:nvSpPr>
          <p:spPr bwMode="gray">
            <a:xfrm flipV="1">
              <a:off x="3548" y="1268"/>
              <a:ext cx="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 name="Line 112"/>
            <p:cNvSpPr>
              <a:spLocks noChangeShapeType="1"/>
            </p:cNvSpPr>
            <p:nvPr userDrawn="1"/>
          </p:nvSpPr>
          <p:spPr bwMode="gray">
            <a:xfrm flipV="1">
              <a:off x="3599" y="1336"/>
              <a:ext cx="18"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 name="Line 113"/>
            <p:cNvSpPr>
              <a:spLocks noChangeShapeType="1"/>
            </p:cNvSpPr>
            <p:nvPr userDrawn="1"/>
          </p:nvSpPr>
          <p:spPr bwMode="gray">
            <a:xfrm>
              <a:off x="3398" y="1139"/>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 name="Line 114"/>
            <p:cNvSpPr>
              <a:spLocks noChangeShapeType="1"/>
            </p:cNvSpPr>
            <p:nvPr userDrawn="1"/>
          </p:nvSpPr>
          <p:spPr bwMode="gray">
            <a:xfrm flipV="1">
              <a:off x="3408" y="114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 name="Line 115"/>
            <p:cNvSpPr>
              <a:spLocks noChangeShapeType="1"/>
            </p:cNvSpPr>
            <p:nvPr userDrawn="1"/>
          </p:nvSpPr>
          <p:spPr bwMode="gray">
            <a:xfrm flipV="1">
              <a:off x="3139" y="1224"/>
              <a:ext cx="4" cy="2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 name="Line 116"/>
            <p:cNvSpPr>
              <a:spLocks noChangeShapeType="1"/>
            </p:cNvSpPr>
            <p:nvPr userDrawn="1"/>
          </p:nvSpPr>
          <p:spPr bwMode="gray">
            <a:xfrm>
              <a:off x="3034" y="138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 name="Line 117"/>
            <p:cNvSpPr>
              <a:spLocks noChangeShapeType="1"/>
            </p:cNvSpPr>
            <p:nvPr userDrawn="1"/>
          </p:nvSpPr>
          <p:spPr bwMode="gray">
            <a:xfrm>
              <a:off x="3034" y="1401"/>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 name="Line 118"/>
            <p:cNvSpPr>
              <a:spLocks noChangeShapeType="1"/>
            </p:cNvSpPr>
            <p:nvPr userDrawn="1"/>
          </p:nvSpPr>
          <p:spPr bwMode="gray">
            <a:xfrm flipV="1">
              <a:off x="3331" y="952"/>
              <a:ext cx="4" cy="19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 name="Line 119"/>
            <p:cNvSpPr>
              <a:spLocks noChangeShapeType="1"/>
            </p:cNvSpPr>
            <p:nvPr userDrawn="1"/>
          </p:nvSpPr>
          <p:spPr bwMode="gray">
            <a:xfrm flipV="1">
              <a:off x="3309" y="1070"/>
              <a:ext cx="94"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 name="Line 120"/>
            <p:cNvSpPr>
              <a:spLocks noChangeShapeType="1"/>
            </p:cNvSpPr>
            <p:nvPr userDrawn="1"/>
          </p:nvSpPr>
          <p:spPr bwMode="gray">
            <a:xfrm flipH="1">
              <a:off x="3284" y="86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 name="Line 121"/>
            <p:cNvSpPr>
              <a:spLocks noChangeShapeType="1"/>
            </p:cNvSpPr>
            <p:nvPr userDrawn="1"/>
          </p:nvSpPr>
          <p:spPr bwMode="gray">
            <a:xfrm>
              <a:off x="3043" y="1478"/>
              <a:ext cx="82" cy="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 name="Line 122"/>
            <p:cNvSpPr>
              <a:spLocks noChangeShapeType="1"/>
            </p:cNvSpPr>
            <p:nvPr userDrawn="1"/>
          </p:nvSpPr>
          <p:spPr bwMode="gray">
            <a:xfrm flipH="1" flipV="1">
              <a:off x="3045" y="1405"/>
              <a:ext cx="105"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 name="Line 123"/>
            <p:cNvSpPr>
              <a:spLocks noChangeShapeType="1"/>
            </p:cNvSpPr>
            <p:nvPr userDrawn="1"/>
          </p:nvSpPr>
          <p:spPr bwMode="gray">
            <a:xfrm flipH="1">
              <a:off x="3534" y="1342"/>
              <a:ext cx="42" cy="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 name="Line 124"/>
            <p:cNvSpPr>
              <a:spLocks noChangeShapeType="1"/>
            </p:cNvSpPr>
            <p:nvPr userDrawn="1"/>
          </p:nvSpPr>
          <p:spPr bwMode="gray">
            <a:xfrm flipH="1" flipV="1">
              <a:off x="3533" y="1420"/>
              <a:ext cx="43"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 name="Line 125"/>
            <p:cNvSpPr>
              <a:spLocks noChangeShapeType="1"/>
            </p:cNvSpPr>
            <p:nvPr userDrawn="1"/>
          </p:nvSpPr>
          <p:spPr bwMode="gray">
            <a:xfrm flipV="1">
              <a:off x="3143" y="1488"/>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 name="Line 126"/>
            <p:cNvSpPr>
              <a:spLocks noChangeShapeType="1"/>
            </p:cNvSpPr>
            <p:nvPr userDrawn="1"/>
          </p:nvSpPr>
          <p:spPr bwMode="gray">
            <a:xfrm flipV="1">
              <a:off x="3143" y="1485"/>
              <a:ext cx="8"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 name="Line 127"/>
            <p:cNvSpPr>
              <a:spLocks noChangeShapeType="1"/>
            </p:cNvSpPr>
            <p:nvPr userDrawn="1"/>
          </p:nvSpPr>
          <p:spPr bwMode="gray">
            <a:xfrm>
              <a:off x="2980" y="1721"/>
              <a:ext cx="20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 name="Line 128"/>
            <p:cNvSpPr>
              <a:spLocks noChangeShapeType="1"/>
            </p:cNvSpPr>
            <p:nvPr userDrawn="1"/>
          </p:nvSpPr>
          <p:spPr bwMode="gray">
            <a:xfrm flipV="1">
              <a:off x="3207" y="1502"/>
              <a:ext cx="478" cy="2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 name="Line 129"/>
            <p:cNvSpPr>
              <a:spLocks noChangeShapeType="1"/>
            </p:cNvSpPr>
            <p:nvPr userDrawn="1"/>
          </p:nvSpPr>
          <p:spPr bwMode="gray">
            <a:xfrm flipV="1">
              <a:off x="3538" y="146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 name="Line 130"/>
            <p:cNvSpPr>
              <a:spLocks noChangeShapeType="1"/>
            </p:cNvSpPr>
            <p:nvPr userDrawn="1"/>
          </p:nvSpPr>
          <p:spPr bwMode="gray">
            <a:xfrm flipH="1">
              <a:off x="3529" y="1469"/>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 name="Line 131"/>
            <p:cNvSpPr>
              <a:spLocks noChangeShapeType="1"/>
            </p:cNvSpPr>
            <p:nvPr userDrawn="1"/>
          </p:nvSpPr>
          <p:spPr bwMode="gray">
            <a:xfrm flipH="1">
              <a:off x="3380" y="1474"/>
              <a:ext cx="149"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 name="Line 132"/>
            <p:cNvSpPr>
              <a:spLocks noChangeShapeType="1"/>
            </p:cNvSpPr>
            <p:nvPr userDrawn="1"/>
          </p:nvSpPr>
          <p:spPr bwMode="gray">
            <a:xfrm flipH="1">
              <a:off x="3372" y="1562"/>
              <a:ext cx="8"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 name="Line 133"/>
            <p:cNvSpPr>
              <a:spLocks noChangeShapeType="1"/>
            </p:cNvSpPr>
            <p:nvPr userDrawn="1"/>
          </p:nvSpPr>
          <p:spPr bwMode="gray">
            <a:xfrm flipV="1">
              <a:off x="3372" y="156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 name="Line 134"/>
            <p:cNvSpPr>
              <a:spLocks noChangeShapeType="1"/>
            </p:cNvSpPr>
            <p:nvPr userDrawn="1"/>
          </p:nvSpPr>
          <p:spPr bwMode="gray">
            <a:xfrm>
              <a:off x="3366" y="181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 name="Line 135"/>
            <p:cNvSpPr>
              <a:spLocks noChangeShapeType="1"/>
            </p:cNvSpPr>
            <p:nvPr userDrawn="1"/>
          </p:nvSpPr>
          <p:spPr bwMode="gray">
            <a:xfrm flipV="1">
              <a:off x="3366" y="1817"/>
              <a:ext cx="7" cy="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 name="Line 136"/>
            <p:cNvSpPr>
              <a:spLocks noChangeShapeType="1"/>
            </p:cNvSpPr>
            <p:nvPr userDrawn="1"/>
          </p:nvSpPr>
          <p:spPr bwMode="gray">
            <a:xfrm flipV="1">
              <a:off x="3373" y="1725"/>
              <a:ext cx="149"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 name="Line 137"/>
            <p:cNvSpPr>
              <a:spLocks noChangeShapeType="1"/>
            </p:cNvSpPr>
            <p:nvPr userDrawn="1"/>
          </p:nvSpPr>
          <p:spPr bwMode="gray">
            <a:xfrm flipV="1">
              <a:off x="3522" y="1721"/>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 name="Line 138"/>
            <p:cNvSpPr>
              <a:spLocks noChangeShapeType="1"/>
            </p:cNvSpPr>
            <p:nvPr userDrawn="1"/>
          </p:nvSpPr>
          <p:spPr bwMode="gray">
            <a:xfrm>
              <a:off x="3531" y="170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 name="Line 139"/>
            <p:cNvSpPr>
              <a:spLocks noChangeShapeType="1"/>
            </p:cNvSpPr>
            <p:nvPr userDrawn="1"/>
          </p:nvSpPr>
          <p:spPr bwMode="gray">
            <a:xfrm flipH="1" flipV="1">
              <a:off x="3279" y="1870"/>
              <a:ext cx="73" cy="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 name="Line 140"/>
            <p:cNvSpPr>
              <a:spLocks noChangeShapeType="1"/>
            </p:cNvSpPr>
            <p:nvPr userDrawn="1"/>
          </p:nvSpPr>
          <p:spPr bwMode="gray">
            <a:xfrm flipV="1">
              <a:off x="3256" y="1282"/>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 name="Line 141"/>
            <p:cNvSpPr>
              <a:spLocks noChangeShapeType="1"/>
            </p:cNvSpPr>
            <p:nvPr userDrawn="1"/>
          </p:nvSpPr>
          <p:spPr bwMode="gray">
            <a:xfrm flipH="1" flipV="1">
              <a:off x="3155" y="1413"/>
              <a:ext cx="208"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 name="Line 142"/>
            <p:cNvSpPr>
              <a:spLocks noChangeShapeType="1"/>
            </p:cNvSpPr>
            <p:nvPr userDrawn="1"/>
          </p:nvSpPr>
          <p:spPr bwMode="gray">
            <a:xfrm flipV="1">
              <a:off x="3270" y="1181"/>
              <a:ext cx="151"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 name="Line 143"/>
            <p:cNvSpPr>
              <a:spLocks noChangeShapeType="1"/>
            </p:cNvSpPr>
            <p:nvPr userDrawn="1"/>
          </p:nvSpPr>
          <p:spPr bwMode="gray">
            <a:xfrm>
              <a:off x="3242" y="1189"/>
              <a:ext cx="208"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 name="Line 144"/>
            <p:cNvSpPr>
              <a:spLocks noChangeShapeType="1"/>
            </p:cNvSpPr>
            <p:nvPr userDrawn="1"/>
          </p:nvSpPr>
          <p:spPr bwMode="gray">
            <a:xfrm flipV="1">
              <a:off x="3372" y="1803"/>
              <a:ext cx="148"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 name="Line 145"/>
            <p:cNvSpPr>
              <a:spLocks noChangeShapeType="1"/>
            </p:cNvSpPr>
            <p:nvPr userDrawn="1"/>
          </p:nvSpPr>
          <p:spPr bwMode="gray">
            <a:xfrm flipH="1">
              <a:off x="3442" y="1770"/>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 name="Line 146"/>
            <p:cNvSpPr>
              <a:spLocks noChangeShapeType="1"/>
            </p:cNvSpPr>
            <p:nvPr userDrawn="1"/>
          </p:nvSpPr>
          <p:spPr bwMode="gray">
            <a:xfrm flipV="1">
              <a:off x="3382" y="1394"/>
              <a:ext cx="151"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 name="Line 147"/>
            <p:cNvSpPr>
              <a:spLocks noChangeShapeType="1"/>
            </p:cNvSpPr>
            <p:nvPr userDrawn="1"/>
          </p:nvSpPr>
          <p:spPr bwMode="gray">
            <a:xfrm flipH="1" flipV="1">
              <a:off x="2380" y="995"/>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 name="Line 148"/>
            <p:cNvSpPr>
              <a:spLocks noChangeShapeType="1"/>
            </p:cNvSpPr>
            <p:nvPr userDrawn="1"/>
          </p:nvSpPr>
          <p:spPr bwMode="gray">
            <a:xfrm flipH="1" flipV="1">
              <a:off x="2291" y="1123"/>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 name="Line 149"/>
            <p:cNvSpPr>
              <a:spLocks noChangeShapeType="1"/>
            </p:cNvSpPr>
            <p:nvPr userDrawn="1"/>
          </p:nvSpPr>
          <p:spPr bwMode="gray">
            <a:xfrm flipV="1">
              <a:off x="2282" y="1196"/>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 name="Line 150"/>
            <p:cNvSpPr>
              <a:spLocks noChangeShapeType="1"/>
            </p:cNvSpPr>
            <p:nvPr userDrawn="1"/>
          </p:nvSpPr>
          <p:spPr bwMode="gray">
            <a:xfrm flipH="1">
              <a:off x="2282" y="119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 name="Line 151"/>
            <p:cNvSpPr>
              <a:spLocks noChangeShapeType="1"/>
            </p:cNvSpPr>
            <p:nvPr userDrawn="1"/>
          </p:nvSpPr>
          <p:spPr bwMode="gray">
            <a:xfrm flipV="1">
              <a:off x="2389" y="929"/>
              <a:ext cx="101"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 name="Line 152"/>
            <p:cNvSpPr>
              <a:spLocks noChangeShapeType="1"/>
            </p:cNvSpPr>
            <p:nvPr userDrawn="1"/>
          </p:nvSpPr>
          <p:spPr bwMode="gray">
            <a:xfrm>
              <a:off x="2375" y="910"/>
              <a:ext cx="115" cy="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 name="Line 153"/>
            <p:cNvSpPr>
              <a:spLocks noChangeShapeType="1"/>
            </p:cNvSpPr>
            <p:nvPr userDrawn="1"/>
          </p:nvSpPr>
          <p:spPr bwMode="gray">
            <a:xfrm>
              <a:off x="2926" y="2031"/>
              <a:ext cx="19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 name="Line 154"/>
            <p:cNvSpPr>
              <a:spLocks noChangeShapeType="1"/>
            </p:cNvSpPr>
            <p:nvPr userDrawn="1"/>
          </p:nvSpPr>
          <p:spPr bwMode="gray">
            <a:xfrm flipV="1">
              <a:off x="2982" y="1943"/>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 name="Line 155"/>
            <p:cNvSpPr>
              <a:spLocks noChangeShapeType="1"/>
            </p:cNvSpPr>
            <p:nvPr userDrawn="1"/>
          </p:nvSpPr>
          <p:spPr bwMode="gray">
            <a:xfrm>
              <a:off x="2905" y="1903"/>
              <a:ext cx="12"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 name="Line 156"/>
            <p:cNvSpPr>
              <a:spLocks noChangeShapeType="1"/>
            </p:cNvSpPr>
            <p:nvPr userDrawn="1"/>
          </p:nvSpPr>
          <p:spPr bwMode="gray">
            <a:xfrm flipH="1">
              <a:off x="2917" y="1901"/>
              <a:ext cx="7"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 name="Line 157"/>
            <p:cNvSpPr>
              <a:spLocks noChangeShapeType="1"/>
            </p:cNvSpPr>
            <p:nvPr userDrawn="1"/>
          </p:nvSpPr>
          <p:spPr bwMode="gray">
            <a:xfrm flipV="1">
              <a:off x="3143" y="2029"/>
              <a:ext cx="11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 name="Line 158"/>
            <p:cNvSpPr>
              <a:spLocks noChangeShapeType="1"/>
            </p:cNvSpPr>
            <p:nvPr userDrawn="1"/>
          </p:nvSpPr>
          <p:spPr bwMode="gray">
            <a:xfrm flipH="1">
              <a:off x="3214" y="2011"/>
              <a:ext cx="2" cy="15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 name="Line 159"/>
            <p:cNvSpPr>
              <a:spLocks noChangeShapeType="1"/>
            </p:cNvSpPr>
            <p:nvPr userDrawn="1"/>
          </p:nvSpPr>
          <p:spPr bwMode="gray">
            <a:xfrm flipH="1">
              <a:off x="2915" y="214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 name="Line 160"/>
            <p:cNvSpPr>
              <a:spLocks noChangeShapeType="1"/>
            </p:cNvSpPr>
            <p:nvPr userDrawn="1"/>
          </p:nvSpPr>
          <p:spPr bwMode="gray">
            <a:xfrm flipH="1" flipV="1">
              <a:off x="2905" y="214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 name="Line 161"/>
            <p:cNvSpPr>
              <a:spLocks noChangeShapeType="1"/>
            </p:cNvSpPr>
            <p:nvPr userDrawn="1"/>
          </p:nvSpPr>
          <p:spPr bwMode="gray">
            <a:xfrm flipH="1">
              <a:off x="2754" y="2032"/>
              <a:ext cx="152"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 name="Line 162"/>
            <p:cNvSpPr>
              <a:spLocks noChangeShapeType="1"/>
            </p:cNvSpPr>
            <p:nvPr userDrawn="1"/>
          </p:nvSpPr>
          <p:spPr bwMode="gray">
            <a:xfrm flipV="1">
              <a:off x="2863" y="1950"/>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 name="Line 163"/>
            <p:cNvSpPr>
              <a:spLocks noChangeShapeType="1"/>
            </p:cNvSpPr>
            <p:nvPr userDrawn="1"/>
          </p:nvSpPr>
          <p:spPr bwMode="gray">
            <a:xfrm>
              <a:off x="2616" y="2081"/>
              <a:ext cx="11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 name="Line 164"/>
            <p:cNvSpPr>
              <a:spLocks noChangeShapeType="1"/>
            </p:cNvSpPr>
            <p:nvPr userDrawn="1"/>
          </p:nvSpPr>
          <p:spPr bwMode="gray">
            <a:xfrm>
              <a:off x="2637" y="2067"/>
              <a:ext cx="2"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 name="Line 165"/>
            <p:cNvSpPr>
              <a:spLocks noChangeShapeType="1"/>
            </p:cNvSpPr>
            <p:nvPr userDrawn="1"/>
          </p:nvSpPr>
          <p:spPr bwMode="gray">
            <a:xfrm flipH="1">
              <a:off x="2753" y="1034"/>
              <a:ext cx="159"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 name="Line 166"/>
            <p:cNvSpPr>
              <a:spLocks noChangeShapeType="1"/>
            </p:cNvSpPr>
            <p:nvPr userDrawn="1"/>
          </p:nvSpPr>
          <p:spPr bwMode="gray">
            <a:xfrm flipV="1">
              <a:off x="2865" y="939"/>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 name="Line 167"/>
            <p:cNvSpPr>
              <a:spLocks noChangeShapeType="1"/>
            </p:cNvSpPr>
            <p:nvPr userDrawn="1"/>
          </p:nvSpPr>
          <p:spPr bwMode="gray">
            <a:xfrm flipV="1">
              <a:off x="3146" y="798"/>
              <a:ext cx="1"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 name="Line 168"/>
            <p:cNvSpPr>
              <a:spLocks noChangeShapeType="1"/>
            </p:cNvSpPr>
            <p:nvPr userDrawn="1"/>
          </p:nvSpPr>
          <p:spPr bwMode="gray">
            <a:xfrm>
              <a:off x="2786" y="787"/>
              <a:ext cx="222"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 name="Line 169"/>
            <p:cNvSpPr>
              <a:spLocks noChangeShapeType="1"/>
            </p:cNvSpPr>
            <p:nvPr userDrawn="1"/>
          </p:nvSpPr>
          <p:spPr bwMode="gray">
            <a:xfrm flipH="1">
              <a:off x="2639" y="700"/>
              <a:ext cx="502" cy="2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 name="Line 170"/>
            <p:cNvSpPr>
              <a:spLocks noChangeShapeType="1"/>
            </p:cNvSpPr>
            <p:nvPr userDrawn="1"/>
          </p:nvSpPr>
          <p:spPr bwMode="gray">
            <a:xfrm>
              <a:off x="2910" y="896"/>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 name="Line 171"/>
            <p:cNvSpPr>
              <a:spLocks noChangeShapeType="1"/>
            </p:cNvSpPr>
            <p:nvPr userDrawn="1"/>
          </p:nvSpPr>
          <p:spPr bwMode="gray">
            <a:xfrm flipV="1">
              <a:off x="2920" y="894"/>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 name="Line 172"/>
            <p:cNvSpPr>
              <a:spLocks noChangeShapeType="1"/>
            </p:cNvSpPr>
            <p:nvPr userDrawn="1"/>
          </p:nvSpPr>
          <p:spPr bwMode="gray">
            <a:xfrm flipV="1">
              <a:off x="2929" y="815"/>
              <a:ext cx="156"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 name="Line 173"/>
            <p:cNvSpPr>
              <a:spLocks noChangeShapeType="1"/>
            </p:cNvSpPr>
            <p:nvPr userDrawn="1"/>
          </p:nvSpPr>
          <p:spPr bwMode="gray">
            <a:xfrm flipV="1">
              <a:off x="3085" y="812"/>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 name="Line 174"/>
            <p:cNvSpPr>
              <a:spLocks noChangeShapeType="1"/>
            </p:cNvSpPr>
            <p:nvPr userDrawn="1"/>
          </p:nvSpPr>
          <p:spPr bwMode="gray">
            <a:xfrm>
              <a:off x="3081" y="808"/>
              <a:ext cx="13"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 name="Line 175"/>
            <p:cNvSpPr>
              <a:spLocks noChangeShapeType="1"/>
            </p:cNvSpPr>
            <p:nvPr userDrawn="1"/>
          </p:nvSpPr>
          <p:spPr bwMode="gray">
            <a:xfrm flipH="1" flipV="1">
              <a:off x="2873" y="745"/>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 name="Line 176"/>
            <p:cNvSpPr>
              <a:spLocks noChangeShapeType="1"/>
            </p:cNvSpPr>
            <p:nvPr userDrawn="1"/>
          </p:nvSpPr>
          <p:spPr bwMode="gray">
            <a:xfrm flipH="1">
              <a:off x="2865" y="745"/>
              <a:ext cx="8"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 name="Line 177"/>
            <p:cNvSpPr>
              <a:spLocks noChangeShapeType="1"/>
            </p:cNvSpPr>
            <p:nvPr userDrawn="1"/>
          </p:nvSpPr>
          <p:spPr bwMode="gray">
            <a:xfrm flipH="1">
              <a:off x="2707" y="749"/>
              <a:ext cx="15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 name="Line 178"/>
            <p:cNvSpPr>
              <a:spLocks noChangeShapeType="1"/>
            </p:cNvSpPr>
            <p:nvPr userDrawn="1"/>
          </p:nvSpPr>
          <p:spPr bwMode="gray">
            <a:xfrm flipH="1">
              <a:off x="2698" y="826"/>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 name="Line 179"/>
            <p:cNvSpPr>
              <a:spLocks noChangeShapeType="1"/>
            </p:cNvSpPr>
            <p:nvPr userDrawn="1"/>
          </p:nvSpPr>
          <p:spPr bwMode="gray">
            <a:xfrm flipH="1" flipV="1">
              <a:off x="2698" y="829"/>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 name="Line 180"/>
            <p:cNvSpPr>
              <a:spLocks noChangeShapeType="1"/>
            </p:cNvSpPr>
            <p:nvPr userDrawn="1"/>
          </p:nvSpPr>
          <p:spPr bwMode="gray">
            <a:xfrm>
              <a:off x="2532" y="1051"/>
              <a:ext cx="200"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 name="Line 181"/>
            <p:cNvSpPr>
              <a:spLocks noChangeShapeType="1"/>
            </p:cNvSpPr>
            <p:nvPr userDrawn="1"/>
          </p:nvSpPr>
          <p:spPr bwMode="gray">
            <a:xfrm>
              <a:off x="2630" y="966"/>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 name="Line 182"/>
            <p:cNvSpPr>
              <a:spLocks noChangeShapeType="1"/>
            </p:cNvSpPr>
            <p:nvPr userDrawn="1"/>
          </p:nvSpPr>
          <p:spPr bwMode="gray">
            <a:xfrm flipH="1">
              <a:off x="2920" y="1154"/>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 name="Line 183"/>
            <p:cNvSpPr>
              <a:spLocks noChangeShapeType="1"/>
            </p:cNvSpPr>
            <p:nvPr userDrawn="1"/>
          </p:nvSpPr>
          <p:spPr bwMode="gray">
            <a:xfrm>
              <a:off x="2908" y="115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 name="Line 184"/>
            <p:cNvSpPr>
              <a:spLocks noChangeShapeType="1"/>
            </p:cNvSpPr>
            <p:nvPr userDrawn="1"/>
          </p:nvSpPr>
          <p:spPr bwMode="gray">
            <a:xfrm>
              <a:off x="2494" y="894"/>
              <a:ext cx="50" cy="1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 name="Line 185"/>
            <p:cNvSpPr>
              <a:spLocks noChangeShapeType="1"/>
            </p:cNvSpPr>
            <p:nvPr userDrawn="1"/>
          </p:nvSpPr>
          <p:spPr bwMode="gray">
            <a:xfrm flipH="1" flipV="1">
              <a:off x="2630" y="820"/>
              <a:ext cx="2"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 name="Line 186"/>
            <p:cNvSpPr>
              <a:spLocks noChangeShapeType="1"/>
            </p:cNvSpPr>
            <p:nvPr userDrawn="1"/>
          </p:nvSpPr>
          <p:spPr bwMode="gray">
            <a:xfrm>
              <a:off x="2931" y="1032"/>
              <a:ext cx="205"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 name="Line 187"/>
            <p:cNvSpPr>
              <a:spLocks noChangeShapeType="1"/>
            </p:cNvSpPr>
            <p:nvPr userDrawn="1"/>
          </p:nvSpPr>
          <p:spPr bwMode="gray">
            <a:xfrm flipV="1">
              <a:off x="3001" y="838"/>
              <a:ext cx="154"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 name="Line 188"/>
            <p:cNvSpPr>
              <a:spLocks noChangeShapeType="1"/>
            </p:cNvSpPr>
            <p:nvPr userDrawn="1"/>
          </p:nvSpPr>
          <p:spPr bwMode="gray">
            <a:xfrm>
              <a:off x="3008" y="855"/>
              <a:ext cx="21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 name="Line 189"/>
            <p:cNvSpPr>
              <a:spLocks noChangeShapeType="1"/>
            </p:cNvSpPr>
            <p:nvPr userDrawn="1"/>
          </p:nvSpPr>
          <p:spPr bwMode="gray">
            <a:xfrm flipV="1">
              <a:off x="2639" y="729"/>
              <a:ext cx="157"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 name="Line 190"/>
            <p:cNvSpPr>
              <a:spLocks noChangeShapeType="1"/>
            </p:cNvSpPr>
            <p:nvPr userDrawn="1"/>
          </p:nvSpPr>
          <p:spPr bwMode="gray">
            <a:xfrm>
              <a:off x="2581" y="724"/>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 name="Line 191"/>
            <p:cNvSpPr>
              <a:spLocks noChangeShapeType="1"/>
            </p:cNvSpPr>
            <p:nvPr userDrawn="1"/>
          </p:nvSpPr>
          <p:spPr bwMode="gray">
            <a:xfrm flipV="1">
              <a:off x="3157" y="1015"/>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 name="Line 192"/>
            <p:cNvSpPr>
              <a:spLocks noChangeShapeType="1"/>
            </p:cNvSpPr>
            <p:nvPr userDrawn="1"/>
          </p:nvSpPr>
          <p:spPr bwMode="gray">
            <a:xfrm flipH="1">
              <a:off x="3232" y="938"/>
              <a:ext cx="3"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 name="Line 193"/>
            <p:cNvSpPr>
              <a:spLocks noChangeShapeType="1"/>
            </p:cNvSpPr>
            <p:nvPr userDrawn="1"/>
          </p:nvSpPr>
          <p:spPr bwMode="gray">
            <a:xfrm flipH="1">
              <a:off x="2216" y="1235"/>
              <a:ext cx="161"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 name="Line 194"/>
            <p:cNvSpPr>
              <a:spLocks noChangeShapeType="1"/>
            </p:cNvSpPr>
            <p:nvPr userDrawn="1"/>
          </p:nvSpPr>
          <p:spPr bwMode="gray">
            <a:xfrm flipH="1" flipV="1">
              <a:off x="2237" y="1226"/>
              <a:ext cx="120"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 name="Line 195"/>
            <p:cNvSpPr>
              <a:spLocks noChangeShapeType="1"/>
            </p:cNvSpPr>
            <p:nvPr userDrawn="1"/>
          </p:nvSpPr>
          <p:spPr bwMode="gray">
            <a:xfrm flipH="1" flipV="1">
              <a:off x="2207" y="1333"/>
              <a:ext cx="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 name="Line 196"/>
            <p:cNvSpPr>
              <a:spLocks noChangeShapeType="1"/>
            </p:cNvSpPr>
            <p:nvPr userDrawn="1"/>
          </p:nvSpPr>
          <p:spPr bwMode="gray">
            <a:xfrm>
              <a:off x="2118" y="1412"/>
              <a:ext cx="59" cy="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 name="Line 197"/>
            <p:cNvSpPr>
              <a:spLocks noChangeShapeType="1"/>
            </p:cNvSpPr>
            <p:nvPr userDrawn="1"/>
          </p:nvSpPr>
          <p:spPr bwMode="gray">
            <a:xfrm flipV="1">
              <a:off x="2732" y="1216"/>
              <a:ext cx="85"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 name="Freeform 198"/>
            <p:cNvSpPr>
              <a:spLocks/>
            </p:cNvSpPr>
            <p:nvPr userDrawn="1"/>
          </p:nvSpPr>
          <p:spPr bwMode="gray">
            <a:xfrm>
              <a:off x="3421" y="1179"/>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 name="Line 199"/>
            <p:cNvSpPr>
              <a:spLocks noChangeShapeType="1"/>
            </p:cNvSpPr>
            <p:nvPr userDrawn="1"/>
          </p:nvSpPr>
          <p:spPr bwMode="gray">
            <a:xfrm>
              <a:off x="3324" y="1147"/>
              <a:ext cx="20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 name="Line 200"/>
            <p:cNvSpPr>
              <a:spLocks noChangeShapeType="1"/>
            </p:cNvSpPr>
            <p:nvPr userDrawn="1"/>
          </p:nvSpPr>
          <p:spPr bwMode="gray">
            <a:xfrm>
              <a:off x="3326" y="1156"/>
              <a:ext cx="20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 name="Freeform 201"/>
            <p:cNvSpPr>
              <a:spLocks/>
            </p:cNvSpPr>
            <p:nvPr userDrawn="1"/>
          </p:nvSpPr>
          <p:spPr bwMode="gray">
            <a:xfrm>
              <a:off x="3526" y="1212"/>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 name="Line 202"/>
            <p:cNvSpPr>
              <a:spLocks noChangeShapeType="1"/>
            </p:cNvSpPr>
            <p:nvPr userDrawn="1"/>
          </p:nvSpPr>
          <p:spPr bwMode="gray">
            <a:xfrm flipH="1" flipV="1">
              <a:off x="3317" y="1147"/>
              <a:ext cx="20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 name="Freeform 203"/>
            <p:cNvSpPr>
              <a:spLocks/>
            </p:cNvSpPr>
            <p:nvPr userDrawn="1"/>
          </p:nvSpPr>
          <p:spPr bwMode="gray">
            <a:xfrm>
              <a:off x="3317" y="1146"/>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 name="Freeform 204"/>
            <p:cNvSpPr>
              <a:spLocks/>
            </p:cNvSpPr>
            <p:nvPr userDrawn="1"/>
          </p:nvSpPr>
          <p:spPr bwMode="gray">
            <a:xfrm>
              <a:off x="2144" y="1686"/>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 name="Freeform 205"/>
            <p:cNvSpPr>
              <a:spLocks/>
            </p:cNvSpPr>
            <p:nvPr userDrawn="1"/>
          </p:nvSpPr>
          <p:spPr bwMode="gray">
            <a:xfrm>
              <a:off x="2265" y="1740"/>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 name="Line 206"/>
            <p:cNvSpPr>
              <a:spLocks noChangeShapeType="1"/>
            </p:cNvSpPr>
            <p:nvPr userDrawn="1"/>
          </p:nvSpPr>
          <p:spPr bwMode="gray">
            <a:xfrm>
              <a:off x="2149" y="1702"/>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 name="Line 207"/>
            <p:cNvSpPr>
              <a:spLocks noChangeShapeType="1"/>
            </p:cNvSpPr>
            <p:nvPr userDrawn="1"/>
          </p:nvSpPr>
          <p:spPr bwMode="gray">
            <a:xfrm>
              <a:off x="2154" y="1702"/>
              <a:ext cx="193"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 name="Freeform 208"/>
            <p:cNvSpPr>
              <a:spLocks/>
            </p:cNvSpPr>
            <p:nvPr userDrawn="1"/>
          </p:nvSpPr>
          <p:spPr bwMode="gray">
            <a:xfrm>
              <a:off x="2345" y="1770"/>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 name="Line 209"/>
            <p:cNvSpPr>
              <a:spLocks noChangeShapeType="1"/>
            </p:cNvSpPr>
            <p:nvPr userDrawn="1"/>
          </p:nvSpPr>
          <p:spPr bwMode="gray">
            <a:xfrm flipH="1" flipV="1">
              <a:off x="2146" y="1695"/>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 name="Freeform 210"/>
            <p:cNvSpPr>
              <a:spLocks/>
            </p:cNvSpPr>
            <p:nvPr userDrawn="1"/>
          </p:nvSpPr>
          <p:spPr bwMode="gray">
            <a:xfrm>
              <a:off x="2146" y="1695"/>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 name="Freeform 211"/>
            <p:cNvSpPr>
              <a:spLocks/>
            </p:cNvSpPr>
            <p:nvPr userDrawn="1"/>
          </p:nvSpPr>
          <p:spPr bwMode="gray">
            <a:xfrm>
              <a:off x="2574" y="1863"/>
              <a:ext cx="12" cy="10"/>
            </a:xfrm>
            <a:custGeom>
              <a:avLst/>
              <a:gdLst>
                <a:gd name="T0" fmla="*/ 12 w 12"/>
                <a:gd name="T1" fmla="*/ 1 h 10"/>
                <a:gd name="T2" fmla="*/ 7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 name="Line 212"/>
            <p:cNvSpPr>
              <a:spLocks noChangeShapeType="1"/>
            </p:cNvSpPr>
            <p:nvPr userDrawn="1"/>
          </p:nvSpPr>
          <p:spPr bwMode="gray">
            <a:xfrm flipV="1">
              <a:off x="2574" y="1866"/>
              <a:ext cx="12"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 name="Freeform 213"/>
            <p:cNvSpPr>
              <a:spLocks/>
            </p:cNvSpPr>
            <p:nvPr userDrawn="1"/>
          </p:nvSpPr>
          <p:spPr bwMode="gray">
            <a:xfrm>
              <a:off x="2651" y="1885"/>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 name="Line 214"/>
            <p:cNvSpPr>
              <a:spLocks noChangeShapeType="1"/>
            </p:cNvSpPr>
            <p:nvPr userDrawn="1"/>
          </p:nvSpPr>
          <p:spPr bwMode="gray">
            <a:xfrm>
              <a:off x="2574" y="1863"/>
              <a:ext cx="207"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 name="Line 215"/>
            <p:cNvSpPr>
              <a:spLocks noChangeShapeType="1"/>
            </p:cNvSpPr>
            <p:nvPr userDrawn="1"/>
          </p:nvSpPr>
          <p:spPr bwMode="gray">
            <a:xfrm>
              <a:off x="2586" y="1864"/>
              <a:ext cx="202"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 name="Freeform 216"/>
            <p:cNvSpPr>
              <a:spLocks/>
            </p:cNvSpPr>
            <p:nvPr userDrawn="1"/>
          </p:nvSpPr>
          <p:spPr bwMode="gray">
            <a:xfrm>
              <a:off x="2779" y="1933"/>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 name="Line 217"/>
            <p:cNvSpPr>
              <a:spLocks noChangeShapeType="1"/>
            </p:cNvSpPr>
            <p:nvPr userDrawn="1"/>
          </p:nvSpPr>
          <p:spPr bwMode="gray">
            <a:xfrm flipH="1" flipV="1">
              <a:off x="2565" y="1852"/>
              <a:ext cx="21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 name="Freeform 218"/>
            <p:cNvSpPr>
              <a:spLocks/>
            </p:cNvSpPr>
            <p:nvPr userDrawn="1"/>
          </p:nvSpPr>
          <p:spPr bwMode="gray">
            <a:xfrm>
              <a:off x="2565" y="1852"/>
              <a:ext cx="21" cy="12"/>
            </a:xfrm>
            <a:custGeom>
              <a:avLst/>
              <a:gdLst>
                <a:gd name="T0" fmla="*/ 21 w 21"/>
                <a:gd name="T1" fmla="*/ 12 h 12"/>
                <a:gd name="T2" fmla="*/ 14 w 21"/>
                <a:gd name="T3" fmla="*/ 12 h 12"/>
                <a:gd name="T4" fmla="*/ 11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 name="Freeform 219"/>
            <p:cNvSpPr>
              <a:spLocks/>
            </p:cNvSpPr>
            <p:nvPr userDrawn="1"/>
          </p:nvSpPr>
          <p:spPr bwMode="gray">
            <a:xfrm>
              <a:off x="2868" y="1884"/>
              <a:ext cx="12" cy="8"/>
            </a:xfrm>
            <a:custGeom>
              <a:avLst/>
              <a:gdLst>
                <a:gd name="T0" fmla="*/ 0 w 12"/>
                <a:gd name="T1" fmla="*/ 8 h 8"/>
                <a:gd name="T2" fmla="*/ 4 w 12"/>
                <a:gd name="T3" fmla="*/ 8 h 8"/>
                <a:gd name="T4" fmla="*/ 5 w 12"/>
                <a:gd name="T5" fmla="*/ 8 h 8"/>
                <a:gd name="T6" fmla="*/ 9 w 12"/>
                <a:gd name="T7" fmla="*/ 7 h 8"/>
                <a:gd name="T8" fmla="*/ 11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 name="Line 220"/>
            <p:cNvSpPr>
              <a:spLocks noChangeShapeType="1"/>
            </p:cNvSpPr>
            <p:nvPr userDrawn="1"/>
          </p:nvSpPr>
          <p:spPr bwMode="gray">
            <a:xfrm flipV="1">
              <a:off x="2796" y="1844"/>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 name="Line 221"/>
            <p:cNvSpPr>
              <a:spLocks noChangeShapeType="1"/>
            </p:cNvSpPr>
            <p:nvPr userDrawn="1"/>
          </p:nvSpPr>
          <p:spPr bwMode="gray">
            <a:xfrm flipV="1">
              <a:off x="2788" y="1845"/>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 name="Freeform 222"/>
            <p:cNvSpPr>
              <a:spLocks/>
            </p:cNvSpPr>
            <p:nvPr userDrawn="1"/>
          </p:nvSpPr>
          <p:spPr bwMode="gray">
            <a:xfrm>
              <a:off x="2947" y="1837"/>
              <a:ext cx="12" cy="8"/>
            </a:xfrm>
            <a:custGeom>
              <a:avLst/>
              <a:gdLst>
                <a:gd name="T0" fmla="*/ 0 w 12"/>
                <a:gd name="T1" fmla="*/ 8 h 8"/>
                <a:gd name="T2" fmla="*/ 5 w 12"/>
                <a:gd name="T3" fmla="*/ 8 h 8"/>
                <a:gd name="T4" fmla="*/ 7 w 12"/>
                <a:gd name="T5" fmla="*/ 8 h 8"/>
                <a:gd name="T6" fmla="*/ 10 w 12"/>
                <a:gd name="T7" fmla="*/ 7 h 8"/>
                <a:gd name="T8" fmla="*/ 12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 name="Line 223"/>
            <p:cNvSpPr>
              <a:spLocks noChangeShapeType="1"/>
            </p:cNvSpPr>
            <p:nvPr userDrawn="1"/>
          </p:nvSpPr>
          <p:spPr bwMode="gray">
            <a:xfrm flipH="1">
              <a:off x="2798" y="1837"/>
              <a:ext cx="161"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 name="Freeform 224"/>
            <p:cNvSpPr>
              <a:spLocks/>
            </p:cNvSpPr>
            <p:nvPr userDrawn="1"/>
          </p:nvSpPr>
          <p:spPr bwMode="gray">
            <a:xfrm>
              <a:off x="2788" y="1931"/>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 name="Freeform 225"/>
            <p:cNvSpPr>
              <a:spLocks/>
            </p:cNvSpPr>
            <p:nvPr userDrawn="1"/>
          </p:nvSpPr>
          <p:spPr bwMode="gray">
            <a:xfrm>
              <a:off x="2947" y="1826"/>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 name="Freeform 226"/>
            <p:cNvSpPr>
              <a:spLocks/>
            </p:cNvSpPr>
            <p:nvPr userDrawn="1"/>
          </p:nvSpPr>
          <p:spPr bwMode="gray">
            <a:xfrm>
              <a:off x="2342" y="1513"/>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 name="Line 227"/>
            <p:cNvSpPr>
              <a:spLocks noChangeShapeType="1"/>
            </p:cNvSpPr>
            <p:nvPr userDrawn="1"/>
          </p:nvSpPr>
          <p:spPr bwMode="gray">
            <a:xfrm flipH="1" flipV="1">
              <a:off x="2319" y="1366"/>
              <a:ext cx="26"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 name="Line 228"/>
            <p:cNvSpPr>
              <a:spLocks noChangeShapeType="1"/>
            </p:cNvSpPr>
            <p:nvPr userDrawn="1"/>
          </p:nvSpPr>
          <p:spPr bwMode="gray">
            <a:xfrm flipH="1" flipV="1">
              <a:off x="2314" y="1366"/>
              <a:ext cx="3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 name="Freeform 229"/>
            <p:cNvSpPr>
              <a:spLocks/>
            </p:cNvSpPr>
            <p:nvPr userDrawn="1"/>
          </p:nvSpPr>
          <p:spPr bwMode="gray">
            <a:xfrm>
              <a:off x="2314" y="1364"/>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 name="Line 230"/>
            <p:cNvSpPr>
              <a:spLocks noChangeShapeType="1"/>
            </p:cNvSpPr>
            <p:nvPr userDrawn="1"/>
          </p:nvSpPr>
          <p:spPr bwMode="gray">
            <a:xfrm>
              <a:off x="2322" y="1375"/>
              <a:ext cx="23"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 name="Freeform 231"/>
            <p:cNvSpPr>
              <a:spLocks/>
            </p:cNvSpPr>
            <p:nvPr userDrawn="1"/>
          </p:nvSpPr>
          <p:spPr bwMode="gray">
            <a:xfrm>
              <a:off x="2221" y="140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 name="Line 232"/>
            <p:cNvSpPr>
              <a:spLocks noChangeShapeType="1"/>
            </p:cNvSpPr>
            <p:nvPr userDrawn="1"/>
          </p:nvSpPr>
          <p:spPr bwMode="gray">
            <a:xfrm flipH="1">
              <a:off x="2140" y="1368"/>
              <a:ext cx="165"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2" name="Line 233"/>
            <p:cNvSpPr>
              <a:spLocks noChangeShapeType="1"/>
            </p:cNvSpPr>
            <p:nvPr userDrawn="1"/>
          </p:nvSpPr>
          <p:spPr bwMode="gray">
            <a:xfrm flipH="1">
              <a:off x="2147" y="1366"/>
              <a:ext cx="167"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3" name="Freeform 234"/>
            <p:cNvSpPr>
              <a:spLocks/>
            </p:cNvSpPr>
            <p:nvPr userDrawn="1"/>
          </p:nvSpPr>
          <p:spPr bwMode="gray">
            <a:xfrm>
              <a:off x="2139" y="1450"/>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4" name="Line 235"/>
            <p:cNvSpPr>
              <a:spLocks noChangeShapeType="1"/>
            </p:cNvSpPr>
            <p:nvPr userDrawn="1"/>
          </p:nvSpPr>
          <p:spPr bwMode="gray">
            <a:xfrm flipV="1">
              <a:off x="2139" y="1375"/>
              <a:ext cx="16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5" name="Freeform 236"/>
            <p:cNvSpPr>
              <a:spLocks/>
            </p:cNvSpPr>
            <p:nvPr userDrawn="1"/>
          </p:nvSpPr>
          <p:spPr bwMode="gray">
            <a:xfrm>
              <a:off x="2303" y="1366"/>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6" name="Freeform 237"/>
            <p:cNvSpPr>
              <a:spLocks/>
            </p:cNvSpPr>
            <p:nvPr userDrawn="1"/>
          </p:nvSpPr>
          <p:spPr bwMode="gray">
            <a:xfrm>
              <a:off x="2261" y="1495"/>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7" name="Line 238"/>
            <p:cNvSpPr>
              <a:spLocks noChangeShapeType="1"/>
            </p:cNvSpPr>
            <p:nvPr userDrawn="1"/>
          </p:nvSpPr>
          <p:spPr bwMode="gray">
            <a:xfrm>
              <a:off x="2142" y="1459"/>
              <a:ext cx="19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8" name="Line 239"/>
            <p:cNvSpPr>
              <a:spLocks noChangeShapeType="1"/>
            </p:cNvSpPr>
            <p:nvPr userDrawn="1"/>
          </p:nvSpPr>
          <p:spPr bwMode="gray">
            <a:xfrm>
              <a:off x="2147" y="1452"/>
              <a:ext cx="195"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9" name="Freeform 240"/>
            <p:cNvSpPr>
              <a:spLocks/>
            </p:cNvSpPr>
            <p:nvPr userDrawn="1"/>
          </p:nvSpPr>
          <p:spPr bwMode="gray">
            <a:xfrm>
              <a:off x="2340" y="1522"/>
              <a:ext cx="3" cy="21"/>
            </a:xfrm>
            <a:custGeom>
              <a:avLst/>
              <a:gdLst>
                <a:gd name="T0" fmla="*/ 2 w 3"/>
                <a:gd name="T1" fmla="*/ 0 h 21"/>
                <a:gd name="T2" fmla="*/ 0 w 3"/>
                <a:gd name="T3" fmla="*/ 7 h 21"/>
                <a:gd name="T4" fmla="*/ 0 w 3"/>
                <a:gd name="T5" fmla="*/ 14 h 21"/>
                <a:gd name="T6" fmla="*/ 3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0" name="Line 241"/>
            <p:cNvSpPr>
              <a:spLocks noChangeShapeType="1"/>
            </p:cNvSpPr>
            <p:nvPr userDrawn="1"/>
          </p:nvSpPr>
          <p:spPr bwMode="gray">
            <a:xfrm flipH="1" flipV="1">
              <a:off x="2139" y="1469"/>
              <a:ext cx="204"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1" name="Freeform 242"/>
            <p:cNvSpPr>
              <a:spLocks/>
            </p:cNvSpPr>
            <p:nvPr userDrawn="1"/>
          </p:nvSpPr>
          <p:spPr bwMode="gray">
            <a:xfrm>
              <a:off x="2139" y="1452"/>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2" name="Freeform 243"/>
            <p:cNvSpPr>
              <a:spLocks/>
            </p:cNvSpPr>
            <p:nvPr userDrawn="1"/>
          </p:nvSpPr>
          <p:spPr bwMode="gray">
            <a:xfrm>
              <a:off x="2655" y="1546"/>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3" name="Line 244"/>
            <p:cNvSpPr>
              <a:spLocks noChangeShapeType="1"/>
            </p:cNvSpPr>
            <p:nvPr userDrawn="1"/>
          </p:nvSpPr>
          <p:spPr bwMode="gray">
            <a:xfrm flipH="1">
              <a:off x="2576" y="1511"/>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4" name="Line 245"/>
            <p:cNvSpPr>
              <a:spLocks noChangeShapeType="1"/>
            </p:cNvSpPr>
            <p:nvPr userDrawn="1"/>
          </p:nvSpPr>
          <p:spPr bwMode="gray">
            <a:xfrm flipH="1">
              <a:off x="2583" y="1518"/>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5" name="Freeform 246"/>
            <p:cNvSpPr>
              <a:spLocks/>
            </p:cNvSpPr>
            <p:nvPr userDrawn="1"/>
          </p:nvSpPr>
          <p:spPr bwMode="gray">
            <a:xfrm>
              <a:off x="2572" y="1592"/>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6" name="Line 247"/>
            <p:cNvSpPr>
              <a:spLocks noChangeShapeType="1"/>
            </p:cNvSpPr>
            <p:nvPr userDrawn="1"/>
          </p:nvSpPr>
          <p:spPr bwMode="gray">
            <a:xfrm flipV="1">
              <a:off x="2572" y="1502"/>
              <a:ext cx="163"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7" name="Freeform 248"/>
            <p:cNvSpPr>
              <a:spLocks/>
            </p:cNvSpPr>
            <p:nvPr userDrawn="1"/>
          </p:nvSpPr>
          <p:spPr bwMode="gray">
            <a:xfrm>
              <a:off x="2735" y="1502"/>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8" name="Freeform 249"/>
            <p:cNvSpPr>
              <a:spLocks/>
            </p:cNvSpPr>
            <p:nvPr userDrawn="1"/>
          </p:nvSpPr>
          <p:spPr bwMode="gray">
            <a:xfrm>
              <a:off x="2649" y="1635"/>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9" name="Line 250"/>
            <p:cNvSpPr>
              <a:spLocks noChangeShapeType="1"/>
            </p:cNvSpPr>
            <p:nvPr userDrawn="1"/>
          </p:nvSpPr>
          <p:spPr bwMode="gray">
            <a:xfrm>
              <a:off x="2571" y="1614"/>
              <a:ext cx="210"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0" name="Line 251"/>
            <p:cNvSpPr>
              <a:spLocks noChangeShapeType="1"/>
            </p:cNvSpPr>
            <p:nvPr userDrawn="1"/>
          </p:nvSpPr>
          <p:spPr bwMode="gray">
            <a:xfrm>
              <a:off x="2583" y="1609"/>
              <a:ext cx="205"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1" name="Freeform 252"/>
            <p:cNvSpPr>
              <a:spLocks/>
            </p:cNvSpPr>
            <p:nvPr userDrawn="1"/>
          </p:nvSpPr>
          <p:spPr bwMode="gray">
            <a:xfrm>
              <a:off x="2779" y="1683"/>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2" name="Line 253"/>
            <p:cNvSpPr>
              <a:spLocks noChangeShapeType="1"/>
            </p:cNvSpPr>
            <p:nvPr userDrawn="1"/>
          </p:nvSpPr>
          <p:spPr bwMode="gray">
            <a:xfrm flipH="1" flipV="1">
              <a:off x="2564" y="1623"/>
              <a:ext cx="21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3" name="Freeform 254"/>
            <p:cNvSpPr>
              <a:spLocks/>
            </p:cNvSpPr>
            <p:nvPr userDrawn="1"/>
          </p:nvSpPr>
          <p:spPr bwMode="gray">
            <a:xfrm>
              <a:off x="2564" y="1609"/>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4" name="Freeform 255"/>
            <p:cNvSpPr>
              <a:spLocks/>
            </p:cNvSpPr>
            <p:nvPr userDrawn="1"/>
          </p:nvSpPr>
          <p:spPr bwMode="gray">
            <a:xfrm>
              <a:off x="2868" y="1635"/>
              <a:ext cx="12" cy="18"/>
            </a:xfrm>
            <a:custGeom>
              <a:avLst/>
              <a:gdLst>
                <a:gd name="T0" fmla="*/ 0 w 12"/>
                <a:gd name="T1" fmla="*/ 0 h 18"/>
                <a:gd name="T2" fmla="*/ 5 w 12"/>
                <a:gd name="T3" fmla="*/ 2 h 18"/>
                <a:gd name="T4" fmla="*/ 9 w 12"/>
                <a:gd name="T5" fmla="*/ 7 h 18"/>
                <a:gd name="T6" fmla="*/ 11 w 12"/>
                <a:gd name="T7" fmla="*/ 13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5" name="Line 256"/>
            <p:cNvSpPr>
              <a:spLocks noChangeShapeType="1"/>
            </p:cNvSpPr>
            <p:nvPr userDrawn="1"/>
          </p:nvSpPr>
          <p:spPr bwMode="gray">
            <a:xfrm flipV="1">
              <a:off x="2796" y="1597"/>
              <a:ext cx="161"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6" name="Line 257"/>
            <p:cNvSpPr>
              <a:spLocks noChangeShapeType="1"/>
            </p:cNvSpPr>
            <p:nvPr userDrawn="1"/>
          </p:nvSpPr>
          <p:spPr bwMode="gray">
            <a:xfrm flipV="1">
              <a:off x="2788" y="1590"/>
              <a:ext cx="16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7" name="Freeform 258"/>
            <p:cNvSpPr>
              <a:spLocks/>
            </p:cNvSpPr>
            <p:nvPr userDrawn="1"/>
          </p:nvSpPr>
          <p:spPr bwMode="gray">
            <a:xfrm>
              <a:off x="2948" y="1590"/>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8" name="Line 259"/>
            <p:cNvSpPr>
              <a:spLocks noChangeShapeType="1"/>
            </p:cNvSpPr>
            <p:nvPr userDrawn="1"/>
          </p:nvSpPr>
          <p:spPr bwMode="gray">
            <a:xfrm flipH="1">
              <a:off x="2798" y="1606"/>
              <a:ext cx="163"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9" name="Freeform 260"/>
            <p:cNvSpPr>
              <a:spLocks/>
            </p:cNvSpPr>
            <p:nvPr userDrawn="1"/>
          </p:nvSpPr>
          <p:spPr bwMode="gray">
            <a:xfrm>
              <a:off x="2788" y="1683"/>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0" name="Freeform 261"/>
            <p:cNvSpPr>
              <a:spLocks/>
            </p:cNvSpPr>
            <p:nvPr userDrawn="1"/>
          </p:nvSpPr>
          <p:spPr bwMode="gray">
            <a:xfrm>
              <a:off x="2821" y="1543"/>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1" name="Line 262"/>
            <p:cNvSpPr>
              <a:spLocks noChangeShapeType="1"/>
            </p:cNvSpPr>
            <p:nvPr userDrawn="1"/>
          </p:nvSpPr>
          <p:spPr bwMode="gray">
            <a:xfrm flipH="1" flipV="1">
              <a:off x="2747" y="1516"/>
              <a:ext cx="208"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2" name="Line 263"/>
            <p:cNvSpPr>
              <a:spLocks noChangeShapeType="1"/>
            </p:cNvSpPr>
            <p:nvPr userDrawn="1"/>
          </p:nvSpPr>
          <p:spPr bwMode="gray">
            <a:xfrm flipH="1" flipV="1">
              <a:off x="2746" y="1518"/>
              <a:ext cx="202"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3" name="Freeform 264"/>
            <p:cNvSpPr>
              <a:spLocks/>
            </p:cNvSpPr>
            <p:nvPr userDrawn="1"/>
          </p:nvSpPr>
          <p:spPr bwMode="gray">
            <a:xfrm>
              <a:off x="2744" y="1516"/>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4" name="Line 265"/>
            <p:cNvSpPr>
              <a:spLocks noChangeShapeType="1"/>
            </p:cNvSpPr>
            <p:nvPr userDrawn="1"/>
          </p:nvSpPr>
          <p:spPr bwMode="gray">
            <a:xfrm>
              <a:off x="2744" y="1522"/>
              <a:ext cx="21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5" name="Freeform 266"/>
            <p:cNvSpPr>
              <a:spLocks/>
            </p:cNvSpPr>
            <p:nvPr userDrawn="1"/>
          </p:nvSpPr>
          <p:spPr bwMode="gray">
            <a:xfrm>
              <a:off x="2948" y="1588"/>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6" name="Freeform 267"/>
            <p:cNvSpPr>
              <a:spLocks/>
            </p:cNvSpPr>
            <p:nvPr userDrawn="1"/>
          </p:nvSpPr>
          <p:spPr bwMode="gray">
            <a:xfrm>
              <a:off x="2959" y="1719"/>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nvGrpSpPr>
            <p:cNvPr id="207" name="Group 268"/>
            <p:cNvGrpSpPr>
              <a:grpSpLocks/>
            </p:cNvGrpSpPr>
            <p:nvPr userDrawn="1"/>
          </p:nvGrpSpPr>
          <p:grpSpPr bwMode="auto">
            <a:xfrm>
              <a:off x="2135" y="838"/>
              <a:ext cx="1546" cy="1270"/>
              <a:chOff x="2135" y="838"/>
              <a:chExt cx="1546" cy="1270"/>
            </a:xfrm>
          </p:grpSpPr>
          <p:sp>
            <p:nvSpPr>
              <p:cNvPr id="664" name="Line 269"/>
              <p:cNvSpPr>
                <a:spLocks noChangeShapeType="1"/>
              </p:cNvSpPr>
              <p:nvPr userDrawn="1"/>
            </p:nvSpPr>
            <p:spPr bwMode="gray">
              <a:xfrm flipV="1">
                <a:off x="2968" y="1604"/>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5" name="Line 270"/>
              <p:cNvSpPr>
                <a:spLocks noChangeShapeType="1"/>
              </p:cNvSpPr>
              <p:nvPr userDrawn="1"/>
            </p:nvSpPr>
            <p:spPr bwMode="gray">
              <a:xfrm flipV="1">
                <a:off x="2959" y="1606"/>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6" name="Freeform 271"/>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7" name="Line 272"/>
              <p:cNvSpPr>
                <a:spLocks noChangeShapeType="1"/>
              </p:cNvSpPr>
              <p:nvPr userDrawn="1"/>
            </p:nvSpPr>
            <p:spPr bwMode="gray">
              <a:xfrm flipH="1">
                <a:off x="2978" y="1606"/>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8" name="Freeform 273"/>
              <p:cNvSpPr>
                <a:spLocks/>
              </p:cNvSpPr>
              <p:nvPr userDrawn="1"/>
            </p:nvSpPr>
            <p:spPr bwMode="gray">
              <a:xfrm>
                <a:off x="2959" y="1833"/>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9" name="Freeform 274"/>
              <p:cNvSpPr>
                <a:spLocks/>
              </p:cNvSpPr>
              <p:nvPr userDrawn="1"/>
            </p:nvSpPr>
            <p:spPr bwMode="gray">
              <a:xfrm>
                <a:off x="2319" y="1366"/>
                <a:ext cx="3" cy="9"/>
              </a:xfrm>
              <a:custGeom>
                <a:avLst/>
                <a:gdLst>
                  <a:gd name="T0" fmla="*/ 3 w 3"/>
                  <a:gd name="T1" fmla="*/ 9 h 9"/>
                  <a:gd name="T2" fmla="*/ 0 w 3"/>
                  <a:gd name="T3" fmla="*/ 7 h 9"/>
                  <a:gd name="T4" fmla="*/ 0 w 3"/>
                  <a:gd name="T5" fmla="*/ 4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0" name="Freeform 275"/>
              <p:cNvSpPr>
                <a:spLocks/>
              </p:cNvSpPr>
              <p:nvPr userDrawn="1"/>
            </p:nvSpPr>
            <p:spPr bwMode="gray">
              <a:xfrm>
                <a:off x="2957" y="1712"/>
                <a:ext cx="19" cy="2"/>
              </a:xfrm>
              <a:custGeom>
                <a:avLst/>
                <a:gdLst>
                  <a:gd name="T0" fmla="*/ 0 w 19"/>
                  <a:gd name="T1" fmla="*/ 0 h 2"/>
                  <a:gd name="T2" fmla="*/ 5 w 19"/>
                  <a:gd name="T3" fmla="*/ 2 h 2"/>
                  <a:gd name="T4" fmla="*/ 11 w 19"/>
                  <a:gd name="T5" fmla="*/ 2 h 2"/>
                  <a:gd name="T6" fmla="*/ 16 w 19"/>
                  <a:gd name="T7" fmla="*/ 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1" name="Line 276"/>
              <p:cNvSpPr>
                <a:spLocks noChangeShapeType="1"/>
              </p:cNvSpPr>
              <p:nvPr userDrawn="1"/>
            </p:nvSpPr>
            <p:spPr bwMode="gray">
              <a:xfrm flipH="1">
                <a:off x="2966" y="1599"/>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2" name="Line 277"/>
              <p:cNvSpPr>
                <a:spLocks noChangeShapeType="1"/>
              </p:cNvSpPr>
              <p:nvPr userDrawn="1"/>
            </p:nvSpPr>
            <p:spPr bwMode="gray">
              <a:xfrm flipH="1">
                <a:off x="2955"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3" name="Freeform 278"/>
              <p:cNvSpPr>
                <a:spLocks/>
              </p:cNvSpPr>
              <p:nvPr userDrawn="1"/>
            </p:nvSpPr>
            <p:spPr bwMode="gray">
              <a:xfrm>
                <a:off x="2955" y="1826"/>
                <a:ext cx="21" cy="4"/>
              </a:xfrm>
              <a:custGeom>
                <a:avLst/>
                <a:gdLst>
                  <a:gd name="T0" fmla="*/ 0 w 21"/>
                  <a:gd name="T1" fmla="*/ 0 h 4"/>
                  <a:gd name="T2" fmla="*/ 6 w 21"/>
                  <a:gd name="T3" fmla="*/ 2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4" name="Line 279"/>
              <p:cNvSpPr>
                <a:spLocks noChangeShapeType="1"/>
              </p:cNvSpPr>
              <p:nvPr userDrawn="1"/>
            </p:nvSpPr>
            <p:spPr bwMode="gray">
              <a:xfrm flipV="1">
                <a:off x="2976"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5" name="Freeform 280"/>
              <p:cNvSpPr>
                <a:spLocks/>
              </p:cNvSpPr>
              <p:nvPr userDrawn="1"/>
            </p:nvSpPr>
            <p:spPr bwMode="gray">
              <a:xfrm>
                <a:off x="2957" y="1597"/>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6" name="Freeform 281"/>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7" name="Freeform 282"/>
              <p:cNvSpPr>
                <a:spLocks/>
              </p:cNvSpPr>
              <p:nvPr userDrawn="1"/>
            </p:nvSpPr>
            <p:spPr bwMode="gray">
              <a:xfrm>
                <a:off x="2139" y="1574"/>
                <a:ext cx="3" cy="9"/>
              </a:xfrm>
              <a:custGeom>
                <a:avLst/>
                <a:gdLst>
                  <a:gd name="T0" fmla="*/ 1 w 3"/>
                  <a:gd name="T1" fmla="*/ 0 h 9"/>
                  <a:gd name="T2" fmla="*/ 0 w 3"/>
                  <a:gd name="T3" fmla="*/ 2 h 9"/>
                  <a:gd name="T4" fmla="*/ 0 w 3"/>
                  <a:gd name="T5" fmla="*/ 4 h 9"/>
                  <a:gd name="T6" fmla="*/ 0 w 3"/>
                  <a:gd name="T7" fmla="*/ 7 h 9"/>
                  <a:gd name="T8" fmla="*/ 3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8" name="Line 283"/>
              <p:cNvSpPr>
                <a:spLocks noChangeShapeType="1"/>
              </p:cNvSpPr>
              <p:nvPr userDrawn="1"/>
            </p:nvSpPr>
            <p:spPr bwMode="gray">
              <a:xfrm flipH="1" flipV="1">
                <a:off x="2135" y="1466"/>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9" name="Line 284"/>
              <p:cNvSpPr>
                <a:spLocks noChangeShapeType="1"/>
              </p:cNvSpPr>
              <p:nvPr userDrawn="1"/>
            </p:nvSpPr>
            <p:spPr bwMode="gray">
              <a:xfrm flipH="1" flipV="1">
                <a:off x="2139" y="1460"/>
                <a:ext cx="5"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0" name="Freeform 285"/>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1" name="Line 286"/>
              <p:cNvSpPr>
                <a:spLocks noChangeShapeType="1"/>
              </p:cNvSpPr>
              <p:nvPr userDrawn="1"/>
            </p:nvSpPr>
            <p:spPr bwMode="gray">
              <a:xfrm>
                <a:off x="2139" y="1469"/>
                <a:ext cx="7"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2" name="Freeform 287"/>
              <p:cNvSpPr>
                <a:spLocks/>
              </p:cNvSpPr>
              <p:nvPr userDrawn="1"/>
            </p:nvSpPr>
            <p:spPr bwMode="gray">
              <a:xfrm>
                <a:off x="2140" y="1686"/>
                <a:ext cx="6" cy="9"/>
              </a:xfrm>
              <a:custGeom>
                <a:avLst/>
                <a:gdLst>
                  <a:gd name="T0" fmla="*/ 6 w 6"/>
                  <a:gd name="T1" fmla="*/ 9 h 9"/>
                  <a:gd name="T2" fmla="*/ 2 w 6"/>
                  <a:gd name="T3" fmla="*/ 7 h 9"/>
                  <a:gd name="T4" fmla="*/ 0 w 6"/>
                  <a:gd name="T5" fmla="*/ 5 h 9"/>
                  <a:gd name="T6" fmla="*/ 2 w 6"/>
                  <a:gd name="T7" fmla="*/ 2 h 9"/>
                  <a:gd name="T8" fmla="*/ 4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3" name="Freeform 288"/>
              <p:cNvSpPr>
                <a:spLocks/>
              </p:cNvSpPr>
              <p:nvPr userDrawn="1"/>
            </p:nvSpPr>
            <p:spPr bwMode="gray">
              <a:xfrm>
                <a:off x="2779" y="1816"/>
                <a:ext cx="19" cy="3"/>
              </a:xfrm>
              <a:custGeom>
                <a:avLst/>
                <a:gdLst>
                  <a:gd name="T0" fmla="*/ 0 w 19"/>
                  <a:gd name="T1" fmla="*/ 1 h 3"/>
                  <a:gd name="T2" fmla="*/ 5 w 19"/>
                  <a:gd name="T3" fmla="*/ 3 h 3"/>
                  <a:gd name="T4" fmla="*/ 10 w 19"/>
                  <a:gd name="T5" fmla="*/ 3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4" name="Line 289"/>
              <p:cNvSpPr>
                <a:spLocks noChangeShapeType="1"/>
              </p:cNvSpPr>
              <p:nvPr userDrawn="1"/>
            </p:nvSpPr>
            <p:spPr bwMode="gray">
              <a:xfrm flipV="1">
                <a:off x="2789" y="1702"/>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5" name="Line 290"/>
              <p:cNvSpPr>
                <a:spLocks noChangeShapeType="1"/>
              </p:cNvSpPr>
              <p:nvPr userDrawn="1"/>
            </p:nvSpPr>
            <p:spPr bwMode="gray">
              <a:xfrm flipV="1">
                <a:off x="2779" y="1700"/>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6" name="Freeform 291"/>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7" name="Line 292"/>
              <p:cNvSpPr>
                <a:spLocks noChangeShapeType="1"/>
              </p:cNvSpPr>
              <p:nvPr userDrawn="1"/>
            </p:nvSpPr>
            <p:spPr bwMode="gray">
              <a:xfrm>
                <a:off x="2798" y="1698"/>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8" name="Freeform 293"/>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9" name="Freeform 294"/>
              <p:cNvSpPr>
                <a:spLocks/>
              </p:cNvSpPr>
              <p:nvPr userDrawn="1"/>
            </p:nvSpPr>
            <p:spPr bwMode="gray">
              <a:xfrm>
                <a:off x="2356" y="1903"/>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0" name="Line 295"/>
              <p:cNvSpPr>
                <a:spLocks noChangeShapeType="1"/>
              </p:cNvSpPr>
              <p:nvPr userDrawn="1"/>
            </p:nvSpPr>
            <p:spPr bwMode="gray">
              <a:xfrm>
                <a:off x="2354" y="1789"/>
                <a:ext cx="3"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1" name="Line 296"/>
              <p:cNvSpPr>
                <a:spLocks noChangeShapeType="1"/>
              </p:cNvSpPr>
              <p:nvPr userDrawn="1"/>
            </p:nvSpPr>
            <p:spPr bwMode="gray">
              <a:xfrm>
                <a:off x="2357" y="1791"/>
                <a:ext cx="4"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2" name="Freeform 297"/>
              <p:cNvSpPr>
                <a:spLocks/>
              </p:cNvSpPr>
              <p:nvPr userDrawn="1"/>
            </p:nvSpPr>
            <p:spPr bwMode="gray">
              <a:xfrm>
                <a:off x="2357" y="2013"/>
                <a:ext cx="6" cy="11"/>
              </a:xfrm>
              <a:custGeom>
                <a:avLst/>
                <a:gdLst>
                  <a:gd name="T0" fmla="*/ 4 w 6"/>
                  <a:gd name="T1" fmla="*/ 0 h 11"/>
                  <a:gd name="T2" fmla="*/ 2 w 6"/>
                  <a:gd name="T3" fmla="*/ 4 h 11"/>
                  <a:gd name="T4" fmla="*/ 0 w 6"/>
                  <a:gd name="T5" fmla="*/ 5 h 11"/>
                  <a:gd name="T6" fmla="*/ 2 w 6"/>
                  <a:gd name="T7" fmla="*/ 9 h 11"/>
                  <a:gd name="T8" fmla="*/ 6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3" name="Line 298"/>
              <p:cNvSpPr>
                <a:spLocks noChangeShapeType="1"/>
              </p:cNvSpPr>
              <p:nvPr userDrawn="1"/>
            </p:nvSpPr>
            <p:spPr bwMode="gray">
              <a:xfrm flipH="1" flipV="1">
                <a:off x="2359" y="1788"/>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4" name="Freeform 299"/>
              <p:cNvSpPr>
                <a:spLocks/>
              </p:cNvSpPr>
              <p:nvPr userDrawn="1"/>
            </p:nvSpPr>
            <p:spPr bwMode="gray">
              <a:xfrm>
                <a:off x="2354" y="1788"/>
                <a:ext cx="5" cy="3"/>
              </a:xfrm>
              <a:custGeom>
                <a:avLst/>
                <a:gdLst>
                  <a:gd name="T0" fmla="*/ 3 w 5"/>
                  <a:gd name="T1" fmla="*/ 3 h 3"/>
                  <a:gd name="T2" fmla="*/ 2 w 5"/>
                  <a:gd name="T3" fmla="*/ 3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5" name="Freeform 300"/>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6" name="Freeform 301"/>
              <p:cNvSpPr>
                <a:spLocks/>
              </p:cNvSpPr>
              <p:nvPr userDrawn="1"/>
            </p:nvSpPr>
            <p:spPr bwMode="gray">
              <a:xfrm>
                <a:off x="2513"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7" name="Freeform 302"/>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8" name="Line 303"/>
              <p:cNvSpPr>
                <a:spLocks noChangeShapeType="1"/>
              </p:cNvSpPr>
              <p:nvPr userDrawn="1"/>
            </p:nvSpPr>
            <p:spPr bwMode="gray">
              <a:xfrm flipH="1">
                <a:off x="2350" y="1188"/>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9" name="Line 304"/>
              <p:cNvSpPr>
                <a:spLocks noChangeShapeType="1"/>
              </p:cNvSpPr>
              <p:nvPr userDrawn="1"/>
            </p:nvSpPr>
            <p:spPr bwMode="gray">
              <a:xfrm flipH="1">
                <a:off x="2347" y="1195"/>
                <a:ext cx="166"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0" name="Freeform 305"/>
              <p:cNvSpPr>
                <a:spLocks/>
              </p:cNvSpPr>
              <p:nvPr userDrawn="1"/>
            </p:nvSpPr>
            <p:spPr bwMode="gray">
              <a:xfrm>
                <a:off x="2347" y="1270"/>
                <a:ext cx="10" cy="10"/>
              </a:xfrm>
              <a:custGeom>
                <a:avLst/>
                <a:gdLst>
                  <a:gd name="T0" fmla="*/ 0 w 10"/>
                  <a:gd name="T1" fmla="*/ 10 h 10"/>
                  <a:gd name="T2" fmla="*/ 2 w 10"/>
                  <a:gd name="T3" fmla="*/ 5 h 10"/>
                  <a:gd name="T4" fmla="*/ 3 w 10"/>
                  <a:gd name="T5" fmla="*/ 2 h 10"/>
                  <a:gd name="T6" fmla="*/ 5 w 10"/>
                  <a:gd name="T7" fmla="*/ 0 h 10"/>
                  <a:gd name="T8" fmla="*/ 9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1" name="Line 306"/>
              <p:cNvSpPr>
                <a:spLocks noChangeShapeType="1"/>
              </p:cNvSpPr>
              <p:nvPr userDrawn="1"/>
            </p:nvSpPr>
            <p:spPr bwMode="gray">
              <a:xfrm flipV="1">
                <a:off x="2357" y="1186"/>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2" name="Freeform 307"/>
              <p:cNvSpPr>
                <a:spLocks/>
              </p:cNvSpPr>
              <p:nvPr userDrawn="1"/>
            </p:nvSpPr>
            <p:spPr bwMode="gray">
              <a:xfrm>
                <a:off x="2513"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3" name="Freeform 308"/>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4" name="Line 309"/>
              <p:cNvSpPr>
                <a:spLocks noChangeShapeType="1"/>
              </p:cNvSpPr>
              <p:nvPr userDrawn="1"/>
            </p:nvSpPr>
            <p:spPr bwMode="gray">
              <a:xfrm>
                <a:off x="2343" y="1284"/>
                <a:ext cx="6"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5" name="Line 310"/>
              <p:cNvSpPr>
                <a:spLocks noChangeShapeType="1"/>
              </p:cNvSpPr>
              <p:nvPr userDrawn="1"/>
            </p:nvSpPr>
            <p:spPr bwMode="gray">
              <a:xfrm>
                <a:off x="2347" y="1280"/>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6" name="Freeform 311"/>
              <p:cNvSpPr>
                <a:spLocks/>
              </p:cNvSpPr>
              <p:nvPr userDrawn="1"/>
            </p:nvSpPr>
            <p:spPr bwMode="gray">
              <a:xfrm>
                <a:off x="2349" y="1513"/>
                <a:ext cx="5" cy="21"/>
              </a:xfrm>
              <a:custGeom>
                <a:avLst/>
                <a:gdLst>
                  <a:gd name="T0" fmla="*/ 3 w 5"/>
                  <a:gd name="T1" fmla="*/ 0 h 21"/>
                  <a:gd name="T2" fmla="*/ 0 w 5"/>
                  <a:gd name="T3" fmla="*/ 5 h 21"/>
                  <a:gd name="T4" fmla="*/ 0 w 5"/>
                  <a:gd name="T5" fmla="*/ 10 h 21"/>
                  <a:gd name="T6" fmla="*/ 1 w 5"/>
                  <a:gd name="T7" fmla="*/ 16 h 21"/>
                  <a:gd name="T8" fmla="*/ 5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7" name="Line 312"/>
              <p:cNvSpPr>
                <a:spLocks noChangeShapeType="1"/>
              </p:cNvSpPr>
              <p:nvPr userDrawn="1"/>
            </p:nvSpPr>
            <p:spPr bwMode="gray">
              <a:xfrm flipH="1" flipV="1">
                <a:off x="2349" y="1287"/>
                <a:ext cx="5"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8" name="Freeform 313"/>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9" name="Freeform 314"/>
              <p:cNvSpPr>
                <a:spLocks/>
              </p:cNvSpPr>
              <p:nvPr userDrawn="1"/>
            </p:nvSpPr>
            <p:spPr bwMode="gray">
              <a:xfrm>
                <a:off x="2557"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0" name="Line 315"/>
              <p:cNvSpPr>
                <a:spLocks noChangeShapeType="1"/>
              </p:cNvSpPr>
              <p:nvPr userDrawn="1"/>
            </p:nvSpPr>
            <p:spPr bwMode="gray">
              <a:xfrm>
                <a:off x="2565" y="1870"/>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1" name="Line 316"/>
              <p:cNvSpPr>
                <a:spLocks noChangeShapeType="1"/>
              </p:cNvSpPr>
              <p:nvPr userDrawn="1"/>
            </p:nvSpPr>
            <p:spPr bwMode="gray">
              <a:xfrm>
                <a:off x="2574" y="1873"/>
                <a:ext cx="4"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2" name="Freeform 317"/>
              <p:cNvSpPr>
                <a:spLocks/>
              </p:cNvSpPr>
              <p:nvPr userDrawn="1"/>
            </p:nvSpPr>
            <p:spPr bwMode="gray">
              <a:xfrm>
                <a:off x="2557"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3" name="Line 318"/>
              <p:cNvSpPr>
                <a:spLocks noChangeShapeType="1"/>
              </p:cNvSpPr>
              <p:nvPr userDrawn="1"/>
            </p:nvSpPr>
            <p:spPr bwMode="gray">
              <a:xfrm flipH="1" flipV="1">
                <a:off x="2555" y="1861"/>
                <a:ext cx="2"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4" name="Freeform 319"/>
              <p:cNvSpPr>
                <a:spLocks/>
              </p:cNvSpPr>
              <p:nvPr userDrawn="1"/>
            </p:nvSpPr>
            <p:spPr bwMode="gray">
              <a:xfrm>
                <a:off x="2555" y="1861"/>
                <a:ext cx="19" cy="12"/>
              </a:xfrm>
              <a:custGeom>
                <a:avLst/>
                <a:gdLst>
                  <a:gd name="T0" fmla="*/ 19 w 19"/>
                  <a:gd name="T1" fmla="*/ 12 h 12"/>
                  <a:gd name="T2" fmla="*/ 12 w 19"/>
                  <a:gd name="T3" fmla="*/ 9 h 12"/>
                  <a:gd name="T4" fmla="*/ 5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5" name="Freeform 320"/>
              <p:cNvSpPr>
                <a:spLocks/>
              </p:cNvSpPr>
              <p:nvPr userDrawn="1"/>
            </p:nvSpPr>
            <p:spPr bwMode="gray">
              <a:xfrm>
                <a:off x="2646" y="2050"/>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6" name="Line 321"/>
              <p:cNvSpPr>
                <a:spLocks noChangeShapeType="1"/>
              </p:cNvSpPr>
              <p:nvPr userDrawn="1"/>
            </p:nvSpPr>
            <p:spPr bwMode="gray">
              <a:xfrm flipV="1">
                <a:off x="2574" y="2010"/>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7" name="Line 322"/>
              <p:cNvSpPr>
                <a:spLocks noChangeShapeType="1"/>
              </p:cNvSpPr>
              <p:nvPr userDrawn="1"/>
            </p:nvSpPr>
            <p:spPr bwMode="gray">
              <a:xfrm flipV="1">
                <a:off x="2578" y="2003"/>
                <a:ext cx="159"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8" name="Freeform 323"/>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9" name="Line 324"/>
              <p:cNvSpPr>
                <a:spLocks noChangeShapeType="1"/>
              </p:cNvSpPr>
              <p:nvPr userDrawn="1"/>
            </p:nvSpPr>
            <p:spPr bwMode="gray">
              <a:xfrm flipH="1">
                <a:off x="2565" y="2010"/>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0" name="Freeform 325"/>
              <p:cNvSpPr>
                <a:spLocks/>
              </p:cNvSpPr>
              <p:nvPr userDrawn="1"/>
            </p:nvSpPr>
            <p:spPr bwMode="gray">
              <a:xfrm>
                <a:off x="2565"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1" name="Line 326"/>
              <p:cNvSpPr>
                <a:spLocks noChangeShapeType="1"/>
              </p:cNvSpPr>
              <p:nvPr userDrawn="1"/>
            </p:nvSpPr>
            <p:spPr bwMode="gray">
              <a:xfrm flipV="1">
                <a:off x="2739" y="1924"/>
                <a:ext cx="1"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2" name="Line 327"/>
              <p:cNvSpPr>
                <a:spLocks noChangeShapeType="1"/>
              </p:cNvSpPr>
              <p:nvPr userDrawn="1"/>
            </p:nvSpPr>
            <p:spPr bwMode="gray">
              <a:xfrm flipV="1">
                <a:off x="2737" y="1924"/>
                <a:ext cx="1"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3" name="Line 328"/>
              <p:cNvSpPr>
                <a:spLocks noChangeShapeType="1"/>
              </p:cNvSpPr>
              <p:nvPr userDrawn="1"/>
            </p:nvSpPr>
            <p:spPr bwMode="gray">
              <a:xfrm>
                <a:off x="2733" y="1922"/>
                <a:ext cx="2"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4" name="Freeform 329"/>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5" name="Freeform 330"/>
              <p:cNvSpPr>
                <a:spLocks/>
              </p:cNvSpPr>
              <p:nvPr userDrawn="1"/>
            </p:nvSpPr>
            <p:spPr bwMode="gray">
              <a:xfrm>
                <a:off x="2732" y="1377"/>
                <a:ext cx="5" cy="8"/>
              </a:xfrm>
              <a:custGeom>
                <a:avLst/>
                <a:gdLst>
                  <a:gd name="T0" fmla="*/ 3 w 5"/>
                  <a:gd name="T1" fmla="*/ 8 h 8"/>
                  <a:gd name="T2" fmla="*/ 5 w 5"/>
                  <a:gd name="T3" fmla="*/ 7 h 8"/>
                  <a:gd name="T4" fmla="*/ 5 w 5"/>
                  <a:gd name="T5" fmla="*/ 5 h 8"/>
                  <a:gd name="T6" fmla="*/ 3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6" name="Line 331"/>
              <p:cNvSpPr>
                <a:spLocks noChangeShapeType="1"/>
              </p:cNvSpPr>
              <p:nvPr userDrawn="1"/>
            </p:nvSpPr>
            <p:spPr bwMode="gray">
              <a:xfrm flipH="1" flipV="1">
                <a:off x="2737" y="1265"/>
                <a:ext cx="2"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7" name="Line 332"/>
              <p:cNvSpPr>
                <a:spLocks noChangeShapeType="1"/>
              </p:cNvSpPr>
              <p:nvPr userDrawn="1"/>
            </p:nvSpPr>
            <p:spPr bwMode="gray">
              <a:xfrm flipV="1">
                <a:off x="2735" y="1270"/>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8" name="Freeform 333"/>
              <p:cNvSpPr>
                <a:spLocks/>
              </p:cNvSpPr>
              <p:nvPr userDrawn="1"/>
            </p:nvSpPr>
            <p:spPr bwMode="gray">
              <a:xfrm>
                <a:off x="2732" y="1261"/>
                <a:ext cx="5" cy="9"/>
              </a:xfrm>
              <a:custGeom>
                <a:avLst/>
                <a:gdLst>
                  <a:gd name="T0" fmla="*/ 3 w 5"/>
                  <a:gd name="T1" fmla="*/ 9 h 9"/>
                  <a:gd name="T2" fmla="*/ 5 w 5"/>
                  <a:gd name="T3" fmla="*/ 5 h 9"/>
                  <a:gd name="T4" fmla="*/ 5 w 5"/>
                  <a:gd name="T5" fmla="*/ 4 h 9"/>
                  <a:gd name="T6" fmla="*/ 3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9" name="Line 334"/>
              <p:cNvSpPr>
                <a:spLocks noChangeShapeType="1"/>
              </p:cNvSpPr>
              <p:nvPr userDrawn="1"/>
            </p:nvSpPr>
            <p:spPr bwMode="gray">
              <a:xfrm>
                <a:off x="2732" y="1261"/>
                <a:ext cx="1"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0" name="Freeform 335"/>
              <p:cNvSpPr>
                <a:spLocks/>
              </p:cNvSpPr>
              <p:nvPr userDrawn="1"/>
            </p:nvSpPr>
            <p:spPr bwMode="gray">
              <a:xfrm>
                <a:off x="2733" y="1502"/>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1" name="Freeform 336"/>
              <p:cNvSpPr>
                <a:spLocks/>
              </p:cNvSpPr>
              <p:nvPr userDrawn="1"/>
            </p:nvSpPr>
            <p:spPr bwMode="gray">
              <a:xfrm>
                <a:off x="2641" y="1296"/>
                <a:ext cx="12" cy="16"/>
              </a:xfrm>
              <a:custGeom>
                <a:avLst/>
                <a:gdLst>
                  <a:gd name="T0" fmla="*/ 12 w 12"/>
                  <a:gd name="T1" fmla="*/ 16 h 16"/>
                  <a:gd name="T2" fmla="*/ 10 w 12"/>
                  <a:gd name="T3" fmla="*/ 11 h 16"/>
                  <a:gd name="T4" fmla="*/ 8 w 12"/>
                  <a:gd name="T5" fmla="*/ 5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2" name="Line 337"/>
              <p:cNvSpPr>
                <a:spLocks noChangeShapeType="1"/>
              </p:cNvSpPr>
              <p:nvPr userDrawn="1"/>
            </p:nvSpPr>
            <p:spPr bwMode="gray">
              <a:xfrm flipH="1">
                <a:off x="2567" y="1259"/>
                <a:ext cx="165"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3" name="Line 338"/>
              <p:cNvSpPr>
                <a:spLocks noChangeShapeType="1"/>
              </p:cNvSpPr>
              <p:nvPr userDrawn="1"/>
            </p:nvSpPr>
            <p:spPr bwMode="gray">
              <a:xfrm flipH="1">
                <a:off x="2571" y="1270"/>
                <a:ext cx="164"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4" name="Freeform 339"/>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5" name="Line 340"/>
              <p:cNvSpPr>
                <a:spLocks noChangeShapeType="1"/>
              </p:cNvSpPr>
              <p:nvPr userDrawn="1"/>
            </p:nvSpPr>
            <p:spPr bwMode="gray">
              <a:xfrm flipV="1">
                <a:off x="2558" y="1252"/>
                <a:ext cx="165"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6" name="Freeform 341"/>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7" name="Freeform 342"/>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8" name="Line 343"/>
              <p:cNvSpPr>
                <a:spLocks noChangeShapeType="1"/>
              </p:cNvSpPr>
              <p:nvPr userDrawn="1"/>
            </p:nvSpPr>
            <p:spPr bwMode="gray">
              <a:xfrm>
                <a:off x="2560" y="1359"/>
                <a:ext cx="2" cy="24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9" name="Line 344"/>
              <p:cNvSpPr>
                <a:spLocks noChangeShapeType="1"/>
              </p:cNvSpPr>
              <p:nvPr userDrawn="1"/>
            </p:nvSpPr>
            <p:spPr bwMode="gray">
              <a:xfrm>
                <a:off x="2571" y="1356"/>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0" name="Freeform 345"/>
              <p:cNvSpPr>
                <a:spLocks/>
              </p:cNvSpPr>
              <p:nvPr userDrawn="1"/>
            </p:nvSpPr>
            <p:spPr bwMode="gray">
              <a:xfrm>
                <a:off x="2551" y="1592"/>
                <a:ext cx="21" cy="14"/>
              </a:xfrm>
              <a:custGeom>
                <a:avLst/>
                <a:gdLst>
                  <a:gd name="T0" fmla="*/ 21 w 21"/>
                  <a:gd name="T1" fmla="*/ 0 h 14"/>
                  <a:gd name="T2" fmla="*/ 16 w 21"/>
                  <a:gd name="T3" fmla="*/ 5 h 14"/>
                  <a:gd name="T4" fmla="*/ 13 w 21"/>
                  <a:gd name="T5" fmla="*/ 8 h 14"/>
                  <a:gd name="T6" fmla="*/ 7 w 21"/>
                  <a:gd name="T7" fmla="*/ 10 h 14"/>
                  <a:gd name="T8" fmla="*/ 0 w 21"/>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1" name="Line 346"/>
              <p:cNvSpPr>
                <a:spLocks noChangeShapeType="1"/>
              </p:cNvSpPr>
              <p:nvPr userDrawn="1"/>
            </p:nvSpPr>
            <p:spPr bwMode="gray">
              <a:xfrm flipH="1" flipV="1">
                <a:off x="2550" y="1357"/>
                <a:ext cx="1" cy="2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2" name="Freeform 347"/>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3" name="Freeform 348"/>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4" name="Freeform 349"/>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5" name="Freeform 350"/>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6" name="Line 351"/>
              <p:cNvSpPr>
                <a:spLocks noChangeShapeType="1"/>
              </p:cNvSpPr>
              <p:nvPr userDrawn="1"/>
            </p:nvSpPr>
            <p:spPr bwMode="gray">
              <a:xfrm>
                <a:off x="2536" y="1184"/>
                <a:ext cx="19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7" name="Line 352"/>
              <p:cNvSpPr>
                <a:spLocks noChangeShapeType="1"/>
              </p:cNvSpPr>
              <p:nvPr userDrawn="1"/>
            </p:nvSpPr>
            <p:spPr bwMode="gray">
              <a:xfrm>
                <a:off x="2532" y="1195"/>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8" name="Freeform 353"/>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9" name="Line 354"/>
              <p:cNvSpPr>
                <a:spLocks noChangeShapeType="1"/>
              </p:cNvSpPr>
              <p:nvPr userDrawn="1"/>
            </p:nvSpPr>
            <p:spPr bwMode="gray">
              <a:xfrm flipH="1" flipV="1">
                <a:off x="2543" y="1177"/>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0" name="Freeform 355"/>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1" name="Freeform 356"/>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2" name="Line 357"/>
              <p:cNvSpPr>
                <a:spLocks noChangeShapeType="1"/>
              </p:cNvSpPr>
              <p:nvPr userDrawn="1"/>
            </p:nvSpPr>
            <p:spPr bwMode="gray">
              <a:xfrm flipH="1" flipV="1">
                <a:off x="2530" y="1179"/>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3" name="Line 358"/>
              <p:cNvSpPr>
                <a:spLocks noChangeShapeType="1"/>
              </p:cNvSpPr>
              <p:nvPr userDrawn="1"/>
            </p:nvSpPr>
            <p:spPr bwMode="gray">
              <a:xfrm flipH="1" flipV="1">
                <a:off x="2523" y="1186"/>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4" name="Freeform 359"/>
              <p:cNvSpPr>
                <a:spLocks/>
              </p:cNvSpPr>
              <p:nvPr userDrawn="1"/>
            </p:nvSpPr>
            <p:spPr bwMode="gray">
              <a:xfrm>
                <a:off x="2523"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5" name="Line 360"/>
              <p:cNvSpPr>
                <a:spLocks noChangeShapeType="1"/>
              </p:cNvSpPr>
              <p:nvPr userDrawn="1"/>
            </p:nvSpPr>
            <p:spPr bwMode="gray">
              <a:xfrm>
                <a:off x="2532" y="1168"/>
                <a:ext cx="200"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6" name="Freeform 361"/>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7" name="Freeform 362"/>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8" name="Line 363"/>
              <p:cNvSpPr>
                <a:spLocks noChangeShapeType="1"/>
              </p:cNvSpPr>
              <p:nvPr userDrawn="1"/>
            </p:nvSpPr>
            <p:spPr bwMode="gray">
              <a:xfrm>
                <a:off x="2352" y="1277"/>
                <a:ext cx="199"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9" name="Line 364"/>
              <p:cNvSpPr>
                <a:spLocks noChangeShapeType="1"/>
              </p:cNvSpPr>
              <p:nvPr userDrawn="1"/>
            </p:nvSpPr>
            <p:spPr bwMode="gray">
              <a:xfrm>
                <a:off x="2357" y="1270"/>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0" name="Freeform 365"/>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1" name="Line 366"/>
              <p:cNvSpPr>
                <a:spLocks noChangeShapeType="1"/>
              </p:cNvSpPr>
              <p:nvPr userDrawn="1"/>
            </p:nvSpPr>
            <p:spPr bwMode="gray">
              <a:xfrm flipH="1" flipV="1">
                <a:off x="2349" y="1287"/>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2" name="Freeform 367"/>
              <p:cNvSpPr>
                <a:spLocks/>
              </p:cNvSpPr>
              <p:nvPr userDrawn="1"/>
            </p:nvSpPr>
            <p:spPr bwMode="gray">
              <a:xfrm>
                <a:off x="2349"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3" name="Freeform 368"/>
              <p:cNvSpPr>
                <a:spLocks/>
              </p:cNvSpPr>
              <p:nvPr userDrawn="1"/>
            </p:nvSpPr>
            <p:spPr bwMode="gray">
              <a:xfrm>
                <a:off x="2459" y="2060"/>
                <a:ext cx="10" cy="9"/>
              </a:xfrm>
              <a:custGeom>
                <a:avLst/>
                <a:gdLst>
                  <a:gd name="T0" fmla="*/ 0 w 10"/>
                  <a:gd name="T1" fmla="*/ 0 h 9"/>
                  <a:gd name="T2" fmla="*/ 2 w 10"/>
                  <a:gd name="T3" fmla="*/ 6 h 9"/>
                  <a:gd name="T4" fmla="*/ 3 w 10"/>
                  <a:gd name="T5" fmla="*/ 7 h 9"/>
                  <a:gd name="T6" fmla="*/ 7 w 10"/>
                  <a:gd name="T7" fmla="*/ 9 h 9"/>
                  <a:gd name="T8" fmla="*/ 1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4" name="Line 369"/>
              <p:cNvSpPr>
                <a:spLocks noChangeShapeType="1"/>
              </p:cNvSpPr>
              <p:nvPr userDrawn="1"/>
            </p:nvSpPr>
            <p:spPr bwMode="gray">
              <a:xfrm>
                <a:off x="2366"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5" name="Line 370"/>
              <p:cNvSpPr>
                <a:spLocks noChangeShapeType="1"/>
              </p:cNvSpPr>
              <p:nvPr userDrawn="1"/>
            </p:nvSpPr>
            <p:spPr bwMode="gray">
              <a:xfrm>
                <a:off x="2363" y="2024"/>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6" name="Freeform 371"/>
              <p:cNvSpPr>
                <a:spLocks/>
              </p:cNvSpPr>
              <p:nvPr userDrawn="1"/>
            </p:nvSpPr>
            <p:spPr bwMode="gray">
              <a:xfrm>
                <a:off x="2557"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7" name="Line 372"/>
              <p:cNvSpPr>
                <a:spLocks noChangeShapeType="1"/>
              </p:cNvSpPr>
              <p:nvPr userDrawn="1"/>
            </p:nvSpPr>
            <p:spPr bwMode="gray">
              <a:xfrm flipH="1" flipV="1">
                <a:off x="2371"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8" name="Freeform 373"/>
              <p:cNvSpPr>
                <a:spLocks/>
              </p:cNvSpPr>
              <p:nvPr userDrawn="1"/>
            </p:nvSpPr>
            <p:spPr bwMode="gray">
              <a:xfrm>
                <a:off x="2363" y="2024"/>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9" name="Freeform 374"/>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0" name="Freeform 375"/>
              <p:cNvSpPr>
                <a:spLocks/>
              </p:cNvSpPr>
              <p:nvPr userDrawn="1"/>
            </p:nvSpPr>
            <p:spPr bwMode="gray">
              <a:xfrm>
                <a:off x="2835" y="1314"/>
                <a:ext cx="9" cy="15"/>
              </a:xfrm>
              <a:custGeom>
                <a:avLst/>
                <a:gdLst>
                  <a:gd name="T0" fmla="*/ 9 w 9"/>
                  <a:gd name="T1" fmla="*/ 15 h 15"/>
                  <a:gd name="T2" fmla="*/ 5 w 9"/>
                  <a:gd name="T3" fmla="*/ 14 h 15"/>
                  <a:gd name="T4" fmla="*/ 2 w 9"/>
                  <a:gd name="T5" fmla="*/ 10 h 15"/>
                  <a:gd name="T6" fmla="*/ 0 w 9"/>
                  <a:gd name="T7" fmla="*/ 5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1" name="Freeform 376"/>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2" name="Line 377"/>
              <p:cNvSpPr>
                <a:spLocks noChangeShapeType="1"/>
              </p:cNvSpPr>
              <p:nvPr userDrawn="1"/>
            </p:nvSpPr>
            <p:spPr bwMode="gray">
              <a:xfrm>
                <a:off x="2838" y="1329"/>
                <a:ext cx="19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3" name="Line 378"/>
              <p:cNvSpPr>
                <a:spLocks noChangeShapeType="1"/>
              </p:cNvSpPr>
              <p:nvPr userDrawn="1"/>
            </p:nvSpPr>
            <p:spPr bwMode="gray">
              <a:xfrm>
                <a:off x="2844" y="1329"/>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4" name="Freeform 379"/>
              <p:cNvSpPr>
                <a:spLocks/>
              </p:cNvSpPr>
              <p:nvPr userDrawn="1"/>
            </p:nvSpPr>
            <p:spPr bwMode="gray">
              <a:xfrm>
                <a:off x="3031" y="1389"/>
                <a:ext cx="3"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5" name="Line 380"/>
              <p:cNvSpPr>
                <a:spLocks noChangeShapeType="1"/>
              </p:cNvSpPr>
              <p:nvPr userDrawn="1"/>
            </p:nvSpPr>
            <p:spPr bwMode="gray">
              <a:xfrm flipH="1" flipV="1">
                <a:off x="2837" y="1322"/>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6" name="Freeform 381"/>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7" name="Line 382"/>
              <p:cNvSpPr>
                <a:spLocks noChangeShapeType="1"/>
              </p:cNvSpPr>
              <p:nvPr userDrawn="1"/>
            </p:nvSpPr>
            <p:spPr bwMode="gray">
              <a:xfrm flipH="1">
                <a:off x="3370" y="1144"/>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8" name="Line 383"/>
              <p:cNvSpPr>
                <a:spLocks noChangeShapeType="1"/>
              </p:cNvSpPr>
              <p:nvPr userDrawn="1"/>
            </p:nvSpPr>
            <p:spPr bwMode="gray">
              <a:xfrm flipH="1">
                <a:off x="3382" y="1149"/>
                <a:ext cx="30" cy="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9" name="Line 384"/>
              <p:cNvSpPr>
                <a:spLocks noChangeShapeType="1"/>
              </p:cNvSpPr>
              <p:nvPr userDrawn="1"/>
            </p:nvSpPr>
            <p:spPr bwMode="gray">
              <a:xfrm flipV="1">
                <a:off x="3356" y="1133"/>
                <a:ext cx="45" cy="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0" name="Freeform 385"/>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1" name="Freeform 386"/>
              <p:cNvSpPr>
                <a:spLocks/>
              </p:cNvSpPr>
              <p:nvPr userDrawn="1"/>
            </p:nvSpPr>
            <p:spPr bwMode="gray">
              <a:xfrm>
                <a:off x="3540" y="1252"/>
                <a:ext cx="10" cy="16"/>
              </a:xfrm>
              <a:custGeom>
                <a:avLst/>
                <a:gdLst>
                  <a:gd name="T0" fmla="*/ 0 w 10"/>
                  <a:gd name="T1" fmla="*/ 0 h 16"/>
                  <a:gd name="T2" fmla="*/ 3 w 10"/>
                  <a:gd name="T3" fmla="*/ 2 h 16"/>
                  <a:gd name="T4" fmla="*/ 7 w 10"/>
                  <a:gd name="T5" fmla="*/ 6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2" name="Line 387"/>
              <p:cNvSpPr>
                <a:spLocks noChangeShapeType="1"/>
              </p:cNvSpPr>
              <p:nvPr userDrawn="1"/>
            </p:nvSpPr>
            <p:spPr bwMode="gray">
              <a:xfrm flipV="1">
                <a:off x="3538" y="1217"/>
                <a:ext cx="7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3" name="Line 388"/>
              <p:cNvSpPr>
                <a:spLocks noChangeShapeType="1"/>
              </p:cNvSpPr>
              <p:nvPr userDrawn="1"/>
            </p:nvSpPr>
            <p:spPr bwMode="gray">
              <a:xfrm flipV="1">
                <a:off x="3538" y="1212"/>
                <a:ext cx="72" cy="4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4" name="Freeform 389"/>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5" name="Line 390"/>
              <p:cNvSpPr>
                <a:spLocks noChangeShapeType="1"/>
              </p:cNvSpPr>
              <p:nvPr userDrawn="1"/>
            </p:nvSpPr>
            <p:spPr bwMode="gray">
              <a:xfrm flipH="1">
                <a:off x="3538" y="1228"/>
                <a:ext cx="82"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6" name="Freeform 391"/>
              <p:cNvSpPr>
                <a:spLocks/>
              </p:cNvSpPr>
              <p:nvPr userDrawn="1"/>
            </p:nvSpPr>
            <p:spPr bwMode="gray">
              <a:xfrm>
                <a:off x="3484" y="1172"/>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7" name="Line 392"/>
              <p:cNvSpPr>
                <a:spLocks noChangeShapeType="1"/>
              </p:cNvSpPr>
              <p:nvPr userDrawn="1"/>
            </p:nvSpPr>
            <p:spPr bwMode="gray">
              <a:xfrm flipH="1" flipV="1">
                <a:off x="3412" y="1147"/>
                <a:ext cx="20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8" name="Line 393"/>
              <p:cNvSpPr>
                <a:spLocks noChangeShapeType="1"/>
              </p:cNvSpPr>
              <p:nvPr userDrawn="1"/>
            </p:nvSpPr>
            <p:spPr bwMode="gray">
              <a:xfrm flipH="1" flipV="1">
                <a:off x="3412" y="1149"/>
                <a:ext cx="198"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9" name="Freeform 394"/>
              <p:cNvSpPr>
                <a:spLocks/>
              </p:cNvSpPr>
              <p:nvPr userDrawn="1"/>
            </p:nvSpPr>
            <p:spPr bwMode="gray">
              <a:xfrm>
                <a:off x="3408" y="1149"/>
                <a:ext cx="4" cy="5"/>
              </a:xfrm>
              <a:custGeom>
                <a:avLst/>
                <a:gdLst>
                  <a:gd name="T0" fmla="*/ 4 w 4"/>
                  <a:gd name="T1" fmla="*/ 0 h 5"/>
                  <a:gd name="T2" fmla="*/ 4 w 4"/>
                  <a:gd name="T3" fmla="*/ 0 h 5"/>
                  <a:gd name="T4" fmla="*/ 4 w 4"/>
                  <a:gd name="T5" fmla="*/ 0 h 5"/>
                  <a:gd name="T6" fmla="*/ 2 w 4"/>
                  <a:gd name="T7" fmla="*/ 2 h 5"/>
                  <a:gd name="T8" fmla="*/ 2 w 4"/>
                  <a:gd name="T9" fmla="*/ 4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0" name="Line 395"/>
              <p:cNvSpPr>
                <a:spLocks noChangeShapeType="1"/>
              </p:cNvSpPr>
              <p:nvPr userDrawn="1"/>
            </p:nvSpPr>
            <p:spPr bwMode="gray">
              <a:xfrm>
                <a:off x="3408" y="1154"/>
                <a:ext cx="209"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1" name="Freeform 396"/>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2" name="Freeform 397"/>
              <p:cNvSpPr>
                <a:spLocks/>
              </p:cNvSpPr>
              <p:nvPr userDrawn="1"/>
            </p:nvSpPr>
            <p:spPr bwMode="gray">
              <a:xfrm>
                <a:off x="3613" y="1329"/>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3" name="Line 398"/>
              <p:cNvSpPr>
                <a:spLocks noChangeShapeType="1"/>
              </p:cNvSpPr>
              <p:nvPr userDrawn="1"/>
            </p:nvSpPr>
            <p:spPr bwMode="gray">
              <a:xfrm flipV="1">
                <a:off x="3618" y="1223"/>
                <a:ext cx="4" cy="1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4" name="Line 399"/>
              <p:cNvSpPr>
                <a:spLocks noChangeShapeType="1"/>
              </p:cNvSpPr>
              <p:nvPr userDrawn="1"/>
            </p:nvSpPr>
            <p:spPr bwMode="gray">
              <a:xfrm flipV="1">
                <a:off x="3615" y="1228"/>
                <a:ext cx="5"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5" name="Freeform 400"/>
              <p:cNvSpPr>
                <a:spLocks/>
              </p:cNvSpPr>
              <p:nvPr userDrawn="1"/>
            </p:nvSpPr>
            <p:spPr bwMode="gray">
              <a:xfrm>
                <a:off x="3617" y="1219"/>
                <a:ext cx="5" cy="9"/>
              </a:xfrm>
              <a:custGeom>
                <a:avLst/>
                <a:gdLst>
                  <a:gd name="T0" fmla="*/ 3 w 5"/>
                  <a:gd name="T1" fmla="*/ 9 h 9"/>
                  <a:gd name="T2" fmla="*/ 5 w 5"/>
                  <a:gd name="T3" fmla="*/ 7 h 9"/>
                  <a:gd name="T4" fmla="*/ 5 w 5"/>
                  <a:gd name="T5" fmla="*/ 5 h 9"/>
                  <a:gd name="T6" fmla="*/ 3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6" name="Line 401"/>
              <p:cNvSpPr>
                <a:spLocks noChangeShapeType="1"/>
              </p:cNvSpPr>
              <p:nvPr userDrawn="1"/>
            </p:nvSpPr>
            <p:spPr bwMode="gray">
              <a:xfrm flipH="1">
                <a:off x="3611" y="1219"/>
                <a:ext cx="6" cy="1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7" name="Freeform 402"/>
              <p:cNvSpPr>
                <a:spLocks/>
              </p:cNvSpPr>
              <p:nvPr userDrawn="1"/>
            </p:nvSpPr>
            <p:spPr bwMode="gray">
              <a:xfrm>
                <a:off x="2816" y="1207"/>
                <a:ext cx="19" cy="2"/>
              </a:xfrm>
              <a:custGeom>
                <a:avLst/>
                <a:gdLst>
                  <a:gd name="T0" fmla="*/ 19 w 19"/>
                  <a:gd name="T1" fmla="*/ 0 h 2"/>
                  <a:gd name="T2" fmla="*/ 14 w 19"/>
                  <a:gd name="T3" fmla="*/ 2 h 2"/>
                  <a:gd name="T4" fmla="*/ 10 w 19"/>
                  <a:gd name="T5" fmla="*/ 2 h 2"/>
                  <a:gd name="T6" fmla="*/ 5 w 19"/>
                  <a:gd name="T7" fmla="*/ 2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8" name="Line 403"/>
              <p:cNvSpPr>
                <a:spLocks noChangeShapeType="1"/>
              </p:cNvSpPr>
              <p:nvPr userDrawn="1"/>
            </p:nvSpPr>
            <p:spPr bwMode="gray">
              <a:xfrm flipV="1">
                <a:off x="2826" y="1202"/>
                <a:ext cx="1" cy="1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9" name="Line 404"/>
              <p:cNvSpPr>
                <a:spLocks noChangeShapeType="1"/>
              </p:cNvSpPr>
              <p:nvPr userDrawn="1"/>
            </p:nvSpPr>
            <p:spPr bwMode="gray">
              <a:xfrm flipV="1">
                <a:off x="2835" y="1196"/>
                <a:ext cx="1" cy="1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0" name="Line 405"/>
              <p:cNvSpPr>
                <a:spLocks noChangeShapeType="1"/>
              </p:cNvSpPr>
              <p:nvPr userDrawn="1"/>
            </p:nvSpPr>
            <p:spPr bwMode="gray">
              <a:xfrm>
                <a:off x="2816" y="1207"/>
                <a:ext cx="1" cy="10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1" name="Freeform 406"/>
              <p:cNvSpPr>
                <a:spLocks/>
              </p:cNvSpPr>
              <p:nvPr userDrawn="1"/>
            </p:nvSpPr>
            <p:spPr bwMode="gray">
              <a:xfrm>
                <a:off x="2816" y="1314"/>
                <a:ext cx="19" cy="3"/>
              </a:xfrm>
              <a:custGeom>
                <a:avLst/>
                <a:gdLst>
                  <a:gd name="T0" fmla="*/ 19 w 19"/>
                  <a:gd name="T1" fmla="*/ 0 h 3"/>
                  <a:gd name="T2" fmla="*/ 12 w 19"/>
                  <a:gd name="T3" fmla="*/ 3 h 3"/>
                  <a:gd name="T4" fmla="*/ 7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2" name="Freeform 407"/>
              <p:cNvSpPr>
                <a:spLocks/>
              </p:cNvSpPr>
              <p:nvPr userDrawn="1"/>
            </p:nvSpPr>
            <p:spPr bwMode="gray">
              <a:xfrm>
                <a:off x="2817"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3" name="Line 408"/>
              <p:cNvSpPr>
                <a:spLocks noChangeShapeType="1"/>
              </p:cNvSpPr>
              <p:nvPr userDrawn="1"/>
            </p:nvSpPr>
            <p:spPr bwMode="gray">
              <a:xfrm>
                <a:off x="2826" y="1202"/>
                <a:ext cx="1" cy="1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4" name="Line 409"/>
              <p:cNvSpPr>
                <a:spLocks noChangeShapeType="1"/>
              </p:cNvSpPr>
              <p:nvPr userDrawn="1"/>
            </p:nvSpPr>
            <p:spPr bwMode="gray">
              <a:xfrm>
                <a:off x="2837" y="1196"/>
                <a:ext cx="1"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5" name="Freeform 410"/>
              <p:cNvSpPr>
                <a:spLocks/>
              </p:cNvSpPr>
              <p:nvPr userDrawn="1"/>
            </p:nvSpPr>
            <p:spPr bwMode="gray">
              <a:xfrm>
                <a:off x="2817"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6" name="Line 411"/>
              <p:cNvSpPr>
                <a:spLocks noChangeShapeType="1"/>
              </p:cNvSpPr>
              <p:nvPr userDrawn="1"/>
            </p:nvSpPr>
            <p:spPr bwMode="gray">
              <a:xfrm flipV="1">
                <a:off x="2817" y="1205"/>
                <a:ext cx="1" cy="1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7" name="Freeform 412"/>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8" name="Line 413"/>
              <p:cNvSpPr>
                <a:spLocks noChangeShapeType="1"/>
              </p:cNvSpPr>
              <p:nvPr userDrawn="1"/>
            </p:nvSpPr>
            <p:spPr bwMode="gray">
              <a:xfrm flipH="1">
                <a:off x="3038" y="1406"/>
                <a:ext cx="1" cy="1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9" name="Line 414"/>
              <p:cNvSpPr>
                <a:spLocks noChangeShapeType="1"/>
              </p:cNvSpPr>
              <p:nvPr userDrawn="1"/>
            </p:nvSpPr>
            <p:spPr bwMode="gray">
              <a:xfrm flipH="1">
                <a:off x="3039" y="1408"/>
                <a:ext cx="2" cy="1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0" name="Line 415"/>
              <p:cNvSpPr>
                <a:spLocks noChangeShapeType="1"/>
              </p:cNvSpPr>
              <p:nvPr userDrawn="1"/>
            </p:nvSpPr>
            <p:spPr bwMode="gray">
              <a:xfrm flipV="1">
                <a:off x="3043" y="1405"/>
                <a:ext cx="2" cy="1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1" name="Freeform 416"/>
              <p:cNvSpPr>
                <a:spLocks/>
              </p:cNvSpPr>
              <p:nvPr userDrawn="1"/>
            </p:nvSpPr>
            <p:spPr bwMode="gray">
              <a:xfrm>
                <a:off x="3039" y="1405"/>
                <a:ext cx="6" cy="3"/>
              </a:xfrm>
              <a:custGeom>
                <a:avLst/>
                <a:gdLst>
                  <a:gd name="T0" fmla="*/ 2 w 6"/>
                  <a:gd name="T1" fmla="*/ 3 h 3"/>
                  <a:gd name="T2" fmla="*/ 0 w 6"/>
                  <a:gd name="T3" fmla="*/ 3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2" name="Freeform 417"/>
              <p:cNvSpPr>
                <a:spLocks/>
              </p:cNvSpPr>
              <p:nvPr userDrawn="1"/>
            </p:nvSpPr>
            <p:spPr bwMode="gray">
              <a:xfrm>
                <a:off x="3192"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3" name="Line 418"/>
              <p:cNvSpPr>
                <a:spLocks noChangeShapeType="1"/>
              </p:cNvSpPr>
              <p:nvPr userDrawn="1"/>
            </p:nvSpPr>
            <p:spPr bwMode="gray">
              <a:xfrm flipH="1">
                <a:off x="3185" y="840"/>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4" name="Line 419"/>
              <p:cNvSpPr>
                <a:spLocks noChangeShapeType="1"/>
              </p:cNvSpPr>
              <p:nvPr userDrawn="1"/>
            </p:nvSpPr>
            <p:spPr bwMode="gray">
              <a:xfrm flipV="1">
                <a:off x="3188" y="840"/>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5" name="Freeform 420"/>
              <p:cNvSpPr>
                <a:spLocks/>
              </p:cNvSpPr>
              <p:nvPr userDrawn="1"/>
            </p:nvSpPr>
            <p:spPr bwMode="gray">
              <a:xfrm>
                <a:off x="3192"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6" name="Freeform 421"/>
              <p:cNvSpPr>
                <a:spLocks/>
              </p:cNvSpPr>
              <p:nvPr userDrawn="1"/>
            </p:nvSpPr>
            <p:spPr bwMode="gray">
              <a:xfrm>
                <a:off x="3401" y="1016"/>
                <a:ext cx="6" cy="7"/>
              </a:xfrm>
              <a:custGeom>
                <a:avLst/>
                <a:gdLst>
                  <a:gd name="T0" fmla="*/ 2 w 6"/>
                  <a:gd name="T1" fmla="*/ 7 h 7"/>
                  <a:gd name="T2" fmla="*/ 6 w 6"/>
                  <a:gd name="T3" fmla="*/ 7 h 7"/>
                  <a:gd name="T4" fmla="*/ 6 w 6"/>
                  <a:gd name="T5" fmla="*/ 6 h 7"/>
                  <a:gd name="T6" fmla="*/ 4 w 6"/>
                  <a:gd name="T7" fmla="*/ 4 h 7"/>
                  <a:gd name="T8" fmla="*/ 2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7" name="Line 422"/>
              <p:cNvSpPr>
                <a:spLocks noChangeShapeType="1"/>
              </p:cNvSpPr>
              <p:nvPr userDrawn="1"/>
            </p:nvSpPr>
            <p:spPr bwMode="gray">
              <a:xfrm flipV="1">
                <a:off x="3403" y="910"/>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8" name="Line 423"/>
              <p:cNvSpPr>
                <a:spLocks noChangeShapeType="1"/>
              </p:cNvSpPr>
              <p:nvPr userDrawn="1"/>
            </p:nvSpPr>
            <p:spPr bwMode="gray">
              <a:xfrm flipV="1">
                <a:off x="3401" y="913"/>
                <a:ext cx="6"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9" name="Freeform 424"/>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0" name="Line 425"/>
              <p:cNvSpPr>
                <a:spLocks noChangeShapeType="1"/>
              </p:cNvSpPr>
              <p:nvPr userDrawn="1"/>
            </p:nvSpPr>
            <p:spPr bwMode="gray">
              <a:xfrm flipH="1">
                <a:off x="3398" y="906"/>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1" name="Freeform 426"/>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2" name="Freeform 427"/>
              <p:cNvSpPr>
                <a:spLocks/>
              </p:cNvSpPr>
              <p:nvPr userDrawn="1"/>
            </p:nvSpPr>
            <p:spPr bwMode="gray">
              <a:xfrm>
                <a:off x="3324" y="936"/>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3" name="Line 428"/>
              <p:cNvSpPr>
                <a:spLocks noChangeShapeType="1"/>
              </p:cNvSpPr>
              <p:nvPr userDrawn="1"/>
            </p:nvSpPr>
            <p:spPr bwMode="gray">
              <a:xfrm flipH="1">
                <a:off x="3312" y="904"/>
                <a:ext cx="91"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4" name="Line 429"/>
              <p:cNvSpPr>
                <a:spLocks noChangeShapeType="1"/>
              </p:cNvSpPr>
              <p:nvPr userDrawn="1"/>
            </p:nvSpPr>
            <p:spPr bwMode="gray">
              <a:xfrm flipH="1">
                <a:off x="3312" y="913"/>
                <a:ext cx="95"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5" name="Line 430"/>
              <p:cNvSpPr>
                <a:spLocks noChangeShapeType="1"/>
              </p:cNvSpPr>
              <p:nvPr userDrawn="1"/>
            </p:nvSpPr>
            <p:spPr bwMode="gray">
              <a:xfrm flipV="1">
                <a:off x="3314" y="897"/>
                <a:ext cx="82"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6" name="Freeform 431"/>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7" name="Freeform 432"/>
              <p:cNvSpPr>
                <a:spLocks/>
              </p:cNvSpPr>
              <p:nvPr userDrawn="1"/>
            </p:nvSpPr>
            <p:spPr bwMode="gray">
              <a:xfrm>
                <a:off x="3298" y="868"/>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8" name="Line 433"/>
              <p:cNvSpPr>
                <a:spLocks noChangeShapeType="1"/>
              </p:cNvSpPr>
              <p:nvPr userDrawn="1"/>
            </p:nvSpPr>
            <p:spPr bwMode="gray">
              <a:xfrm>
                <a:off x="3207" y="840"/>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9" name="Line 434"/>
              <p:cNvSpPr>
                <a:spLocks noChangeShapeType="1"/>
              </p:cNvSpPr>
              <p:nvPr userDrawn="1"/>
            </p:nvSpPr>
            <p:spPr bwMode="gray">
              <a:xfrm>
                <a:off x="3209" y="847"/>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0" name="Freeform 435"/>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1" name="Line 436"/>
              <p:cNvSpPr>
                <a:spLocks noChangeShapeType="1"/>
              </p:cNvSpPr>
              <p:nvPr userDrawn="1"/>
            </p:nvSpPr>
            <p:spPr bwMode="gray">
              <a:xfrm flipH="1" flipV="1">
                <a:off x="3202" y="840"/>
                <a:ext cx="194"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2" name="Freeform 437"/>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3" name="Freeform 438"/>
              <p:cNvSpPr>
                <a:spLocks/>
              </p:cNvSpPr>
              <p:nvPr userDrawn="1"/>
            </p:nvSpPr>
            <p:spPr bwMode="gray">
              <a:xfrm>
                <a:off x="3345" y="1823"/>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4" name="Freeform 439"/>
              <p:cNvSpPr>
                <a:spLocks/>
              </p:cNvSpPr>
              <p:nvPr userDrawn="1"/>
            </p:nvSpPr>
            <p:spPr bwMode="gray">
              <a:xfrm>
                <a:off x="2976" y="1826"/>
                <a:ext cx="11" cy="16"/>
              </a:xfrm>
              <a:custGeom>
                <a:avLst/>
                <a:gdLst>
                  <a:gd name="T0" fmla="*/ 11 w 11"/>
                  <a:gd name="T1" fmla="*/ 16 h 16"/>
                  <a:gd name="T2" fmla="*/ 7 w 11"/>
                  <a:gd name="T3" fmla="*/ 14 h 16"/>
                  <a:gd name="T4" fmla="*/ 4 w 11"/>
                  <a:gd name="T5" fmla="*/ 11 h 16"/>
                  <a:gd name="T6" fmla="*/ 0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5" name="Freeform 440"/>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6" name="Line 441"/>
              <p:cNvSpPr>
                <a:spLocks noChangeShapeType="1"/>
              </p:cNvSpPr>
              <p:nvPr userDrawn="1"/>
            </p:nvSpPr>
            <p:spPr bwMode="gray">
              <a:xfrm>
                <a:off x="2982" y="1842"/>
                <a:ext cx="204"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7" name="Line 442"/>
              <p:cNvSpPr>
                <a:spLocks noChangeShapeType="1"/>
              </p:cNvSpPr>
              <p:nvPr userDrawn="1"/>
            </p:nvSpPr>
            <p:spPr bwMode="gray">
              <a:xfrm>
                <a:off x="2987" y="1842"/>
                <a:ext cx="20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8" name="Freeform 443"/>
              <p:cNvSpPr>
                <a:spLocks/>
              </p:cNvSpPr>
              <p:nvPr userDrawn="1"/>
            </p:nvSpPr>
            <p:spPr bwMode="gray">
              <a:xfrm>
                <a:off x="3185" y="1910"/>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9" name="Line 444"/>
              <p:cNvSpPr>
                <a:spLocks noChangeShapeType="1"/>
              </p:cNvSpPr>
              <p:nvPr userDrawn="1"/>
            </p:nvSpPr>
            <p:spPr bwMode="gray">
              <a:xfrm flipH="1" flipV="1">
                <a:off x="2978" y="1835"/>
                <a:ext cx="20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0" name="Freeform 445"/>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1" name="Freeform 446"/>
              <p:cNvSpPr>
                <a:spLocks/>
              </p:cNvSpPr>
              <p:nvPr userDrawn="1"/>
            </p:nvSpPr>
            <p:spPr bwMode="gray">
              <a:xfrm>
                <a:off x="3290" y="1849"/>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2" name="Line 447"/>
              <p:cNvSpPr>
                <a:spLocks noChangeShapeType="1"/>
              </p:cNvSpPr>
              <p:nvPr userDrawn="1"/>
            </p:nvSpPr>
            <p:spPr bwMode="gray">
              <a:xfrm flipV="1">
                <a:off x="3202" y="1819"/>
                <a:ext cx="156"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3" name="Line 448"/>
              <p:cNvSpPr>
                <a:spLocks noChangeShapeType="1"/>
              </p:cNvSpPr>
              <p:nvPr userDrawn="1"/>
            </p:nvSpPr>
            <p:spPr bwMode="gray">
              <a:xfrm flipV="1">
                <a:off x="3193" y="1823"/>
                <a:ext cx="152"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4" name="Freeform 449"/>
              <p:cNvSpPr>
                <a:spLocks/>
              </p:cNvSpPr>
              <p:nvPr userDrawn="1"/>
            </p:nvSpPr>
            <p:spPr bwMode="gray">
              <a:xfrm>
                <a:off x="3345" y="1810"/>
                <a:ext cx="21" cy="13"/>
              </a:xfrm>
              <a:custGeom>
                <a:avLst/>
                <a:gdLst>
                  <a:gd name="T0" fmla="*/ 0 w 21"/>
                  <a:gd name="T1" fmla="*/ 13 h 13"/>
                  <a:gd name="T2" fmla="*/ 7 w 21"/>
                  <a:gd name="T3" fmla="*/ 13 h 13"/>
                  <a:gd name="T4" fmla="*/ 13 w 21"/>
                  <a:gd name="T5" fmla="*/ 9 h 13"/>
                  <a:gd name="T6" fmla="*/ 18 w 21"/>
                  <a:gd name="T7" fmla="*/ 6 h 13"/>
                  <a:gd name="T8" fmla="*/ 21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5" name="Line 450"/>
              <p:cNvSpPr>
                <a:spLocks noChangeShapeType="1"/>
              </p:cNvSpPr>
              <p:nvPr userDrawn="1"/>
            </p:nvSpPr>
            <p:spPr bwMode="gray">
              <a:xfrm flipH="1">
                <a:off x="3206" y="1810"/>
                <a:ext cx="160" cy="10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6" name="Freeform 451"/>
              <p:cNvSpPr>
                <a:spLocks/>
              </p:cNvSpPr>
              <p:nvPr userDrawn="1"/>
            </p:nvSpPr>
            <p:spPr bwMode="gray">
              <a:xfrm>
                <a:off x="3193" y="1910"/>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7" name="Freeform 452"/>
              <p:cNvSpPr>
                <a:spLocks/>
              </p:cNvSpPr>
              <p:nvPr userDrawn="1"/>
            </p:nvSpPr>
            <p:spPr bwMode="gray">
              <a:xfrm>
                <a:off x="3519" y="1711"/>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8" name="Freeform 453"/>
              <p:cNvSpPr>
                <a:spLocks/>
              </p:cNvSpPr>
              <p:nvPr userDrawn="1"/>
            </p:nvSpPr>
            <p:spPr bwMode="gray">
              <a:xfrm>
                <a:off x="3580" y="1670"/>
                <a:ext cx="12" cy="9"/>
              </a:xfrm>
              <a:custGeom>
                <a:avLst/>
                <a:gdLst>
                  <a:gd name="T0" fmla="*/ 0 w 12"/>
                  <a:gd name="T1" fmla="*/ 9 h 9"/>
                  <a:gd name="T2" fmla="*/ 3 w 12"/>
                  <a:gd name="T3" fmla="*/ 9 h 9"/>
                  <a:gd name="T4" fmla="*/ 9 w 12"/>
                  <a:gd name="T5" fmla="*/ 7 h 9"/>
                  <a:gd name="T6" fmla="*/ 10 w 12"/>
                  <a:gd name="T7" fmla="*/ 4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9" name="Line 454"/>
              <p:cNvSpPr>
                <a:spLocks noChangeShapeType="1"/>
              </p:cNvSpPr>
              <p:nvPr userDrawn="1"/>
            </p:nvSpPr>
            <p:spPr bwMode="gray">
              <a:xfrm flipV="1">
                <a:off x="3531" y="1621"/>
                <a:ext cx="147"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0" name="Line 455"/>
              <p:cNvSpPr>
                <a:spLocks noChangeShapeType="1"/>
              </p:cNvSpPr>
              <p:nvPr userDrawn="1"/>
            </p:nvSpPr>
            <p:spPr bwMode="gray">
              <a:xfrm flipV="1">
                <a:off x="3527" y="1623"/>
                <a:ext cx="142"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1" name="Freeform 456"/>
              <p:cNvSpPr>
                <a:spLocks/>
              </p:cNvSpPr>
              <p:nvPr userDrawn="1"/>
            </p:nvSpPr>
            <p:spPr bwMode="gray">
              <a:xfrm>
                <a:off x="3669"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2" name="Line 457"/>
              <p:cNvSpPr>
                <a:spLocks noChangeShapeType="1"/>
              </p:cNvSpPr>
              <p:nvPr userDrawn="1"/>
            </p:nvSpPr>
            <p:spPr bwMode="gray">
              <a:xfrm flipH="1">
                <a:off x="3531" y="1614"/>
                <a:ext cx="15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3" name="Freeform 458"/>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4" name="Freeform 459"/>
              <p:cNvSpPr>
                <a:spLocks/>
              </p:cNvSpPr>
              <p:nvPr userDrawn="1"/>
            </p:nvSpPr>
            <p:spPr bwMode="gray">
              <a:xfrm>
                <a:off x="3669" y="1606"/>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5" name="Freeform 460"/>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6" name="Line 461"/>
              <p:cNvSpPr>
                <a:spLocks noChangeShapeType="1"/>
              </p:cNvSpPr>
              <p:nvPr userDrawn="1"/>
            </p:nvSpPr>
            <p:spPr bwMode="gray">
              <a:xfrm flipH="1" flipV="1">
                <a:off x="3151" y="1490"/>
                <a:ext cx="20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7" name="Line 462"/>
              <p:cNvSpPr>
                <a:spLocks noChangeShapeType="1"/>
              </p:cNvSpPr>
              <p:nvPr userDrawn="1"/>
            </p:nvSpPr>
            <p:spPr bwMode="gray">
              <a:xfrm flipH="1" flipV="1">
                <a:off x="3144" y="1497"/>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8" name="Freeform 463"/>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9" name="Line 464"/>
              <p:cNvSpPr>
                <a:spLocks noChangeShapeType="1"/>
              </p:cNvSpPr>
              <p:nvPr userDrawn="1"/>
            </p:nvSpPr>
            <p:spPr bwMode="gray">
              <a:xfrm>
                <a:off x="3153" y="1480"/>
                <a:ext cx="20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0" name="Freeform 465"/>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1" name="Freeform 466"/>
              <p:cNvSpPr>
                <a:spLocks/>
              </p:cNvSpPr>
              <p:nvPr userDrawn="1"/>
            </p:nvSpPr>
            <p:spPr bwMode="gray">
              <a:xfrm>
                <a:off x="3076" y="1530"/>
                <a:ext cx="12" cy="9"/>
              </a:xfrm>
              <a:custGeom>
                <a:avLst/>
                <a:gdLst>
                  <a:gd name="T0" fmla="*/ 12 w 12"/>
                  <a:gd name="T1" fmla="*/ 0 h 9"/>
                  <a:gd name="T2" fmla="*/ 9 w 12"/>
                  <a:gd name="T3" fmla="*/ 0 h 9"/>
                  <a:gd name="T4" fmla="*/ 7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2" name="Line 467"/>
              <p:cNvSpPr>
                <a:spLocks noChangeShapeType="1"/>
              </p:cNvSpPr>
              <p:nvPr userDrawn="1"/>
            </p:nvSpPr>
            <p:spPr bwMode="gray">
              <a:xfrm flipH="1">
                <a:off x="2982" y="1497"/>
                <a:ext cx="159"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3" name="Line 468"/>
              <p:cNvSpPr>
                <a:spLocks noChangeShapeType="1"/>
              </p:cNvSpPr>
              <p:nvPr userDrawn="1"/>
            </p:nvSpPr>
            <p:spPr bwMode="gray">
              <a:xfrm flipH="1">
                <a:off x="2989" y="1497"/>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208" name="Group 469"/>
            <p:cNvGrpSpPr>
              <a:grpSpLocks/>
            </p:cNvGrpSpPr>
            <p:nvPr userDrawn="1"/>
          </p:nvGrpSpPr>
          <p:grpSpPr bwMode="auto">
            <a:xfrm>
              <a:off x="2282" y="873"/>
              <a:ext cx="1410" cy="1369"/>
              <a:chOff x="2282" y="873"/>
              <a:chExt cx="1410" cy="1369"/>
            </a:xfrm>
          </p:grpSpPr>
          <p:sp>
            <p:nvSpPr>
              <p:cNvPr id="464" name="Freeform 470"/>
              <p:cNvSpPr>
                <a:spLocks/>
              </p:cNvSpPr>
              <p:nvPr userDrawn="1"/>
            </p:nvSpPr>
            <p:spPr bwMode="gray">
              <a:xfrm>
                <a:off x="2978" y="1586"/>
                <a:ext cx="11" cy="11"/>
              </a:xfrm>
              <a:custGeom>
                <a:avLst/>
                <a:gdLst>
                  <a:gd name="T0" fmla="*/ 11 w 11"/>
                  <a:gd name="T1" fmla="*/ 2 h 11"/>
                  <a:gd name="T2" fmla="*/ 7 w 11"/>
                  <a:gd name="T3" fmla="*/ 0 h 11"/>
                  <a:gd name="T4" fmla="*/ 4 w 11"/>
                  <a:gd name="T5" fmla="*/ 2 h 11"/>
                  <a:gd name="T6" fmla="*/ 0 w 11"/>
                  <a:gd name="T7" fmla="*/ 6 h 11"/>
                  <a:gd name="T8" fmla="*/ 0 w 11"/>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5" name="Line 471"/>
              <p:cNvSpPr>
                <a:spLocks noChangeShapeType="1"/>
              </p:cNvSpPr>
              <p:nvPr userDrawn="1"/>
            </p:nvSpPr>
            <p:spPr bwMode="gray">
              <a:xfrm flipV="1">
                <a:off x="2978" y="1502"/>
                <a:ext cx="16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6" name="Freeform 472"/>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7" name="Freeform 473"/>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8" name="Freeform 474"/>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9" name="Freeform 475"/>
              <p:cNvSpPr>
                <a:spLocks/>
              </p:cNvSpPr>
              <p:nvPr userDrawn="1"/>
            </p:nvSpPr>
            <p:spPr bwMode="gray">
              <a:xfrm>
                <a:off x="3295" y="1602"/>
                <a:ext cx="12" cy="18"/>
              </a:xfrm>
              <a:custGeom>
                <a:avLst/>
                <a:gdLst>
                  <a:gd name="T0" fmla="*/ 0 w 12"/>
                  <a:gd name="T1" fmla="*/ 0 h 18"/>
                  <a:gd name="T2" fmla="*/ 5 w 12"/>
                  <a:gd name="T3" fmla="*/ 4 h 18"/>
                  <a:gd name="T4" fmla="*/ 8 w 12"/>
                  <a:gd name="T5" fmla="*/ 7 h 18"/>
                  <a:gd name="T6" fmla="*/ 10 w 12"/>
                  <a:gd name="T7" fmla="*/ 12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0" name="Line 476"/>
              <p:cNvSpPr>
                <a:spLocks noChangeShapeType="1"/>
              </p:cNvSpPr>
              <p:nvPr userDrawn="1"/>
            </p:nvSpPr>
            <p:spPr bwMode="gray">
              <a:xfrm flipV="1">
                <a:off x="3206" y="1572"/>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1" name="Line 477"/>
              <p:cNvSpPr>
                <a:spLocks noChangeShapeType="1"/>
              </p:cNvSpPr>
              <p:nvPr userDrawn="1"/>
            </p:nvSpPr>
            <p:spPr bwMode="gray">
              <a:xfrm flipV="1">
                <a:off x="3197" y="1569"/>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2" name="Freeform 478"/>
              <p:cNvSpPr>
                <a:spLocks/>
              </p:cNvSpPr>
              <p:nvPr userDrawn="1"/>
            </p:nvSpPr>
            <p:spPr bwMode="gray">
              <a:xfrm>
                <a:off x="3352" y="1569"/>
                <a:ext cx="20" cy="12"/>
              </a:xfrm>
              <a:custGeom>
                <a:avLst/>
                <a:gdLst>
                  <a:gd name="T0" fmla="*/ 0 w 20"/>
                  <a:gd name="T1" fmla="*/ 0 h 12"/>
                  <a:gd name="T2" fmla="*/ 6 w 20"/>
                  <a:gd name="T3" fmla="*/ 0 h 12"/>
                  <a:gd name="T4" fmla="*/ 11 w 20"/>
                  <a:gd name="T5" fmla="*/ 2 h 12"/>
                  <a:gd name="T6" fmla="*/ 16 w 20"/>
                  <a:gd name="T7" fmla="*/ 7 h 12"/>
                  <a:gd name="T8" fmla="*/ 20 w 20"/>
                  <a:gd name="T9" fmla="*/ 1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3" name="Line 479"/>
              <p:cNvSpPr>
                <a:spLocks noChangeShapeType="1"/>
              </p:cNvSpPr>
              <p:nvPr userDrawn="1"/>
            </p:nvSpPr>
            <p:spPr bwMode="gray">
              <a:xfrm flipH="1">
                <a:off x="3209" y="1581"/>
                <a:ext cx="163"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4" name="Freeform 480"/>
              <p:cNvSpPr>
                <a:spLocks/>
              </p:cNvSpPr>
              <p:nvPr userDrawn="1"/>
            </p:nvSpPr>
            <p:spPr bwMode="gray">
              <a:xfrm>
                <a:off x="3197" y="1660"/>
                <a:ext cx="12" cy="17"/>
              </a:xfrm>
              <a:custGeom>
                <a:avLst/>
                <a:gdLst>
                  <a:gd name="T0" fmla="*/ 12 w 12"/>
                  <a:gd name="T1" fmla="*/ 17 h 17"/>
                  <a:gd name="T2" fmla="*/ 10 w 12"/>
                  <a:gd name="T3" fmla="*/ 12 h 17"/>
                  <a:gd name="T4" fmla="*/ 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5" name="Freeform 481"/>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6" name="Freeform 482"/>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7" name="Line 483"/>
              <p:cNvSpPr>
                <a:spLocks noChangeShapeType="1"/>
              </p:cNvSpPr>
              <p:nvPr userDrawn="1"/>
            </p:nvSpPr>
            <p:spPr bwMode="gray">
              <a:xfrm flipV="1">
                <a:off x="3538" y="1382"/>
                <a:ext cx="149"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8" name="Line 484"/>
              <p:cNvSpPr>
                <a:spLocks noChangeShapeType="1"/>
              </p:cNvSpPr>
              <p:nvPr userDrawn="1"/>
            </p:nvSpPr>
            <p:spPr bwMode="gray">
              <a:xfrm flipV="1">
                <a:off x="3534" y="1375"/>
                <a:ext cx="14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9" name="Freeform 485"/>
              <p:cNvSpPr>
                <a:spLocks/>
              </p:cNvSpPr>
              <p:nvPr userDrawn="1"/>
            </p:nvSpPr>
            <p:spPr bwMode="gray">
              <a:xfrm>
                <a:off x="3678" y="1375"/>
                <a:ext cx="12" cy="16"/>
              </a:xfrm>
              <a:custGeom>
                <a:avLst/>
                <a:gdLst>
                  <a:gd name="T0" fmla="*/ 0 w 12"/>
                  <a:gd name="T1" fmla="*/ 0 h 16"/>
                  <a:gd name="T2" fmla="*/ 5 w 12"/>
                  <a:gd name="T3" fmla="*/ 2 h 16"/>
                  <a:gd name="T4" fmla="*/ 9 w 12"/>
                  <a:gd name="T5" fmla="*/ 7 h 16"/>
                  <a:gd name="T6" fmla="*/ 10 w 12"/>
                  <a:gd name="T7" fmla="*/ 10 h 16"/>
                  <a:gd name="T8" fmla="*/ 1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0" name="Line 486"/>
              <p:cNvSpPr>
                <a:spLocks noChangeShapeType="1"/>
              </p:cNvSpPr>
              <p:nvPr userDrawn="1"/>
            </p:nvSpPr>
            <p:spPr bwMode="gray">
              <a:xfrm flipH="1">
                <a:off x="3538" y="1391"/>
                <a:ext cx="152"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1" name="Freeform 487"/>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2" name="Freeform 488"/>
              <p:cNvSpPr>
                <a:spLocks/>
              </p:cNvSpPr>
              <p:nvPr userDrawn="1"/>
            </p:nvSpPr>
            <p:spPr bwMode="gray">
              <a:xfrm>
                <a:off x="3576" y="1340"/>
                <a:ext cx="7" cy="9"/>
              </a:xfrm>
              <a:custGeom>
                <a:avLst/>
                <a:gdLst>
                  <a:gd name="T0" fmla="*/ 0 w 7"/>
                  <a:gd name="T1" fmla="*/ 2 h 9"/>
                  <a:gd name="T2" fmla="*/ 2 w 7"/>
                  <a:gd name="T3" fmla="*/ 0 h 9"/>
                  <a:gd name="T4" fmla="*/ 4 w 7"/>
                  <a:gd name="T5" fmla="*/ 2 h 9"/>
                  <a:gd name="T6" fmla="*/ 6 w 7"/>
                  <a:gd name="T7" fmla="*/ 2 h 9"/>
                  <a:gd name="T8" fmla="*/ 7 w 7"/>
                  <a:gd name="T9" fmla="*/ 5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3" name="Line 489"/>
              <p:cNvSpPr>
                <a:spLocks noChangeShapeType="1"/>
              </p:cNvSpPr>
              <p:nvPr userDrawn="1"/>
            </p:nvSpPr>
            <p:spPr bwMode="gray">
              <a:xfrm flipH="1" flipV="1">
                <a:off x="3536" y="1328"/>
                <a:ext cx="149"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4" name="Line 490"/>
              <p:cNvSpPr>
                <a:spLocks noChangeShapeType="1"/>
              </p:cNvSpPr>
              <p:nvPr userDrawn="1"/>
            </p:nvSpPr>
            <p:spPr bwMode="gray">
              <a:xfrm flipH="1" flipV="1">
                <a:off x="3536" y="1329"/>
                <a:ext cx="142"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5" name="Line 491"/>
              <p:cNvSpPr>
                <a:spLocks noChangeShapeType="1"/>
              </p:cNvSpPr>
              <p:nvPr userDrawn="1"/>
            </p:nvSpPr>
            <p:spPr bwMode="gray">
              <a:xfrm>
                <a:off x="3536" y="1335"/>
                <a:ext cx="151"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6" name="Freeform 492"/>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7" name="Freeform 493"/>
              <p:cNvSpPr>
                <a:spLocks/>
              </p:cNvSpPr>
              <p:nvPr userDrawn="1"/>
            </p:nvSpPr>
            <p:spPr bwMode="gray">
              <a:xfrm>
                <a:off x="3186" y="1795"/>
                <a:ext cx="21" cy="1"/>
              </a:xfrm>
              <a:custGeom>
                <a:avLst/>
                <a:gdLst>
                  <a:gd name="T0" fmla="*/ 0 w 21"/>
                  <a:gd name="T1" fmla="*/ 0 h 1"/>
                  <a:gd name="T2" fmla="*/ 6 w 21"/>
                  <a:gd name="T3" fmla="*/ 1 h 1"/>
                  <a:gd name="T4" fmla="*/ 11 w 21"/>
                  <a:gd name="T5" fmla="*/ 1 h 1"/>
                  <a:gd name="T6" fmla="*/ 16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8" name="Line 494"/>
              <p:cNvSpPr>
                <a:spLocks noChangeShapeType="1"/>
              </p:cNvSpPr>
              <p:nvPr userDrawn="1"/>
            </p:nvSpPr>
            <p:spPr bwMode="gray">
              <a:xfrm flipV="1">
                <a:off x="3195" y="1679"/>
                <a:ext cx="4"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9" name="Line 495"/>
              <p:cNvSpPr>
                <a:spLocks noChangeShapeType="1"/>
              </p:cNvSpPr>
              <p:nvPr userDrawn="1"/>
            </p:nvSpPr>
            <p:spPr bwMode="gray">
              <a:xfrm flipV="1">
                <a:off x="3185" y="1679"/>
                <a:ext cx="3"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0" name="Freeform 496"/>
              <p:cNvSpPr>
                <a:spLocks/>
              </p:cNvSpPr>
              <p:nvPr userDrawn="1"/>
            </p:nvSpPr>
            <p:spPr bwMode="gray">
              <a:xfrm>
                <a:off x="3188" y="1677"/>
                <a:ext cx="21" cy="4"/>
              </a:xfrm>
              <a:custGeom>
                <a:avLst/>
                <a:gdLst>
                  <a:gd name="T0" fmla="*/ 0 w 21"/>
                  <a:gd name="T1" fmla="*/ 2 h 4"/>
                  <a:gd name="T2" fmla="*/ 5 w 21"/>
                  <a:gd name="T3" fmla="*/ 4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1" name="Line 497"/>
              <p:cNvSpPr>
                <a:spLocks noChangeShapeType="1"/>
              </p:cNvSpPr>
              <p:nvPr userDrawn="1"/>
            </p:nvSpPr>
            <p:spPr bwMode="gray">
              <a:xfrm flipH="1">
                <a:off x="3206" y="1677"/>
                <a:ext cx="3"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2" name="Freeform 498"/>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3" name="Freeform 499"/>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4" name="Line 500"/>
              <p:cNvSpPr>
                <a:spLocks noChangeShapeType="1"/>
              </p:cNvSpPr>
              <p:nvPr userDrawn="1"/>
            </p:nvSpPr>
            <p:spPr bwMode="gray">
              <a:xfrm flipV="1">
                <a:off x="3683" y="1387"/>
                <a:ext cx="9"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5" name="Line 501"/>
              <p:cNvSpPr>
                <a:spLocks noChangeShapeType="1"/>
              </p:cNvSpPr>
              <p:nvPr userDrawn="1"/>
            </p:nvSpPr>
            <p:spPr bwMode="gray">
              <a:xfrm flipV="1">
                <a:off x="3681" y="1391"/>
                <a:ext cx="9" cy="22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6" name="Freeform 502"/>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7" name="Line 503"/>
              <p:cNvSpPr>
                <a:spLocks noChangeShapeType="1"/>
              </p:cNvSpPr>
              <p:nvPr userDrawn="1"/>
            </p:nvSpPr>
            <p:spPr bwMode="gray">
              <a:xfrm flipH="1">
                <a:off x="3678" y="1382"/>
                <a:ext cx="9"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8" name="Freeform 504"/>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9" name="Freeform 505"/>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0" name="Line 506"/>
              <p:cNvSpPr>
                <a:spLocks noChangeShapeType="1"/>
              </p:cNvSpPr>
              <p:nvPr userDrawn="1"/>
            </p:nvSpPr>
            <p:spPr bwMode="gray">
              <a:xfrm flipH="1">
                <a:off x="3359" y="1826"/>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1" name="Line 507"/>
              <p:cNvSpPr>
                <a:spLocks noChangeShapeType="1"/>
              </p:cNvSpPr>
              <p:nvPr userDrawn="1"/>
            </p:nvSpPr>
            <p:spPr bwMode="gray">
              <a:xfrm flipH="1">
                <a:off x="3349" y="1831"/>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2" name="Freeform 508"/>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3" name="Line 509"/>
              <p:cNvSpPr>
                <a:spLocks noChangeShapeType="1"/>
              </p:cNvSpPr>
              <p:nvPr userDrawn="1"/>
            </p:nvSpPr>
            <p:spPr bwMode="gray">
              <a:xfrm flipV="1">
                <a:off x="3368" y="1817"/>
                <a:ext cx="5"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4" name="Freeform 510"/>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5" name="Freeform 511"/>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6" name="Line 512"/>
              <p:cNvSpPr>
                <a:spLocks noChangeShapeType="1"/>
              </p:cNvSpPr>
              <p:nvPr userDrawn="1"/>
            </p:nvSpPr>
            <p:spPr bwMode="gray">
              <a:xfrm flipH="1" flipV="1">
                <a:off x="3150" y="1987"/>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7" name="Line 513"/>
              <p:cNvSpPr>
                <a:spLocks noChangeShapeType="1"/>
              </p:cNvSpPr>
              <p:nvPr userDrawn="1"/>
            </p:nvSpPr>
            <p:spPr bwMode="gray">
              <a:xfrm flipH="1" flipV="1">
                <a:off x="3146" y="198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8" name="Freeform 514"/>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9" name="Line 515"/>
              <p:cNvSpPr>
                <a:spLocks noChangeShapeType="1"/>
              </p:cNvSpPr>
              <p:nvPr userDrawn="1"/>
            </p:nvSpPr>
            <p:spPr bwMode="gray">
              <a:xfrm>
                <a:off x="3155" y="1987"/>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0" name="Freeform 516"/>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1" name="Freeform 517"/>
              <p:cNvSpPr>
                <a:spLocks/>
              </p:cNvSpPr>
              <p:nvPr userDrawn="1"/>
            </p:nvSpPr>
            <p:spPr bwMode="gray">
              <a:xfrm>
                <a:off x="3150" y="1357"/>
                <a:ext cx="5" cy="7"/>
              </a:xfrm>
              <a:custGeom>
                <a:avLst/>
                <a:gdLst>
                  <a:gd name="T0" fmla="*/ 5 w 5"/>
                  <a:gd name="T1" fmla="*/ 7 h 7"/>
                  <a:gd name="T2" fmla="*/ 3 w 5"/>
                  <a:gd name="T3" fmla="*/ 7 h 7"/>
                  <a:gd name="T4" fmla="*/ 1 w 5"/>
                  <a:gd name="T5" fmla="*/ 6 h 7"/>
                  <a:gd name="T6" fmla="*/ 0 w 5"/>
                  <a:gd name="T7" fmla="*/ 4 h 7"/>
                  <a:gd name="T8" fmla="*/ 0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2" name="Line 518"/>
              <p:cNvSpPr>
                <a:spLocks noChangeShapeType="1"/>
              </p:cNvSpPr>
              <p:nvPr userDrawn="1"/>
            </p:nvSpPr>
            <p:spPr bwMode="gray">
              <a:xfrm flipV="1">
                <a:off x="3148" y="1245"/>
                <a:ext cx="3"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3" name="Line 519"/>
              <p:cNvSpPr>
                <a:spLocks noChangeShapeType="1"/>
              </p:cNvSpPr>
              <p:nvPr userDrawn="1"/>
            </p:nvSpPr>
            <p:spPr bwMode="gray">
              <a:xfrm flipV="1">
                <a:off x="3153" y="1249"/>
                <a:ext cx="4"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4" name="Freeform 520"/>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5" name="Line 521"/>
              <p:cNvSpPr>
                <a:spLocks noChangeShapeType="1"/>
              </p:cNvSpPr>
              <p:nvPr userDrawn="1"/>
            </p:nvSpPr>
            <p:spPr bwMode="gray">
              <a:xfrm flipH="1">
                <a:off x="3151" y="1240"/>
                <a:ext cx="4"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6" name="Freeform 522"/>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7" name="Freeform 523"/>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8" name="Line 524"/>
              <p:cNvSpPr>
                <a:spLocks noChangeShapeType="1"/>
              </p:cNvSpPr>
              <p:nvPr userDrawn="1"/>
            </p:nvSpPr>
            <p:spPr bwMode="gray">
              <a:xfrm>
                <a:off x="3160" y="1238"/>
                <a:ext cx="208"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9" name="Line 525"/>
              <p:cNvSpPr>
                <a:spLocks noChangeShapeType="1"/>
              </p:cNvSpPr>
              <p:nvPr userDrawn="1"/>
            </p:nvSpPr>
            <p:spPr bwMode="gray">
              <a:xfrm>
                <a:off x="3157" y="1249"/>
                <a:ext cx="209"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0" name="Freeform 526"/>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1" name="Line 527"/>
              <p:cNvSpPr>
                <a:spLocks noChangeShapeType="1"/>
              </p:cNvSpPr>
              <p:nvPr userDrawn="1"/>
            </p:nvSpPr>
            <p:spPr bwMode="gray">
              <a:xfrm flipH="1" flipV="1">
                <a:off x="3165" y="1231"/>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2" name="Freeform 528"/>
              <p:cNvSpPr>
                <a:spLocks/>
              </p:cNvSpPr>
              <p:nvPr userDrawn="1"/>
            </p:nvSpPr>
            <p:spPr bwMode="gray">
              <a:xfrm>
                <a:off x="3157" y="1231"/>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3" name="Freeform 529"/>
              <p:cNvSpPr>
                <a:spLocks/>
              </p:cNvSpPr>
              <p:nvPr userDrawn="1"/>
            </p:nvSpPr>
            <p:spPr bwMode="gray">
              <a:xfrm>
                <a:off x="3363" y="1433"/>
                <a:ext cx="21" cy="3"/>
              </a:xfrm>
              <a:custGeom>
                <a:avLst/>
                <a:gdLst>
                  <a:gd name="T0" fmla="*/ 0 w 21"/>
                  <a:gd name="T1" fmla="*/ 1 h 3"/>
                  <a:gd name="T2" fmla="*/ 5 w 21"/>
                  <a:gd name="T3" fmla="*/ 3 h 3"/>
                  <a:gd name="T4" fmla="*/ 10 w 21"/>
                  <a:gd name="T5" fmla="*/ 3 h 3"/>
                  <a:gd name="T6" fmla="*/ 16 w 21"/>
                  <a:gd name="T7" fmla="*/ 1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4" name="Line 530"/>
              <p:cNvSpPr>
                <a:spLocks noChangeShapeType="1"/>
              </p:cNvSpPr>
              <p:nvPr userDrawn="1"/>
            </p:nvSpPr>
            <p:spPr bwMode="gray">
              <a:xfrm flipH="1">
                <a:off x="3372" y="1319"/>
                <a:ext cx="5"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5" name="Line 531"/>
              <p:cNvSpPr>
                <a:spLocks noChangeShapeType="1"/>
              </p:cNvSpPr>
              <p:nvPr userDrawn="1"/>
            </p:nvSpPr>
            <p:spPr bwMode="gray">
              <a:xfrm flipH="1">
                <a:off x="3361" y="131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6" name="Freeform 532"/>
              <p:cNvSpPr>
                <a:spLocks/>
              </p:cNvSpPr>
              <p:nvPr userDrawn="1"/>
            </p:nvSpPr>
            <p:spPr bwMode="gray">
              <a:xfrm>
                <a:off x="3361" y="1551"/>
                <a:ext cx="19" cy="11"/>
              </a:xfrm>
              <a:custGeom>
                <a:avLst/>
                <a:gdLst>
                  <a:gd name="T0" fmla="*/ 0 w 19"/>
                  <a:gd name="T1" fmla="*/ 0 h 11"/>
                  <a:gd name="T2" fmla="*/ 5 w 19"/>
                  <a:gd name="T3" fmla="*/ 6 h 11"/>
                  <a:gd name="T4" fmla="*/ 12 w 19"/>
                  <a:gd name="T5" fmla="*/ 9 h 11"/>
                  <a:gd name="T6" fmla="*/ 19 w 19"/>
                  <a:gd name="T7" fmla="*/ 11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7" name="Line 533"/>
              <p:cNvSpPr>
                <a:spLocks noChangeShapeType="1"/>
              </p:cNvSpPr>
              <p:nvPr userDrawn="1"/>
            </p:nvSpPr>
            <p:spPr bwMode="gray">
              <a:xfrm flipV="1">
                <a:off x="3380" y="1315"/>
                <a:ext cx="6"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8" name="Freeform 534"/>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9" name="Freeform 535"/>
              <p:cNvSpPr>
                <a:spLocks/>
              </p:cNvSpPr>
              <p:nvPr userDrawn="1"/>
            </p:nvSpPr>
            <p:spPr bwMode="gray">
              <a:xfrm>
                <a:off x="3515" y="1840"/>
                <a:ext cx="5" cy="9"/>
              </a:xfrm>
              <a:custGeom>
                <a:avLst/>
                <a:gdLst>
                  <a:gd name="T0" fmla="*/ 0 w 5"/>
                  <a:gd name="T1" fmla="*/ 0 h 9"/>
                  <a:gd name="T2" fmla="*/ 2 w 5"/>
                  <a:gd name="T3" fmla="*/ 2 h 9"/>
                  <a:gd name="T4" fmla="*/ 5 w 5"/>
                  <a:gd name="T5" fmla="*/ 4 h 9"/>
                  <a:gd name="T6" fmla="*/ 5 w 5"/>
                  <a:gd name="T7" fmla="*/ 5 h 9"/>
                  <a:gd name="T8" fmla="*/ 5 w 5"/>
                  <a:gd name="T9" fmla="*/ 7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0" name="Line 536"/>
              <p:cNvSpPr>
                <a:spLocks noChangeShapeType="1"/>
              </p:cNvSpPr>
              <p:nvPr userDrawn="1"/>
            </p:nvSpPr>
            <p:spPr bwMode="gray">
              <a:xfrm flipH="1">
                <a:off x="3517" y="1726"/>
                <a:ext cx="7" cy="2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1" name="Line 537"/>
              <p:cNvSpPr>
                <a:spLocks noChangeShapeType="1"/>
              </p:cNvSpPr>
              <p:nvPr userDrawn="1"/>
            </p:nvSpPr>
            <p:spPr bwMode="gray">
              <a:xfrm flipH="1">
                <a:off x="3512" y="1728"/>
                <a:ext cx="7"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2" name="Freeform 538"/>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3" name="Line 539"/>
              <p:cNvSpPr>
                <a:spLocks noChangeShapeType="1"/>
              </p:cNvSpPr>
              <p:nvPr userDrawn="1"/>
            </p:nvSpPr>
            <p:spPr bwMode="gray">
              <a:xfrm flipV="1">
                <a:off x="3515" y="1725"/>
                <a:ext cx="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4" name="Freeform 540"/>
              <p:cNvSpPr>
                <a:spLocks/>
              </p:cNvSpPr>
              <p:nvPr userDrawn="1"/>
            </p:nvSpPr>
            <p:spPr bwMode="gray">
              <a:xfrm>
                <a:off x="3519" y="1725"/>
                <a:ext cx="5" cy="3"/>
              </a:xfrm>
              <a:custGeom>
                <a:avLst/>
                <a:gdLst>
                  <a:gd name="T0" fmla="*/ 0 w 5"/>
                  <a:gd name="T1" fmla="*/ 3 h 3"/>
                  <a:gd name="T2" fmla="*/ 1 w 5"/>
                  <a:gd name="T3" fmla="*/ 3 h 3"/>
                  <a:gd name="T4" fmla="*/ 3 w 5"/>
                  <a:gd name="T5" fmla="*/ 3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5" name="Freeform 541"/>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6" name="Freeform 542"/>
              <p:cNvSpPr>
                <a:spLocks/>
              </p:cNvSpPr>
              <p:nvPr userDrawn="1"/>
            </p:nvSpPr>
            <p:spPr bwMode="gray">
              <a:xfrm>
                <a:off x="3307" y="1154"/>
                <a:ext cx="19" cy="2"/>
              </a:xfrm>
              <a:custGeom>
                <a:avLst/>
                <a:gdLst>
                  <a:gd name="T0" fmla="*/ 19 w 19"/>
                  <a:gd name="T1" fmla="*/ 2 h 2"/>
                  <a:gd name="T2" fmla="*/ 14 w 19"/>
                  <a:gd name="T3" fmla="*/ 0 h 2"/>
                  <a:gd name="T4" fmla="*/ 9 w 19"/>
                  <a:gd name="T5" fmla="*/ 0 h 2"/>
                  <a:gd name="T6" fmla="*/ 3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7" name="Freeform 543"/>
              <p:cNvSpPr>
                <a:spLocks/>
              </p:cNvSpPr>
              <p:nvPr userDrawn="1"/>
            </p:nvSpPr>
            <p:spPr bwMode="gray">
              <a:xfrm>
                <a:off x="2347" y="1774"/>
                <a:ext cx="10" cy="17"/>
              </a:xfrm>
              <a:custGeom>
                <a:avLst/>
                <a:gdLst>
                  <a:gd name="T0" fmla="*/ 0 w 10"/>
                  <a:gd name="T1" fmla="*/ 0 h 17"/>
                  <a:gd name="T2" fmla="*/ 3 w 10"/>
                  <a:gd name="T3" fmla="*/ 3 h 17"/>
                  <a:gd name="T4" fmla="*/ 7 w 10"/>
                  <a:gd name="T5" fmla="*/ 7 h 17"/>
                  <a:gd name="T6" fmla="*/ 9 w 10"/>
                  <a:gd name="T7" fmla="*/ 12 h 17"/>
                  <a:gd name="T8" fmla="*/ 1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8" name="Freeform 544"/>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9" name="Line 545"/>
              <p:cNvSpPr>
                <a:spLocks noChangeShapeType="1"/>
              </p:cNvSpPr>
              <p:nvPr userDrawn="1"/>
            </p:nvSpPr>
            <p:spPr bwMode="gray">
              <a:xfrm flipH="1">
                <a:off x="3533" y="1226"/>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0" name="Line 546"/>
              <p:cNvSpPr>
                <a:spLocks noChangeShapeType="1"/>
              </p:cNvSpPr>
              <p:nvPr userDrawn="1"/>
            </p:nvSpPr>
            <p:spPr bwMode="gray">
              <a:xfrm flipH="1">
                <a:off x="3527" y="1221"/>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1" name="Freeform 547"/>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2" name="Line 548"/>
              <p:cNvSpPr>
                <a:spLocks noChangeShapeType="1"/>
              </p:cNvSpPr>
              <p:nvPr userDrawn="1"/>
            </p:nvSpPr>
            <p:spPr bwMode="gray">
              <a:xfrm flipV="1">
                <a:off x="3529" y="1230"/>
                <a:ext cx="7" cy="2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3" name="Freeform 549"/>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4" name="Freeform 550"/>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5" name="Freeform 551"/>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6" name="Line 552"/>
              <p:cNvSpPr>
                <a:spLocks noChangeShapeType="1"/>
              </p:cNvSpPr>
              <p:nvPr userDrawn="1"/>
            </p:nvSpPr>
            <p:spPr bwMode="gray">
              <a:xfrm flipV="1">
                <a:off x="3151" y="1147"/>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7" name="Line 553"/>
              <p:cNvSpPr>
                <a:spLocks noChangeShapeType="1"/>
              </p:cNvSpPr>
              <p:nvPr userDrawn="1"/>
            </p:nvSpPr>
            <p:spPr bwMode="gray">
              <a:xfrm flipV="1">
                <a:off x="3155" y="1156"/>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8" name="Freeform 554"/>
              <p:cNvSpPr>
                <a:spLocks/>
              </p:cNvSpPr>
              <p:nvPr userDrawn="1"/>
            </p:nvSpPr>
            <p:spPr bwMode="gray">
              <a:xfrm>
                <a:off x="3295" y="1140"/>
                <a:ext cx="12" cy="16"/>
              </a:xfrm>
              <a:custGeom>
                <a:avLst/>
                <a:gdLst>
                  <a:gd name="T0" fmla="*/ 12 w 12"/>
                  <a:gd name="T1" fmla="*/ 16 h 16"/>
                  <a:gd name="T2" fmla="*/ 10 w 12"/>
                  <a:gd name="T3" fmla="*/ 11 h 16"/>
                  <a:gd name="T4" fmla="*/ 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9" name="Line 555"/>
              <p:cNvSpPr>
                <a:spLocks noChangeShapeType="1"/>
              </p:cNvSpPr>
              <p:nvPr userDrawn="1"/>
            </p:nvSpPr>
            <p:spPr bwMode="gray">
              <a:xfrm flipH="1">
                <a:off x="3143" y="1140"/>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0" name="Freeform 556"/>
              <p:cNvSpPr>
                <a:spLocks/>
              </p:cNvSpPr>
              <p:nvPr userDrawn="1"/>
            </p:nvSpPr>
            <p:spPr bwMode="gray">
              <a:xfrm>
                <a:off x="3143" y="1223"/>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1" name="Freeform 557"/>
              <p:cNvSpPr>
                <a:spLocks/>
              </p:cNvSpPr>
              <p:nvPr userDrawn="1"/>
            </p:nvSpPr>
            <p:spPr bwMode="gray">
              <a:xfrm>
                <a:off x="3232" y="1172"/>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2" name="Line 558"/>
              <p:cNvSpPr>
                <a:spLocks noChangeShapeType="1"/>
              </p:cNvSpPr>
              <p:nvPr userDrawn="1"/>
            </p:nvSpPr>
            <p:spPr bwMode="gray">
              <a:xfrm flipH="1">
                <a:off x="3158" y="1140"/>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3" name="Line 559"/>
              <p:cNvSpPr>
                <a:spLocks noChangeShapeType="1"/>
              </p:cNvSpPr>
              <p:nvPr userDrawn="1"/>
            </p:nvSpPr>
            <p:spPr bwMode="gray">
              <a:xfrm flipH="1">
                <a:off x="3165" y="1147"/>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4" name="Freeform 560"/>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5" name="Line 561"/>
              <p:cNvSpPr>
                <a:spLocks noChangeShapeType="1"/>
              </p:cNvSpPr>
              <p:nvPr userDrawn="1"/>
            </p:nvSpPr>
            <p:spPr bwMode="gray">
              <a:xfrm flipV="1">
                <a:off x="3155" y="1132"/>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6" name="Freeform 562"/>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7" name="Freeform 563"/>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8" name="Line 564"/>
              <p:cNvSpPr>
                <a:spLocks noChangeShapeType="1"/>
              </p:cNvSpPr>
              <p:nvPr userDrawn="1"/>
            </p:nvSpPr>
            <p:spPr bwMode="gray">
              <a:xfrm flipV="1">
                <a:off x="3384" y="1219"/>
                <a:ext cx="150"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9" name="Line 565"/>
              <p:cNvSpPr>
                <a:spLocks noChangeShapeType="1"/>
              </p:cNvSpPr>
              <p:nvPr userDrawn="1"/>
            </p:nvSpPr>
            <p:spPr bwMode="gray">
              <a:xfrm flipV="1">
                <a:off x="3375" y="1214"/>
                <a:ext cx="151"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0" name="Freeform 566"/>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1" name="Line 567"/>
              <p:cNvSpPr>
                <a:spLocks noChangeShapeType="1"/>
              </p:cNvSpPr>
              <p:nvPr userDrawn="1"/>
            </p:nvSpPr>
            <p:spPr bwMode="gray">
              <a:xfrm flipH="1">
                <a:off x="3386" y="1230"/>
                <a:ext cx="150"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2" name="Freeform 568"/>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3" name="Freeform 569"/>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4" name="Line 570"/>
              <p:cNvSpPr>
                <a:spLocks noChangeShapeType="1"/>
              </p:cNvSpPr>
              <p:nvPr userDrawn="1"/>
            </p:nvSpPr>
            <p:spPr bwMode="gray">
              <a:xfrm flipV="1">
                <a:off x="3365" y="1966"/>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5" name="Line 571"/>
              <p:cNvSpPr>
                <a:spLocks noChangeShapeType="1"/>
              </p:cNvSpPr>
              <p:nvPr userDrawn="1"/>
            </p:nvSpPr>
            <p:spPr bwMode="gray">
              <a:xfrm flipV="1">
                <a:off x="3368" y="1959"/>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6" name="Freeform 572"/>
              <p:cNvSpPr>
                <a:spLocks/>
              </p:cNvSpPr>
              <p:nvPr userDrawn="1"/>
            </p:nvSpPr>
            <p:spPr bwMode="gray">
              <a:xfrm>
                <a:off x="3503" y="1959"/>
                <a:ext cx="12" cy="9"/>
              </a:xfrm>
              <a:custGeom>
                <a:avLst/>
                <a:gdLst>
                  <a:gd name="T0" fmla="*/ 12 w 12"/>
                  <a:gd name="T1" fmla="*/ 0 h 9"/>
                  <a:gd name="T2" fmla="*/ 10 w 12"/>
                  <a:gd name="T3" fmla="*/ 5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7" name="Line 573"/>
              <p:cNvSpPr>
                <a:spLocks noChangeShapeType="1"/>
              </p:cNvSpPr>
              <p:nvPr userDrawn="1"/>
            </p:nvSpPr>
            <p:spPr bwMode="gray">
              <a:xfrm flipH="1">
                <a:off x="3358" y="1968"/>
                <a:ext cx="145"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8" name="Freeform 574"/>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9" name="Freeform 575"/>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0" name="Line 576"/>
              <p:cNvSpPr>
                <a:spLocks noChangeShapeType="1"/>
              </p:cNvSpPr>
              <p:nvPr userDrawn="1"/>
            </p:nvSpPr>
            <p:spPr bwMode="gray">
              <a:xfrm flipH="1" flipV="1">
                <a:off x="2289" y="1196"/>
                <a:ext cx="124"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1" name="Line 577"/>
              <p:cNvSpPr>
                <a:spLocks noChangeShapeType="1"/>
              </p:cNvSpPr>
              <p:nvPr userDrawn="1"/>
            </p:nvSpPr>
            <p:spPr bwMode="gray">
              <a:xfrm flipH="1" flipV="1">
                <a:off x="2293" y="1188"/>
                <a:ext cx="133"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2" name="Freeform 578"/>
              <p:cNvSpPr>
                <a:spLocks/>
              </p:cNvSpPr>
              <p:nvPr userDrawn="1"/>
            </p:nvSpPr>
            <p:spPr bwMode="gray">
              <a:xfrm>
                <a:off x="2284" y="1188"/>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3" name="Line 579"/>
              <p:cNvSpPr>
                <a:spLocks noChangeShapeType="1"/>
              </p:cNvSpPr>
              <p:nvPr userDrawn="1"/>
            </p:nvSpPr>
            <p:spPr bwMode="gray">
              <a:xfrm>
                <a:off x="2284" y="1203"/>
                <a:ext cx="119"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4" name="Freeform 580"/>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5" name="Line 581"/>
              <p:cNvSpPr>
                <a:spLocks noChangeShapeType="1"/>
              </p:cNvSpPr>
              <p:nvPr userDrawn="1"/>
            </p:nvSpPr>
            <p:spPr bwMode="gray">
              <a:xfrm flipH="1" flipV="1">
                <a:off x="2282" y="960"/>
                <a:ext cx="5"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6" name="Line 582"/>
              <p:cNvSpPr>
                <a:spLocks noChangeShapeType="1"/>
              </p:cNvSpPr>
              <p:nvPr userDrawn="1"/>
            </p:nvSpPr>
            <p:spPr bwMode="gray">
              <a:xfrm flipH="1" flipV="1">
                <a:off x="2287" y="966"/>
                <a:ext cx="6"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7" name="Freeform 583"/>
              <p:cNvSpPr>
                <a:spLocks/>
              </p:cNvSpPr>
              <p:nvPr userDrawn="1"/>
            </p:nvSpPr>
            <p:spPr bwMode="gray">
              <a:xfrm>
                <a:off x="2284" y="957"/>
                <a:ext cx="3" cy="9"/>
              </a:xfrm>
              <a:custGeom>
                <a:avLst/>
                <a:gdLst>
                  <a:gd name="T0" fmla="*/ 3 w 3"/>
                  <a:gd name="T1" fmla="*/ 9 h 9"/>
                  <a:gd name="T2" fmla="*/ 0 w 3"/>
                  <a:gd name="T3" fmla="*/ 7 h 9"/>
                  <a:gd name="T4" fmla="*/ 0 w 3"/>
                  <a:gd name="T5" fmla="*/ 5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8" name="Line 584"/>
              <p:cNvSpPr>
                <a:spLocks noChangeShapeType="1"/>
              </p:cNvSpPr>
              <p:nvPr userDrawn="1"/>
            </p:nvSpPr>
            <p:spPr bwMode="gray">
              <a:xfrm>
                <a:off x="2286" y="95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9" name="Freeform 585"/>
              <p:cNvSpPr>
                <a:spLocks/>
              </p:cNvSpPr>
              <p:nvPr userDrawn="1"/>
            </p:nvSpPr>
            <p:spPr bwMode="gray">
              <a:xfrm>
                <a:off x="2287" y="1188"/>
                <a:ext cx="6" cy="3"/>
              </a:xfrm>
              <a:custGeom>
                <a:avLst/>
                <a:gdLst>
                  <a:gd name="T0" fmla="*/ 6 w 6"/>
                  <a:gd name="T1" fmla="*/ 0 h 3"/>
                  <a:gd name="T2" fmla="*/ 2 w 6"/>
                  <a:gd name="T3" fmla="*/ 0 h 3"/>
                  <a:gd name="T4" fmla="*/ 0 w 6"/>
                  <a:gd name="T5" fmla="*/ 1 h 3"/>
                  <a:gd name="T6" fmla="*/ 0 w 6"/>
                  <a:gd name="T7" fmla="*/ 1 h 3"/>
                  <a:gd name="T8" fmla="*/ 0 w 6"/>
                  <a:gd name="T9" fmla="*/ 3 h 3"/>
                  <a:gd name="T10" fmla="*/ 2 w 6"/>
                  <a:gd name="T11" fmla="*/ 3 h 3"/>
                  <a:gd name="T12" fmla="*/ 4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0" name="Freeform 586"/>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1" name="Line 587"/>
              <p:cNvSpPr>
                <a:spLocks noChangeShapeType="1"/>
              </p:cNvSpPr>
              <p:nvPr userDrawn="1"/>
            </p:nvSpPr>
            <p:spPr bwMode="gray">
              <a:xfrm>
                <a:off x="2289" y="955"/>
                <a:ext cx="189"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2" name="Line 588"/>
              <p:cNvSpPr>
                <a:spLocks noChangeShapeType="1"/>
              </p:cNvSpPr>
              <p:nvPr userDrawn="1"/>
            </p:nvSpPr>
            <p:spPr bwMode="gray">
              <a:xfrm>
                <a:off x="2287" y="966"/>
                <a:ext cx="188"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3" name="Freeform 589"/>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4" name="Line 590"/>
              <p:cNvSpPr>
                <a:spLocks noChangeShapeType="1"/>
              </p:cNvSpPr>
              <p:nvPr userDrawn="1"/>
            </p:nvSpPr>
            <p:spPr bwMode="gray">
              <a:xfrm flipH="1" flipV="1">
                <a:off x="2296" y="948"/>
                <a:ext cx="187"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5" name="Freeform 591"/>
              <p:cNvSpPr>
                <a:spLocks/>
              </p:cNvSpPr>
              <p:nvPr userDrawn="1"/>
            </p:nvSpPr>
            <p:spPr bwMode="gray">
              <a:xfrm>
                <a:off x="2287"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6" name="Freeform 592"/>
              <p:cNvSpPr>
                <a:spLocks/>
              </p:cNvSpPr>
              <p:nvPr userDrawn="1"/>
            </p:nvSpPr>
            <p:spPr bwMode="gray">
              <a:xfrm>
                <a:off x="2476" y="1167"/>
                <a:ext cx="20" cy="1"/>
              </a:xfrm>
              <a:custGeom>
                <a:avLst/>
                <a:gdLst>
                  <a:gd name="T0" fmla="*/ 0 w 20"/>
                  <a:gd name="T1" fmla="*/ 1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7" name="Line 593"/>
              <p:cNvSpPr>
                <a:spLocks noChangeShapeType="1"/>
              </p:cNvSpPr>
              <p:nvPr userDrawn="1"/>
            </p:nvSpPr>
            <p:spPr bwMode="gray">
              <a:xfrm>
                <a:off x="2485" y="1027"/>
                <a:ext cx="4" cy="1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8" name="Line 594"/>
              <p:cNvSpPr>
                <a:spLocks noChangeShapeType="1"/>
              </p:cNvSpPr>
              <p:nvPr userDrawn="1"/>
            </p:nvSpPr>
            <p:spPr bwMode="gray">
              <a:xfrm>
                <a:off x="2475" y="1027"/>
                <a:ext cx="3" cy="1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9" name="Line 595"/>
              <p:cNvSpPr>
                <a:spLocks noChangeShapeType="1"/>
              </p:cNvSpPr>
              <p:nvPr userDrawn="1"/>
            </p:nvSpPr>
            <p:spPr bwMode="gray">
              <a:xfrm flipH="1" flipV="1">
                <a:off x="2494" y="1025"/>
                <a:ext cx="3" cy="1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0" name="Freeform 596"/>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1" name="Freeform 597"/>
              <p:cNvSpPr>
                <a:spLocks/>
              </p:cNvSpPr>
              <p:nvPr userDrawn="1"/>
            </p:nvSpPr>
            <p:spPr bwMode="gray">
              <a:xfrm>
                <a:off x="2443" y="880"/>
                <a:ext cx="19" cy="2"/>
              </a:xfrm>
              <a:custGeom>
                <a:avLst/>
                <a:gdLst>
                  <a:gd name="T0" fmla="*/ 19 w 19"/>
                  <a:gd name="T1" fmla="*/ 2 h 2"/>
                  <a:gd name="T2" fmla="*/ 12 w 19"/>
                  <a:gd name="T3" fmla="*/ 0 h 2"/>
                  <a:gd name="T4" fmla="*/ 5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2" name="Line 598"/>
              <p:cNvSpPr>
                <a:spLocks noChangeShapeType="1"/>
              </p:cNvSpPr>
              <p:nvPr userDrawn="1"/>
            </p:nvSpPr>
            <p:spPr bwMode="gray">
              <a:xfrm>
                <a:off x="2459" y="873"/>
                <a:ext cx="31"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3" name="Line 599"/>
              <p:cNvSpPr>
                <a:spLocks noChangeShapeType="1"/>
              </p:cNvSpPr>
              <p:nvPr userDrawn="1"/>
            </p:nvSpPr>
            <p:spPr bwMode="gray">
              <a:xfrm>
                <a:off x="2462" y="882"/>
                <a:ext cx="28" cy="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4" name="Line 600"/>
              <p:cNvSpPr>
                <a:spLocks noChangeShapeType="1"/>
              </p:cNvSpPr>
              <p:nvPr userDrawn="1"/>
            </p:nvSpPr>
            <p:spPr bwMode="gray">
              <a:xfrm flipH="1" flipV="1">
                <a:off x="2454" y="873"/>
                <a:ext cx="36"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5" name="Freeform 601"/>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6" name="Freeform 602"/>
              <p:cNvSpPr>
                <a:spLocks/>
              </p:cNvSpPr>
              <p:nvPr userDrawn="1"/>
            </p:nvSpPr>
            <p:spPr bwMode="gray">
              <a:xfrm>
                <a:off x="2364" y="910"/>
                <a:ext cx="11" cy="10"/>
              </a:xfrm>
              <a:custGeom>
                <a:avLst/>
                <a:gdLst>
                  <a:gd name="T0" fmla="*/ 0 w 11"/>
                  <a:gd name="T1" fmla="*/ 10 h 10"/>
                  <a:gd name="T2" fmla="*/ 2 w 11"/>
                  <a:gd name="T3" fmla="*/ 5 h 10"/>
                  <a:gd name="T4" fmla="*/ 4 w 11"/>
                  <a:gd name="T5" fmla="*/ 1 h 10"/>
                  <a:gd name="T6" fmla="*/ 6 w 11"/>
                  <a:gd name="T7" fmla="*/ 0 h 10"/>
                  <a:gd name="T8" fmla="*/ 9 w 11"/>
                  <a:gd name="T9" fmla="*/ 0 h 10"/>
                  <a:gd name="T10" fmla="*/ 11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7" name="Line 603"/>
              <p:cNvSpPr>
                <a:spLocks noChangeShapeType="1"/>
              </p:cNvSpPr>
              <p:nvPr userDrawn="1"/>
            </p:nvSpPr>
            <p:spPr bwMode="gray">
              <a:xfrm flipV="1">
                <a:off x="2289" y="875"/>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8" name="Line 604"/>
              <p:cNvSpPr>
                <a:spLocks noChangeShapeType="1"/>
              </p:cNvSpPr>
              <p:nvPr userDrawn="1"/>
            </p:nvSpPr>
            <p:spPr bwMode="gray">
              <a:xfrm flipV="1">
                <a:off x="2286" y="882"/>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9" name="Freeform 605"/>
              <p:cNvSpPr>
                <a:spLocks/>
              </p:cNvSpPr>
              <p:nvPr userDrawn="1"/>
            </p:nvSpPr>
            <p:spPr bwMode="gray">
              <a:xfrm>
                <a:off x="2443" y="873"/>
                <a:ext cx="11" cy="9"/>
              </a:xfrm>
              <a:custGeom>
                <a:avLst/>
                <a:gdLst>
                  <a:gd name="T0" fmla="*/ 0 w 11"/>
                  <a:gd name="T1" fmla="*/ 9 h 9"/>
                  <a:gd name="T2" fmla="*/ 0 w 11"/>
                  <a:gd name="T3" fmla="*/ 5 h 9"/>
                  <a:gd name="T4" fmla="*/ 2 w 11"/>
                  <a:gd name="T5" fmla="*/ 3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0" name="Line 606"/>
              <p:cNvSpPr>
                <a:spLocks noChangeShapeType="1"/>
              </p:cNvSpPr>
              <p:nvPr userDrawn="1"/>
            </p:nvSpPr>
            <p:spPr bwMode="gray">
              <a:xfrm flipH="1">
                <a:off x="2296" y="873"/>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1" name="Freeform 607"/>
              <p:cNvSpPr>
                <a:spLocks/>
              </p:cNvSpPr>
              <p:nvPr userDrawn="1"/>
            </p:nvSpPr>
            <p:spPr bwMode="gray">
              <a:xfrm>
                <a:off x="2286" y="94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2" name="Freeform 608"/>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3" name="Line 609"/>
              <p:cNvSpPr>
                <a:spLocks noChangeShapeType="1"/>
              </p:cNvSpPr>
              <p:nvPr userDrawn="1"/>
            </p:nvSpPr>
            <p:spPr bwMode="gray">
              <a:xfrm flipH="1">
                <a:off x="2494" y="101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4" name="Freeform 610"/>
              <p:cNvSpPr>
                <a:spLocks/>
              </p:cNvSpPr>
              <p:nvPr userDrawn="1"/>
            </p:nvSpPr>
            <p:spPr bwMode="gray">
              <a:xfrm>
                <a:off x="2494" y="1016"/>
                <a:ext cx="10" cy="9"/>
              </a:xfrm>
              <a:custGeom>
                <a:avLst/>
                <a:gdLst>
                  <a:gd name="T0" fmla="*/ 0 w 10"/>
                  <a:gd name="T1" fmla="*/ 9 h 9"/>
                  <a:gd name="T2" fmla="*/ 2 w 10"/>
                  <a:gd name="T3" fmla="*/ 6 h 9"/>
                  <a:gd name="T4" fmla="*/ 2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5" name="Freeform 611"/>
              <p:cNvSpPr>
                <a:spLocks/>
              </p:cNvSpPr>
              <p:nvPr userDrawn="1"/>
            </p:nvSpPr>
            <p:spPr bwMode="gray">
              <a:xfrm>
                <a:off x="2906" y="2029"/>
                <a:ext cx="20" cy="3"/>
              </a:xfrm>
              <a:custGeom>
                <a:avLst/>
                <a:gdLst>
                  <a:gd name="T0" fmla="*/ 20 w 20"/>
                  <a:gd name="T1" fmla="*/ 2 h 3"/>
                  <a:gd name="T2" fmla="*/ 16 w 20"/>
                  <a:gd name="T3" fmla="*/ 0 h 3"/>
                  <a:gd name="T4" fmla="*/ 11 w 20"/>
                  <a:gd name="T5" fmla="*/ 0 h 3"/>
                  <a:gd name="T6" fmla="*/ 6 w 20"/>
                  <a:gd name="T7" fmla="*/ 2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6" name="Line 612"/>
              <p:cNvSpPr>
                <a:spLocks noChangeShapeType="1"/>
              </p:cNvSpPr>
              <p:nvPr userDrawn="1"/>
            </p:nvSpPr>
            <p:spPr bwMode="gray">
              <a:xfrm flipV="1">
                <a:off x="2915" y="1920"/>
                <a:ext cx="2"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7" name="Line 613"/>
              <p:cNvSpPr>
                <a:spLocks noChangeShapeType="1"/>
              </p:cNvSpPr>
              <p:nvPr userDrawn="1"/>
            </p:nvSpPr>
            <p:spPr bwMode="gray">
              <a:xfrm flipV="1">
                <a:off x="2926" y="1922"/>
                <a:ext cx="1"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8" name="Freeform 614"/>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9" name="Line 615"/>
              <p:cNvSpPr>
                <a:spLocks noChangeShapeType="1"/>
              </p:cNvSpPr>
              <p:nvPr userDrawn="1"/>
            </p:nvSpPr>
            <p:spPr bwMode="gray">
              <a:xfrm flipH="1">
                <a:off x="2906" y="1924"/>
                <a:ext cx="2"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0" name="Freeform 616"/>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1" name="Freeform 617"/>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2" name="Line 618"/>
              <p:cNvSpPr>
                <a:spLocks noChangeShapeType="1"/>
              </p:cNvSpPr>
              <p:nvPr userDrawn="1"/>
            </p:nvSpPr>
            <p:spPr bwMode="gray">
              <a:xfrm>
                <a:off x="2924" y="191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3" name="Line 619"/>
              <p:cNvSpPr>
                <a:spLocks noChangeShapeType="1"/>
              </p:cNvSpPr>
              <p:nvPr userDrawn="1"/>
            </p:nvSpPr>
            <p:spPr bwMode="gray">
              <a:xfrm>
                <a:off x="2927" y="1922"/>
                <a:ext cx="19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4" name="Freeform 620"/>
              <p:cNvSpPr>
                <a:spLocks/>
              </p:cNvSpPr>
              <p:nvPr userDrawn="1"/>
            </p:nvSpPr>
            <p:spPr bwMode="gray">
              <a:xfrm>
                <a:off x="3123" y="1978"/>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5" name="Line 621"/>
              <p:cNvSpPr>
                <a:spLocks noChangeShapeType="1"/>
              </p:cNvSpPr>
              <p:nvPr userDrawn="1"/>
            </p:nvSpPr>
            <p:spPr bwMode="gray">
              <a:xfrm flipH="1" flipV="1">
                <a:off x="2924" y="1901"/>
                <a:ext cx="20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6" name="Freeform 622"/>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7" name="Freeform 623"/>
              <p:cNvSpPr>
                <a:spLocks/>
              </p:cNvSpPr>
              <p:nvPr userDrawn="1"/>
            </p:nvSpPr>
            <p:spPr bwMode="gray">
              <a:xfrm>
                <a:off x="3122"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8" name="Line 624"/>
              <p:cNvSpPr>
                <a:spLocks noChangeShapeType="1"/>
              </p:cNvSpPr>
              <p:nvPr userDrawn="1"/>
            </p:nvSpPr>
            <p:spPr bwMode="gray">
              <a:xfrm flipH="1">
                <a:off x="3130" y="1997"/>
                <a:ext cx="4"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9" name="Line 625"/>
              <p:cNvSpPr>
                <a:spLocks noChangeShapeType="1"/>
              </p:cNvSpPr>
              <p:nvPr userDrawn="1"/>
            </p:nvSpPr>
            <p:spPr bwMode="gray">
              <a:xfrm flipH="1">
                <a:off x="3122" y="1996"/>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0" name="Freeform 626"/>
              <p:cNvSpPr>
                <a:spLocks/>
              </p:cNvSpPr>
              <p:nvPr userDrawn="1"/>
            </p:nvSpPr>
            <p:spPr bwMode="gray">
              <a:xfrm>
                <a:off x="3122" y="2213"/>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1" name="Line 627"/>
              <p:cNvSpPr>
                <a:spLocks noChangeShapeType="1"/>
              </p:cNvSpPr>
              <p:nvPr userDrawn="1"/>
            </p:nvSpPr>
            <p:spPr bwMode="gray">
              <a:xfrm flipV="1">
                <a:off x="3141" y="1994"/>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2" name="Freeform 628"/>
              <p:cNvSpPr>
                <a:spLocks/>
              </p:cNvSpPr>
              <p:nvPr userDrawn="1"/>
            </p:nvSpPr>
            <p:spPr bwMode="gray">
              <a:xfrm>
                <a:off x="3123" y="1994"/>
                <a:ext cx="20" cy="3"/>
              </a:xfrm>
              <a:custGeom>
                <a:avLst/>
                <a:gdLst>
                  <a:gd name="T0" fmla="*/ 0 w 20"/>
                  <a:gd name="T1" fmla="*/ 2 h 3"/>
                  <a:gd name="T2" fmla="*/ 6 w 20"/>
                  <a:gd name="T3" fmla="*/ 3 h 3"/>
                  <a:gd name="T4" fmla="*/ 11 w 20"/>
                  <a:gd name="T5" fmla="*/ 3 h 3"/>
                  <a:gd name="T6" fmla="*/ 16 w 20"/>
                  <a:gd name="T7" fmla="*/ 3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3" name="Freeform 629"/>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4" name="Line 630"/>
              <p:cNvSpPr>
                <a:spLocks noChangeShapeType="1"/>
              </p:cNvSpPr>
              <p:nvPr userDrawn="1"/>
            </p:nvSpPr>
            <p:spPr bwMode="gray">
              <a:xfrm flipH="1" flipV="1">
                <a:off x="2922" y="2143"/>
                <a:ext cx="201"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5" name="Line 631"/>
              <p:cNvSpPr>
                <a:spLocks noChangeShapeType="1"/>
              </p:cNvSpPr>
              <p:nvPr userDrawn="1"/>
            </p:nvSpPr>
            <p:spPr bwMode="gray">
              <a:xfrm flipH="1" flipV="1">
                <a:off x="2926" y="2137"/>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6" name="Freeform 632"/>
              <p:cNvSpPr>
                <a:spLocks/>
              </p:cNvSpPr>
              <p:nvPr userDrawn="1"/>
            </p:nvSpPr>
            <p:spPr bwMode="gray">
              <a:xfrm>
                <a:off x="2922"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7" name="Line 633"/>
              <p:cNvSpPr>
                <a:spLocks noChangeShapeType="1"/>
              </p:cNvSpPr>
              <p:nvPr userDrawn="1"/>
            </p:nvSpPr>
            <p:spPr bwMode="gray">
              <a:xfrm>
                <a:off x="2924" y="2141"/>
                <a:ext cx="205"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8" name="Freeform 634"/>
              <p:cNvSpPr>
                <a:spLocks/>
              </p:cNvSpPr>
              <p:nvPr userDrawn="1"/>
            </p:nvSpPr>
            <p:spPr bwMode="gray">
              <a:xfrm>
                <a:off x="3122" y="2213"/>
                <a:ext cx="7" cy="8"/>
              </a:xfrm>
              <a:custGeom>
                <a:avLst/>
                <a:gdLst>
                  <a:gd name="T0" fmla="*/ 7 w 7"/>
                  <a:gd name="T1" fmla="*/ 7 h 8"/>
                  <a:gd name="T2" fmla="*/ 5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9" name="Freeform 635"/>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0" name="Line 636"/>
              <p:cNvSpPr>
                <a:spLocks noChangeShapeType="1"/>
              </p:cNvSpPr>
              <p:nvPr userDrawn="1"/>
            </p:nvSpPr>
            <p:spPr bwMode="gray">
              <a:xfrm flipH="1">
                <a:off x="3290" y="2039"/>
                <a:ext cx="1"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1" name="Line 637"/>
              <p:cNvSpPr>
                <a:spLocks noChangeShapeType="1"/>
              </p:cNvSpPr>
              <p:nvPr userDrawn="1"/>
            </p:nvSpPr>
            <p:spPr bwMode="gray">
              <a:xfrm>
                <a:off x="3284" y="2038"/>
                <a:ext cx="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2" name="Freeform 638"/>
              <p:cNvSpPr>
                <a:spLocks/>
              </p:cNvSpPr>
              <p:nvPr userDrawn="1"/>
            </p:nvSpPr>
            <p:spPr bwMode="gray">
              <a:xfrm>
                <a:off x="3284" y="2108"/>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3" name="Line 639"/>
              <p:cNvSpPr>
                <a:spLocks noChangeShapeType="1"/>
              </p:cNvSpPr>
              <p:nvPr userDrawn="1"/>
            </p:nvSpPr>
            <p:spPr bwMode="gray">
              <a:xfrm flipV="1">
                <a:off x="3286" y="2038"/>
                <a:ext cx="2"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4" name="Freeform 640"/>
              <p:cNvSpPr>
                <a:spLocks/>
              </p:cNvSpPr>
              <p:nvPr userDrawn="1"/>
            </p:nvSpPr>
            <p:spPr bwMode="gray">
              <a:xfrm>
                <a:off x="3276" y="2108"/>
                <a:ext cx="8" cy="17"/>
              </a:xfrm>
              <a:custGeom>
                <a:avLst/>
                <a:gdLst>
                  <a:gd name="T0" fmla="*/ 0 w 8"/>
                  <a:gd name="T1" fmla="*/ 17 h 17"/>
                  <a:gd name="T2" fmla="*/ 3 w 8"/>
                  <a:gd name="T3" fmla="*/ 14 h 17"/>
                  <a:gd name="T4" fmla="*/ 7 w 8"/>
                  <a:gd name="T5" fmla="*/ 10 h 17"/>
                  <a:gd name="T6" fmla="*/ 7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5" name="Freeform 641"/>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6" name="Line 642"/>
              <p:cNvSpPr>
                <a:spLocks noChangeShapeType="1"/>
              </p:cNvSpPr>
              <p:nvPr userDrawn="1"/>
            </p:nvSpPr>
            <p:spPr bwMode="gray">
              <a:xfrm flipV="1">
                <a:off x="3137" y="2125"/>
                <a:ext cx="146"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7" name="Line 643"/>
              <p:cNvSpPr>
                <a:spLocks noChangeShapeType="1"/>
              </p:cNvSpPr>
              <p:nvPr userDrawn="1"/>
            </p:nvSpPr>
            <p:spPr bwMode="gray">
              <a:xfrm flipV="1">
                <a:off x="3141" y="2118"/>
                <a:ext cx="14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8" name="Freeform 644"/>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9" name="Line 645"/>
              <p:cNvSpPr>
                <a:spLocks noChangeShapeType="1"/>
              </p:cNvSpPr>
              <p:nvPr userDrawn="1"/>
            </p:nvSpPr>
            <p:spPr bwMode="gray">
              <a:xfrm flipH="1">
                <a:off x="3129" y="2125"/>
                <a:ext cx="147"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0" name="Freeform 646"/>
              <p:cNvSpPr>
                <a:spLocks/>
              </p:cNvSpPr>
              <p:nvPr userDrawn="1"/>
            </p:nvSpPr>
            <p:spPr bwMode="gray">
              <a:xfrm>
                <a:off x="3129" y="2213"/>
                <a:ext cx="12" cy="8"/>
              </a:xfrm>
              <a:custGeom>
                <a:avLst/>
                <a:gdLst>
                  <a:gd name="T0" fmla="*/ 0 w 12"/>
                  <a:gd name="T1" fmla="*/ 7 h 8"/>
                  <a:gd name="T2" fmla="*/ 5 w 12"/>
                  <a:gd name="T3" fmla="*/ 8 h 8"/>
                  <a:gd name="T4" fmla="*/ 8 w 12"/>
                  <a:gd name="T5" fmla="*/ 7 h 8"/>
                  <a:gd name="T6" fmla="*/ 10 w 12"/>
                  <a:gd name="T7" fmla="*/ 3 h 8"/>
                  <a:gd name="T8" fmla="*/ 1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1" name="Line 647"/>
              <p:cNvSpPr>
                <a:spLocks noChangeShapeType="1"/>
              </p:cNvSpPr>
              <p:nvPr userDrawn="1"/>
            </p:nvSpPr>
            <p:spPr bwMode="gray">
              <a:xfrm>
                <a:off x="2537" y="2097"/>
                <a:ext cx="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2" name="Line 648"/>
              <p:cNvSpPr>
                <a:spLocks noChangeShapeType="1"/>
              </p:cNvSpPr>
              <p:nvPr userDrawn="1"/>
            </p:nvSpPr>
            <p:spPr bwMode="gray">
              <a:xfrm>
                <a:off x="2541" y="2099"/>
                <a:ext cx="1"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3" name="Freeform 649"/>
              <p:cNvSpPr>
                <a:spLocks/>
              </p:cNvSpPr>
              <p:nvPr userDrawn="1"/>
            </p:nvSpPr>
            <p:spPr bwMode="gray">
              <a:xfrm>
                <a:off x="2539" y="2150"/>
                <a:ext cx="5" cy="10"/>
              </a:xfrm>
              <a:custGeom>
                <a:avLst/>
                <a:gdLst>
                  <a:gd name="T0" fmla="*/ 2 w 5"/>
                  <a:gd name="T1" fmla="*/ 0 h 10"/>
                  <a:gd name="T2" fmla="*/ 0 w 5"/>
                  <a:gd name="T3" fmla="*/ 3 h 10"/>
                  <a:gd name="T4" fmla="*/ 0 w 5"/>
                  <a:gd name="T5" fmla="*/ 5 h 10"/>
                  <a:gd name="T6" fmla="*/ 2 w 5"/>
                  <a:gd name="T7" fmla="*/ 8 h 10"/>
                  <a:gd name="T8" fmla="*/ 5 w 5"/>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4" name="Line 650"/>
              <p:cNvSpPr>
                <a:spLocks noChangeShapeType="1"/>
              </p:cNvSpPr>
              <p:nvPr userDrawn="1"/>
            </p:nvSpPr>
            <p:spPr bwMode="gray">
              <a:xfrm flipH="1" flipV="1">
                <a:off x="2543" y="2099"/>
                <a:ext cx="1"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5" name="Freeform 651"/>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6" name="Freeform 652"/>
              <p:cNvSpPr>
                <a:spLocks/>
              </p:cNvSpPr>
              <p:nvPr userDrawn="1"/>
            </p:nvSpPr>
            <p:spPr bwMode="gray">
              <a:xfrm>
                <a:off x="2821" y="1954"/>
                <a:ext cx="10" cy="15"/>
              </a:xfrm>
              <a:custGeom>
                <a:avLst/>
                <a:gdLst>
                  <a:gd name="T0" fmla="*/ 10 w 10"/>
                  <a:gd name="T1" fmla="*/ 15 h 15"/>
                  <a:gd name="T2" fmla="*/ 10 w 10"/>
                  <a:gd name="T3" fmla="*/ 10 h 15"/>
                  <a:gd name="T4" fmla="*/ 7 w 10"/>
                  <a:gd name="T5" fmla="*/ 7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7" name="Line 653"/>
              <p:cNvSpPr>
                <a:spLocks noChangeShapeType="1"/>
              </p:cNvSpPr>
              <p:nvPr userDrawn="1"/>
            </p:nvSpPr>
            <p:spPr bwMode="gray">
              <a:xfrm flipH="1">
                <a:off x="2751" y="1912"/>
                <a:ext cx="15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8" name="Line 654"/>
              <p:cNvSpPr>
                <a:spLocks noChangeShapeType="1"/>
              </p:cNvSpPr>
              <p:nvPr userDrawn="1"/>
            </p:nvSpPr>
            <p:spPr bwMode="gray">
              <a:xfrm flipH="1">
                <a:off x="2754" y="1924"/>
                <a:ext cx="154"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9" name="Freeform 655"/>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0" name="Line 656"/>
              <p:cNvSpPr>
                <a:spLocks noChangeShapeType="1"/>
              </p:cNvSpPr>
              <p:nvPr userDrawn="1"/>
            </p:nvSpPr>
            <p:spPr bwMode="gray">
              <a:xfrm flipV="1">
                <a:off x="2744" y="1903"/>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1" name="Freeform 657"/>
              <p:cNvSpPr>
                <a:spLocks/>
              </p:cNvSpPr>
              <p:nvPr userDrawn="1"/>
            </p:nvSpPr>
            <p:spPr bwMode="gray">
              <a:xfrm>
                <a:off x="2905" y="1903"/>
                <a:ext cx="5" cy="21"/>
              </a:xfrm>
              <a:custGeom>
                <a:avLst/>
                <a:gdLst>
                  <a:gd name="T0" fmla="*/ 3 w 5"/>
                  <a:gd name="T1" fmla="*/ 21 h 21"/>
                  <a:gd name="T2" fmla="*/ 5 w 5"/>
                  <a:gd name="T3" fmla="*/ 16 h 21"/>
                  <a:gd name="T4" fmla="*/ 5 w 5"/>
                  <a:gd name="T5" fmla="*/ 10 h 21"/>
                  <a:gd name="T6" fmla="*/ 3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2" name="Freeform 658"/>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3" name="Line 659"/>
              <p:cNvSpPr>
                <a:spLocks noChangeShapeType="1"/>
              </p:cNvSpPr>
              <p:nvPr userDrawn="1"/>
            </p:nvSpPr>
            <p:spPr bwMode="gray">
              <a:xfrm>
                <a:off x="2744" y="2018"/>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4" name="Line 660"/>
              <p:cNvSpPr>
                <a:spLocks noChangeShapeType="1"/>
              </p:cNvSpPr>
              <p:nvPr userDrawn="1"/>
            </p:nvSpPr>
            <p:spPr bwMode="gray">
              <a:xfrm>
                <a:off x="2754" y="2017"/>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5" name="Freeform 661"/>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6" name="Line 662"/>
              <p:cNvSpPr>
                <a:spLocks noChangeShapeType="1"/>
              </p:cNvSpPr>
              <p:nvPr userDrawn="1"/>
            </p:nvSpPr>
            <p:spPr bwMode="gray">
              <a:xfrm flipV="1">
                <a:off x="2735" y="2017"/>
                <a:ext cx="1" cy="2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7" name="Freeform 663"/>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8" name="Freeform 664"/>
              <p:cNvSpPr>
                <a:spLocks/>
              </p:cNvSpPr>
              <p:nvPr userDrawn="1"/>
            </p:nvSpPr>
            <p:spPr bwMode="gray">
              <a:xfrm>
                <a:off x="2821" y="2186"/>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9" name="Line 665"/>
              <p:cNvSpPr>
                <a:spLocks noChangeShapeType="1"/>
              </p:cNvSpPr>
              <p:nvPr userDrawn="1"/>
            </p:nvSpPr>
            <p:spPr bwMode="gray">
              <a:xfrm flipV="1">
                <a:off x="2751" y="2144"/>
                <a:ext cx="157"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0" name="Line 666"/>
              <p:cNvSpPr>
                <a:spLocks noChangeShapeType="1"/>
              </p:cNvSpPr>
              <p:nvPr userDrawn="1"/>
            </p:nvSpPr>
            <p:spPr bwMode="gray">
              <a:xfrm flipV="1">
                <a:off x="2754" y="2139"/>
                <a:ext cx="152"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1" name="Freeform 667"/>
              <p:cNvSpPr>
                <a:spLocks/>
              </p:cNvSpPr>
              <p:nvPr userDrawn="1"/>
            </p:nvSpPr>
            <p:spPr bwMode="gray">
              <a:xfrm>
                <a:off x="2905"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2" name="Line 668"/>
              <p:cNvSpPr>
                <a:spLocks noChangeShapeType="1"/>
              </p:cNvSpPr>
              <p:nvPr userDrawn="1"/>
            </p:nvSpPr>
            <p:spPr bwMode="gray">
              <a:xfrm flipH="1">
                <a:off x="2744" y="2141"/>
                <a:ext cx="161" cy="10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3" name="Freeform 669"/>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209" name="Group 670"/>
            <p:cNvGrpSpPr>
              <a:grpSpLocks/>
            </p:cNvGrpSpPr>
            <p:nvPr userDrawn="1"/>
          </p:nvGrpSpPr>
          <p:grpSpPr bwMode="auto">
            <a:xfrm>
              <a:off x="2111" y="670"/>
              <a:ext cx="1572" cy="1574"/>
              <a:chOff x="2111" y="670"/>
              <a:chExt cx="1572" cy="1574"/>
            </a:xfrm>
          </p:grpSpPr>
          <p:sp>
            <p:nvSpPr>
              <p:cNvPr id="264" name="Freeform 671"/>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5" name="Line 672"/>
              <p:cNvSpPr>
                <a:spLocks noChangeShapeType="1"/>
              </p:cNvSpPr>
              <p:nvPr userDrawn="1"/>
            </p:nvSpPr>
            <p:spPr bwMode="gray">
              <a:xfrm>
                <a:off x="2546"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6" name="Line 673"/>
              <p:cNvSpPr>
                <a:spLocks noChangeShapeType="1"/>
              </p:cNvSpPr>
              <p:nvPr userDrawn="1"/>
            </p:nvSpPr>
            <p:spPr bwMode="gray">
              <a:xfrm>
                <a:off x="2544" y="2160"/>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7" name="Freeform 674"/>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8" name="Line 675"/>
              <p:cNvSpPr>
                <a:spLocks noChangeShapeType="1"/>
              </p:cNvSpPr>
              <p:nvPr userDrawn="1"/>
            </p:nvSpPr>
            <p:spPr bwMode="gray">
              <a:xfrm flipH="1" flipV="1">
                <a:off x="2553"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9" name="Freeform 676"/>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0" name="Freeform 677"/>
              <p:cNvSpPr>
                <a:spLocks/>
              </p:cNvSpPr>
              <p:nvPr userDrawn="1"/>
            </p:nvSpPr>
            <p:spPr bwMode="gray">
              <a:xfrm>
                <a:off x="2688" y="840"/>
                <a:ext cx="3" cy="7"/>
              </a:xfrm>
              <a:custGeom>
                <a:avLst/>
                <a:gdLst>
                  <a:gd name="T0" fmla="*/ 2 w 3"/>
                  <a:gd name="T1" fmla="*/ 7 h 7"/>
                  <a:gd name="T2" fmla="*/ 3 w 3"/>
                  <a:gd name="T3" fmla="*/ 5 h 7"/>
                  <a:gd name="T4" fmla="*/ 3 w 3"/>
                  <a:gd name="T5" fmla="*/ 3 h 7"/>
                  <a:gd name="T6" fmla="*/ 3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1" name="Freeform 678"/>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2" name="Line 679"/>
              <p:cNvSpPr>
                <a:spLocks noChangeShapeType="1"/>
              </p:cNvSpPr>
              <p:nvPr userDrawn="1"/>
            </p:nvSpPr>
            <p:spPr bwMode="gray">
              <a:xfrm flipH="1">
                <a:off x="2530" y="836"/>
                <a:ext cx="167"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3" name="Line 680"/>
              <p:cNvSpPr>
                <a:spLocks noChangeShapeType="1"/>
              </p:cNvSpPr>
              <p:nvPr userDrawn="1"/>
            </p:nvSpPr>
            <p:spPr bwMode="gray">
              <a:xfrm flipH="1">
                <a:off x="2529" y="847"/>
                <a:ext cx="161"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4" name="Freeform 681"/>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5" name="Line 682"/>
              <p:cNvSpPr>
                <a:spLocks noChangeShapeType="1"/>
              </p:cNvSpPr>
              <p:nvPr userDrawn="1"/>
            </p:nvSpPr>
            <p:spPr bwMode="gray">
              <a:xfrm flipV="1">
                <a:off x="2539" y="833"/>
                <a:ext cx="170"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6" name="Freeform 683"/>
              <p:cNvSpPr>
                <a:spLocks/>
              </p:cNvSpPr>
              <p:nvPr userDrawn="1"/>
            </p:nvSpPr>
            <p:spPr bwMode="gray">
              <a:xfrm>
                <a:off x="2690" y="833"/>
                <a:ext cx="19" cy="14"/>
              </a:xfrm>
              <a:custGeom>
                <a:avLst/>
                <a:gdLst>
                  <a:gd name="T0" fmla="*/ 0 w 19"/>
                  <a:gd name="T1" fmla="*/ 14 h 14"/>
                  <a:gd name="T2" fmla="*/ 3 w 19"/>
                  <a:gd name="T3" fmla="*/ 8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7" name="Freeform 684"/>
              <p:cNvSpPr>
                <a:spLocks/>
              </p:cNvSpPr>
              <p:nvPr userDrawn="1"/>
            </p:nvSpPr>
            <p:spPr bwMode="gray">
              <a:xfrm>
                <a:off x="2527" y="1043"/>
                <a:ext cx="5" cy="8"/>
              </a:xfrm>
              <a:custGeom>
                <a:avLst/>
                <a:gdLst>
                  <a:gd name="T0" fmla="*/ 2 w 5"/>
                  <a:gd name="T1" fmla="*/ 0 h 8"/>
                  <a:gd name="T2" fmla="*/ 0 w 5"/>
                  <a:gd name="T3" fmla="*/ 3 h 8"/>
                  <a:gd name="T4" fmla="*/ 0 w 5"/>
                  <a:gd name="T5" fmla="*/ 5 h 8"/>
                  <a:gd name="T6" fmla="*/ 2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8" name="Line 685"/>
              <p:cNvSpPr>
                <a:spLocks noChangeShapeType="1"/>
              </p:cNvSpPr>
              <p:nvPr userDrawn="1"/>
            </p:nvSpPr>
            <p:spPr bwMode="gray">
              <a:xfrm>
                <a:off x="2525" y="929"/>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9" name="Line 686"/>
              <p:cNvSpPr>
                <a:spLocks noChangeShapeType="1"/>
              </p:cNvSpPr>
              <p:nvPr userDrawn="1"/>
            </p:nvSpPr>
            <p:spPr bwMode="gray">
              <a:xfrm>
                <a:off x="2529" y="925"/>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0" name="Freeform 687"/>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1" name="Line 688"/>
              <p:cNvSpPr>
                <a:spLocks noChangeShapeType="1"/>
              </p:cNvSpPr>
              <p:nvPr userDrawn="1"/>
            </p:nvSpPr>
            <p:spPr bwMode="gray">
              <a:xfrm flipH="1" flipV="1">
                <a:off x="253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2" name="Freeform 689"/>
              <p:cNvSpPr>
                <a:spLocks/>
              </p:cNvSpPr>
              <p:nvPr userDrawn="1"/>
            </p:nvSpPr>
            <p:spPr bwMode="gray">
              <a:xfrm>
                <a:off x="2525" y="925"/>
                <a:ext cx="5" cy="9"/>
              </a:xfrm>
              <a:custGeom>
                <a:avLst/>
                <a:gdLst>
                  <a:gd name="T0" fmla="*/ 5 w 5"/>
                  <a:gd name="T1" fmla="*/ 9 h 9"/>
                  <a:gd name="T2" fmla="*/ 2 w 5"/>
                  <a:gd name="T3" fmla="*/ 7 h 9"/>
                  <a:gd name="T4" fmla="*/ 0 w 5"/>
                  <a:gd name="T5" fmla="*/ 4 h 9"/>
                  <a:gd name="T6" fmla="*/ 0 w 5"/>
                  <a:gd name="T7" fmla="*/ 2 h 9"/>
                  <a:gd name="T8" fmla="*/ 4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3" name="Freeform 690"/>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4" name="Freeform 691"/>
              <p:cNvSpPr>
                <a:spLocks/>
              </p:cNvSpPr>
              <p:nvPr userDrawn="1"/>
            </p:nvSpPr>
            <p:spPr bwMode="gray">
              <a:xfrm>
                <a:off x="2861" y="754"/>
                <a:ext cx="19" cy="2"/>
              </a:xfrm>
              <a:custGeom>
                <a:avLst/>
                <a:gdLst>
                  <a:gd name="T0" fmla="*/ 19 w 19"/>
                  <a:gd name="T1" fmla="*/ 0 h 2"/>
                  <a:gd name="T2" fmla="*/ 14 w 19"/>
                  <a:gd name="T3" fmla="*/ 2 h 2"/>
                  <a:gd name="T4" fmla="*/ 7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5" name="Freeform 692"/>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6" name="Freeform 693"/>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7" name="Line 694"/>
              <p:cNvSpPr>
                <a:spLocks noChangeShapeType="1"/>
              </p:cNvSpPr>
              <p:nvPr userDrawn="1"/>
            </p:nvSpPr>
            <p:spPr bwMode="gray">
              <a:xfrm flipH="1">
                <a:off x="2880" y="672"/>
                <a:ext cx="15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8" name="Line 695"/>
              <p:cNvSpPr>
                <a:spLocks noChangeShapeType="1"/>
              </p:cNvSpPr>
              <p:nvPr userDrawn="1"/>
            </p:nvSpPr>
            <p:spPr bwMode="gray">
              <a:xfrm flipH="1">
                <a:off x="2880" y="680"/>
                <a:ext cx="15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9" name="Freeform 696"/>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0" name="Line 697"/>
              <p:cNvSpPr>
                <a:spLocks noChangeShapeType="1"/>
              </p:cNvSpPr>
              <p:nvPr userDrawn="1"/>
            </p:nvSpPr>
            <p:spPr bwMode="gray">
              <a:xfrm flipV="1">
                <a:off x="2884" y="670"/>
                <a:ext cx="159"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1" name="Freeform 698"/>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2" name="Freeform 699"/>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3" name="Line 700"/>
              <p:cNvSpPr>
                <a:spLocks noChangeShapeType="1"/>
              </p:cNvSpPr>
              <p:nvPr userDrawn="1"/>
            </p:nvSpPr>
            <p:spPr bwMode="gray">
              <a:xfrm flipV="1">
                <a:off x="2920" y="913"/>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4" name="Line 701"/>
              <p:cNvSpPr>
                <a:spLocks noChangeShapeType="1"/>
              </p:cNvSpPr>
              <p:nvPr userDrawn="1"/>
            </p:nvSpPr>
            <p:spPr bwMode="gray">
              <a:xfrm flipV="1">
                <a:off x="2912" y="917"/>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5" name="Freeform 702"/>
              <p:cNvSpPr>
                <a:spLocks/>
              </p:cNvSpPr>
              <p:nvPr userDrawn="1"/>
            </p:nvSpPr>
            <p:spPr bwMode="gray">
              <a:xfrm>
                <a:off x="2912" y="913"/>
                <a:ext cx="21" cy="4"/>
              </a:xfrm>
              <a:custGeom>
                <a:avLst/>
                <a:gdLst>
                  <a:gd name="T0" fmla="*/ 0 w 21"/>
                  <a:gd name="T1" fmla="*/ 4 h 4"/>
                  <a:gd name="T2" fmla="*/ 7 w 21"/>
                  <a:gd name="T3" fmla="*/ 0 h 4"/>
                  <a:gd name="T4" fmla="*/ 14 w 21"/>
                  <a:gd name="T5" fmla="*/ 0 h 4"/>
                  <a:gd name="T6" fmla="*/ 21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6" name="Line 703"/>
              <p:cNvSpPr>
                <a:spLocks noChangeShapeType="1"/>
              </p:cNvSpPr>
              <p:nvPr userDrawn="1"/>
            </p:nvSpPr>
            <p:spPr bwMode="gray">
              <a:xfrm flipH="1">
                <a:off x="2931" y="915"/>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7" name="Freeform 704"/>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8" name="Freeform 705"/>
              <p:cNvSpPr>
                <a:spLocks/>
              </p:cNvSpPr>
              <p:nvPr userDrawn="1"/>
            </p:nvSpPr>
            <p:spPr bwMode="gray">
              <a:xfrm>
                <a:off x="2842" y="929"/>
                <a:ext cx="12" cy="16"/>
              </a:xfrm>
              <a:custGeom>
                <a:avLst/>
                <a:gdLst>
                  <a:gd name="T0" fmla="*/ 12 w 12"/>
                  <a:gd name="T1" fmla="*/ 16 h 16"/>
                  <a:gd name="T2" fmla="*/ 10 w 12"/>
                  <a:gd name="T3" fmla="*/ 10 h 16"/>
                  <a:gd name="T4" fmla="*/ 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9" name="Line 706"/>
              <p:cNvSpPr>
                <a:spLocks noChangeShapeType="1"/>
              </p:cNvSpPr>
              <p:nvPr userDrawn="1"/>
            </p:nvSpPr>
            <p:spPr bwMode="gray">
              <a:xfrm flipH="1">
                <a:off x="2749" y="903"/>
                <a:ext cx="164"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0" name="Line 707"/>
              <p:cNvSpPr>
                <a:spLocks noChangeShapeType="1"/>
              </p:cNvSpPr>
              <p:nvPr userDrawn="1"/>
            </p:nvSpPr>
            <p:spPr bwMode="gray">
              <a:xfrm flipH="1">
                <a:off x="2753" y="917"/>
                <a:ext cx="159"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1" name="Freeform 708"/>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2" name="Line 709"/>
              <p:cNvSpPr>
                <a:spLocks noChangeShapeType="1"/>
              </p:cNvSpPr>
              <p:nvPr userDrawn="1"/>
            </p:nvSpPr>
            <p:spPr bwMode="gray">
              <a:xfrm flipV="1">
                <a:off x="2740" y="896"/>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3" name="Freeform 710"/>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4" name="Freeform 711"/>
              <p:cNvSpPr>
                <a:spLocks/>
              </p:cNvSpPr>
              <p:nvPr userDrawn="1"/>
            </p:nvSpPr>
            <p:spPr bwMode="gray">
              <a:xfrm>
                <a:off x="2732" y="1116"/>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5" name="Line 712"/>
              <p:cNvSpPr>
                <a:spLocks noChangeShapeType="1"/>
              </p:cNvSpPr>
              <p:nvPr userDrawn="1"/>
            </p:nvSpPr>
            <p:spPr bwMode="gray">
              <a:xfrm>
                <a:off x="2742" y="999"/>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6" name="Line 713"/>
              <p:cNvSpPr>
                <a:spLocks noChangeShapeType="1"/>
              </p:cNvSpPr>
              <p:nvPr userDrawn="1"/>
            </p:nvSpPr>
            <p:spPr bwMode="gray">
              <a:xfrm>
                <a:off x="2753" y="997"/>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7" name="Freeform 714"/>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8" name="Line 715"/>
              <p:cNvSpPr>
                <a:spLocks noChangeShapeType="1"/>
              </p:cNvSpPr>
              <p:nvPr userDrawn="1"/>
            </p:nvSpPr>
            <p:spPr bwMode="gray">
              <a:xfrm flipV="1">
                <a:off x="2732" y="997"/>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9" name="Freeform 716"/>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0" name="Freeform 717"/>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1" name="Line 718"/>
              <p:cNvSpPr>
                <a:spLocks noChangeShapeType="1"/>
              </p:cNvSpPr>
              <p:nvPr userDrawn="1"/>
            </p:nvSpPr>
            <p:spPr bwMode="gray">
              <a:xfrm flipV="1">
                <a:off x="2749" y="1156"/>
                <a:ext cx="163"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2" name="Line 719"/>
              <p:cNvSpPr>
                <a:spLocks noChangeShapeType="1"/>
              </p:cNvSpPr>
              <p:nvPr userDrawn="1"/>
            </p:nvSpPr>
            <p:spPr bwMode="gray">
              <a:xfrm flipV="1">
                <a:off x="2753" y="1149"/>
                <a:ext cx="159"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3" name="Freeform 720"/>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4" name="Line 721"/>
              <p:cNvSpPr>
                <a:spLocks noChangeShapeType="1"/>
              </p:cNvSpPr>
              <p:nvPr userDrawn="1"/>
            </p:nvSpPr>
            <p:spPr bwMode="gray">
              <a:xfrm flipH="1">
                <a:off x="2740" y="1154"/>
                <a:ext cx="168"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5" name="Freeform 722"/>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6" name="Freeform 723"/>
              <p:cNvSpPr>
                <a:spLocks/>
              </p:cNvSpPr>
              <p:nvPr userDrawn="1"/>
            </p:nvSpPr>
            <p:spPr bwMode="gray">
              <a:xfrm>
                <a:off x="3099" y="820"/>
                <a:ext cx="5" cy="7"/>
              </a:xfrm>
              <a:custGeom>
                <a:avLst/>
                <a:gdLst>
                  <a:gd name="T0" fmla="*/ 3 w 5"/>
                  <a:gd name="T1" fmla="*/ 0 h 7"/>
                  <a:gd name="T2" fmla="*/ 0 w 5"/>
                  <a:gd name="T3" fmla="*/ 2 h 7"/>
                  <a:gd name="T4" fmla="*/ 0 w 5"/>
                  <a:gd name="T5" fmla="*/ 4 h 7"/>
                  <a:gd name="T6" fmla="*/ 2 w 5"/>
                  <a:gd name="T7" fmla="*/ 6 h 7"/>
                  <a:gd name="T8" fmla="*/ 3 w 5"/>
                  <a:gd name="T9" fmla="*/ 7 h 7"/>
                  <a:gd name="T10" fmla="*/ 5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7" name="Line 724"/>
              <p:cNvSpPr>
                <a:spLocks noChangeShapeType="1"/>
              </p:cNvSpPr>
              <p:nvPr userDrawn="1"/>
            </p:nvSpPr>
            <p:spPr bwMode="gray">
              <a:xfrm flipV="1">
                <a:off x="3253" y="742"/>
                <a:ext cx="2" cy="1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8" name="Line 725"/>
              <p:cNvSpPr>
                <a:spLocks noChangeShapeType="1"/>
              </p:cNvSpPr>
              <p:nvPr userDrawn="1"/>
            </p:nvSpPr>
            <p:spPr bwMode="gray">
              <a:xfrm flipV="1">
                <a:off x="3249" y="745"/>
                <a:ext cx="2" cy="10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9" name="Freeform 726"/>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0" name="Line 727"/>
              <p:cNvSpPr>
                <a:spLocks noChangeShapeType="1"/>
              </p:cNvSpPr>
              <p:nvPr userDrawn="1"/>
            </p:nvSpPr>
            <p:spPr bwMode="gray">
              <a:xfrm flipH="1">
                <a:off x="3246" y="738"/>
                <a:ext cx="3" cy="1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1" name="Freeform 728"/>
              <p:cNvSpPr>
                <a:spLocks/>
              </p:cNvSpPr>
              <p:nvPr userDrawn="1"/>
            </p:nvSpPr>
            <p:spPr bwMode="gray">
              <a:xfrm>
                <a:off x="3146" y="777"/>
                <a:ext cx="12" cy="15"/>
              </a:xfrm>
              <a:custGeom>
                <a:avLst/>
                <a:gdLst>
                  <a:gd name="T0" fmla="*/ 12 w 12"/>
                  <a:gd name="T1" fmla="*/ 15 h 15"/>
                  <a:gd name="T2" fmla="*/ 11 w 12"/>
                  <a:gd name="T3" fmla="*/ 10 h 15"/>
                  <a:gd name="T4" fmla="*/ 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2" name="Line 729"/>
              <p:cNvSpPr>
                <a:spLocks noChangeShapeType="1"/>
              </p:cNvSpPr>
              <p:nvPr userDrawn="1"/>
            </p:nvSpPr>
            <p:spPr bwMode="gray">
              <a:xfrm flipH="1">
                <a:off x="3094" y="735"/>
                <a:ext cx="15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3" name="Line 730"/>
              <p:cNvSpPr>
                <a:spLocks noChangeShapeType="1"/>
              </p:cNvSpPr>
              <p:nvPr userDrawn="1"/>
            </p:nvSpPr>
            <p:spPr bwMode="gray">
              <a:xfrm flipH="1">
                <a:off x="3102" y="745"/>
                <a:ext cx="14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4" name="Freeform 731"/>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5" name="Line 732"/>
              <p:cNvSpPr>
                <a:spLocks noChangeShapeType="1"/>
              </p:cNvSpPr>
              <p:nvPr userDrawn="1"/>
            </p:nvSpPr>
            <p:spPr bwMode="gray">
              <a:xfrm flipV="1">
                <a:off x="3081" y="729"/>
                <a:ext cx="160"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6" name="Freeform 733"/>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7" name="Freeform 734"/>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8" name="Line 735"/>
              <p:cNvSpPr>
                <a:spLocks noChangeShapeType="1"/>
              </p:cNvSpPr>
              <p:nvPr userDrawn="1"/>
            </p:nvSpPr>
            <p:spPr bwMode="gray">
              <a:xfrm>
                <a:off x="3048" y="672"/>
                <a:ext cx="198"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9" name="Line 736"/>
              <p:cNvSpPr>
                <a:spLocks noChangeShapeType="1"/>
              </p:cNvSpPr>
              <p:nvPr userDrawn="1"/>
            </p:nvSpPr>
            <p:spPr bwMode="gray">
              <a:xfrm>
                <a:off x="3052" y="679"/>
                <a:ext cx="197"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0" name="Freeform 737"/>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1" name="Line 738"/>
              <p:cNvSpPr>
                <a:spLocks noChangeShapeType="1"/>
              </p:cNvSpPr>
              <p:nvPr userDrawn="1"/>
            </p:nvSpPr>
            <p:spPr bwMode="gray">
              <a:xfrm flipH="1" flipV="1">
                <a:off x="3043" y="670"/>
                <a:ext cx="198"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2" name="Freeform 739"/>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3" name="Freeform 740"/>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4" name="Line 741"/>
              <p:cNvSpPr>
                <a:spLocks noChangeShapeType="1"/>
              </p:cNvSpPr>
              <p:nvPr userDrawn="1"/>
            </p:nvSpPr>
            <p:spPr bwMode="gray">
              <a:xfrm>
                <a:off x="2532" y="922"/>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5" name="Line 742"/>
              <p:cNvSpPr>
                <a:spLocks noChangeShapeType="1"/>
              </p:cNvSpPr>
              <p:nvPr userDrawn="1"/>
            </p:nvSpPr>
            <p:spPr bwMode="gray">
              <a:xfrm>
                <a:off x="2539" y="915"/>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6" name="Freeform 743"/>
              <p:cNvSpPr>
                <a:spLocks/>
              </p:cNvSpPr>
              <p:nvPr userDrawn="1"/>
            </p:nvSpPr>
            <p:spPr bwMode="gray">
              <a:xfrm>
                <a:off x="2732" y="980"/>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7" name="Line 744"/>
              <p:cNvSpPr>
                <a:spLocks noChangeShapeType="1"/>
              </p:cNvSpPr>
              <p:nvPr userDrawn="1"/>
            </p:nvSpPr>
            <p:spPr bwMode="gray">
              <a:xfrm flipH="1" flipV="1">
                <a:off x="2530" y="934"/>
                <a:ext cx="20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8" name="Freeform 745"/>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9" name="Line 746"/>
              <p:cNvSpPr>
                <a:spLocks noChangeShapeType="1"/>
              </p:cNvSpPr>
              <p:nvPr userDrawn="1"/>
            </p:nvSpPr>
            <p:spPr bwMode="gray">
              <a:xfrm flipH="1" flipV="1">
                <a:off x="2503" y="1016"/>
                <a:ext cx="22" cy="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0" name="Line 747"/>
              <p:cNvSpPr>
                <a:spLocks noChangeShapeType="1"/>
              </p:cNvSpPr>
              <p:nvPr userDrawn="1"/>
            </p:nvSpPr>
            <p:spPr bwMode="gray">
              <a:xfrm flipH="1" flipV="1">
                <a:off x="2496" y="1008"/>
                <a:ext cx="29"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1" name="Freeform 748"/>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2" name="Freeform 749"/>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3" name="Line 750"/>
              <p:cNvSpPr>
                <a:spLocks noChangeShapeType="1"/>
              </p:cNvSpPr>
              <p:nvPr userDrawn="1"/>
            </p:nvSpPr>
            <p:spPr bwMode="gray">
              <a:xfrm flipH="1" flipV="1">
                <a:off x="2489" y="775"/>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4" name="Line 751"/>
              <p:cNvSpPr>
                <a:spLocks noChangeShapeType="1"/>
              </p:cNvSpPr>
              <p:nvPr userDrawn="1"/>
            </p:nvSpPr>
            <p:spPr bwMode="gray">
              <a:xfrm flipH="1" flipV="1">
                <a:off x="2494" y="778"/>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5" name="Freeform 752"/>
              <p:cNvSpPr>
                <a:spLocks/>
              </p:cNvSpPr>
              <p:nvPr userDrawn="1"/>
            </p:nvSpPr>
            <p:spPr bwMode="gray">
              <a:xfrm>
                <a:off x="2489" y="771"/>
                <a:ext cx="5" cy="7"/>
              </a:xfrm>
              <a:custGeom>
                <a:avLst/>
                <a:gdLst>
                  <a:gd name="T0" fmla="*/ 5 w 5"/>
                  <a:gd name="T1" fmla="*/ 7 h 7"/>
                  <a:gd name="T2" fmla="*/ 1 w 5"/>
                  <a:gd name="T3" fmla="*/ 6 h 7"/>
                  <a:gd name="T4" fmla="*/ 0 w 5"/>
                  <a:gd name="T5" fmla="*/ 4 h 7"/>
                  <a:gd name="T6" fmla="*/ 0 w 5"/>
                  <a:gd name="T7" fmla="*/ 2 h 7"/>
                  <a:gd name="T8" fmla="*/ 3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6" name="Line 753"/>
              <p:cNvSpPr>
                <a:spLocks noChangeShapeType="1"/>
              </p:cNvSpPr>
              <p:nvPr userDrawn="1"/>
            </p:nvSpPr>
            <p:spPr bwMode="gray">
              <a:xfrm>
                <a:off x="2492" y="771"/>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7" name="Freeform 754"/>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8" name="Freeform 755"/>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9" name="Line 756"/>
              <p:cNvSpPr>
                <a:spLocks noChangeShapeType="1"/>
              </p:cNvSpPr>
              <p:nvPr userDrawn="1"/>
            </p:nvSpPr>
            <p:spPr bwMode="gray">
              <a:xfrm>
                <a:off x="2496" y="768"/>
                <a:ext cx="201"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0" name="Line 757"/>
              <p:cNvSpPr>
                <a:spLocks noChangeShapeType="1"/>
              </p:cNvSpPr>
              <p:nvPr userDrawn="1"/>
            </p:nvSpPr>
            <p:spPr bwMode="gray">
              <a:xfrm>
                <a:off x="2494" y="778"/>
                <a:ext cx="194"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1" name="Freeform 758"/>
              <p:cNvSpPr>
                <a:spLocks/>
              </p:cNvSpPr>
              <p:nvPr userDrawn="1"/>
            </p:nvSpPr>
            <p:spPr bwMode="gray">
              <a:xfrm>
                <a:off x="2688" y="826"/>
                <a:ext cx="19" cy="14"/>
              </a:xfrm>
              <a:custGeom>
                <a:avLst/>
                <a:gdLst>
                  <a:gd name="T0" fmla="*/ 0 w 19"/>
                  <a:gd name="T1" fmla="*/ 14 h 14"/>
                  <a:gd name="T2" fmla="*/ 3 w 19"/>
                  <a:gd name="T3" fmla="*/ 8 h 14"/>
                  <a:gd name="T4" fmla="*/ 9 w 19"/>
                  <a:gd name="T5" fmla="*/ 3 h 14"/>
                  <a:gd name="T6" fmla="*/ 14 w 19"/>
                  <a:gd name="T7" fmla="*/ 1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2" name="Line 759"/>
              <p:cNvSpPr>
                <a:spLocks noChangeShapeType="1"/>
              </p:cNvSpPr>
              <p:nvPr userDrawn="1"/>
            </p:nvSpPr>
            <p:spPr bwMode="gray">
              <a:xfrm flipH="1" flipV="1">
                <a:off x="2503" y="761"/>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3" name="Freeform 760"/>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4" name="Freeform 761"/>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5" name="Line 762"/>
              <p:cNvSpPr>
                <a:spLocks noChangeShapeType="1"/>
              </p:cNvSpPr>
              <p:nvPr userDrawn="1"/>
            </p:nvSpPr>
            <p:spPr bwMode="gray">
              <a:xfrm>
                <a:off x="2929" y="903"/>
                <a:ext cx="212" cy="6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6" name="Line 763"/>
              <p:cNvSpPr>
                <a:spLocks noChangeShapeType="1"/>
              </p:cNvSpPr>
              <p:nvPr userDrawn="1"/>
            </p:nvSpPr>
            <p:spPr bwMode="gray">
              <a:xfrm>
                <a:off x="2933" y="915"/>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7" name="Freeform 764"/>
              <p:cNvSpPr>
                <a:spLocks/>
              </p:cNvSpPr>
              <p:nvPr userDrawn="1"/>
            </p:nvSpPr>
            <p:spPr bwMode="gray">
              <a:xfrm>
                <a:off x="3137" y="960"/>
                <a:ext cx="9" cy="20"/>
              </a:xfrm>
              <a:custGeom>
                <a:avLst/>
                <a:gdLst>
                  <a:gd name="T0" fmla="*/ 0 w 9"/>
                  <a:gd name="T1" fmla="*/ 20 h 20"/>
                  <a:gd name="T2" fmla="*/ 2 w 9"/>
                  <a:gd name="T3" fmla="*/ 14 h 20"/>
                  <a:gd name="T4" fmla="*/ 4 w 9"/>
                  <a:gd name="T5" fmla="*/ 9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8" name="Line 765"/>
              <p:cNvSpPr>
                <a:spLocks noChangeShapeType="1"/>
              </p:cNvSpPr>
              <p:nvPr userDrawn="1"/>
            </p:nvSpPr>
            <p:spPr bwMode="gray">
              <a:xfrm flipH="1" flipV="1">
                <a:off x="2929" y="894"/>
                <a:ext cx="21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9" name="Freeform 766"/>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0" name="Freeform 767"/>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1" name="Line 768"/>
              <p:cNvSpPr>
                <a:spLocks noChangeShapeType="1"/>
              </p:cNvSpPr>
              <p:nvPr userDrawn="1"/>
            </p:nvSpPr>
            <p:spPr bwMode="gray">
              <a:xfrm flipH="1">
                <a:off x="3144" y="980"/>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2" name="Line 769"/>
              <p:cNvSpPr>
                <a:spLocks noChangeShapeType="1"/>
              </p:cNvSpPr>
              <p:nvPr userDrawn="1"/>
            </p:nvSpPr>
            <p:spPr bwMode="gray">
              <a:xfrm flipH="1">
                <a:off x="3134" y="980"/>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3" name="Freeform 770"/>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4" name="Line 771"/>
              <p:cNvSpPr>
                <a:spLocks noChangeShapeType="1"/>
              </p:cNvSpPr>
              <p:nvPr userDrawn="1"/>
            </p:nvSpPr>
            <p:spPr bwMode="gray">
              <a:xfrm flipV="1">
                <a:off x="3155" y="978"/>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5" name="Freeform 772"/>
              <p:cNvSpPr>
                <a:spLocks/>
              </p:cNvSpPr>
              <p:nvPr userDrawn="1"/>
            </p:nvSpPr>
            <p:spPr bwMode="gray">
              <a:xfrm>
                <a:off x="3137" y="978"/>
                <a:ext cx="21" cy="3"/>
              </a:xfrm>
              <a:custGeom>
                <a:avLst/>
                <a:gdLst>
                  <a:gd name="T0" fmla="*/ 21 w 21"/>
                  <a:gd name="T1" fmla="*/ 0 h 3"/>
                  <a:gd name="T2" fmla="*/ 16 w 21"/>
                  <a:gd name="T3" fmla="*/ 2 h 3"/>
                  <a:gd name="T4" fmla="*/ 11 w 21"/>
                  <a:gd name="T5" fmla="*/ 3 h 3"/>
                  <a:gd name="T6" fmla="*/ 6 w 21"/>
                  <a:gd name="T7" fmla="*/ 2 h 3"/>
                  <a:gd name="T8" fmla="*/ 0 w 21"/>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6" name="Freeform 773"/>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7" name="Line 774"/>
              <p:cNvSpPr>
                <a:spLocks noChangeShapeType="1"/>
              </p:cNvSpPr>
              <p:nvPr userDrawn="1"/>
            </p:nvSpPr>
            <p:spPr bwMode="gray">
              <a:xfrm flipH="1" flipV="1">
                <a:off x="2927" y="1154"/>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8" name="Line 775"/>
              <p:cNvSpPr>
                <a:spLocks noChangeShapeType="1"/>
              </p:cNvSpPr>
              <p:nvPr userDrawn="1"/>
            </p:nvSpPr>
            <p:spPr bwMode="gray">
              <a:xfrm flipH="1" flipV="1">
                <a:off x="2931" y="1149"/>
                <a:ext cx="203"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9" name="Freeform 776"/>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0" name="Line 777"/>
              <p:cNvSpPr>
                <a:spLocks noChangeShapeType="1"/>
              </p:cNvSpPr>
              <p:nvPr userDrawn="1"/>
            </p:nvSpPr>
            <p:spPr bwMode="gray">
              <a:xfrm>
                <a:off x="2929" y="1154"/>
                <a:ext cx="214"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1" name="Freeform 778"/>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2" name="Freeform 779"/>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3" name="Freeform 780"/>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4" name="Line 781"/>
              <p:cNvSpPr>
                <a:spLocks noChangeShapeType="1"/>
              </p:cNvSpPr>
              <p:nvPr userDrawn="1"/>
            </p:nvSpPr>
            <p:spPr bwMode="gray">
              <a:xfrm>
                <a:off x="2665" y="687"/>
                <a:ext cx="200"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5" name="Line 782"/>
              <p:cNvSpPr>
                <a:spLocks noChangeShapeType="1"/>
              </p:cNvSpPr>
              <p:nvPr userDrawn="1"/>
            </p:nvSpPr>
            <p:spPr bwMode="gray">
              <a:xfrm>
                <a:off x="2669" y="696"/>
                <a:ext cx="19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6" name="Freeform 783"/>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7" name="Line 784"/>
              <p:cNvSpPr>
                <a:spLocks noChangeShapeType="1"/>
              </p:cNvSpPr>
              <p:nvPr userDrawn="1"/>
            </p:nvSpPr>
            <p:spPr bwMode="gray">
              <a:xfrm flipH="1" flipV="1">
                <a:off x="2660" y="687"/>
                <a:ext cx="205"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8" name="Freeform 785"/>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9" name="Freeform 786"/>
              <p:cNvSpPr>
                <a:spLocks/>
              </p:cNvSpPr>
              <p:nvPr userDrawn="1"/>
            </p:nvSpPr>
            <p:spPr bwMode="gray">
              <a:xfrm>
                <a:off x="3197" y="848"/>
                <a:ext cx="9" cy="11"/>
              </a:xfrm>
              <a:custGeom>
                <a:avLst/>
                <a:gdLst>
                  <a:gd name="T0" fmla="*/ 9 w 9"/>
                  <a:gd name="T1" fmla="*/ 11 h 11"/>
                  <a:gd name="T2" fmla="*/ 9 w 9"/>
                  <a:gd name="T3" fmla="*/ 6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0" name="Line 787"/>
              <p:cNvSpPr>
                <a:spLocks noChangeShapeType="1"/>
              </p:cNvSpPr>
              <p:nvPr userDrawn="1"/>
            </p:nvSpPr>
            <p:spPr bwMode="gray">
              <a:xfrm>
                <a:off x="3097" y="819"/>
                <a:ext cx="210"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1" name="Line 788"/>
              <p:cNvSpPr>
                <a:spLocks noChangeShapeType="1"/>
              </p:cNvSpPr>
              <p:nvPr userDrawn="1"/>
            </p:nvSpPr>
            <p:spPr bwMode="gray">
              <a:xfrm>
                <a:off x="3104" y="827"/>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2" name="Freeform 789"/>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3" name="Line 790"/>
              <p:cNvSpPr>
                <a:spLocks noChangeShapeType="1"/>
              </p:cNvSpPr>
              <p:nvPr userDrawn="1"/>
            </p:nvSpPr>
            <p:spPr bwMode="gray">
              <a:xfrm flipH="1" flipV="1">
                <a:off x="3085" y="815"/>
                <a:ext cx="215"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4" name="Freeform 791"/>
              <p:cNvSpPr>
                <a:spLocks/>
              </p:cNvSpPr>
              <p:nvPr userDrawn="1"/>
            </p:nvSpPr>
            <p:spPr bwMode="gray">
              <a:xfrm>
                <a:off x="3307" y="1008"/>
                <a:ext cx="5" cy="7"/>
              </a:xfrm>
              <a:custGeom>
                <a:avLst/>
                <a:gdLst>
                  <a:gd name="T0" fmla="*/ 0 w 5"/>
                  <a:gd name="T1" fmla="*/ 0 h 7"/>
                  <a:gd name="T2" fmla="*/ 2 w 5"/>
                  <a:gd name="T3" fmla="*/ 0 h 7"/>
                  <a:gd name="T4" fmla="*/ 3 w 5"/>
                  <a:gd name="T5" fmla="*/ 1 h 7"/>
                  <a:gd name="T6" fmla="*/ 5 w 5"/>
                  <a:gd name="T7" fmla="*/ 3 h 7"/>
                  <a:gd name="T8" fmla="*/ 3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5" name="Line 792"/>
              <p:cNvSpPr>
                <a:spLocks noChangeShapeType="1"/>
              </p:cNvSpPr>
              <p:nvPr userDrawn="1"/>
            </p:nvSpPr>
            <p:spPr bwMode="gray">
              <a:xfrm flipH="1">
                <a:off x="3309" y="894"/>
                <a:ext cx="5"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6" name="Line 793"/>
              <p:cNvSpPr>
                <a:spLocks noChangeShapeType="1"/>
              </p:cNvSpPr>
              <p:nvPr userDrawn="1"/>
            </p:nvSpPr>
            <p:spPr bwMode="gray">
              <a:xfrm flipH="1">
                <a:off x="3303" y="890"/>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7" name="Freeform 794"/>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8" name="Line 795"/>
              <p:cNvSpPr>
                <a:spLocks noChangeShapeType="1"/>
              </p:cNvSpPr>
              <p:nvPr userDrawn="1"/>
            </p:nvSpPr>
            <p:spPr bwMode="gray">
              <a:xfrm flipV="1">
                <a:off x="3307" y="897"/>
                <a:ext cx="5"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9" name="Freeform 796"/>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0" name="Freeform 797"/>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1" name="Freeform 798"/>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2" name="Line 799"/>
              <p:cNvSpPr>
                <a:spLocks noChangeShapeType="1"/>
              </p:cNvSpPr>
              <p:nvPr userDrawn="1"/>
            </p:nvSpPr>
            <p:spPr bwMode="gray">
              <a:xfrm flipV="1">
                <a:off x="2494" y="689"/>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3" name="Line 800"/>
              <p:cNvSpPr>
                <a:spLocks noChangeShapeType="1"/>
              </p:cNvSpPr>
              <p:nvPr userDrawn="1"/>
            </p:nvSpPr>
            <p:spPr bwMode="gray">
              <a:xfrm flipV="1">
                <a:off x="2492" y="696"/>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4" name="Freeform 801"/>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5" name="Line 802"/>
              <p:cNvSpPr>
                <a:spLocks noChangeShapeType="1"/>
              </p:cNvSpPr>
              <p:nvPr userDrawn="1"/>
            </p:nvSpPr>
            <p:spPr bwMode="gray">
              <a:xfrm flipH="1">
                <a:off x="2503" y="687"/>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6" name="Freeform 803"/>
              <p:cNvSpPr>
                <a:spLocks/>
              </p:cNvSpPr>
              <p:nvPr userDrawn="1"/>
            </p:nvSpPr>
            <p:spPr bwMode="gray">
              <a:xfrm>
                <a:off x="2492" y="761"/>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7" name="Freeform 804"/>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8" name="Line 805"/>
              <p:cNvSpPr>
                <a:spLocks noChangeShapeType="1"/>
              </p:cNvSpPr>
              <p:nvPr userDrawn="1"/>
            </p:nvSpPr>
            <p:spPr bwMode="gray">
              <a:xfrm flipV="1">
                <a:off x="3155" y="887"/>
                <a:ext cx="154"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9" name="Line 806"/>
              <p:cNvSpPr>
                <a:spLocks noChangeShapeType="1"/>
              </p:cNvSpPr>
              <p:nvPr userDrawn="1"/>
            </p:nvSpPr>
            <p:spPr bwMode="gray">
              <a:xfrm flipV="1">
                <a:off x="3146" y="882"/>
                <a:ext cx="154"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0" name="Freeform 807"/>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1" name="Line 808"/>
              <p:cNvSpPr>
                <a:spLocks noChangeShapeType="1"/>
              </p:cNvSpPr>
              <p:nvPr userDrawn="1"/>
            </p:nvSpPr>
            <p:spPr bwMode="gray">
              <a:xfrm flipH="1">
                <a:off x="3158" y="897"/>
                <a:ext cx="15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2" name="Freeform 809"/>
              <p:cNvSpPr>
                <a:spLocks/>
              </p:cNvSpPr>
              <p:nvPr userDrawn="1"/>
            </p:nvSpPr>
            <p:spPr bwMode="gray">
              <a:xfrm>
                <a:off x="3146" y="960"/>
                <a:ext cx="12" cy="18"/>
              </a:xfrm>
              <a:custGeom>
                <a:avLst/>
                <a:gdLst>
                  <a:gd name="T0" fmla="*/ 12 w 12"/>
                  <a:gd name="T1" fmla="*/ 18 h 18"/>
                  <a:gd name="T2" fmla="*/ 11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3" name="Freeform 810"/>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4" name="Line 811"/>
              <p:cNvSpPr>
                <a:spLocks noChangeShapeType="1"/>
              </p:cNvSpPr>
              <p:nvPr userDrawn="1"/>
            </p:nvSpPr>
            <p:spPr bwMode="gray">
              <a:xfrm>
                <a:off x="2123" y="1529"/>
                <a:ext cx="14"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5" name="Line 812"/>
              <p:cNvSpPr>
                <a:spLocks noChangeShapeType="1"/>
              </p:cNvSpPr>
              <p:nvPr userDrawn="1"/>
            </p:nvSpPr>
            <p:spPr bwMode="gray">
              <a:xfrm>
                <a:off x="2130" y="1529"/>
                <a:ext cx="7"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6" name="Line 813"/>
              <p:cNvSpPr>
                <a:spLocks noChangeShapeType="1"/>
              </p:cNvSpPr>
              <p:nvPr userDrawn="1"/>
            </p:nvSpPr>
            <p:spPr bwMode="gray">
              <a:xfrm flipH="1" flipV="1">
                <a:off x="2121" y="1522"/>
                <a:ext cx="16"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7" name="Freeform 814"/>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8" name="Freeform 815"/>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9" name="Line 816"/>
              <p:cNvSpPr>
                <a:spLocks noChangeShapeType="1"/>
              </p:cNvSpPr>
              <p:nvPr userDrawn="1"/>
            </p:nvSpPr>
            <p:spPr bwMode="gray">
              <a:xfrm flipV="1">
                <a:off x="2739" y="1329"/>
                <a:ext cx="77"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0" name="Line 817"/>
              <p:cNvSpPr>
                <a:spLocks noChangeShapeType="1"/>
              </p:cNvSpPr>
              <p:nvPr userDrawn="1"/>
            </p:nvSpPr>
            <p:spPr bwMode="gray">
              <a:xfrm flipV="1">
                <a:off x="2737" y="1331"/>
                <a:ext cx="70" cy="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1" name="Freeform 818"/>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2" name="Line 819"/>
              <p:cNvSpPr>
                <a:spLocks noChangeShapeType="1"/>
              </p:cNvSpPr>
              <p:nvPr userDrawn="1"/>
            </p:nvSpPr>
            <p:spPr bwMode="gray">
              <a:xfrm flipH="1">
                <a:off x="2737" y="1322"/>
                <a:ext cx="80"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3" name="Freeform 820"/>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4" name="Freeform 821"/>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5" name="Line 822"/>
              <p:cNvSpPr>
                <a:spLocks noChangeShapeType="1"/>
              </p:cNvSpPr>
              <p:nvPr userDrawn="1"/>
            </p:nvSpPr>
            <p:spPr bwMode="gray">
              <a:xfrm flipH="1">
                <a:off x="2116" y="1203"/>
                <a:ext cx="164"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6" name="Line 823"/>
              <p:cNvSpPr>
                <a:spLocks noChangeShapeType="1"/>
              </p:cNvSpPr>
              <p:nvPr userDrawn="1"/>
            </p:nvSpPr>
            <p:spPr bwMode="gray">
              <a:xfrm flipH="1">
                <a:off x="2123" y="1203"/>
                <a:ext cx="161"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7" name="Freeform 824"/>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8" name="Line 825"/>
              <p:cNvSpPr>
                <a:spLocks noChangeShapeType="1"/>
              </p:cNvSpPr>
              <p:nvPr userDrawn="1"/>
            </p:nvSpPr>
            <p:spPr bwMode="gray">
              <a:xfrm flipV="1">
                <a:off x="2112" y="1209"/>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9" name="Freeform 826"/>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0" name="Freeform 827"/>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1" name="Line 828"/>
              <p:cNvSpPr>
                <a:spLocks noChangeShapeType="1"/>
              </p:cNvSpPr>
              <p:nvPr userDrawn="1"/>
            </p:nvSpPr>
            <p:spPr bwMode="gray">
              <a:xfrm>
                <a:off x="2118" y="1291"/>
                <a:ext cx="185"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2" name="Line 829"/>
              <p:cNvSpPr>
                <a:spLocks noChangeShapeType="1"/>
              </p:cNvSpPr>
              <p:nvPr userDrawn="1"/>
            </p:nvSpPr>
            <p:spPr bwMode="gray">
              <a:xfrm>
                <a:off x="2123" y="1284"/>
                <a:ext cx="18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3" name="Freeform 830"/>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4" name="Line 831"/>
              <p:cNvSpPr>
                <a:spLocks noChangeShapeType="1"/>
              </p:cNvSpPr>
              <p:nvPr userDrawn="1"/>
            </p:nvSpPr>
            <p:spPr bwMode="gray">
              <a:xfrm flipH="1" flipV="1">
                <a:off x="2114" y="1301"/>
                <a:ext cx="18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5" name="Freeform 832"/>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6" name="Line 833"/>
              <p:cNvSpPr>
                <a:spLocks noChangeShapeType="1"/>
              </p:cNvSpPr>
              <p:nvPr userDrawn="1"/>
            </p:nvSpPr>
            <p:spPr bwMode="gray">
              <a:xfrm flipV="1">
                <a:off x="2317" y="1342"/>
                <a:ext cx="28"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7" name="Line 834"/>
              <p:cNvSpPr>
                <a:spLocks noChangeShapeType="1"/>
              </p:cNvSpPr>
              <p:nvPr userDrawn="1"/>
            </p:nvSpPr>
            <p:spPr bwMode="gray">
              <a:xfrm flipV="1">
                <a:off x="2310" y="1331"/>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8" name="Line 835"/>
              <p:cNvSpPr>
                <a:spLocks noChangeShapeType="1"/>
              </p:cNvSpPr>
              <p:nvPr userDrawn="1"/>
            </p:nvSpPr>
            <p:spPr bwMode="gray">
              <a:xfrm flipH="1">
                <a:off x="2321" y="1354"/>
                <a:ext cx="24"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9" name="Freeform 836"/>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0" name="Freeform 837"/>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1" name="Line 838"/>
              <p:cNvSpPr>
                <a:spLocks noChangeShapeType="1"/>
              </p:cNvSpPr>
              <p:nvPr userDrawn="1"/>
            </p:nvSpPr>
            <p:spPr bwMode="gray">
              <a:xfrm flipH="1" flipV="1">
                <a:off x="2111" y="1298"/>
                <a:ext cx="5"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2" name="Line 839"/>
              <p:cNvSpPr>
                <a:spLocks noChangeShapeType="1"/>
              </p:cNvSpPr>
              <p:nvPr userDrawn="1"/>
            </p:nvSpPr>
            <p:spPr bwMode="gray">
              <a:xfrm flipH="1" flipV="1">
                <a:off x="2112" y="1293"/>
                <a:ext cx="7"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3" name="Freeform 840"/>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4" name="Line 841"/>
              <p:cNvSpPr>
                <a:spLocks noChangeShapeType="1"/>
              </p:cNvSpPr>
              <p:nvPr userDrawn="1"/>
            </p:nvSpPr>
            <p:spPr bwMode="gray">
              <a:xfrm>
                <a:off x="2114" y="1301"/>
                <a:ext cx="7" cy="22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5" name="Freeform 842"/>
              <p:cNvSpPr>
                <a:spLocks/>
              </p:cNvSpPr>
              <p:nvPr userDrawn="1"/>
            </p:nvSpPr>
            <p:spPr bwMode="gray">
              <a:xfrm>
                <a:off x="2116" y="1513"/>
                <a:ext cx="5" cy="9"/>
              </a:xfrm>
              <a:custGeom>
                <a:avLst/>
                <a:gdLst>
                  <a:gd name="T0" fmla="*/ 5 w 5"/>
                  <a:gd name="T1" fmla="*/ 9 h 9"/>
                  <a:gd name="T2" fmla="*/ 2 w 5"/>
                  <a:gd name="T3" fmla="*/ 7 h 9"/>
                  <a:gd name="T4" fmla="*/ 0 w 5"/>
                  <a:gd name="T5" fmla="*/ 5 h 9"/>
                  <a:gd name="T6" fmla="*/ 2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6" name="Freeform 843"/>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7" name="Freeform 844"/>
              <p:cNvSpPr>
                <a:spLocks/>
              </p:cNvSpPr>
              <p:nvPr userDrawn="1"/>
            </p:nvSpPr>
            <p:spPr bwMode="gray">
              <a:xfrm>
                <a:off x="3533" y="1216"/>
                <a:ext cx="5" cy="8"/>
              </a:xfrm>
              <a:custGeom>
                <a:avLst/>
                <a:gdLst>
                  <a:gd name="T0" fmla="*/ 0 w 5"/>
                  <a:gd name="T1" fmla="*/ 0 h 8"/>
                  <a:gd name="T2" fmla="*/ 1 w 5"/>
                  <a:gd name="T3" fmla="*/ 0 h 8"/>
                  <a:gd name="T4" fmla="*/ 3 w 5"/>
                  <a:gd name="T5" fmla="*/ 1 h 8"/>
                  <a:gd name="T6" fmla="*/ 3 w 5"/>
                  <a:gd name="T7" fmla="*/ 3 h 8"/>
                  <a:gd name="T8" fmla="*/ 5 w 5"/>
                  <a:gd name="T9" fmla="*/ 5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8" name="Freeform 845"/>
              <p:cNvSpPr>
                <a:spLocks/>
              </p:cNvSpPr>
              <p:nvPr userDrawn="1"/>
            </p:nvSpPr>
            <p:spPr bwMode="gray">
              <a:xfrm>
                <a:off x="2142" y="1686"/>
                <a:ext cx="7" cy="16"/>
              </a:xfrm>
              <a:custGeom>
                <a:avLst/>
                <a:gdLst>
                  <a:gd name="T0" fmla="*/ 2 w 7"/>
                  <a:gd name="T1" fmla="*/ 0 h 16"/>
                  <a:gd name="T2" fmla="*/ 0 w 7"/>
                  <a:gd name="T3" fmla="*/ 4 h 16"/>
                  <a:gd name="T4" fmla="*/ 0 w 7"/>
                  <a:gd name="T5" fmla="*/ 7 h 16"/>
                  <a:gd name="T6" fmla="*/ 2 w 7"/>
                  <a:gd name="T7" fmla="*/ 12 h 16"/>
                  <a:gd name="T8" fmla="*/ 4 w 7"/>
                  <a:gd name="T9" fmla="*/ 14 h 16"/>
                  <a:gd name="T10" fmla="*/ 7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9" name="Freeform 846"/>
              <p:cNvSpPr>
                <a:spLocks/>
              </p:cNvSpPr>
              <p:nvPr userDrawn="1"/>
            </p:nvSpPr>
            <p:spPr bwMode="gray">
              <a:xfrm>
                <a:off x="2142" y="1693"/>
                <a:ext cx="9" cy="5"/>
              </a:xfrm>
              <a:custGeom>
                <a:avLst/>
                <a:gdLst>
                  <a:gd name="T0" fmla="*/ 9 w 9"/>
                  <a:gd name="T1" fmla="*/ 5 h 5"/>
                  <a:gd name="T2" fmla="*/ 5 w 9"/>
                  <a:gd name="T3" fmla="*/ 5 h 5"/>
                  <a:gd name="T4" fmla="*/ 2 w 9"/>
                  <a:gd name="T5" fmla="*/ 5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0" name="Freeform 847"/>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1" name="Freeform 848"/>
              <p:cNvSpPr>
                <a:spLocks/>
              </p:cNvSpPr>
              <p:nvPr userDrawn="1"/>
            </p:nvSpPr>
            <p:spPr bwMode="gray">
              <a:xfrm>
                <a:off x="2784" y="1933"/>
                <a:ext cx="11" cy="8"/>
              </a:xfrm>
              <a:custGeom>
                <a:avLst/>
                <a:gdLst>
                  <a:gd name="T0" fmla="*/ 0 w 11"/>
                  <a:gd name="T1" fmla="*/ 8 h 8"/>
                  <a:gd name="T2" fmla="*/ 2 w 11"/>
                  <a:gd name="T3" fmla="*/ 8 h 8"/>
                  <a:gd name="T4" fmla="*/ 5 w 11"/>
                  <a:gd name="T5" fmla="*/ 7 h 8"/>
                  <a:gd name="T6" fmla="*/ 7 w 11"/>
                  <a:gd name="T7" fmla="*/ 5 h 8"/>
                  <a:gd name="T8" fmla="*/ 11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2" name="Freeform 849"/>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3" name="Freeform 850"/>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4" name="Freeform 851"/>
              <p:cNvSpPr>
                <a:spLocks/>
              </p:cNvSpPr>
              <p:nvPr userDrawn="1"/>
            </p:nvSpPr>
            <p:spPr bwMode="gray">
              <a:xfrm>
                <a:off x="2788" y="1683"/>
                <a:ext cx="1" cy="19"/>
              </a:xfrm>
              <a:custGeom>
                <a:avLst/>
                <a:gdLst>
                  <a:gd name="T0" fmla="*/ 1 w 1"/>
                  <a:gd name="T1" fmla="*/ 19 h 19"/>
                  <a:gd name="T2" fmla="*/ 1 w 1"/>
                  <a:gd name="T3" fmla="*/ 14 h 19"/>
                  <a:gd name="T4" fmla="*/ 1 w 1"/>
                  <a:gd name="T5" fmla="*/ 10 h 19"/>
                  <a:gd name="T6" fmla="*/ 0 w 1"/>
                  <a:gd name="T7" fmla="*/ 5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5" name="Freeform 852"/>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6" name="Freeform 853"/>
              <p:cNvSpPr>
                <a:spLocks/>
              </p:cNvSpPr>
              <p:nvPr userDrawn="1"/>
            </p:nvSpPr>
            <p:spPr bwMode="gray">
              <a:xfrm>
                <a:off x="2359" y="2013"/>
                <a:ext cx="7" cy="18"/>
              </a:xfrm>
              <a:custGeom>
                <a:avLst/>
                <a:gdLst>
                  <a:gd name="T0" fmla="*/ 2 w 7"/>
                  <a:gd name="T1" fmla="*/ 0 h 18"/>
                  <a:gd name="T2" fmla="*/ 0 w 7"/>
                  <a:gd name="T3" fmla="*/ 5 h 18"/>
                  <a:gd name="T4" fmla="*/ 0 w 7"/>
                  <a:gd name="T5" fmla="*/ 9 h 18"/>
                  <a:gd name="T6" fmla="*/ 2 w 7"/>
                  <a:gd name="T7" fmla="*/ 12 h 18"/>
                  <a:gd name="T8" fmla="*/ 4 w 7"/>
                  <a:gd name="T9" fmla="*/ 16 h 18"/>
                  <a:gd name="T10" fmla="*/ 7 w 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7" name="Freeform 854"/>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8" name="Freeform 855"/>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9" name="Freeform 856"/>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0" name="Freeform 857"/>
              <p:cNvSpPr>
                <a:spLocks/>
              </p:cNvSpPr>
              <p:nvPr userDrawn="1"/>
            </p:nvSpPr>
            <p:spPr bwMode="gray">
              <a:xfrm>
                <a:off x="2565" y="2101"/>
                <a:ext cx="2" cy="7"/>
              </a:xfrm>
              <a:custGeom>
                <a:avLst/>
                <a:gdLst>
                  <a:gd name="T0" fmla="*/ 0 w 2"/>
                  <a:gd name="T1" fmla="*/ 5 h 7"/>
                  <a:gd name="T2" fmla="*/ 2 w 2"/>
                  <a:gd name="T3" fmla="*/ 7 h 7"/>
                  <a:gd name="T4" fmla="*/ 2 w 2"/>
                  <a:gd name="T5" fmla="*/ 7 h 7"/>
                  <a:gd name="T6" fmla="*/ 2 w 2"/>
                  <a:gd name="T7" fmla="*/ 7 h 7"/>
                  <a:gd name="T8" fmla="*/ 2 w 2"/>
                  <a:gd name="T9" fmla="*/ 7 h 7"/>
                  <a:gd name="T10" fmla="*/ 2 w 2"/>
                  <a:gd name="T11" fmla="*/ 5 h 7"/>
                  <a:gd name="T12" fmla="*/ 2 w 2"/>
                  <a:gd name="T13" fmla="*/ 3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1" name="Freeform 858"/>
              <p:cNvSpPr>
                <a:spLocks/>
              </p:cNvSpPr>
              <p:nvPr userDrawn="1"/>
            </p:nvSpPr>
            <p:spPr bwMode="gray">
              <a:xfrm>
                <a:off x="2558" y="2102"/>
                <a:ext cx="18" cy="4"/>
              </a:xfrm>
              <a:custGeom>
                <a:avLst/>
                <a:gdLst>
                  <a:gd name="T0" fmla="*/ 18 w 18"/>
                  <a:gd name="T1" fmla="*/ 0 h 4"/>
                  <a:gd name="T2" fmla="*/ 14 w 18"/>
                  <a:gd name="T3" fmla="*/ 4 h 4"/>
                  <a:gd name="T4" fmla="*/ 9 w 18"/>
                  <a:gd name="T5" fmla="*/ 4 h 4"/>
                  <a:gd name="T6" fmla="*/ 4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2" name="Freeform 859"/>
              <p:cNvSpPr>
                <a:spLocks/>
              </p:cNvSpPr>
              <p:nvPr userDrawn="1"/>
            </p:nvSpPr>
            <p:spPr bwMode="gray">
              <a:xfrm>
                <a:off x="2558" y="1340"/>
                <a:ext cx="2" cy="19"/>
              </a:xfrm>
              <a:custGeom>
                <a:avLst/>
                <a:gdLst>
                  <a:gd name="T0" fmla="*/ 2 w 2"/>
                  <a:gd name="T1" fmla="*/ 19 h 19"/>
                  <a:gd name="T2" fmla="*/ 2 w 2"/>
                  <a:gd name="T3" fmla="*/ 14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3" name="Freeform 860"/>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4" name="Freeform 861"/>
              <p:cNvSpPr>
                <a:spLocks/>
              </p:cNvSpPr>
              <p:nvPr userDrawn="1"/>
            </p:nvSpPr>
            <p:spPr bwMode="gray">
              <a:xfrm>
                <a:off x="3610" y="1212"/>
                <a:ext cx="12" cy="11"/>
              </a:xfrm>
              <a:custGeom>
                <a:avLst/>
                <a:gdLst>
                  <a:gd name="T0" fmla="*/ 12 w 12"/>
                  <a:gd name="T1" fmla="*/ 11 h 11"/>
                  <a:gd name="T2" fmla="*/ 12 w 12"/>
                  <a:gd name="T3" fmla="*/ 7 h 11"/>
                  <a:gd name="T4" fmla="*/ 10 w 12"/>
                  <a:gd name="T5" fmla="*/ 4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5" name="Freeform 862"/>
              <p:cNvSpPr>
                <a:spLocks/>
              </p:cNvSpPr>
              <p:nvPr userDrawn="1"/>
            </p:nvSpPr>
            <p:spPr bwMode="gray">
              <a:xfrm>
                <a:off x="3617" y="1214"/>
                <a:ext cx="3" cy="7"/>
              </a:xfrm>
              <a:custGeom>
                <a:avLst/>
                <a:gdLst>
                  <a:gd name="T0" fmla="*/ 0 w 3"/>
                  <a:gd name="T1" fmla="*/ 0 h 7"/>
                  <a:gd name="T2" fmla="*/ 0 w 3"/>
                  <a:gd name="T3" fmla="*/ 0 h 7"/>
                  <a:gd name="T4" fmla="*/ 1 w 3"/>
                  <a:gd name="T5" fmla="*/ 2 h 7"/>
                  <a:gd name="T6" fmla="*/ 3 w 3"/>
                  <a:gd name="T7" fmla="*/ 2 h 7"/>
                  <a:gd name="T8" fmla="*/ 3 w 3"/>
                  <a:gd name="T9" fmla="*/ 5 h 7"/>
                  <a:gd name="T10" fmla="*/ 1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6" name="Freeform 863"/>
              <p:cNvSpPr>
                <a:spLocks/>
              </p:cNvSpPr>
              <p:nvPr userDrawn="1"/>
            </p:nvSpPr>
            <p:spPr bwMode="gray">
              <a:xfrm>
                <a:off x="3195" y="840"/>
                <a:ext cx="14" cy="7"/>
              </a:xfrm>
              <a:custGeom>
                <a:avLst/>
                <a:gdLst>
                  <a:gd name="T0" fmla="*/ 0 w 14"/>
                  <a:gd name="T1" fmla="*/ 0 h 7"/>
                  <a:gd name="T2" fmla="*/ 4 w 14"/>
                  <a:gd name="T3" fmla="*/ 0 h 7"/>
                  <a:gd name="T4" fmla="*/ 9 w 14"/>
                  <a:gd name="T5" fmla="*/ 1 h 7"/>
                  <a:gd name="T6" fmla="*/ 12 w 14"/>
                  <a:gd name="T7" fmla="*/ 5 h 7"/>
                  <a:gd name="T8" fmla="*/ 14 w 14"/>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7" name="Freeform 864"/>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8" name="Freeform 865"/>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9" name="Freeform 866"/>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0" name="Freeform 867"/>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1" name="Freeform 868"/>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2" name="Freeform 869"/>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3" name="Freeform 870"/>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210" name="Freeform 871"/>
            <p:cNvSpPr>
              <a:spLocks/>
            </p:cNvSpPr>
            <p:nvPr userDrawn="1"/>
          </p:nvSpPr>
          <p:spPr bwMode="gray">
            <a:xfrm>
              <a:off x="3197" y="1660"/>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1" name="Freeform 872"/>
            <p:cNvSpPr>
              <a:spLocks/>
            </p:cNvSpPr>
            <p:nvPr userDrawn="1"/>
          </p:nvSpPr>
          <p:spPr bwMode="gray">
            <a:xfrm>
              <a:off x="3190" y="1670"/>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2" name="Freeform 873"/>
            <p:cNvSpPr>
              <a:spLocks/>
            </p:cNvSpPr>
            <p:nvPr userDrawn="1"/>
          </p:nvSpPr>
          <p:spPr bwMode="gray">
            <a:xfrm>
              <a:off x="3687" y="1380"/>
              <a:ext cx="3" cy="2"/>
            </a:xfrm>
            <a:custGeom>
              <a:avLst/>
              <a:gdLst>
                <a:gd name="T0" fmla="*/ 0 w 3"/>
                <a:gd name="T1" fmla="*/ 2 h 2"/>
                <a:gd name="T2" fmla="*/ 1 w 3"/>
                <a:gd name="T3" fmla="*/ 0 h 2"/>
                <a:gd name="T4" fmla="*/ 3 w 3"/>
                <a:gd name="T5" fmla="*/ 0 h 2"/>
                <a:gd name="T6" fmla="*/ 3 w 3"/>
                <a:gd name="T7" fmla="*/ 0 h 2"/>
                <a:gd name="T8" fmla="*/ 3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3" name="Freeform 874"/>
            <p:cNvSpPr>
              <a:spLocks/>
            </p:cNvSpPr>
            <p:nvPr userDrawn="1"/>
          </p:nvSpPr>
          <p:spPr bwMode="gray">
            <a:xfrm>
              <a:off x="3681" y="1375"/>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4" name="Freeform 875"/>
            <p:cNvSpPr>
              <a:spLocks/>
            </p:cNvSpPr>
            <p:nvPr userDrawn="1"/>
          </p:nvSpPr>
          <p:spPr bwMode="gray">
            <a:xfrm>
              <a:off x="3349" y="2055"/>
              <a:ext cx="16" cy="7"/>
            </a:xfrm>
            <a:custGeom>
              <a:avLst/>
              <a:gdLst>
                <a:gd name="T0" fmla="*/ 0 w 16"/>
                <a:gd name="T1" fmla="*/ 0 h 7"/>
                <a:gd name="T2" fmla="*/ 2 w 16"/>
                <a:gd name="T3" fmla="*/ 4 h 7"/>
                <a:gd name="T4" fmla="*/ 5 w 16"/>
                <a:gd name="T5" fmla="*/ 5 h 7"/>
                <a:gd name="T6" fmla="*/ 10 w 16"/>
                <a:gd name="T7" fmla="*/ 7 h 7"/>
                <a:gd name="T8" fmla="*/ 12 w 16"/>
                <a:gd name="T9" fmla="*/ 7 h 7"/>
                <a:gd name="T10" fmla="*/ 16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5" name="Freeform 876"/>
            <p:cNvSpPr>
              <a:spLocks/>
            </p:cNvSpPr>
            <p:nvPr userDrawn="1"/>
          </p:nvSpPr>
          <p:spPr bwMode="gray">
            <a:xfrm>
              <a:off x="3352" y="2055"/>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6" name="Freeform 877"/>
            <p:cNvSpPr>
              <a:spLocks/>
            </p:cNvSpPr>
            <p:nvPr userDrawn="1"/>
          </p:nvSpPr>
          <p:spPr bwMode="gray">
            <a:xfrm>
              <a:off x="3366" y="1305"/>
              <a:ext cx="18" cy="12"/>
            </a:xfrm>
            <a:custGeom>
              <a:avLst/>
              <a:gdLst>
                <a:gd name="T0" fmla="*/ 0 w 18"/>
                <a:gd name="T1" fmla="*/ 12 h 12"/>
                <a:gd name="T2" fmla="*/ 9 w 18"/>
                <a:gd name="T3" fmla="*/ 5 h 12"/>
                <a:gd name="T4" fmla="*/ 18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7" name="Freeform 878"/>
            <p:cNvSpPr>
              <a:spLocks/>
            </p:cNvSpPr>
            <p:nvPr userDrawn="1"/>
          </p:nvSpPr>
          <p:spPr bwMode="gray">
            <a:xfrm>
              <a:off x="3372" y="1303"/>
              <a:ext cx="10" cy="14"/>
            </a:xfrm>
            <a:custGeom>
              <a:avLst/>
              <a:gdLst>
                <a:gd name="T0" fmla="*/ 10 w 10"/>
                <a:gd name="T1" fmla="*/ 14 h 14"/>
                <a:gd name="T2" fmla="*/ 7 w 10"/>
                <a:gd name="T3" fmla="*/ 11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8" name="Freeform 879"/>
            <p:cNvSpPr>
              <a:spLocks/>
            </p:cNvSpPr>
            <p:nvPr userDrawn="1"/>
          </p:nvSpPr>
          <p:spPr bwMode="gray">
            <a:xfrm>
              <a:off x="3503" y="1954"/>
              <a:ext cx="14" cy="14"/>
            </a:xfrm>
            <a:custGeom>
              <a:avLst/>
              <a:gdLst>
                <a:gd name="T0" fmla="*/ 0 w 14"/>
                <a:gd name="T1" fmla="*/ 14 h 14"/>
                <a:gd name="T2" fmla="*/ 5 w 14"/>
                <a:gd name="T3" fmla="*/ 12 h 14"/>
                <a:gd name="T4" fmla="*/ 10 w 14"/>
                <a:gd name="T5" fmla="*/ 10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9" name="Freeform 880"/>
            <p:cNvSpPr>
              <a:spLocks/>
            </p:cNvSpPr>
            <p:nvPr userDrawn="1"/>
          </p:nvSpPr>
          <p:spPr bwMode="gray">
            <a:xfrm>
              <a:off x="3510" y="1955"/>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0" name="Freeform 881"/>
            <p:cNvSpPr>
              <a:spLocks/>
            </p:cNvSpPr>
            <p:nvPr userDrawn="1"/>
          </p:nvSpPr>
          <p:spPr bwMode="gray">
            <a:xfrm>
              <a:off x="2284" y="950"/>
              <a:ext cx="5" cy="16"/>
            </a:xfrm>
            <a:custGeom>
              <a:avLst/>
              <a:gdLst>
                <a:gd name="T0" fmla="*/ 3 w 5"/>
                <a:gd name="T1" fmla="*/ 16 h 16"/>
                <a:gd name="T2" fmla="*/ 2 w 5"/>
                <a:gd name="T3" fmla="*/ 12 h 16"/>
                <a:gd name="T4" fmla="*/ 0 w 5"/>
                <a:gd name="T5" fmla="*/ 9 h 16"/>
                <a:gd name="T6" fmla="*/ 2 w 5"/>
                <a:gd name="T7" fmla="*/ 3 h 16"/>
                <a:gd name="T8" fmla="*/ 2 w 5"/>
                <a:gd name="T9" fmla="*/ 2 h 16"/>
                <a:gd name="T10" fmla="*/ 5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1" name="Freeform 882"/>
            <p:cNvSpPr>
              <a:spLocks/>
            </p:cNvSpPr>
            <p:nvPr userDrawn="1"/>
          </p:nvSpPr>
          <p:spPr bwMode="gray">
            <a:xfrm>
              <a:off x="2284" y="952"/>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2" name="Freeform 883"/>
            <p:cNvSpPr>
              <a:spLocks/>
            </p:cNvSpPr>
            <p:nvPr userDrawn="1"/>
          </p:nvSpPr>
          <p:spPr bwMode="gray">
            <a:xfrm>
              <a:off x="2452" y="873"/>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3" name="Freeform 884"/>
            <p:cNvSpPr>
              <a:spLocks/>
            </p:cNvSpPr>
            <p:nvPr userDrawn="1"/>
          </p:nvSpPr>
          <p:spPr bwMode="gray">
            <a:xfrm>
              <a:off x="2443" y="875"/>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4" name="Freeform 885"/>
            <p:cNvSpPr>
              <a:spLocks/>
            </p:cNvSpPr>
            <p:nvPr userDrawn="1"/>
          </p:nvSpPr>
          <p:spPr bwMode="gray">
            <a:xfrm>
              <a:off x="3123" y="2213"/>
              <a:ext cx="18" cy="8"/>
            </a:xfrm>
            <a:custGeom>
              <a:avLst/>
              <a:gdLst>
                <a:gd name="T0" fmla="*/ 0 w 18"/>
                <a:gd name="T1" fmla="*/ 7 h 8"/>
                <a:gd name="T2" fmla="*/ 6 w 18"/>
                <a:gd name="T3" fmla="*/ 8 h 8"/>
                <a:gd name="T4" fmla="*/ 11 w 18"/>
                <a:gd name="T5" fmla="*/ 7 h 8"/>
                <a:gd name="T6" fmla="*/ 14 w 18"/>
                <a:gd name="T7" fmla="*/ 3 h 8"/>
                <a:gd name="T8" fmla="*/ 18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5" name="Freeform 886"/>
            <p:cNvSpPr>
              <a:spLocks/>
            </p:cNvSpPr>
            <p:nvPr userDrawn="1"/>
          </p:nvSpPr>
          <p:spPr bwMode="gray">
            <a:xfrm>
              <a:off x="3127" y="2214"/>
              <a:ext cx="7" cy="7"/>
            </a:xfrm>
            <a:custGeom>
              <a:avLst/>
              <a:gdLst>
                <a:gd name="T0" fmla="*/ 7 w 7"/>
                <a:gd name="T1" fmla="*/ 6 h 7"/>
                <a:gd name="T2" fmla="*/ 5 w 7"/>
                <a:gd name="T3" fmla="*/ 7 h 7"/>
                <a:gd name="T4" fmla="*/ 3 w 7"/>
                <a:gd name="T5" fmla="*/ 6 h 7"/>
                <a:gd name="T6" fmla="*/ 2 w 7"/>
                <a:gd name="T7" fmla="*/ 4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6" name="Freeform 887"/>
            <p:cNvSpPr>
              <a:spLocks/>
            </p:cNvSpPr>
            <p:nvPr userDrawn="1"/>
          </p:nvSpPr>
          <p:spPr bwMode="gray">
            <a:xfrm>
              <a:off x="3283" y="2108"/>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7" name="Freeform 888"/>
            <p:cNvSpPr>
              <a:spLocks/>
            </p:cNvSpPr>
            <p:nvPr userDrawn="1"/>
          </p:nvSpPr>
          <p:spPr bwMode="gray">
            <a:xfrm>
              <a:off x="3279" y="2115"/>
              <a:ext cx="11" cy="7"/>
            </a:xfrm>
            <a:custGeom>
              <a:avLst/>
              <a:gdLst>
                <a:gd name="T0" fmla="*/ 0 w 11"/>
                <a:gd name="T1" fmla="*/ 7 h 7"/>
                <a:gd name="T2" fmla="*/ 4 w 11"/>
                <a:gd name="T3" fmla="*/ 7 h 7"/>
                <a:gd name="T4" fmla="*/ 7 w 11"/>
                <a:gd name="T5" fmla="*/ 5 h 7"/>
                <a:gd name="T6" fmla="*/ 9 w 11"/>
                <a:gd name="T7" fmla="*/ 3 h 7"/>
                <a:gd name="T8" fmla="*/ 11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8" name="Freeform 889"/>
            <p:cNvSpPr>
              <a:spLocks/>
            </p:cNvSpPr>
            <p:nvPr userDrawn="1"/>
          </p:nvSpPr>
          <p:spPr bwMode="gray">
            <a:xfrm>
              <a:off x="2541" y="2150"/>
              <a:ext cx="5"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5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9" name="Freeform 890"/>
            <p:cNvSpPr>
              <a:spLocks/>
            </p:cNvSpPr>
            <p:nvPr userDrawn="1"/>
          </p:nvSpPr>
          <p:spPr bwMode="gray">
            <a:xfrm>
              <a:off x="2539" y="2157"/>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0" name="Freeform 891"/>
            <p:cNvSpPr>
              <a:spLocks/>
            </p:cNvSpPr>
            <p:nvPr userDrawn="1"/>
          </p:nvSpPr>
          <p:spPr bwMode="gray">
            <a:xfrm>
              <a:off x="2744" y="2237"/>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1" name="Freeform 892"/>
            <p:cNvSpPr>
              <a:spLocks/>
            </p:cNvSpPr>
            <p:nvPr userDrawn="1"/>
          </p:nvSpPr>
          <p:spPr bwMode="gray">
            <a:xfrm>
              <a:off x="2735" y="2239"/>
              <a:ext cx="18" cy="3"/>
            </a:xfrm>
            <a:custGeom>
              <a:avLst/>
              <a:gdLst>
                <a:gd name="T0" fmla="*/ 18 w 18"/>
                <a:gd name="T1" fmla="*/ 0 h 3"/>
                <a:gd name="T2" fmla="*/ 14 w 18"/>
                <a:gd name="T3" fmla="*/ 3 h 3"/>
                <a:gd name="T4" fmla="*/ 11 w 18"/>
                <a:gd name="T5" fmla="*/ 3 h 3"/>
                <a:gd name="T6" fmla="*/ 5 w 18"/>
                <a:gd name="T7" fmla="*/ 3 h 3"/>
                <a:gd name="T8" fmla="*/ 0 w 18"/>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2" name="Freeform 893"/>
            <p:cNvSpPr>
              <a:spLocks/>
            </p:cNvSpPr>
            <p:nvPr userDrawn="1"/>
          </p:nvSpPr>
          <p:spPr bwMode="gray">
            <a:xfrm>
              <a:off x="2527" y="922"/>
              <a:ext cx="5" cy="3"/>
            </a:xfrm>
            <a:custGeom>
              <a:avLst/>
              <a:gdLst>
                <a:gd name="T0" fmla="*/ 2 w 5"/>
                <a:gd name="T1" fmla="*/ 3 h 3"/>
                <a:gd name="T2" fmla="*/ 0 w 5"/>
                <a:gd name="T3" fmla="*/ 2 h 3"/>
                <a:gd name="T4" fmla="*/ 0 w 5"/>
                <a:gd name="T5" fmla="*/ 2 h 3"/>
                <a:gd name="T6" fmla="*/ 0 w 5"/>
                <a:gd name="T7" fmla="*/ 0 h 3"/>
                <a:gd name="T8" fmla="*/ 0 w 5"/>
                <a:gd name="T9" fmla="*/ 0 h 3"/>
                <a:gd name="T10" fmla="*/ 3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3" name="Freeform 894"/>
            <p:cNvSpPr>
              <a:spLocks/>
            </p:cNvSpPr>
            <p:nvPr userDrawn="1"/>
          </p:nvSpPr>
          <p:spPr bwMode="gray">
            <a:xfrm>
              <a:off x="2525" y="915"/>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4" name="Freeform 895"/>
            <p:cNvSpPr>
              <a:spLocks/>
            </p:cNvSpPr>
            <p:nvPr userDrawn="1"/>
          </p:nvSpPr>
          <p:spPr bwMode="gray">
            <a:xfrm>
              <a:off x="3041" y="670"/>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5" name="Freeform 896"/>
            <p:cNvSpPr>
              <a:spLocks/>
            </p:cNvSpPr>
            <p:nvPr userDrawn="1"/>
          </p:nvSpPr>
          <p:spPr bwMode="gray">
            <a:xfrm>
              <a:off x="3034" y="672"/>
              <a:ext cx="16" cy="3"/>
            </a:xfrm>
            <a:custGeom>
              <a:avLst/>
              <a:gdLst>
                <a:gd name="T0" fmla="*/ 0 w 16"/>
                <a:gd name="T1" fmla="*/ 3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6" name="Freeform 897"/>
            <p:cNvSpPr>
              <a:spLocks/>
            </p:cNvSpPr>
            <p:nvPr userDrawn="1"/>
          </p:nvSpPr>
          <p:spPr bwMode="gray">
            <a:xfrm>
              <a:off x="2740" y="980"/>
              <a:ext cx="2" cy="19"/>
            </a:xfrm>
            <a:custGeom>
              <a:avLst/>
              <a:gdLst>
                <a:gd name="T0" fmla="*/ 2 w 2"/>
                <a:gd name="T1" fmla="*/ 19 h 19"/>
                <a:gd name="T2" fmla="*/ 2 w 2"/>
                <a:gd name="T3" fmla="*/ 15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7" name="Freeform 898"/>
            <p:cNvSpPr>
              <a:spLocks/>
            </p:cNvSpPr>
            <p:nvPr userDrawn="1"/>
          </p:nvSpPr>
          <p:spPr bwMode="gray">
            <a:xfrm>
              <a:off x="2732" y="990"/>
              <a:ext cx="19" cy="2"/>
            </a:xfrm>
            <a:custGeom>
              <a:avLst/>
              <a:gdLst>
                <a:gd name="T0" fmla="*/ 19 w 19"/>
                <a:gd name="T1" fmla="*/ 0 h 2"/>
                <a:gd name="T2" fmla="*/ 14 w 19"/>
                <a:gd name="T3" fmla="*/ 0 h 2"/>
                <a:gd name="T4" fmla="*/ 10 w 19"/>
                <a:gd name="T5" fmla="*/ 0 h 2"/>
                <a:gd name="T6" fmla="*/ 5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8" name="Freeform 899"/>
            <p:cNvSpPr>
              <a:spLocks/>
            </p:cNvSpPr>
            <p:nvPr userDrawn="1"/>
          </p:nvSpPr>
          <p:spPr bwMode="gray">
            <a:xfrm>
              <a:off x="3249" y="733"/>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9" name="Freeform 900"/>
            <p:cNvSpPr>
              <a:spLocks/>
            </p:cNvSpPr>
            <p:nvPr userDrawn="1"/>
          </p:nvSpPr>
          <p:spPr bwMode="gray">
            <a:xfrm>
              <a:off x="3244" y="728"/>
              <a:ext cx="11" cy="15"/>
            </a:xfrm>
            <a:custGeom>
              <a:avLst/>
              <a:gdLst>
                <a:gd name="T0" fmla="*/ 11 w 11"/>
                <a:gd name="T1" fmla="*/ 15 h 15"/>
                <a:gd name="T2" fmla="*/ 11 w 11"/>
                <a:gd name="T3" fmla="*/ 10 h 15"/>
                <a:gd name="T4" fmla="*/ 7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0" name="Freeform 901"/>
            <p:cNvSpPr>
              <a:spLocks/>
            </p:cNvSpPr>
            <p:nvPr userDrawn="1"/>
          </p:nvSpPr>
          <p:spPr bwMode="gray">
            <a:xfrm>
              <a:off x="2490" y="763"/>
              <a:ext cx="4" cy="15"/>
            </a:xfrm>
            <a:custGeom>
              <a:avLst/>
              <a:gdLst>
                <a:gd name="T0" fmla="*/ 4 w 4"/>
                <a:gd name="T1" fmla="*/ 15 h 15"/>
                <a:gd name="T2" fmla="*/ 0 w 4"/>
                <a:gd name="T3" fmla="*/ 12 h 15"/>
                <a:gd name="T4" fmla="*/ 0 w 4"/>
                <a:gd name="T5" fmla="*/ 8 h 15"/>
                <a:gd name="T6" fmla="*/ 0 w 4"/>
                <a:gd name="T7" fmla="*/ 5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1" name="Freeform 902"/>
            <p:cNvSpPr>
              <a:spLocks/>
            </p:cNvSpPr>
            <p:nvPr userDrawn="1"/>
          </p:nvSpPr>
          <p:spPr bwMode="gray">
            <a:xfrm>
              <a:off x="2489" y="764"/>
              <a:ext cx="8" cy="9"/>
            </a:xfrm>
            <a:custGeom>
              <a:avLst/>
              <a:gdLst>
                <a:gd name="T0" fmla="*/ 8 w 8"/>
                <a:gd name="T1" fmla="*/ 0 h 9"/>
                <a:gd name="T2" fmla="*/ 5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2" name="Freeform 903"/>
            <p:cNvSpPr>
              <a:spLocks/>
            </p:cNvSpPr>
            <p:nvPr userDrawn="1"/>
          </p:nvSpPr>
          <p:spPr bwMode="gray">
            <a:xfrm>
              <a:off x="3146" y="960"/>
              <a:ext cx="2" cy="20"/>
            </a:xfrm>
            <a:custGeom>
              <a:avLst/>
              <a:gdLst>
                <a:gd name="T0" fmla="*/ 2 w 2"/>
                <a:gd name="T1" fmla="*/ 20 h 20"/>
                <a:gd name="T2" fmla="*/ 2 w 2"/>
                <a:gd name="T3" fmla="*/ 16 h 20"/>
                <a:gd name="T4" fmla="*/ 2 w 2"/>
                <a:gd name="T5" fmla="*/ 11 h 20"/>
                <a:gd name="T6" fmla="*/ 2 w 2"/>
                <a:gd name="T7" fmla="*/ 6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3" name="Freeform 904"/>
            <p:cNvSpPr>
              <a:spLocks/>
            </p:cNvSpPr>
            <p:nvPr userDrawn="1"/>
          </p:nvSpPr>
          <p:spPr bwMode="gray">
            <a:xfrm>
              <a:off x="3139" y="971"/>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4" name="Freeform 905"/>
            <p:cNvSpPr>
              <a:spLocks/>
            </p:cNvSpPr>
            <p:nvPr userDrawn="1"/>
          </p:nvSpPr>
          <p:spPr bwMode="gray">
            <a:xfrm>
              <a:off x="2651" y="687"/>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5" name="Freeform 906"/>
            <p:cNvSpPr>
              <a:spLocks/>
            </p:cNvSpPr>
            <p:nvPr userDrawn="1"/>
          </p:nvSpPr>
          <p:spPr bwMode="gray">
            <a:xfrm>
              <a:off x="2653" y="687"/>
              <a:ext cx="10" cy="9"/>
            </a:xfrm>
            <a:custGeom>
              <a:avLst/>
              <a:gdLst>
                <a:gd name="T0" fmla="*/ 10 w 10"/>
                <a:gd name="T1" fmla="*/ 0 h 9"/>
                <a:gd name="T2" fmla="*/ 7 w 10"/>
                <a:gd name="T3" fmla="*/ 0 h 9"/>
                <a:gd name="T4" fmla="*/ 5 w 10"/>
                <a:gd name="T5" fmla="*/ 2 h 9"/>
                <a:gd name="T6" fmla="*/ 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6" name="Freeform 907"/>
            <p:cNvSpPr>
              <a:spLocks/>
            </p:cNvSpPr>
            <p:nvPr userDrawn="1"/>
          </p:nvSpPr>
          <p:spPr bwMode="gray">
            <a:xfrm>
              <a:off x="3300" y="882"/>
              <a:ext cx="14" cy="12"/>
            </a:xfrm>
            <a:custGeom>
              <a:avLst/>
              <a:gdLst>
                <a:gd name="T0" fmla="*/ 14 w 14"/>
                <a:gd name="T1" fmla="*/ 12 h 12"/>
                <a:gd name="T2" fmla="*/ 14 w 14"/>
                <a:gd name="T3" fmla="*/ 7 h 12"/>
                <a:gd name="T4" fmla="*/ 12 w 14"/>
                <a:gd name="T5" fmla="*/ 3 h 12"/>
                <a:gd name="T6" fmla="*/ 9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7" name="Freeform 908"/>
            <p:cNvSpPr>
              <a:spLocks/>
            </p:cNvSpPr>
            <p:nvPr userDrawn="1"/>
          </p:nvSpPr>
          <p:spPr bwMode="gray">
            <a:xfrm>
              <a:off x="3307" y="885"/>
              <a:ext cx="5" cy="7"/>
            </a:xfrm>
            <a:custGeom>
              <a:avLst/>
              <a:gdLst>
                <a:gd name="T0" fmla="*/ 0 w 5"/>
                <a:gd name="T1" fmla="*/ 0 h 7"/>
                <a:gd name="T2" fmla="*/ 3 w 5"/>
                <a:gd name="T3" fmla="*/ 0 h 7"/>
                <a:gd name="T4" fmla="*/ 5 w 5"/>
                <a:gd name="T5" fmla="*/ 2 h 7"/>
                <a:gd name="T6" fmla="*/ 5 w 5"/>
                <a:gd name="T7" fmla="*/ 4 h 7"/>
                <a:gd name="T8" fmla="*/ 3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8" name="Freeform 909"/>
            <p:cNvSpPr>
              <a:spLocks/>
            </p:cNvSpPr>
            <p:nvPr userDrawn="1"/>
          </p:nvSpPr>
          <p:spPr bwMode="gray">
            <a:xfrm>
              <a:off x="2118" y="1513"/>
              <a:ext cx="5" cy="16"/>
            </a:xfrm>
            <a:custGeom>
              <a:avLst/>
              <a:gdLst>
                <a:gd name="T0" fmla="*/ 1 w 5"/>
                <a:gd name="T1" fmla="*/ 0 h 16"/>
                <a:gd name="T2" fmla="*/ 0 w 5"/>
                <a:gd name="T3" fmla="*/ 3 h 16"/>
                <a:gd name="T4" fmla="*/ 0 w 5"/>
                <a:gd name="T5" fmla="*/ 7 h 16"/>
                <a:gd name="T6" fmla="*/ 1 w 5"/>
                <a:gd name="T7" fmla="*/ 12 h 16"/>
                <a:gd name="T8" fmla="*/ 3 w 5"/>
                <a:gd name="T9" fmla="*/ 14 h 16"/>
                <a:gd name="T10" fmla="*/ 5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9" name="Freeform 910"/>
            <p:cNvSpPr>
              <a:spLocks/>
            </p:cNvSpPr>
            <p:nvPr userDrawn="1"/>
          </p:nvSpPr>
          <p:spPr bwMode="gray">
            <a:xfrm>
              <a:off x="2118" y="1520"/>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0" name="Freeform 911"/>
            <p:cNvSpPr>
              <a:spLocks/>
            </p:cNvSpPr>
            <p:nvPr userDrawn="1"/>
          </p:nvSpPr>
          <p:spPr bwMode="gray">
            <a:xfrm>
              <a:off x="2111" y="1284"/>
              <a:ext cx="12" cy="14"/>
            </a:xfrm>
            <a:custGeom>
              <a:avLst/>
              <a:gdLst>
                <a:gd name="T0" fmla="*/ 0 w 12"/>
                <a:gd name="T1" fmla="*/ 14 h 14"/>
                <a:gd name="T2" fmla="*/ 0 w 12"/>
                <a:gd name="T3" fmla="*/ 9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1" name="Freeform 912"/>
            <p:cNvSpPr>
              <a:spLocks/>
            </p:cNvSpPr>
            <p:nvPr userDrawn="1"/>
          </p:nvSpPr>
          <p:spPr bwMode="gray">
            <a:xfrm>
              <a:off x="2112" y="1287"/>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2" name="Line 913"/>
            <p:cNvSpPr>
              <a:spLocks noChangeShapeType="1"/>
            </p:cNvSpPr>
            <p:nvPr userDrawn="1"/>
          </p:nvSpPr>
          <p:spPr bwMode="gray">
            <a:xfrm flipH="1" flipV="1">
              <a:off x="3314" y="93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3" name="Line 914"/>
            <p:cNvSpPr>
              <a:spLocks noChangeShapeType="1"/>
            </p:cNvSpPr>
            <p:nvPr userDrawn="1"/>
          </p:nvSpPr>
          <p:spPr bwMode="gray">
            <a:xfrm flipV="1">
              <a:off x="3248" y="1887"/>
              <a:ext cx="1"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4" name="Freeform 915"/>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5" name="Line 916"/>
            <p:cNvSpPr>
              <a:spLocks noChangeShapeType="1"/>
            </p:cNvSpPr>
            <p:nvPr userDrawn="1"/>
          </p:nvSpPr>
          <p:spPr bwMode="gray">
            <a:xfrm flipV="1">
              <a:off x="3141" y="1901"/>
              <a:ext cx="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6" name="Line 917"/>
            <p:cNvSpPr>
              <a:spLocks noChangeShapeType="1"/>
            </p:cNvSpPr>
            <p:nvPr userDrawn="1"/>
          </p:nvSpPr>
          <p:spPr bwMode="gray">
            <a:xfrm flipV="1">
              <a:off x="3146" y="1903"/>
              <a:ext cx="2"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7" name="Line 918"/>
            <p:cNvSpPr>
              <a:spLocks noChangeShapeType="1"/>
            </p:cNvSpPr>
            <p:nvPr userDrawn="1"/>
          </p:nvSpPr>
          <p:spPr bwMode="gray">
            <a:xfrm>
              <a:off x="3144" y="1903"/>
              <a:ext cx="1"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8" name="Freeform 919"/>
            <p:cNvSpPr>
              <a:spLocks/>
            </p:cNvSpPr>
            <p:nvPr userDrawn="1"/>
          </p:nvSpPr>
          <p:spPr bwMode="gray">
            <a:xfrm>
              <a:off x="3141" y="1971"/>
              <a:ext cx="5" cy="9"/>
            </a:xfrm>
            <a:custGeom>
              <a:avLst/>
              <a:gdLst>
                <a:gd name="T0" fmla="*/ 5 w 5"/>
                <a:gd name="T1" fmla="*/ 9 h 9"/>
                <a:gd name="T2" fmla="*/ 2 w 5"/>
                <a:gd name="T3" fmla="*/ 7 h 9"/>
                <a:gd name="T4" fmla="*/ 0 w 5"/>
                <a:gd name="T5" fmla="*/ 5 h 9"/>
                <a:gd name="T6" fmla="*/ 0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9" name="Freeform 920"/>
            <p:cNvSpPr>
              <a:spLocks/>
            </p:cNvSpPr>
            <p:nvPr userDrawn="1"/>
          </p:nvSpPr>
          <p:spPr bwMode="gray">
            <a:xfrm>
              <a:off x="3143" y="1985"/>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0" name="Freeform 921"/>
            <p:cNvSpPr>
              <a:spLocks/>
            </p:cNvSpPr>
            <p:nvPr userDrawn="1"/>
          </p:nvSpPr>
          <p:spPr bwMode="gray">
            <a:xfrm>
              <a:off x="3132" y="1971"/>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1" name="Freeform 922"/>
            <p:cNvSpPr>
              <a:spLocks/>
            </p:cNvSpPr>
            <p:nvPr userDrawn="1"/>
          </p:nvSpPr>
          <p:spPr bwMode="gray">
            <a:xfrm>
              <a:off x="3123" y="1978"/>
              <a:ext cx="9" cy="18"/>
            </a:xfrm>
            <a:custGeom>
              <a:avLst/>
              <a:gdLst>
                <a:gd name="T0" fmla="*/ 0 w 9"/>
                <a:gd name="T1" fmla="*/ 18 h 18"/>
                <a:gd name="T2" fmla="*/ 2 w 9"/>
                <a:gd name="T3" fmla="*/ 14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2" name="Freeform 923"/>
            <p:cNvSpPr>
              <a:spLocks/>
            </p:cNvSpPr>
            <p:nvPr userDrawn="1"/>
          </p:nvSpPr>
          <p:spPr bwMode="gray">
            <a:xfrm>
              <a:off x="3123" y="1996"/>
              <a:ext cx="20" cy="1"/>
            </a:xfrm>
            <a:custGeom>
              <a:avLst/>
              <a:gdLst>
                <a:gd name="T0" fmla="*/ 0 w 20"/>
                <a:gd name="T1" fmla="*/ 0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3" name="Line 924"/>
            <p:cNvSpPr>
              <a:spLocks noChangeShapeType="1"/>
            </p:cNvSpPr>
            <p:nvPr userDrawn="1"/>
          </p:nvSpPr>
          <p:spPr bwMode="gray">
            <a:xfrm>
              <a:off x="2837" y="1216"/>
              <a:ext cx="314" cy="10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864" name="Group 925"/>
          <p:cNvGrpSpPr>
            <a:grpSpLocks/>
          </p:cNvGrpSpPr>
          <p:nvPr userDrawn="1"/>
        </p:nvGrpSpPr>
        <p:grpSpPr bwMode="auto">
          <a:xfrm>
            <a:off x="5867400" y="3789363"/>
            <a:ext cx="2798763" cy="2786062"/>
            <a:chOff x="4059" y="2614"/>
            <a:chExt cx="1581" cy="1574"/>
          </a:xfrm>
        </p:grpSpPr>
        <p:sp>
          <p:nvSpPr>
            <p:cNvPr id="865" name="Line 926"/>
            <p:cNvSpPr>
              <a:spLocks noChangeShapeType="1"/>
            </p:cNvSpPr>
            <p:nvPr userDrawn="1"/>
          </p:nvSpPr>
          <p:spPr bwMode="gray">
            <a:xfrm flipH="1">
              <a:off x="5040" y="3476"/>
              <a:ext cx="156"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6" name="Line 927"/>
            <p:cNvSpPr>
              <a:spLocks noChangeShapeType="1"/>
            </p:cNvSpPr>
            <p:nvPr userDrawn="1"/>
          </p:nvSpPr>
          <p:spPr bwMode="gray">
            <a:xfrm flipH="1" flipV="1">
              <a:off x="5049" y="3467"/>
              <a:ext cx="206"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7" name="Line 928"/>
            <p:cNvSpPr>
              <a:spLocks noChangeShapeType="1"/>
            </p:cNvSpPr>
            <p:nvPr userDrawn="1"/>
          </p:nvSpPr>
          <p:spPr bwMode="gray">
            <a:xfrm flipV="1">
              <a:off x="5029" y="358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8" name="Line 929"/>
            <p:cNvSpPr>
              <a:spLocks noChangeShapeType="1"/>
            </p:cNvSpPr>
            <p:nvPr userDrawn="1"/>
          </p:nvSpPr>
          <p:spPr bwMode="gray">
            <a:xfrm flipV="1">
              <a:off x="5397" y="3462"/>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9" name="Line 930"/>
            <p:cNvSpPr>
              <a:spLocks noChangeShapeType="1"/>
            </p:cNvSpPr>
            <p:nvPr userDrawn="1"/>
          </p:nvSpPr>
          <p:spPr bwMode="gray">
            <a:xfrm flipH="1">
              <a:off x="5404" y="3217"/>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0" name="Line 931"/>
            <p:cNvSpPr>
              <a:spLocks noChangeShapeType="1"/>
            </p:cNvSpPr>
            <p:nvPr userDrawn="1"/>
          </p:nvSpPr>
          <p:spPr bwMode="gray">
            <a:xfrm flipV="1">
              <a:off x="4938" y="2878"/>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1" name="Freeform 932"/>
            <p:cNvSpPr>
              <a:spLocks/>
            </p:cNvSpPr>
            <p:nvPr userDrawn="1"/>
          </p:nvSpPr>
          <p:spPr bwMode="gray">
            <a:xfrm>
              <a:off x="5031" y="3567"/>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2" name="Line 933"/>
            <p:cNvSpPr>
              <a:spLocks noChangeShapeType="1"/>
            </p:cNvSpPr>
            <p:nvPr userDrawn="1"/>
          </p:nvSpPr>
          <p:spPr bwMode="gray">
            <a:xfrm>
              <a:off x="4931" y="3539"/>
              <a:ext cx="20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3" name="Line 934"/>
            <p:cNvSpPr>
              <a:spLocks noChangeShapeType="1"/>
            </p:cNvSpPr>
            <p:nvPr userDrawn="1"/>
          </p:nvSpPr>
          <p:spPr bwMode="gray">
            <a:xfrm>
              <a:off x="4937" y="3532"/>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4" name="Line 935"/>
            <p:cNvSpPr>
              <a:spLocks noChangeShapeType="1"/>
            </p:cNvSpPr>
            <p:nvPr userDrawn="1"/>
          </p:nvSpPr>
          <p:spPr bwMode="gray">
            <a:xfrm flipH="1" flipV="1">
              <a:off x="4928" y="3550"/>
              <a:ext cx="208"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5" name="Line 936"/>
            <p:cNvSpPr>
              <a:spLocks noChangeShapeType="1"/>
            </p:cNvSpPr>
            <p:nvPr userDrawn="1"/>
          </p:nvSpPr>
          <p:spPr bwMode="gray">
            <a:xfrm>
              <a:off x="4905" y="3786"/>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6" name="Line 937"/>
            <p:cNvSpPr>
              <a:spLocks noChangeShapeType="1"/>
            </p:cNvSpPr>
            <p:nvPr userDrawn="1"/>
          </p:nvSpPr>
          <p:spPr bwMode="gray">
            <a:xfrm flipH="1" flipV="1">
              <a:off x="4179" y="3352"/>
              <a:ext cx="116"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7" name="Line 938"/>
            <p:cNvSpPr>
              <a:spLocks noChangeShapeType="1"/>
            </p:cNvSpPr>
            <p:nvPr userDrawn="1"/>
          </p:nvSpPr>
          <p:spPr bwMode="gray">
            <a:xfrm flipV="1">
              <a:off x="4232" y="3411"/>
              <a:ext cx="63" cy="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8" name="Line 939"/>
            <p:cNvSpPr>
              <a:spLocks noChangeShapeType="1"/>
            </p:cNvSpPr>
            <p:nvPr userDrawn="1"/>
          </p:nvSpPr>
          <p:spPr bwMode="gray">
            <a:xfrm flipH="1" flipV="1">
              <a:off x="4613" y="3508"/>
              <a:ext cx="203"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9" name="Line 940"/>
            <p:cNvSpPr>
              <a:spLocks noChangeShapeType="1"/>
            </p:cNvSpPr>
            <p:nvPr userDrawn="1"/>
          </p:nvSpPr>
          <p:spPr bwMode="gray">
            <a:xfrm flipV="1">
              <a:off x="4590" y="3483"/>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0" name="Line 941"/>
            <p:cNvSpPr>
              <a:spLocks noChangeShapeType="1"/>
            </p:cNvSpPr>
            <p:nvPr userDrawn="1"/>
          </p:nvSpPr>
          <p:spPr bwMode="gray">
            <a:xfrm flipV="1">
              <a:off x="4828" y="3597"/>
              <a:ext cx="1"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1" name="Line 942"/>
            <p:cNvSpPr>
              <a:spLocks noChangeShapeType="1"/>
            </p:cNvSpPr>
            <p:nvPr userDrawn="1"/>
          </p:nvSpPr>
          <p:spPr bwMode="gray">
            <a:xfrm flipV="1">
              <a:off x="4746" y="3665"/>
              <a:ext cx="161"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2" name="Line 943"/>
            <p:cNvSpPr>
              <a:spLocks noChangeShapeType="1"/>
            </p:cNvSpPr>
            <p:nvPr userDrawn="1"/>
          </p:nvSpPr>
          <p:spPr bwMode="gray">
            <a:xfrm>
              <a:off x="4681" y="3450"/>
              <a:ext cx="11"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3" name="Line 944"/>
            <p:cNvSpPr>
              <a:spLocks noChangeShapeType="1"/>
            </p:cNvSpPr>
            <p:nvPr userDrawn="1"/>
          </p:nvSpPr>
          <p:spPr bwMode="gray">
            <a:xfrm flipV="1">
              <a:off x="4692" y="3453"/>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4" name="Line 945"/>
            <p:cNvSpPr>
              <a:spLocks noChangeShapeType="1"/>
            </p:cNvSpPr>
            <p:nvPr userDrawn="1"/>
          </p:nvSpPr>
          <p:spPr bwMode="gray">
            <a:xfrm flipH="1" flipV="1">
              <a:off x="4400" y="3513"/>
              <a:ext cx="4" cy="2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5" name="Line 946"/>
            <p:cNvSpPr>
              <a:spLocks noChangeShapeType="1"/>
            </p:cNvSpPr>
            <p:nvPr userDrawn="1"/>
          </p:nvSpPr>
          <p:spPr bwMode="gray">
            <a:xfrm>
              <a:off x="4090" y="3527"/>
              <a:ext cx="637"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6" name="Line 947"/>
            <p:cNvSpPr>
              <a:spLocks noChangeShapeType="1"/>
            </p:cNvSpPr>
            <p:nvPr userDrawn="1"/>
          </p:nvSpPr>
          <p:spPr bwMode="gray">
            <a:xfrm flipV="1">
              <a:off x="4512" y="3553"/>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7" name="Line 948"/>
            <p:cNvSpPr>
              <a:spLocks noChangeShapeType="1"/>
            </p:cNvSpPr>
            <p:nvPr userDrawn="1"/>
          </p:nvSpPr>
          <p:spPr bwMode="gray">
            <a:xfrm flipH="1" flipV="1">
              <a:off x="4499" y="3550"/>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8" name="Line 949"/>
            <p:cNvSpPr>
              <a:spLocks noChangeShapeType="1"/>
            </p:cNvSpPr>
            <p:nvPr userDrawn="1"/>
          </p:nvSpPr>
          <p:spPr bwMode="gray">
            <a:xfrm flipH="1" flipV="1">
              <a:off x="4302" y="3478"/>
              <a:ext cx="19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9" name="Line 950"/>
            <p:cNvSpPr>
              <a:spLocks noChangeShapeType="1"/>
            </p:cNvSpPr>
            <p:nvPr userDrawn="1"/>
          </p:nvSpPr>
          <p:spPr bwMode="gray">
            <a:xfrm flipH="1" flipV="1">
              <a:off x="4291" y="3474"/>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0" name="Line 951"/>
            <p:cNvSpPr>
              <a:spLocks noChangeShapeType="1"/>
            </p:cNvSpPr>
            <p:nvPr userDrawn="1"/>
          </p:nvSpPr>
          <p:spPr bwMode="gray">
            <a:xfrm flipV="1">
              <a:off x="4291" y="3474"/>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1" name="Line 952"/>
            <p:cNvSpPr>
              <a:spLocks noChangeShapeType="1"/>
            </p:cNvSpPr>
            <p:nvPr userDrawn="1"/>
          </p:nvSpPr>
          <p:spPr bwMode="gray">
            <a:xfrm>
              <a:off x="4295" y="3714"/>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2" name="Line 953"/>
            <p:cNvSpPr>
              <a:spLocks noChangeShapeType="1"/>
            </p:cNvSpPr>
            <p:nvPr userDrawn="1"/>
          </p:nvSpPr>
          <p:spPr bwMode="gray">
            <a:xfrm>
              <a:off x="4295" y="3728"/>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3" name="Line 954"/>
            <p:cNvSpPr>
              <a:spLocks noChangeShapeType="1"/>
            </p:cNvSpPr>
            <p:nvPr userDrawn="1"/>
          </p:nvSpPr>
          <p:spPr bwMode="gray">
            <a:xfrm>
              <a:off x="4307" y="3732"/>
              <a:ext cx="195"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4" name="Line 955"/>
            <p:cNvSpPr>
              <a:spLocks noChangeShapeType="1"/>
            </p:cNvSpPr>
            <p:nvPr userDrawn="1"/>
          </p:nvSpPr>
          <p:spPr bwMode="gray">
            <a:xfrm>
              <a:off x="4503" y="3805"/>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5" name="Line 956"/>
            <p:cNvSpPr>
              <a:spLocks noChangeShapeType="1"/>
            </p:cNvSpPr>
            <p:nvPr userDrawn="1"/>
          </p:nvSpPr>
          <p:spPr bwMode="gray">
            <a:xfrm>
              <a:off x="4513" y="3796"/>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6" name="Line 957"/>
            <p:cNvSpPr>
              <a:spLocks noChangeShapeType="1"/>
            </p:cNvSpPr>
            <p:nvPr userDrawn="1"/>
          </p:nvSpPr>
          <p:spPr bwMode="gray">
            <a:xfrm flipH="1" flipV="1">
              <a:off x="4604" y="3836"/>
              <a:ext cx="2" cy="1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7" name="Line 958"/>
            <p:cNvSpPr>
              <a:spLocks noChangeShapeType="1"/>
            </p:cNvSpPr>
            <p:nvPr userDrawn="1"/>
          </p:nvSpPr>
          <p:spPr bwMode="gray">
            <a:xfrm flipV="1">
              <a:off x="4524" y="3836"/>
              <a:ext cx="7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8" name="Line 959"/>
            <p:cNvSpPr>
              <a:spLocks noChangeShapeType="1"/>
            </p:cNvSpPr>
            <p:nvPr userDrawn="1"/>
          </p:nvSpPr>
          <p:spPr bwMode="gray">
            <a:xfrm flipH="1" flipV="1">
              <a:off x="4601" y="3256"/>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9" name="Line 960"/>
            <p:cNvSpPr>
              <a:spLocks noChangeShapeType="1"/>
            </p:cNvSpPr>
            <p:nvPr userDrawn="1"/>
          </p:nvSpPr>
          <p:spPr bwMode="gray">
            <a:xfrm flipV="1">
              <a:off x="4520" y="3378"/>
              <a:ext cx="163" cy="8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0" name="Line 961"/>
            <p:cNvSpPr>
              <a:spLocks noChangeShapeType="1"/>
            </p:cNvSpPr>
            <p:nvPr userDrawn="1"/>
          </p:nvSpPr>
          <p:spPr bwMode="gray">
            <a:xfrm>
              <a:off x="4389" y="3172"/>
              <a:ext cx="200"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1" name="Line 962"/>
            <p:cNvSpPr>
              <a:spLocks noChangeShapeType="1"/>
            </p:cNvSpPr>
            <p:nvPr userDrawn="1"/>
          </p:nvSpPr>
          <p:spPr bwMode="gray">
            <a:xfrm flipH="1">
              <a:off x="4405" y="3163"/>
              <a:ext cx="166"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2" name="Line 963"/>
            <p:cNvSpPr>
              <a:spLocks noChangeShapeType="1"/>
            </p:cNvSpPr>
            <p:nvPr userDrawn="1"/>
          </p:nvSpPr>
          <p:spPr bwMode="gray">
            <a:xfrm>
              <a:off x="4307" y="3808"/>
              <a:ext cx="195"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3" name="Line 964"/>
            <p:cNvSpPr>
              <a:spLocks noChangeShapeType="1"/>
            </p:cNvSpPr>
            <p:nvPr userDrawn="1"/>
          </p:nvSpPr>
          <p:spPr bwMode="gray">
            <a:xfrm>
              <a:off x="4403" y="3768"/>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4" name="Line 965"/>
            <p:cNvSpPr>
              <a:spLocks noChangeShapeType="1"/>
            </p:cNvSpPr>
            <p:nvPr userDrawn="1"/>
          </p:nvSpPr>
          <p:spPr bwMode="gray">
            <a:xfrm>
              <a:off x="4300" y="3398"/>
              <a:ext cx="199"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5" name="Line 966"/>
            <p:cNvSpPr>
              <a:spLocks noChangeShapeType="1"/>
            </p:cNvSpPr>
            <p:nvPr userDrawn="1"/>
          </p:nvSpPr>
          <p:spPr bwMode="gray">
            <a:xfrm>
              <a:off x="4396" y="3266"/>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6" name="Line 967"/>
            <p:cNvSpPr>
              <a:spLocks noChangeShapeType="1"/>
            </p:cNvSpPr>
            <p:nvPr userDrawn="1"/>
          </p:nvSpPr>
          <p:spPr bwMode="gray">
            <a:xfrm flipV="1">
              <a:off x="5386" y="3111"/>
              <a:ext cx="30" cy="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7" name="Line 968"/>
            <p:cNvSpPr>
              <a:spLocks noChangeShapeType="1"/>
            </p:cNvSpPr>
            <p:nvPr userDrawn="1"/>
          </p:nvSpPr>
          <p:spPr bwMode="gray">
            <a:xfrm flipV="1">
              <a:off x="5496" y="3212"/>
              <a:ext cx="4"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8" name="Line 969"/>
            <p:cNvSpPr>
              <a:spLocks noChangeShapeType="1"/>
            </p:cNvSpPr>
            <p:nvPr userDrawn="1"/>
          </p:nvSpPr>
          <p:spPr bwMode="gray">
            <a:xfrm flipV="1">
              <a:off x="5547" y="3280"/>
              <a:ext cx="18"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9" name="Line 970"/>
            <p:cNvSpPr>
              <a:spLocks noChangeShapeType="1"/>
            </p:cNvSpPr>
            <p:nvPr userDrawn="1"/>
          </p:nvSpPr>
          <p:spPr bwMode="gray">
            <a:xfrm>
              <a:off x="5346" y="3083"/>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0" name="Line 971"/>
            <p:cNvSpPr>
              <a:spLocks noChangeShapeType="1"/>
            </p:cNvSpPr>
            <p:nvPr userDrawn="1"/>
          </p:nvSpPr>
          <p:spPr bwMode="gray">
            <a:xfrm flipV="1">
              <a:off x="5356" y="3086"/>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1" name="Line 972"/>
            <p:cNvSpPr>
              <a:spLocks noChangeShapeType="1"/>
            </p:cNvSpPr>
            <p:nvPr userDrawn="1"/>
          </p:nvSpPr>
          <p:spPr bwMode="gray">
            <a:xfrm flipV="1">
              <a:off x="5087" y="3168"/>
              <a:ext cx="4" cy="2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2" name="Line 973"/>
            <p:cNvSpPr>
              <a:spLocks noChangeShapeType="1"/>
            </p:cNvSpPr>
            <p:nvPr userDrawn="1"/>
          </p:nvSpPr>
          <p:spPr bwMode="gray">
            <a:xfrm>
              <a:off x="4982" y="333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3" name="Line 974"/>
            <p:cNvSpPr>
              <a:spLocks noChangeShapeType="1"/>
            </p:cNvSpPr>
            <p:nvPr userDrawn="1"/>
          </p:nvSpPr>
          <p:spPr bwMode="gray">
            <a:xfrm>
              <a:off x="4982" y="3345"/>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4" name="Line 975"/>
            <p:cNvSpPr>
              <a:spLocks noChangeShapeType="1"/>
            </p:cNvSpPr>
            <p:nvPr userDrawn="1"/>
          </p:nvSpPr>
          <p:spPr bwMode="gray">
            <a:xfrm flipV="1">
              <a:off x="5279" y="2896"/>
              <a:ext cx="4" cy="19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5" name="Line 976"/>
            <p:cNvSpPr>
              <a:spLocks noChangeShapeType="1"/>
            </p:cNvSpPr>
            <p:nvPr userDrawn="1"/>
          </p:nvSpPr>
          <p:spPr bwMode="gray">
            <a:xfrm flipV="1">
              <a:off x="5257" y="3014"/>
              <a:ext cx="94"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6" name="Line 977"/>
            <p:cNvSpPr>
              <a:spLocks noChangeShapeType="1"/>
            </p:cNvSpPr>
            <p:nvPr userDrawn="1"/>
          </p:nvSpPr>
          <p:spPr bwMode="gray">
            <a:xfrm flipH="1">
              <a:off x="5232" y="2812"/>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7" name="Line 978"/>
            <p:cNvSpPr>
              <a:spLocks noChangeShapeType="1"/>
            </p:cNvSpPr>
            <p:nvPr userDrawn="1"/>
          </p:nvSpPr>
          <p:spPr bwMode="gray">
            <a:xfrm>
              <a:off x="4991" y="3422"/>
              <a:ext cx="83" cy="2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8" name="Line 979"/>
            <p:cNvSpPr>
              <a:spLocks noChangeShapeType="1"/>
            </p:cNvSpPr>
            <p:nvPr userDrawn="1"/>
          </p:nvSpPr>
          <p:spPr bwMode="gray">
            <a:xfrm flipH="1" flipV="1">
              <a:off x="4993" y="3349"/>
              <a:ext cx="105"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9" name="Line 980"/>
            <p:cNvSpPr>
              <a:spLocks noChangeShapeType="1"/>
            </p:cNvSpPr>
            <p:nvPr userDrawn="1"/>
          </p:nvSpPr>
          <p:spPr bwMode="gray">
            <a:xfrm flipH="1">
              <a:off x="5482" y="3286"/>
              <a:ext cx="42" cy="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0" name="Line 981"/>
            <p:cNvSpPr>
              <a:spLocks noChangeShapeType="1"/>
            </p:cNvSpPr>
            <p:nvPr userDrawn="1"/>
          </p:nvSpPr>
          <p:spPr bwMode="gray">
            <a:xfrm flipH="1" flipV="1">
              <a:off x="5481" y="3364"/>
              <a:ext cx="43"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1" name="Line 982"/>
            <p:cNvSpPr>
              <a:spLocks noChangeShapeType="1"/>
            </p:cNvSpPr>
            <p:nvPr userDrawn="1"/>
          </p:nvSpPr>
          <p:spPr bwMode="gray">
            <a:xfrm flipV="1">
              <a:off x="5091" y="3432"/>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2" name="Line 983"/>
            <p:cNvSpPr>
              <a:spLocks noChangeShapeType="1"/>
            </p:cNvSpPr>
            <p:nvPr userDrawn="1"/>
          </p:nvSpPr>
          <p:spPr bwMode="gray">
            <a:xfrm flipV="1">
              <a:off x="5091" y="3429"/>
              <a:ext cx="8"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3" name="Line 984"/>
            <p:cNvSpPr>
              <a:spLocks noChangeShapeType="1"/>
            </p:cNvSpPr>
            <p:nvPr userDrawn="1"/>
          </p:nvSpPr>
          <p:spPr bwMode="gray">
            <a:xfrm>
              <a:off x="4928" y="3665"/>
              <a:ext cx="20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4" name="Line 985"/>
            <p:cNvSpPr>
              <a:spLocks noChangeShapeType="1"/>
            </p:cNvSpPr>
            <p:nvPr userDrawn="1"/>
          </p:nvSpPr>
          <p:spPr bwMode="gray">
            <a:xfrm flipV="1">
              <a:off x="5155" y="3446"/>
              <a:ext cx="478" cy="2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5" name="Line 986"/>
            <p:cNvSpPr>
              <a:spLocks noChangeShapeType="1"/>
            </p:cNvSpPr>
            <p:nvPr userDrawn="1"/>
          </p:nvSpPr>
          <p:spPr bwMode="gray">
            <a:xfrm flipV="1">
              <a:off x="5486" y="341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6" name="Line 987"/>
            <p:cNvSpPr>
              <a:spLocks noChangeShapeType="1"/>
            </p:cNvSpPr>
            <p:nvPr userDrawn="1"/>
          </p:nvSpPr>
          <p:spPr bwMode="gray">
            <a:xfrm flipH="1">
              <a:off x="5477" y="3413"/>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7" name="Line 988"/>
            <p:cNvSpPr>
              <a:spLocks noChangeShapeType="1"/>
            </p:cNvSpPr>
            <p:nvPr userDrawn="1"/>
          </p:nvSpPr>
          <p:spPr bwMode="gray">
            <a:xfrm flipH="1">
              <a:off x="5328" y="3418"/>
              <a:ext cx="14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8" name="Line 989"/>
            <p:cNvSpPr>
              <a:spLocks noChangeShapeType="1"/>
            </p:cNvSpPr>
            <p:nvPr userDrawn="1"/>
          </p:nvSpPr>
          <p:spPr bwMode="gray">
            <a:xfrm flipH="1">
              <a:off x="5320" y="3506"/>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9" name="Line 990"/>
            <p:cNvSpPr>
              <a:spLocks noChangeShapeType="1"/>
            </p:cNvSpPr>
            <p:nvPr userDrawn="1"/>
          </p:nvSpPr>
          <p:spPr bwMode="gray">
            <a:xfrm flipV="1">
              <a:off x="5320" y="3511"/>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0" name="Line 991"/>
            <p:cNvSpPr>
              <a:spLocks noChangeShapeType="1"/>
            </p:cNvSpPr>
            <p:nvPr userDrawn="1"/>
          </p:nvSpPr>
          <p:spPr bwMode="gray">
            <a:xfrm>
              <a:off x="5314" y="3754"/>
              <a:ext cx="4"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1" name="Line 992"/>
            <p:cNvSpPr>
              <a:spLocks noChangeShapeType="1"/>
            </p:cNvSpPr>
            <p:nvPr userDrawn="1"/>
          </p:nvSpPr>
          <p:spPr bwMode="gray">
            <a:xfrm flipV="1">
              <a:off x="5314" y="3761"/>
              <a:ext cx="7" cy="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2" name="Line 993"/>
            <p:cNvSpPr>
              <a:spLocks noChangeShapeType="1"/>
            </p:cNvSpPr>
            <p:nvPr userDrawn="1"/>
          </p:nvSpPr>
          <p:spPr bwMode="gray">
            <a:xfrm flipV="1">
              <a:off x="5321" y="3669"/>
              <a:ext cx="149" cy="9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3" name="Line 994"/>
            <p:cNvSpPr>
              <a:spLocks noChangeShapeType="1"/>
            </p:cNvSpPr>
            <p:nvPr userDrawn="1"/>
          </p:nvSpPr>
          <p:spPr bwMode="gray">
            <a:xfrm flipV="1">
              <a:off x="5470" y="366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4" name="Line 995"/>
            <p:cNvSpPr>
              <a:spLocks noChangeShapeType="1"/>
            </p:cNvSpPr>
            <p:nvPr userDrawn="1"/>
          </p:nvSpPr>
          <p:spPr bwMode="gray">
            <a:xfrm>
              <a:off x="5479" y="3651"/>
              <a:ext cx="4"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5" name="Line 996"/>
            <p:cNvSpPr>
              <a:spLocks noChangeShapeType="1"/>
            </p:cNvSpPr>
            <p:nvPr userDrawn="1"/>
          </p:nvSpPr>
          <p:spPr bwMode="gray">
            <a:xfrm flipH="1" flipV="1">
              <a:off x="5227" y="3814"/>
              <a:ext cx="74" cy="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6" name="Line 997"/>
            <p:cNvSpPr>
              <a:spLocks noChangeShapeType="1"/>
            </p:cNvSpPr>
            <p:nvPr userDrawn="1"/>
          </p:nvSpPr>
          <p:spPr bwMode="gray">
            <a:xfrm flipV="1">
              <a:off x="5204" y="3226"/>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7" name="Line 998"/>
            <p:cNvSpPr>
              <a:spLocks noChangeShapeType="1"/>
            </p:cNvSpPr>
            <p:nvPr userDrawn="1"/>
          </p:nvSpPr>
          <p:spPr bwMode="gray">
            <a:xfrm flipH="1" flipV="1">
              <a:off x="5103" y="3357"/>
              <a:ext cx="208"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8" name="Line 999"/>
            <p:cNvSpPr>
              <a:spLocks noChangeShapeType="1"/>
            </p:cNvSpPr>
            <p:nvPr userDrawn="1"/>
          </p:nvSpPr>
          <p:spPr bwMode="gray">
            <a:xfrm flipV="1">
              <a:off x="5218" y="3125"/>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9" name="Line 1000"/>
            <p:cNvSpPr>
              <a:spLocks noChangeShapeType="1"/>
            </p:cNvSpPr>
            <p:nvPr userDrawn="1"/>
          </p:nvSpPr>
          <p:spPr bwMode="gray">
            <a:xfrm>
              <a:off x="5190" y="3133"/>
              <a:ext cx="208"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0" name="Line 1001"/>
            <p:cNvSpPr>
              <a:spLocks noChangeShapeType="1"/>
            </p:cNvSpPr>
            <p:nvPr userDrawn="1"/>
          </p:nvSpPr>
          <p:spPr bwMode="gray">
            <a:xfrm flipV="1">
              <a:off x="5320" y="3747"/>
              <a:ext cx="148"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1" name="Line 1002"/>
            <p:cNvSpPr>
              <a:spLocks noChangeShapeType="1"/>
            </p:cNvSpPr>
            <p:nvPr userDrawn="1"/>
          </p:nvSpPr>
          <p:spPr bwMode="gray">
            <a:xfrm flipH="1">
              <a:off x="5390" y="3714"/>
              <a:ext cx="7"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2" name="Line 1003"/>
            <p:cNvSpPr>
              <a:spLocks noChangeShapeType="1"/>
            </p:cNvSpPr>
            <p:nvPr userDrawn="1"/>
          </p:nvSpPr>
          <p:spPr bwMode="gray">
            <a:xfrm flipV="1">
              <a:off x="5330" y="3338"/>
              <a:ext cx="152"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3" name="Line 1004"/>
            <p:cNvSpPr>
              <a:spLocks noChangeShapeType="1"/>
            </p:cNvSpPr>
            <p:nvPr userDrawn="1"/>
          </p:nvSpPr>
          <p:spPr bwMode="gray">
            <a:xfrm flipH="1" flipV="1">
              <a:off x="4328" y="2939"/>
              <a:ext cx="5"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4" name="Line 1005"/>
            <p:cNvSpPr>
              <a:spLocks noChangeShapeType="1"/>
            </p:cNvSpPr>
            <p:nvPr userDrawn="1"/>
          </p:nvSpPr>
          <p:spPr bwMode="gray">
            <a:xfrm flipH="1" flipV="1">
              <a:off x="4239" y="3067"/>
              <a:ext cx="187"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5" name="Line 1006"/>
            <p:cNvSpPr>
              <a:spLocks noChangeShapeType="1"/>
            </p:cNvSpPr>
            <p:nvPr userDrawn="1"/>
          </p:nvSpPr>
          <p:spPr bwMode="gray">
            <a:xfrm flipV="1">
              <a:off x="4230" y="3140"/>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6" name="Line 1007"/>
            <p:cNvSpPr>
              <a:spLocks noChangeShapeType="1"/>
            </p:cNvSpPr>
            <p:nvPr userDrawn="1"/>
          </p:nvSpPr>
          <p:spPr bwMode="gray">
            <a:xfrm flipH="1">
              <a:off x="4230" y="313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7" name="Line 1008"/>
            <p:cNvSpPr>
              <a:spLocks noChangeShapeType="1"/>
            </p:cNvSpPr>
            <p:nvPr userDrawn="1"/>
          </p:nvSpPr>
          <p:spPr bwMode="gray">
            <a:xfrm flipV="1">
              <a:off x="4337" y="2873"/>
              <a:ext cx="10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8" name="Line 1009"/>
            <p:cNvSpPr>
              <a:spLocks noChangeShapeType="1"/>
            </p:cNvSpPr>
            <p:nvPr userDrawn="1"/>
          </p:nvSpPr>
          <p:spPr bwMode="gray">
            <a:xfrm>
              <a:off x="4323" y="2854"/>
              <a:ext cx="117" cy="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9" name="Line 1010"/>
            <p:cNvSpPr>
              <a:spLocks noChangeShapeType="1"/>
            </p:cNvSpPr>
            <p:nvPr userDrawn="1"/>
          </p:nvSpPr>
          <p:spPr bwMode="gray">
            <a:xfrm>
              <a:off x="4874" y="3975"/>
              <a:ext cx="19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0" name="Line 1011"/>
            <p:cNvSpPr>
              <a:spLocks noChangeShapeType="1"/>
            </p:cNvSpPr>
            <p:nvPr userDrawn="1"/>
          </p:nvSpPr>
          <p:spPr bwMode="gray">
            <a:xfrm flipV="1">
              <a:off x="4930" y="388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1" name="Line 1012"/>
            <p:cNvSpPr>
              <a:spLocks noChangeShapeType="1"/>
            </p:cNvSpPr>
            <p:nvPr userDrawn="1"/>
          </p:nvSpPr>
          <p:spPr bwMode="gray">
            <a:xfrm>
              <a:off x="4853" y="3847"/>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2" name="Line 1013"/>
            <p:cNvSpPr>
              <a:spLocks noChangeShapeType="1"/>
            </p:cNvSpPr>
            <p:nvPr userDrawn="1"/>
          </p:nvSpPr>
          <p:spPr bwMode="gray">
            <a:xfrm flipH="1">
              <a:off x="4865" y="3845"/>
              <a:ext cx="7"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3" name="Line 1014"/>
            <p:cNvSpPr>
              <a:spLocks noChangeShapeType="1"/>
            </p:cNvSpPr>
            <p:nvPr userDrawn="1"/>
          </p:nvSpPr>
          <p:spPr bwMode="gray">
            <a:xfrm flipV="1">
              <a:off x="5091" y="3973"/>
              <a:ext cx="11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4" name="Line 1015"/>
            <p:cNvSpPr>
              <a:spLocks noChangeShapeType="1"/>
            </p:cNvSpPr>
            <p:nvPr userDrawn="1"/>
          </p:nvSpPr>
          <p:spPr bwMode="gray">
            <a:xfrm flipH="1">
              <a:off x="5162" y="3955"/>
              <a:ext cx="2" cy="15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5" name="Line 1016"/>
            <p:cNvSpPr>
              <a:spLocks noChangeShapeType="1"/>
            </p:cNvSpPr>
            <p:nvPr userDrawn="1"/>
          </p:nvSpPr>
          <p:spPr bwMode="gray">
            <a:xfrm flipH="1">
              <a:off x="4863" y="4085"/>
              <a:ext cx="9"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6" name="Line 1017"/>
            <p:cNvSpPr>
              <a:spLocks noChangeShapeType="1"/>
            </p:cNvSpPr>
            <p:nvPr userDrawn="1"/>
          </p:nvSpPr>
          <p:spPr bwMode="gray">
            <a:xfrm flipH="1" flipV="1">
              <a:off x="4853" y="408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7" name="Line 1018"/>
            <p:cNvSpPr>
              <a:spLocks noChangeShapeType="1"/>
            </p:cNvSpPr>
            <p:nvPr userDrawn="1"/>
          </p:nvSpPr>
          <p:spPr bwMode="gray">
            <a:xfrm flipH="1">
              <a:off x="4702" y="3976"/>
              <a:ext cx="152"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8" name="Line 1019"/>
            <p:cNvSpPr>
              <a:spLocks noChangeShapeType="1"/>
            </p:cNvSpPr>
            <p:nvPr userDrawn="1"/>
          </p:nvSpPr>
          <p:spPr bwMode="gray">
            <a:xfrm flipV="1">
              <a:off x="4811" y="3894"/>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9" name="Line 1020"/>
            <p:cNvSpPr>
              <a:spLocks noChangeShapeType="1"/>
            </p:cNvSpPr>
            <p:nvPr userDrawn="1"/>
          </p:nvSpPr>
          <p:spPr bwMode="gray">
            <a:xfrm>
              <a:off x="4564" y="4025"/>
              <a:ext cx="11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0" name="Line 1021"/>
            <p:cNvSpPr>
              <a:spLocks noChangeShapeType="1"/>
            </p:cNvSpPr>
            <p:nvPr userDrawn="1"/>
          </p:nvSpPr>
          <p:spPr bwMode="gray">
            <a:xfrm>
              <a:off x="4585" y="4011"/>
              <a:ext cx="2"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1" name="Line 1022"/>
            <p:cNvSpPr>
              <a:spLocks noChangeShapeType="1"/>
            </p:cNvSpPr>
            <p:nvPr userDrawn="1"/>
          </p:nvSpPr>
          <p:spPr bwMode="gray">
            <a:xfrm flipH="1">
              <a:off x="4701" y="2978"/>
              <a:ext cx="159"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2" name="Line 1023"/>
            <p:cNvSpPr>
              <a:spLocks noChangeShapeType="1"/>
            </p:cNvSpPr>
            <p:nvPr userDrawn="1"/>
          </p:nvSpPr>
          <p:spPr bwMode="gray">
            <a:xfrm flipV="1">
              <a:off x="4813" y="2883"/>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3" name="Line 1024"/>
            <p:cNvSpPr>
              <a:spLocks noChangeShapeType="1"/>
            </p:cNvSpPr>
            <p:nvPr userDrawn="1"/>
          </p:nvSpPr>
          <p:spPr bwMode="gray">
            <a:xfrm flipV="1">
              <a:off x="5094" y="2742"/>
              <a:ext cx="1"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4" name="Line 1025"/>
            <p:cNvSpPr>
              <a:spLocks noChangeShapeType="1"/>
            </p:cNvSpPr>
            <p:nvPr userDrawn="1"/>
          </p:nvSpPr>
          <p:spPr bwMode="gray">
            <a:xfrm>
              <a:off x="4734" y="2731"/>
              <a:ext cx="222"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5" name="Line 1026"/>
            <p:cNvSpPr>
              <a:spLocks noChangeShapeType="1"/>
            </p:cNvSpPr>
            <p:nvPr userDrawn="1"/>
          </p:nvSpPr>
          <p:spPr bwMode="gray">
            <a:xfrm flipH="1">
              <a:off x="4587" y="2644"/>
              <a:ext cx="502"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6" name="Line 1027"/>
            <p:cNvSpPr>
              <a:spLocks noChangeShapeType="1"/>
            </p:cNvSpPr>
            <p:nvPr userDrawn="1"/>
          </p:nvSpPr>
          <p:spPr bwMode="gray">
            <a:xfrm>
              <a:off x="4858" y="2840"/>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7" name="Line 1028"/>
            <p:cNvSpPr>
              <a:spLocks noChangeShapeType="1"/>
            </p:cNvSpPr>
            <p:nvPr userDrawn="1"/>
          </p:nvSpPr>
          <p:spPr bwMode="gray">
            <a:xfrm flipV="1">
              <a:off x="4868" y="283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8" name="Line 1029"/>
            <p:cNvSpPr>
              <a:spLocks noChangeShapeType="1"/>
            </p:cNvSpPr>
            <p:nvPr userDrawn="1"/>
          </p:nvSpPr>
          <p:spPr bwMode="gray">
            <a:xfrm flipV="1">
              <a:off x="4877" y="2759"/>
              <a:ext cx="156"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9" name="Line 1030"/>
            <p:cNvSpPr>
              <a:spLocks noChangeShapeType="1"/>
            </p:cNvSpPr>
            <p:nvPr userDrawn="1"/>
          </p:nvSpPr>
          <p:spPr bwMode="gray">
            <a:xfrm flipV="1">
              <a:off x="5033" y="2756"/>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0" name="Line 1031"/>
            <p:cNvSpPr>
              <a:spLocks noChangeShapeType="1"/>
            </p:cNvSpPr>
            <p:nvPr userDrawn="1"/>
          </p:nvSpPr>
          <p:spPr bwMode="gray">
            <a:xfrm>
              <a:off x="5029" y="2752"/>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1" name="Line 1032"/>
            <p:cNvSpPr>
              <a:spLocks noChangeShapeType="1"/>
            </p:cNvSpPr>
            <p:nvPr userDrawn="1"/>
          </p:nvSpPr>
          <p:spPr bwMode="gray">
            <a:xfrm flipH="1" flipV="1">
              <a:off x="4821" y="2689"/>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2" name="Line 1033"/>
            <p:cNvSpPr>
              <a:spLocks noChangeShapeType="1"/>
            </p:cNvSpPr>
            <p:nvPr userDrawn="1"/>
          </p:nvSpPr>
          <p:spPr bwMode="gray">
            <a:xfrm flipH="1">
              <a:off x="4813" y="2689"/>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3" name="Line 1034"/>
            <p:cNvSpPr>
              <a:spLocks noChangeShapeType="1"/>
            </p:cNvSpPr>
            <p:nvPr userDrawn="1"/>
          </p:nvSpPr>
          <p:spPr bwMode="gray">
            <a:xfrm flipH="1">
              <a:off x="4655" y="2693"/>
              <a:ext cx="15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4" name="Line 1035"/>
            <p:cNvSpPr>
              <a:spLocks noChangeShapeType="1"/>
            </p:cNvSpPr>
            <p:nvPr userDrawn="1"/>
          </p:nvSpPr>
          <p:spPr bwMode="gray">
            <a:xfrm flipH="1">
              <a:off x="4646" y="2770"/>
              <a:ext cx="9"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5" name="Line 1036"/>
            <p:cNvSpPr>
              <a:spLocks noChangeShapeType="1"/>
            </p:cNvSpPr>
            <p:nvPr userDrawn="1"/>
          </p:nvSpPr>
          <p:spPr bwMode="gray">
            <a:xfrm flipH="1" flipV="1">
              <a:off x="4646" y="2773"/>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6" name="Line 1037"/>
            <p:cNvSpPr>
              <a:spLocks noChangeShapeType="1"/>
            </p:cNvSpPr>
            <p:nvPr userDrawn="1"/>
          </p:nvSpPr>
          <p:spPr bwMode="gray">
            <a:xfrm>
              <a:off x="4480" y="2995"/>
              <a:ext cx="200"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7" name="Line 1038"/>
            <p:cNvSpPr>
              <a:spLocks noChangeShapeType="1"/>
            </p:cNvSpPr>
            <p:nvPr userDrawn="1"/>
          </p:nvSpPr>
          <p:spPr bwMode="gray">
            <a:xfrm>
              <a:off x="4578" y="2910"/>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8" name="Line 1039"/>
            <p:cNvSpPr>
              <a:spLocks noChangeShapeType="1"/>
            </p:cNvSpPr>
            <p:nvPr userDrawn="1"/>
          </p:nvSpPr>
          <p:spPr bwMode="gray">
            <a:xfrm flipH="1">
              <a:off x="4868" y="309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9" name="Line 1040"/>
            <p:cNvSpPr>
              <a:spLocks noChangeShapeType="1"/>
            </p:cNvSpPr>
            <p:nvPr userDrawn="1"/>
          </p:nvSpPr>
          <p:spPr bwMode="gray">
            <a:xfrm>
              <a:off x="4856" y="3098"/>
              <a:ext cx="12"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0" name="Line 1041"/>
            <p:cNvSpPr>
              <a:spLocks noChangeShapeType="1"/>
            </p:cNvSpPr>
            <p:nvPr userDrawn="1"/>
          </p:nvSpPr>
          <p:spPr bwMode="gray">
            <a:xfrm>
              <a:off x="4442" y="2838"/>
              <a:ext cx="50" cy="1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1" name="Line 1042"/>
            <p:cNvSpPr>
              <a:spLocks noChangeShapeType="1"/>
            </p:cNvSpPr>
            <p:nvPr userDrawn="1"/>
          </p:nvSpPr>
          <p:spPr bwMode="gray">
            <a:xfrm flipH="1" flipV="1">
              <a:off x="4578" y="2764"/>
              <a:ext cx="2" cy="4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2" name="Line 1043"/>
            <p:cNvSpPr>
              <a:spLocks noChangeShapeType="1"/>
            </p:cNvSpPr>
            <p:nvPr userDrawn="1"/>
          </p:nvSpPr>
          <p:spPr bwMode="gray">
            <a:xfrm>
              <a:off x="4879" y="2976"/>
              <a:ext cx="20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3" name="Line 1044"/>
            <p:cNvSpPr>
              <a:spLocks noChangeShapeType="1"/>
            </p:cNvSpPr>
            <p:nvPr userDrawn="1"/>
          </p:nvSpPr>
          <p:spPr bwMode="gray">
            <a:xfrm flipV="1">
              <a:off x="4949" y="2782"/>
              <a:ext cx="15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4" name="Line 1045"/>
            <p:cNvSpPr>
              <a:spLocks noChangeShapeType="1"/>
            </p:cNvSpPr>
            <p:nvPr userDrawn="1"/>
          </p:nvSpPr>
          <p:spPr bwMode="gray">
            <a:xfrm>
              <a:off x="4956" y="2799"/>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5" name="Line 1046"/>
            <p:cNvSpPr>
              <a:spLocks noChangeShapeType="1"/>
            </p:cNvSpPr>
            <p:nvPr userDrawn="1"/>
          </p:nvSpPr>
          <p:spPr bwMode="gray">
            <a:xfrm flipV="1">
              <a:off x="4587" y="2673"/>
              <a:ext cx="157"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6" name="Line 1047"/>
            <p:cNvSpPr>
              <a:spLocks noChangeShapeType="1"/>
            </p:cNvSpPr>
            <p:nvPr userDrawn="1"/>
          </p:nvSpPr>
          <p:spPr bwMode="gray">
            <a:xfrm>
              <a:off x="4529" y="2668"/>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7" name="Line 1048"/>
            <p:cNvSpPr>
              <a:spLocks noChangeShapeType="1"/>
            </p:cNvSpPr>
            <p:nvPr userDrawn="1"/>
          </p:nvSpPr>
          <p:spPr bwMode="gray">
            <a:xfrm flipV="1">
              <a:off x="5105" y="2959"/>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8" name="Line 1049"/>
            <p:cNvSpPr>
              <a:spLocks noChangeShapeType="1"/>
            </p:cNvSpPr>
            <p:nvPr userDrawn="1"/>
          </p:nvSpPr>
          <p:spPr bwMode="gray">
            <a:xfrm flipH="1">
              <a:off x="5180" y="2882"/>
              <a:ext cx="3"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9" name="Line 1050"/>
            <p:cNvSpPr>
              <a:spLocks noChangeShapeType="1"/>
            </p:cNvSpPr>
            <p:nvPr userDrawn="1"/>
          </p:nvSpPr>
          <p:spPr bwMode="gray">
            <a:xfrm flipH="1">
              <a:off x="4164" y="3179"/>
              <a:ext cx="161"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0" name="Line 1051"/>
            <p:cNvSpPr>
              <a:spLocks noChangeShapeType="1"/>
            </p:cNvSpPr>
            <p:nvPr userDrawn="1"/>
          </p:nvSpPr>
          <p:spPr bwMode="gray">
            <a:xfrm flipH="1" flipV="1">
              <a:off x="4185" y="3170"/>
              <a:ext cx="11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1" name="Line 1052"/>
            <p:cNvSpPr>
              <a:spLocks noChangeShapeType="1"/>
            </p:cNvSpPr>
            <p:nvPr userDrawn="1"/>
          </p:nvSpPr>
          <p:spPr bwMode="gray">
            <a:xfrm flipH="1" flipV="1">
              <a:off x="4155" y="3277"/>
              <a:ext cx="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2" name="Line 1053"/>
            <p:cNvSpPr>
              <a:spLocks noChangeShapeType="1"/>
            </p:cNvSpPr>
            <p:nvPr userDrawn="1"/>
          </p:nvSpPr>
          <p:spPr bwMode="gray">
            <a:xfrm>
              <a:off x="4066" y="3356"/>
              <a:ext cx="59" cy="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3" name="Line 1054"/>
            <p:cNvSpPr>
              <a:spLocks noChangeShapeType="1"/>
            </p:cNvSpPr>
            <p:nvPr userDrawn="1"/>
          </p:nvSpPr>
          <p:spPr bwMode="gray">
            <a:xfrm flipV="1">
              <a:off x="4680" y="3160"/>
              <a:ext cx="85" cy="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4" name="Freeform 1055"/>
            <p:cNvSpPr>
              <a:spLocks/>
            </p:cNvSpPr>
            <p:nvPr userDrawn="1"/>
          </p:nvSpPr>
          <p:spPr bwMode="gray">
            <a:xfrm>
              <a:off x="5369" y="3123"/>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5" name="Line 1056"/>
            <p:cNvSpPr>
              <a:spLocks noChangeShapeType="1"/>
            </p:cNvSpPr>
            <p:nvPr userDrawn="1"/>
          </p:nvSpPr>
          <p:spPr bwMode="gray">
            <a:xfrm>
              <a:off x="5272" y="3091"/>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6" name="Line 1057"/>
            <p:cNvSpPr>
              <a:spLocks noChangeShapeType="1"/>
            </p:cNvSpPr>
            <p:nvPr userDrawn="1"/>
          </p:nvSpPr>
          <p:spPr bwMode="gray">
            <a:xfrm>
              <a:off x="5274" y="3100"/>
              <a:ext cx="20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7" name="Freeform 1058"/>
            <p:cNvSpPr>
              <a:spLocks/>
            </p:cNvSpPr>
            <p:nvPr userDrawn="1"/>
          </p:nvSpPr>
          <p:spPr bwMode="gray">
            <a:xfrm>
              <a:off x="5474" y="3156"/>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8" name="Line 1059"/>
            <p:cNvSpPr>
              <a:spLocks noChangeShapeType="1"/>
            </p:cNvSpPr>
            <p:nvPr userDrawn="1"/>
          </p:nvSpPr>
          <p:spPr bwMode="gray">
            <a:xfrm flipH="1" flipV="1">
              <a:off x="5265" y="3091"/>
              <a:ext cx="209"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9" name="Freeform 1060"/>
            <p:cNvSpPr>
              <a:spLocks/>
            </p:cNvSpPr>
            <p:nvPr userDrawn="1"/>
          </p:nvSpPr>
          <p:spPr bwMode="gray">
            <a:xfrm>
              <a:off x="5265" y="3090"/>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0" name="Freeform 1061"/>
            <p:cNvSpPr>
              <a:spLocks/>
            </p:cNvSpPr>
            <p:nvPr userDrawn="1"/>
          </p:nvSpPr>
          <p:spPr bwMode="gray">
            <a:xfrm>
              <a:off x="4092" y="3630"/>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1" name="Freeform 1062"/>
            <p:cNvSpPr>
              <a:spLocks/>
            </p:cNvSpPr>
            <p:nvPr userDrawn="1"/>
          </p:nvSpPr>
          <p:spPr bwMode="gray">
            <a:xfrm>
              <a:off x="4213" y="3684"/>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2" name="Line 1063"/>
            <p:cNvSpPr>
              <a:spLocks noChangeShapeType="1"/>
            </p:cNvSpPr>
            <p:nvPr userDrawn="1"/>
          </p:nvSpPr>
          <p:spPr bwMode="gray">
            <a:xfrm>
              <a:off x="4097" y="3646"/>
              <a:ext cx="196"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3" name="Line 1064"/>
            <p:cNvSpPr>
              <a:spLocks noChangeShapeType="1"/>
            </p:cNvSpPr>
            <p:nvPr userDrawn="1"/>
          </p:nvSpPr>
          <p:spPr bwMode="gray">
            <a:xfrm>
              <a:off x="4102" y="3646"/>
              <a:ext cx="193"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4" name="Freeform 1065"/>
            <p:cNvSpPr>
              <a:spLocks/>
            </p:cNvSpPr>
            <p:nvPr userDrawn="1"/>
          </p:nvSpPr>
          <p:spPr bwMode="gray">
            <a:xfrm>
              <a:off x="4293" y="3714"/>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5" name="Line 1066"/>
            <p:cNvSpPr>
              <a:spLocks noChangeShapeType="1"/>
            </p:cNvSpPr>
            <p:nvPr userDrawn="1"/>
          </p:nvSpPr>
          <p:spPr bwMode="gray">
            <a:xfrm flipH="1" flipV="1">
              <a:off x="4094" y="3639"/>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6" name="Freeform 1067"/>
            <p:cNvSpPr>
              <a:spLocks/>
            </p:cNvSpPr>
            <p:nvPr userDrawn="1"/>
          </p:nvSpPr>
          <p:spPr bwMode="gray">
            <a:xfrm>
              <a:off x="4094" y="3639"/>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7" name="Freeform 1068"/>
            <p:cNvSpPr>
              <a:spLocks/>
            </p:cNvSpPr>
            <p:nvPr userDrawn="1"/>
          </p:nvSpPr>
          <p:spPr bwMode="gray">
            <a:xfrm>
              <a:off x="4522" y="3807"/>
              <a:ext cx="13" cy="10"/>
            </a:xfrm>
            <a:custGeom>
              <a:avLst/>
              <a:gdLst>
                <a:gd name="T0" fmla="*/ 36 w 12"/>
                <a:gd name="T1" fmla="*/ 1 h 10"/>
                <a:gd name="T2" fmla="*/ 24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8" name="Line 1069"/>
            <p:cNvSpPr>
              <a:spLocks noChangeShapeType="1"/>
            </p:cNvSpPr>
            <p:nvPr userDrawn="1"/>
          </p:nvSpPr>
          <p:spPr bwMode="gray">
            <a:xfrm flipV="1">
              <a:off x="4522" y="3810"/>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9" name="Freeform 1070"/>
            <p:cNvSpPr>
              <a:spLocks/>
            </p:cNvSpPr>
            <p:nvPr userDrawn="1"/>
          </p:nvSpPr>
          <p:spPr bwMode="gray">
            <a:xfrm>
              <a:off x="4599" y="3829"/>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0" name="Line 1071"/>
            <p:cNvSpPr>
              <a:spLocks noChangeShapeType="1"/>
            </p:cNvSpPr>
            <p:nvPr userDrawn="1"/>
          </p:nvSpPr>
          <p:spPr bwMode="gray">
            <a:xfrm>
              <a:off x="4522" y="3807"/>
              <a:ext cx="207"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1" name="Line 1072"/>
            <p:cNvSpPr>
              <a:spLocks noChangeShapeType="1"/>
            </p:cNvSpPr>
            <p:nvPr userDrawn="1"/>
          </p:nvSpPr>
          <p:spPr bwMode="gray">
            <a:xfrm>
              <a:off x="4534" y="3808"/>
              <a:ext cx="202"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2" name="Freeform 1073"/>
            <p:cNvSpPr>
              <a:spLocks/>
            </p:cNvSpPr>
            <p:nvPr userDrawn="1"/>
          </p:nvSpPr>
          <p:spPr bwMode="gray">
            <a:xfrm>
              <a:off x="4727" y="3877"/>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3" name="Line 1074"/>
            <p:cNvSpPr>
              <a:spLocks noChangeShapeType="1"/>
            </p:cNvSpPr>
            <p:nvPr userDrawn="1"/>
          </p:nvSpPr>
          <p:spPr bwMode="gray">
            <a:xfrm flipH="1" flipV="1">
              <a:off x="4513" y="3796"/>
              <a:ext cx="214"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4" name="Freeform 1075"/>
            <p:cNvSpPr>
              <a:spLocks/>
            </p:cNvSpPr>
            <p:nvPr userDrawn="1"/>
          </p:nvSpPr>
          <p:spPr bwMode="gray">
            <a:xfrm>
              <a:off x="4513" y="3796"/>
              <a:ext cx="22" cy="12"/>
            </a:xfrm>
            <a:custGeom>
              <a:avLst/>
              <a:gdLst>
                <a:gd name="T0" fmla="*/ 38 w 21"/>
                <a:gd name="T1" fmla="*/ 12 h 12"/>
                <a:gd name="T2" fmla="*/ 28 w 21"/>
                <a:gd name="T3" fmla="*/ 12 h 12"/>
                <a:gd name="T4" fmla="*/ 25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5" name="Freeform 1076"/>
            <p:cNvSpPr>
              <a:spLocks/>
            </p:cNvSpPr>
            <p:nvPr userDrawn="1"/>
          </p:nvSpPr>
          <p:spPr bwMode="gray">
            <a:xfrm>
              <a:off x="4816" y="3828"/>
              <a:ext cx="13" cy="8"/>
            </a:xfrm>
            <a:custGeom>
              <a:avLst/>
              <a:gdLst>
                <a:gd name="T0" fmla="*/ 0 w 12"/>
                <a:gd name="T1" fmla="*/ 8 h 8"/>
                <a:gd name="T2" fmla="*/ 4 w 12"/>
                <a:gd name="T3" fmla="*/ 8 h 8"/>
                <a:gd name="T4" fmla="*/ 5 w 12"/>
                <a:gd name="T5" fmla="*/ 8 h 8"/>
                <a:gd name="T6" fmla="*/ 28 w 12"/>
                <a:gd name="T7" fmla="*/ 7 h 8"/>
                <a:gd name="T8" fmla="*/ 33 w 12"/>
                <a:gd name="T9" fmla="*/ 3 h 8"/>
                <a:gd name="T10" fmla="*/ 36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6" name="Line 1077"/>
            <p:cNvSpPr>
              <a:spLocks noChangeShapeType="1"/>
            </p:cNvSpPr>
            <p:nvPr userDrawn="1"/>
          </p:nvSpPr>
          <p:spPr bwMode="gray">
            <a:xfrm flipV="1">
              <a:off x="4744" y="3788"/>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7" name="Line 1078"/>
            <p:cNvSpPr>
              <a:spLocks noChangeShapeType="1"/>
            </p:cNvSpPr>
            <p:nvPr userDrawn="1"/>
          </p:nvSpPr>
          <p:spPr bwMode="gray">
            <a:xfrm flipV="1">
              <a:off x="4736" y="3789"/>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8" name="Freeform 1079"/>
            <p:cNvSpPr>
              <a:spLocks/>
            </p:cNvSpPr>
            <p:nvPr userDrawn="1"/>
          </p:nvSpPr>
          <p:spPr bwMode="gray">
            <a:xfrm>
              <a:off x="4895" y="3781"/>
              <a:ext cx="13" cy="8"/>
            </a:xfrm>
            <a:custGeom>
              <a:avLst/>
              <a:gdLst>
                <a:gd name="T0" fmla="*/ 0 w 12"/>
                <a:gd name="T1" fmla="*/ 8 h 8"/>
                <a:gd name="T2" fmla="*/ 5 w 12"/>
                <a:gd name="T3" fmla="*/ 8 h 8"/>
                <a:gd name="T4" fmla="*/ 24 w 12"/>
                <a:gd name="T5" fmla="*/ 8 h 8"/>
                <a:gd name="T6" fmla="*/ 30 w 12"/>
                <a:gd name="T7" fmla="*/ 7 h 8"/>
                <a:gd name="T8" fmla="*/ 36 w 12"/>
                <a:gd name="T9" fmla="*/ 3 h 8"/>
                <a:gd name="T10" fmla="*/ 36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9" name="Line 1080"/>
            <p:cNvSpPr>
              <a:spLocks noChangeShapeType="1"/>
            </p:cNvSpPr>
            <p:nvPr userDrawn="1"/>
          </p:nvSpPr>
          <p:spPr bwMode="gray">
            <a:xfrm flipH="1">
              <a:off x="4746" y="3781"/>
              <a:ext cx="161"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0" name="Freeform 1081"/>
            <p:cNvSpPr>
              <a:spLocks/>
            </p:cNvSpPr>
            <p:nvPr userDrawn="1"/>
          </p:nvSpPr>
          <p:spPr bwMode="gray">
            <a:xfrm>
              <a:off x="4736" y="3875"/>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1" name="Freeform 1082"/>
            <p:cNvSpPr>
              <a:spLocks/>
            </p:cNvSpPr>
            <p:nvPr userDrawn="1"/>
          </p:nvSpPr>
          <p:spPr bwMode="gray">
            <a:xfrm>
              <a:off x="4895" y="3770"/>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2" name="Freeform 1083"/>
            <p:cNvSpPr>
              <a:spLocks/>
            </p:cNvSpPr>
            <p:nvPr userDrawn="1"/>
          </p:nvSpPr>
          <p:spPr bwMode="gray">
            <a:xfrm>
              <a:off x="4290" y="3457"/>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3" name="Line 1084"/>
            <p:cNvSpPr>
              <a:spLocks noChangeShapeType="1"/>
            </p:cNvSpPr>
            <p:nvPr userDrawn="1"/>
          </p:nvSpPr>
          <p:spPr bwMode="gray">
            <a:xfrm flipH="1" flipV="1">
              <a:off x="4267" y="3310"/>
              <a:ext cx="26"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4" name="Line 1085"/>
            <p:cNvSpPr>
              <a:spLocks noChangeShapeType="1"/>
            </p:cNvSpPr>
            <p:nvPr userDrawn="1"/>
          </p:nvSpPr>
          <p:spPr bwMode="gray">
            <a:xfrm flipH="1" flipV="1">
              <a:off x="4262" y="3310"/>
              <a:ext cx="3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5" name="Freeform 1086"/>
            <p:cNvSpPr>
              <a:spLocks/>
            </p:cNvSpPr>
            <p:nvPr userDrawn="1"/>
          </p:nvSpPr>
          <p:spPr bwMode="gray">
            <a:xfrm>
              <a:off x="4262" y="3308"/>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6" name="Line 1087"/>
            <p:cNvSpPr>
              <a:spLocks noChangeShapeType="1"/>
            </p:cNvSpPr>
            <p:nvPr userDrawn="1"/>
          </p:nvSpPr>
          <p:spPr bwMode="gray">
            <a:xfrm>
              <a:off x="4270" y="3319"/>
              <a:ext cx="23"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7" name="Freeform 1088"/>
            <p:cNvSpPr>
              <a:spLocks/>
            </p:cNvSpPr>
            <p:nvPr userDrawn="1"/>
          </p:nvSpPr>
          <p:spPr bwMode="gray">
            <a:xfrm>
              <a:off x="4169" y="3352"/>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8" name="Line 1089"/>
            <p:cNvSpPr>
              <a:spLocks noChangeShapeType="1"/>
            </p:cNvSpPr>
            <p:nvPr userDrawn="1"/>
          </p:nvSpPr>
          <p:spPr bwMode="gray">
            <a:xfrm flipH="1">
              <a:off x="4088" y="3312"/>
              <a:ext cx="165"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9" name="Line 1090"/>
            <p:cNvSpPr>
              <a:spLocks noChangeShapeType="1"/>
            </p:cNvSpPr>
            <p:nvPr userDrawn="1"/>
          </p:nvSpPr>
          <p:spPr bwMode="gray">
            <a:xfrm flipH="1">
              <a:off x="4095" y="3310"/>
              <a:ext cx="167"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0" name="Freeform 1091"/>
            <p:cNvSpPr>
              <a:spLocks/>
            </p:cNvSpPr>
            <p:nvPr userDrawn="1"/>
          </p:nvSpPr>
          <p:spPr bwMode="gray">
            <a:xfrm>
              <a:off x="4087" y="3394"/>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1" name="Line 1092"/>
            <p:cNvSpPr>
              <a:spLocks noChangeShapeType="1"/>
            </p:cNvSpPr>
            <p:nvPr userDrawn="1"/>
          </p:nvSpPr>
          <p:spPr bwMode="gray">
            <a:xfrm flipV="1">
              <a:off x="4087" y="3319"/>
              <a:ext cx="164"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2" name="Freeform 1093"/>
            <p:cNvSpPr>
              <a:spLocks/>
            </p:cNvSpPr>
            <p:nvPr userDrawn="1"/>
          </p:nvSpPr>
          <p:spPr bwMode="gray">
            <a:xfrm>
              <a:off x="4251" y="3310"/>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3" name="Freeform 1094"/>
            <p:cNvSpPr>
              <a:spLocks/>
            </p:cNvSpPr>
            <p:nvPr userDrawn="1"/>
          </p:nvSpPr>
          <p:spPr bwMode="gray">
            <a:xfrm>
              <a:off x="4209" y="3439"/>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4" name="Line 1095"/>
            <p:cNvSpPr>
              <a:spLocks noChangeShapeType="1"/>
            </p:cNvSpPr>
            <p:nvPr userDrawn="1"/>
          </p:nvSpPr>
          <p:spPr bwMode="gray">
            <a:xfrm>
              <a:off x="4090" y="3403"/>
              <a:ext cx="195"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5" name="Line 1096"/>
            <p:cNvSpPr>
              <a:spLocks noChangeShapeType="1"/>
            </p:cNvSpPr>
            <p:nvPr userDrawn="1"/>
          </p:nvSpPr>
          <p:spPr bwMode="gray">
            <a:xfrm>
              <a:off x="4095" y="3396"/>
              <a:ext cx="195"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6" name="Freeform 1097"/>
            <p:cNvSpPr>
              <a:spLocks/>
            </p:cNvSpPr>
            <p:nvPr userDrawn="1"/>
          </p:nvSpPr>
          <p:spPr bwMode="gray">
            <a:xfrm>
              <a:off x="4288" y="3466"/>
              <a:ext cx="4" cy="21"/>
            </a:xfrm>
            <a:custGeom>
              <a:avLst/>
              <a:gdLst>
                <a:gd name="T0" fmla="*/ 116 w 3"/>
                <a:gd name="T1" fmla="*/ 0 h 21"/>
                <a:gd name="T2" fmla="*/ 0 w 3"/>
                <a:gd name="T3" fmla="*/ 7 h 21"/>
                <a:gd name="T4" fmla="*/ 0 w 3"/>
                <a:gd name="T5" fmla="*/ 14 h 21"/>
                <a:gd name="T6" fmla="*/ 155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7" name="Line 1098"/>
            <p:cNvSpPr>
              <a:spLocks noChangeShapeType="1"/>
            </p:cNvSpPr>
            <p:nvPr userDrawn="1"/>
          </p:nvSpPr>
          <p:spPr bwMode="gray">
            <a:xfrm flipH="1" flipV="1">
              <a:off x="4087" y="3413"/>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8" name="Freeform 1099"/>
            <p:cNvSpPr>
              <a:spLocks/>
            </p:cNvSpPr>
            <p:nvPr userDrawn="1"/>
          </p:nvSpPr>
          <p:spPr bwMode="gray">
            <a:xfrm>
              <a:off x="4087" y="3396"/>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9" name="Freeform 1100"/>
            <p:cNvSpPr>
              <a:spLocks/>
            </p:cNvSpPr>
            <p:nvPr userDrawn="1"/>
          </p:nvSpPr>
          <p:spPr bwMode="gray">
            <a:xfrm>
              <a:off x="4603" y="3490"/>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0" name="Line 1101"/>
            <p:cNvSpPr>
              <a:spLocks noChangeShapeType="1"/>
            </p:cNvSpPr>
            <p:nvPr userDrawn="1"/>
          </p:nvSpPr>
          <p:spPr bwMode="gray">
            <a:xfrm flipH="1">
              <a:off x="4524" y="3455"/>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1" name="Line 1102"/>
            <p:cNvSpPr>
              <a:spLocks noChangeShapeType="1"/>
            </p:cNvSpPr>
            <p:nvPr userDrawn="1"/>
          </p:nvSpPr>
          <p:spPr bwMode="gray">
            <a:xfrm flipH="1">
              <a:off x="4531" y="3462"/>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2" name="Freeform 1103"/>
            <p:cNvSpPr>
              <a:spLocks/>
            </p:cNvSpPr>
            <p:nvPr userDrawn="1"/>
          </p:nvSpPr>
          <p:spPr bwMode="gray">
            <a:xfrm>
              <a:off x="4520" y="3536"/>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3" name="Line 1104"/>
            <p:cNvSpPr>
              <a:spLocks noChangeShapeType="1"/>
            </p:cNvSpPr>
            <p:nvPr userDrawn="1"/>
          </p:nvSpPr>
          <p:spPr bwMode="gray">
            <a:xfrm flipV="1">
              <a:off x="4520" y="3446"/>
              <a:ext cx="163"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4" name="Freeform 1105"/>
            <p:cNvSpPr>
              <a:spLocks/>
            </p:cNvSpPr>
            <p:nvPr userDrawn="1"/>
          </p:nvSpPr>
          <p:spPr bwMode="gray">
            <a:xfrm>
              <a:off x="4683" y="3446"/>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5" name="Freeform 1106"/>
            <p:cNvSpPr>
              <a:spLocks/>
            </p:cNvSpPr>
            <p:nvPr userDrawn="1"/>
          </p:nvSpPr>
          <p:spPr bwMode="gray">
            <a:xfrm>
              <a:off x="4597" y="3579"/>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6" name="Line 1107"/>
            <p:cNvSpPr>
              <a:spLocks noChangeShapeType="1"/>
            </p:cNvSpPr>
            <p:nvPr userDrawn="1"/>
          </p:nvSpPr>
          <p:spPr bwMode="gray">
            <a:xfrm>
              <a:off x="4519" y="3558"/>
              <a:ext cx="210"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7" name="Line 1108"/>
            <p:cNvSpPr>
              <a:spLocks noChangeShapeType="1"/>
            </p:cNvSpPr>
            <p:nvPr userDrawn="1"/>
          </p:nvSpPr>
          <p:spPr bwMode="gray">
            <a:xfrm>
              <a:off x="4531" y="3553"/>
              <a:ext cx="20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8" name="Freeform 1109"/>
            <p:cNvSpPr>
              <a:spLocks/>
            </p:cNvSpPr>
            <p:nvPr userDrawn="1"/>
          </p:nvSpPr>
          <p:spPr bwMode="gray">
            <a:xfrm>
              <a:off x="4727" y="3627"/>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9" name="Line 1110"/>
            <p:cNvSpPr>
              <a:spLocks noChangeShapeType="1"/>
            </p:cNvSpPr>
            <p:nvPr userDrawn="1"/>
          </p:nvSpPr>
          <p:spPr bwMode="gray">
            <a:xfrm flipH="1" flipV="1">
              <a:off x="4512" y="3567"/>
              <a:ext cx="21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0" name="Freeform 1111"/>
            <p:cNvSpPr>
              <a:spLocks/>
            </p:cNvSpPr>
            <p:nvPr userDrawn="1"/>
          </p:nvSpPr>
          <p:spPr bwMode="gray">
            <a:xfrm>
              <a:off x="4512" y="3553"/>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1" name="Freeform 1112"/>
            <p:cNvSpPr>
              <a:spLocks/>
            </p:cNvSpPr>
            <p:nvPr userDrawn="1"/>
          </p:nvSpPr>
          <p:spPr bwMode="gray">
            <a:xfrm>
              <a:off x="4816" y="3579"/>
              <a:ext cx="13" cy="18"/>
            </a:xfrm>
            <a:custGeom>
              <a:avLst/>
              <a:gdLst>
                <a:gd name="T0" fmla="*/ 0 w 12"/>
                <a:gd name="T1" fmla="*/ 0 h 18"/>
                <a:gd name="T2" fmla="*/ 5 w 12"/>
                <a:gd name="T3" fmla="*/ 2 h 18"/>
                <a:gd name="T4" fmla="*/ 28 w 12"/>
                <a:gd name="T5" fmla="*/ 7 h 18"/>
                <a:gd name="T6" fmla="*/ 33 w 12"/>
                <a:gd name="T7" fmla="*/ 13 h 18"/>
                <a:gd name="T8" fmla="*/ 36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2" name="Line 1113"/>
            <p:cNvSpPr>
              <a:spLocks noChangeShapeType="1"/>
            </p:cNvSpPr>
            <p:nvPr userDrawn="1"/>
          </p:nvSpPr>
          <p:spPr bwMode="gray">
            <a:xfrm flipV="1">
              <a:off x="4744" y="3541"/>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3" name="Line 1114"/>
            <p:cNvSpPr>
              <a:spLocks noChangeShapeType="1"/>
            </p:cNvSpPr>
            <p:nvPr userDrawn="1"/>
          </p:nvSpPr>
          <p:spPr bwMode="gray">
            <a:xfrm flipV="1">
              <a:off x="4736" y="3534"/>
              <a:ext cx="160"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4" name="Freeform 1115"/>
            <p:cNvSpPr>
              <a:spLocks/>
            </p:cNvSpPr>
            <p:nvPr userDrawn="1"/>
          </p:nvSpPr>
          <p:spPr bwMode="gray">
            <a:xfrm>
              <a:off x="4896" y="3534"/>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5" name="Line 1116"/>
            <p:cNvSpPr>
              <a:spLocks noChangeShapeType="1"/>
            </p:cNvSpPr>
            <p:nvPr userDrawn="1"/>
          </p:nvSpPr>
          <p:spPr bwMode="gray">
            <a:xfrm flipH="1">
              <a:off x="4746" y="3550"/>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6" name="Freeform 1117"/>
            <p:cNvSpPr>
              <a:spLocks/>
            </p:cNvSpPr>
            <p:nvPr userDrawn="1"/>
          </p:nvSpPr>
          <p:spPr bwMode="gray">
            <a:xfrm>
              <a:off x="4736" y="3627"/>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7" name="Freeform 1118"/>
            <p:cNvSpPr>
              <a:spLocks/>
            </p:cNvSpPr>
            <p:nvPr userDrawn="1"/>
          </p:nvSpPr>
          <p:spPr bwMode="gray">
            <a:xfrm>
              <a:off x="4769" y="3487"/>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8" name="Line 1119"/>
            <p:cNvSpPr>
              <a:spLocks noChangeShapeType="1"/>
            </p:cNvSpPr>
            <p:nvPr userDrawn="1"/>
          </p:nvSpPr>
          <p:spPr bwMode="gray">
            <a:xfrm flipH="1" flipV="1">
              <a:off x="4695" y="3460"/>
              <a:ext cx="208"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9" name="Line 1120"/>
            <p:cNvSpPr>
              <a:spLocks noChangeShapeType="1"/>
            </p:cNvSpPr>
            <p:nvPr userDrawn="1"/>
          </p:nvSpPr>
          <p:spPr bwMode="gray">
            <a:xfrm flipH="1" flipV="1">
              <a:off x="4694" y="3462"/>
              <a:ext cx="202"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0" name="Freeform 1121"/>
            <p:cNvSpPr>
              <a:spLocks/>
            </p:cNvSpPr>
            <p:nvPr userDrawn="1"/>
          </p:nvSpPr>
          <p:spPr bwMode="gray">
            <a:xfrm>
              <a:off x="4692" y="3460"/>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1" name="Line 1122"/>
            <p:cNvSpPr>
              <a:spLocks noChangeShapeType="1"/>
            </p:cNvSpPr>
            <p:nvPr userDrawn="1"/>
          </p:nvSpPr>
          <p:spPr bwMode="gray">
            <a:xfrm>
              <a:off x="4692" y="3466"/>
              <a:ext cx="213"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2" name="Freeform 1123"/>
            <p:cNvSpPr>
              <a:spLocks/>
            </p:cNvSpPr>
            <p:nvPr userDrawn="1"/>
          </p:nvSpPr>
          <p:spPr bwMode="gray">
            <a:xfrm>
              <a:off x="4896" y="3532"/>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3" name="Freeform 1124"/>
            <p:cNvSpPr>
              <a:spLocks/>
            </p:cNvSpPr>
            <p:nvPr userDrawn="1"/>
          </p:nvSpPr>
          <p:spPr bwMode="gray">
            <a:xfrm>
              <a:off x="4907" y="3663"/>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nvGrpSpPr>
            <p:cNvPr id="1064" name="Group 1125"/>
            <p:cNvGrpSpPr>
              <a:grpSpLocks/>
            </p:cNvGrpSpPr>
            <p:nvPr userDrawn="1"/>
          </p:nvGrpSpPr>
          <p:grpSpPr bwMode="auto">
            <a:xfrm>
              <a:off x="4083" y="2782"/>
              <a:ext cx="1546" cy="1270"/>
              <a:chOff x="2135" y="838"/>
              <a:chExt cx="1546" cy="1270"/>
            </a:xfrm>
          </p:grpSpPr>
          <p:sp>
            <p:nvSpPr>
              <p:cNvPr id="1521" name="Line 1126"/>
              <p:cNvSpPr>
                <a:spLocks noChangeShapeType="1"/>
              </p:cNvSpPr>
              <p:nvPr userDrawn="1"/>
            </p:nvSpPr>
            <p:spPr bwMode="gray">
              <a:xfrm flipV="1">
                <a:off x="2968" y="1604"/>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2" name="Line 1127"/>
              <p:cNvSpPr>
                <a:spLocks noChangeShapeType="1"/>
              </p:cNvSpPr>
              <p:nvPr userDrawn="1"/>
            </p:nvSpPr>
            <p:spPr bwMode="gray">
              <a:xfrm flipV="1">
                <a:off x="2959" y="1605"/>
                <a:ext cx="2"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3" name="Freeform 1128"/>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4" name="Line 1129"/>
              <p:cNvSpPr>
                <a:spLocks noChangeShapeType="1"/>
              </p:cNvSpPr>
              <p:nvPr userDrawn="1"/>
            </p:nvSpPr>
            <p:spPr bwMode="gray">
              <a:xfrm flipH="1">
                <a:off x="2978" y="1605"/>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5" name="Freeform 1130"/>
              <p:cNvSpPr>
                <a:spLocks/>
              </p:cNvSpPr>
              <p:nvPr userDrawn="1"/>
            </p:nvSpPr>
            <p:spPr bwMode="gray">
              <a:xfrm>
                <a:off x="2959" y="1831"/>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6" name="Freeform 1131"/>
              <p:cNvSpPr>
                <a:spLocks/>
              </p:cNvSpPr>
              <p:nvPr userDrawn="1"/>
            </p:nvSpPr>
            <p:spPr bwMode="gray">
              <a:xfrm>
                <a:off x="2319" y="1366"/>
                <a:ext cx="4" cy="9"/>
              </a:xfrm>
              <a:custGeom>
                <a:avLst/>
                <a:gdLst>
                  <a:gd name="T0" fmla="*/ 155 w 3"/>
                  <a:gd name="T1" fmla="*/ 9 h 9"/>
                  <a:gd name="T2" fmla="*/ 0 w 3"/>
                  <a:gd name="T3" fmla="*/ 7 h 9"/>
                  <a:gd name="T4" fmla="*/ 0 w 3"/>
                  <a:gd name="T5" fmla="*/ 4 h 9"/>
                  <a:gd name="T6" fmla="*/ 0 w 3"/>
                  <a:gd name="T7" fmla="*/ 2 h 9"/>
                  <a:gd name="T8" fmla="*/ 116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7" name="Freeform 1132"/>
              <p:cNvSpPr>
                <a:spLocks/>
              </p:cNvSpPr>
              <p:nvPr userDrawn="1"/>
            </p:nvSpPr>
            <p:spPr bwMode="gray">
              <a:xfrm>
                <a:off x="2958" y="1709"/>
                <a:ext cx="19" cy="4"/>
              </a:xfrm>
              <a:custGeom>
                <a:avLst/>
                <a:gdLst>
                  <a:gd name="T0" fmla="*/ 0 w 19"/>
                  <a:gd name="T1" fmla="*/ 0 h 2"/>
                  <a:gd name="T2" fmla="*/ 5 w 19"/>
                  <a:gd name="T3" fmla="*/ 32768 h 2"/>
                  <a:gd name="T4" fmla="*/ 11 w 19"/>
                  <a:gd name="T5" fmla="*/ 32768 h 2"/>
                  <a:gd name="T6" fmla="*/ 16 w 19"/>
                  <a:gd name="T7" fmla="*/ 32768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8" name="Line 1133"/>
              <p:cNvSpPr>
                <a:spLocks noChangeShapeType="1"/>
              </p:cNvSpPr>
              <p:nvPr userDrawn="1"/>
            </p:nvSpPr>
            <p:spPr bwMode="gray">
              <a:xfrm flipH="1">
                <a:off x="2967"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9" name="Line 1134"/>
              <p:cNvSpPr>
                <a:spLocks noChangeShapeType="1"/>
              </p:cNvSpPr>
              <p:nvPr userDrawn="1"/>
            </p:nvSpPr>
            <p:spPr bwMode="gray">
              <a:xfrm flipH="1">
                <a:off x="2955" y="1596"/>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0" name="Freeform 1135"/>
              <p:cNvSpPr>
                <a:spLocks/>
              </p:cNvSpPr>
              <p:nvPr userDrawn="1"/>
            </p:nvSpPr>
            <p:spPr bwMode="gray">
              <a:xfrm>
                <a:off x="2955" y="1826"/>
                <a:ext cx="22" cy="4"/>
              </a:xfrm>
              <a:custGeom>
                <a:avLst/>
                <a:gdLst>
                  <a:gd name="T0" fmla="*/ 0 w 21"/>
                  <a:gd name="T1" fmla="*/ 0 h 4"/>
                  <a:gd name="T2" fmla="*/ 6 w 21"/>
                  <a:gd name="T3" fmla="*/ 2 h 4"/>
                  <a:gd name="T4" fmla="*/ 25 w 21"/>
                  <a:gd name="T5" fmla="*/ 4 h 4"/>
                  <a:gd name="T6" fmla="*/ 30 w 21"/>
                  <a:gd name="T7" fmla="*/ 2 h 4"/>
                  <a:gd name="T8" fmla="*/ 38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1" name="Line 1136"/>
              <p:cNvSpPr>
                <a:spLocks noChangeShapeType="1"/>
              </p:cNvSpPr>
              <p:nvPr userDrawn="1"/>
            </p:nvSpPr>
            <p:spPr bwMode="gray">
              <a:xfrm flipV="1">
                <a:off x="2976"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2" name="Freeform 1137"/>
              <p:cNvSpPr>
                <a:spLocks/>
              </p:cNvSpPr>
              <p:nvPr userDrawn="1"/>
            </p:nvSpPr>
            <p:spPr bwMode="gray">
              <a:xfrm>
                <a:off x="2958" y="1596"/>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3" name="Freeform 1138"/>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4" name="Freeform 1139"/>
              <p:cNvSpPr>
                <a:spLocks/>
              </p:cNvSpPr>
              <p:nvPr userDrawn="1"/>
            </p:nvSpPr>
            <p:spPr bwMode="gray">
              <a:xfrm>
                <a:off x="2139" y="1574"/>
                <a:ext cx="4" cy="9"/>
              </a:xfrm>
              <a:custGeom>
                <a:avLst/>
                <a:gdLst>
                  <a:gd name="T0" fmla="*/ 1 w 3"/>
                  <a:gd name="T1" fmla="*/ 0 h 9"/>
                  <a:gd name="T2" fmla="*/ 0 w 3"/>
                  <a:gd name="T3" fmla="*/ 2 h 9"/>
                  <a:gd name="T4" fmla="*/ 0 w 3"/>
                  <a:gd name="T5" fmla="*/ 4 h 9"/>
                  <a:gd name="T6" fmla="*/ 0 w 3"/>
                  <a:gd name="T7" fmla="*/ 7 h 9"/>
                  <a:gd name="T8" fmla="*/ 155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5" name="Line 1140"/>
              <p:cNvSpPr>
                <a:spLocks noChangeShapeType="1"/>
              </p:cNvSpPr>
              <p:nvPr userDrawn="1"/>
            </p:nvSpPr>
            <p:spPr bwMode="gray">
              <a:xfrm flipH="1" flipV="1">
                <a:off x="2135" y="1466"/>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6" name="Line 1141"/>
              <p:cNvSpPr>
                <a:spLocks noChangeShapeType="1"/>
              </p:cNvSpPr>
              <p:nvPr userDrawn="1"/>
            </p:nvSpPr>
            <p:spPr bwMode="gray">
              <a:xfrm flipH="1" flipV="1">
                <a:off x="2139" y="1460"/>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7" name="Freeform 1142"/>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8" name="Line 1143"/>
              <p:cNvSpPr>
                <a:spLocks noChangeShapeType="1"/>
              </p:cNvSpPr>
              <p:nvPr userDrawn="1"/>
            </p:nvSpPr>
            <p:spPr bwMode="gray">
              <a:xfrm>
                <a:off x="2139" y="1469"/>
                <a:ext cx="7" cy="2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9" name="Freeform 1144"/>
              <p:cNvSpPr>
                <a:spLocks/>
              </p:cNvSpPr>
              <p:nvPr userDrawn="1"/>
            </p:nvSpPr>
            <p:spPr bwMode="gray">
              <a:xfrm>
                <a:off x="2141" y="1683"/>
                <a:ext cx="4" cy="13"/>
              </a:xfrm>
              <a:custGeom>
                <a:avLst/>
                <a:gdLst>
                  <a:gd name="T0" fmla="*/ 1 w 6"/>
                  <a:gd name="T1" fmla="*/ 1531 h 9"/>
                  <a:gd name="T2" fmla="*/ 1 w 6"/>
                  <a:gd name="T3" fmla="*/ 1147 h 9"/>
                  <a:gd name="T4" fmla="*/ 0 w 6"/>
                  <a:gd name="T5" fmla="*/ 794 h 9"/>
                  <a:gd name="T6" fmla="*/ 1 w 6"/>
                  <a:gd name="T7" fmla="*/ 352 h 9"/>
                  <a:gd name="T8" fmla="*/ 1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0" name="Freeform 1145"/>
              <p:cNvSpPr>
                <a:spLocks/>
              </p:cNvSpPr>
              <p:nvPr userDrawn="1"/>
            </p:nvSpPr>
            <p:spPr bwMode="gray">
              <a:xfrm>
                <a:off x="2779" y="1814"/>
                <a:ext cx="19" cy="4"/>
              </a:xfrm>
              <a:custGeom>
                <a:avLst/>
                <a:gdLst>
                  <a:gd name="T0" fmla="*/ 0 w 19"/>
                  <a:gd name="T1" fmla="*/ 1 h 3"/>
                  <a:gd name="T2" fmla="*/ 5 w 19"/>
                  <a:gd name="T3" fmla="*/ 155 h 3"/>
                  <a:gd name="T4" fmla="*/ 10 w 19"/>
                  <a:gd name="T5" fmla="*/ 155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1" name="Line 1146"/>
              <p:cNvSpPr>
                <a:spLocks noChangeShapeType="1"/>
              </p:cNvSpPr>
              <p:nvPr userDrawn="1"/>
            </p:nvSpPr>
            <p:spPr bwMode="gray">
              <a:xfrm flipV="1">
                <a:off x="2789" y="1700"/>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2" name="Line 1147"/>
              <p:cNvSpPr>
                <a:spLocks noChangeShapeType="1"/>
              </p:cNvSpPr>
              <p:nvPr userDrawn="1"/>
            </p:nvSpPr>
            <p:spPr bwMode="gray">
              <a:xfrm flipV="1">
                <a:off x="2779" y="1700"/>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3" name="Freeform 1148"/>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4" name="Line 1149"/>
              <p:cNvSpPr>
                <a:spLocks noChangeShapeType="1"/>
              </p:cNvSpPr>
              <p:nvPr userDrawn="1"/>
            </p:nvSpPr>
            <p:spPr bwMode="gray">
              <a:xfrm>
                <a:off x="2798" y="1698"/>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5" name="Freeform 1150"/>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6" name="Freeform 1151"/>
              <p:cNvSpPr>
                <a:spLocks/>
              </p:cNvSpPr>
              <p:nvPr userDrawn="1"/>
            </p:nvSpPr>
            <p:spPr bwMode="gray">
              <a:xfrm>
                <a:off x="2356" y="1901"/>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7" name="Line 1152"/>
              <p:cNvSpPr>
                <a:spLocks noChangeShapeType="1"/>
              </p:cNvSpPr>
              <p:nvPr userDrawn="1"/>
            </p:nvSpPr>
            <p:spPr bwMode="gray">
              <a:xfrm>
                <a:off x="2354" y="1787"/>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8" name="Line 1153"/>
              <p:cNvSpPr>
                <a:spLocks noChangeShapeType="1"/>
              </p:cNvSpPr>
              <p:nvPr userDrawn="1"/>
            </p:nvSpPr>
            <p:spPr bwMode="gray">
              <a:xfrm>
                <a:off x="2359" y="179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9" name="Freeform 1154"/>
              <p:cNvSpPr>
                <a:spLocks/>
              </p:cNvSpPr>
              <p:nvPr userDrawn="1"/>
            </p:nvSpPr>
            <p:spPr bwMode="gray">
              <a:xfrm>
                <a:off x="2359" y="2013"/>
                <a:ext cx="4" cy="11"/>
              </a:xfrm>
              <a:custGeom>
                <a:avLst/>
                <a:gdLst>
                  <a:gd name="T0" fmla="*/ 1 w 6"/>
                  <a:gd name="T1" fmla="*/ 0 h 11"/>
                  <a:gd name="T2" fmla="*/ 1 w 6"/>
                  <a:gd name="T3" fmla="*/ 4 h 11"/>
                  <a:gd name="T4" fmla="*/ 0 w 6"/>
                  <a:gd name="T5" fmla="*/ 5 h 11"/>
                  <a:gd name="T6" fmla="*/ 1 w 6"/>
                  <a:gd name="T7" fmla="*/ 9 h 11"/>
                  <a:gd name="T8" fmla="*/ 1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0" name="Line 1155"/>
              <p:cNvSpPr>
                <a:spLocks noChangeShapeType="1"/>
              </p:cNvSpPr>
              <p:nvPr userDrawn="1"/>
            </p:nvSpPr>
            <p:spPr bwMode="gray">
              <a:xfrm flipH="1" flipV="1">
                <a:off x="2359" y="178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1" name="Freeform 1156"/>
              <p:cNvSpPr>
                <a:spLocks/>
              </p:cNvSpPr>
              <p:nvPr userDrawn="1"/>
            </p:nvSpPr>
            <p:spPr bwMode="gray">
              <a:xfrm>
                <a:off x="2354" y="1787"/>
                <a:ext cx="5" cy="4"/>
              </a:xfrm>
              <a:custGeom>
                <a:avLst/>
                <a:gdLst>
                  <a:gd name="T0" fmla="*/ 3 w 5"/>
                  <a:gd name="T1" fmla="*/ 155 h 3"/>
                  <a:gd name="T2" fmla="*/ 2 w 5"/>
                  <a:gd name="T3" fmla="*/ 155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2" name="Freeform 1157"/>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3" name="Freeform 1158"/>
              <p:cNvSpPr>
                <a:spLocks/>
              </p:cNvSpPr>
              <p:nvPr userDrawn="1"/>
            </p:nvSpPr>
            <p:spPr bwMode="gray">
              <a:xfrm>
                <a:off x="2515"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4" name="Freeform 1159"/>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5" name="Line 1160"/>
              <p:cNvSpPr>
                <a:spLocks noChangeShapeType="1"/>
              </p:cNvSpPr>
              <p:nvPr userDrawn="1"/>
            </p:nvSpPr>
            <p:spPr bwMode="gray">
              <a:xfrm flipH="1">
                <a:off x="2350" y="1187"/>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6" name="Line 1161"/>
              <p:cNvSpPr>
                <a:spLocks noChangeShapeType="1"/>
              </p:cNvSpPr>
              <p:nvPr userDrawn="1"/>
            </p:nvSpPr>
            <p:spPr bwMode="gray">
              <a:xfrm flipH="1">
                <a:off x="2347" y="1195"/>
                <a:ext cx="169"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7" name="Freeform 1162"/>
              <p:cNvSpPr>
                <a:spLocks/>
              </p:cNvSpPr>
              <p:nvPr userDrawn="1"/>
            </p:nvSpPr>
            <p:spPr bwMode="gray">
              <a:xfrm>
                <a:off x="2347" y="1270"/>
                <a:ext cx="13" cy="10"/>
              </a:xfrm>
              <a:custGeom>
                <a:avLst/>
                <a:gdLst>
                  <a:gd name="T0" fmla="*/ 0 w 10"/>
                  <a:gd name="T1" fmla="*/ 10 h 10"/>
                  <a:gd name="T2" fmla="*/ 101 w 10"/>
                  <a:gd name="T3" fmla="*/ 5 h 10"/>
                  <a:gd name="T4" fmla="*/ 131 w 10"/>
                  <a:gd name="T5" fmla="*/ 2 h 10"/>
                  <a:gd name="T6" fmla="*/ 221 w 10"/>
                  <a:gd name="T7" fmla="*/ 0 h 10"/>
                  <a:gd name="T8" fmla="*/ 373 w 10"/>
                  <a:gd name="T9" fmla="*/ 0 h 10"/>
                  <a:gd name="T10" fmla="*/ 40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8" name="Line 1163"/>
              <p:cNvSpPr>
                <a:spLocks noChangeShapeType="1"/>
              </p:cNvSpPr>
              <p:nvPr userDrawn="1"/>
            </p:nvSpPr>
            <p:spPr bwMode="gray">
              <a:xfrm flipV="1">
                <a:off x="2359" y="1186"/>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9" name="Freeform 1164"/>
              <p:cNvSpPr>
                <a:spLocks/>
              </p:cNvSpPr>
              <p:nvPr userDrawn="1"/>
            </p:nvSpPr>
            <p:spPr bwMode="gray">
              <a:xfrm>
                <a:off x="2515"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0" name="Freeform 1165"/>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1" name="Line 1166"/>
              <p:cNvSpPr>
                <a:spLocks noChangeShapeType="1"/>
              </p:cNvSpPr>
              <p:nvPr userDrawn="1"/>
            </p:nvSpPr>
            <p:spPr bwMode="gray">
              <a:xfrm>
                <a:off x="2343" y="1283"/>
                <a:ext cx="6"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2" name="Line 1167"/>
              <p:cNvSpPr>
                <a:spLocks noChangeShapeType="1"/>
              </p:cNvSpPr>
              <p:nvPr userDrawn="1"/>
            </p:nvSpPr>
            <p:spPr bwMode="gray">
              <a:xfrm>
                <a:off x="2347" y="1280"/>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3" name="Freeform 1168"/>
              <p:cNvSpPr>
                <a:spLocks/>
              </p:cNvSpPr>
              <p:nvPr userDrawn="1"/>
            </p:nvSpPr>
            <p:spPr bwMode="gray">
              <a:xfrm>
                <a:off x="2350" y="1513"/>
                <a:ext cx="4" cy="21"/>
              </a:xfrm>
              <a:custGeom>
                <a:avLst/>
                <a:gdLst>
                  <a:gd name="T0" fmla="*/ 2 w 5"/>
                  <a:gd name="T1" fmla="*/ 0 h 21"/>
                  <a:gd name="T2" fmla="*/ 0 w 5"/>
                  <a:gd name="T3" fmla="*/ 5 h 21"/>
                  <a:gd name="T4" fmla="*/ 0 w 5"/>
                  <a:gd name="T5" fmla="*/ 10 h 21"/>
                  <a:gd name="T6" fmla="*/ 1 w 5"/>
                  <a:gd name="T7" fmla="*/ 16 h 21"/>
                  <a:gd name="T8" fmla="*/ 2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4" name="Line 1169"/>
              <p:cNvSpPr>
                <a:spLocks noChangeShapeType="1"/>
              </p:cNvSpPr>
              <p:nvPr userDrawn="1"/>
            </p:nvSpPr>
            <p:spPr bwMode="gray">
              <a:xfrm flipH="1" flipV="1">
                <a:off x="2350" y="1287"/>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5" name="Freeform 1170"/>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6" name="Freeform 1171"/>
              <p:cNvSpPr>
                <a:spLocks/>
              </p:cNvSpPr>
              <p:nvPr userDrawn="1"/>
            </p:nvSpPr>
            <p:spPr bwMode="gray">
              <a:xfrm>
                <a:off x="2558"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7" name="Line 1172"/>
              <p:cNvSpPr>
                <a:spLocks noChangeShapeType="1"/>
              </p:cNvSpPr>
              <p:nvPr userDrawn="1"/>
            </p:nvSpPr>
            <p:spPr bwMode="gray">
              <a:xfrm>
                <a:off x="2567" y="1870"/>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8" name="Line 1173"/>
              <p:cNvSpPr>
                <a:spLocks noChangeShapeType="1"/>
              </p:cNvSpPr>
              <p:nvPr userDrawn="1"/>
            </p:nvSpPr>
            <p:spPr bwMode="gray">
              <a:xfrm>
                <a:off x="2576" y="1873"/>
                <a:ext cx="4"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9" name="Freeform 1174"/>
              <p:cNvSpPr>
                <a:spLocks/>
              </p:cNvSpPr>
              <p:nvPr userDrawn="1"/>
            </p:nvSpPr>
            <p:spPr bwMode="gray">
              <a:xfrm>
                <a:off x="2558"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0" name="Line 1175"/>
              <p:cNvSpPr>
                <a:spLocks noChangeShapeType="1"/>
              </p:cNvSpPr>
              <p:nvPr userDrawn="1"/>
            </p:nvSpPr>
            <p:spPr bwMode="gray">
              <a:xfrm flipH="1" flipV="1">
                <a:off x="2555" y="1861"/>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1" name="Freeform 1176"/>
              <p:cNvSpPr>
                <a:spLocks/>
              </p:cNvSpPr>
              <p:nvPr userDrawn="1"/>
            </p:nvSpPr>
            <p:spPr bwMode="gray">
              <a:xfrm>
                <a:off x="2555" y="1861"/>
                <a:ext cx="22" cy="12"/>
              </a:xfrm>
              <a:custGeom>
                <a:avLst/>
                <a:gdLst>
                  <a:gd name="T0" fmla="*/ 145 w 19"/>
                  <a:gd name="T1" fmla="*/ 12 h 12"/>
                  <a:gd name="T2" fmla="*/ 93 w 19"/>
                  <a:gd name="T3" fmla="*/ 9 h 12"/>
                  <a:gd name="T4" fmla="*/ 39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2" name="Freeform 1177"/>
              <p:cNvSpPr>
                <a:spLocks/>
              </p:cNvSpPr>
              <p:nvPr userDrawn="1"/>
            </p:nvSpPr>
            <p:spPr bwMode="gray">
              <a:xfrm>
                <a:off x="2646" y="2048"/>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3" name="Line 1178"/>
              <p:cNvSpPr>
                <a:spLocks noChangeShapeType="1"/>
              </p:cNvSpPr>
              <p:nvPr userDrawn="1"/>
            </p:nvSpPr>
            <p:spPr bwMode="gray">
              <a:xfrm flipV="1">
                <a:off x="2576" y="2010"/>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4" name="Line 1179"/>
              <p:cNvSpPr>
                <a:spLocks noChangeShapeType="1"/>
              </p:cNvSpPr>
              <p:nvPr userDrawn="1"/>
            </p:nvSpPr>
            <p:spPr bwMode="gray">
              <a:xfrm flipV="1">
                <a:off x="2578" y="2003"/>
                <a:ext cx="159"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5" name="Freeform 1180"/>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6" name="Line 1181"/>
              <p:cNvSpPr>
                <a:spLocks noChangeShapeType="1"/>
              </p:cNvSpPr>
              <p:nvPr userDrawn="1"/>
            </p:nvSpPr>
            <p:spPr bwMode="gray">
              <a:xfrm flipH="1">
                <a:off x="2567" y="2010"/>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7" name="Freeform 1182"/>
              <p:cNvSpPr>
                <a:spLocks/>
              </p:cNvSpPr>
              <p:nvPr userDrawn="1"/>
            </p:nvSpPr>
            <p:spPr bwMode="gray">
              <a:xfrm>
                <a:off x="2567"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8" name="Line 1183"/>
              <p:cNvSpPr>
                <a:spLocks noChangeShapeType="1"/>
              </p:cNvSpPr>
              <p:nvPr userDrawn="1"/>
            </p:nvSpPr>
            <p:spPr bwMode="gray">
              <a:xfrm flipV="1">
                <a:off x="2741" y="1924"/>
                <a:ext cx="1"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9" name="Line 1184"/>
              <p:cNvSpPr>
                <a:spLocks noChangeShapeType="1"/>
              </p:cNvSpPr>
              <p:nvPr userDrawn="1"/>
            </p:nvSpPr>
            <p:spPr bwMode="gray">
              <a:xfrm flipV="1">
                <a:off x="2737" y="1924"/>
                <a:ext cx="1"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0" name="Line 1185"/>
              <p:cNvSpPr>
                <a:spLocks noChangeShapeType="1"/>
              </p:cNvSpPr>
              <p:nvPr userDrawn="1"/>
            </p:nvSpPr>
            <p:spPr bwMode="gray">
              <a:xfrm>
                <a:off x="2733" y="1922"/>
                <a:ext cx="2"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1" name="Freeform 1186"/>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2" name="Freeform 1187"/>
              <p:cNvSpPr>
                <a:spLocks/>
              </p:cNvSpPr>
              <p:nvPr userDrawn="1"/>
            </p:nvSpPr>
            <p:spPr bwMode="gray">
              <a:xfrm>
                <a:off x="2732" y="1377"/>
                <a:ext cx="4" cy="8"/>
              </a:xfrm>
              <a:custGeom>
                <a:avLst/>
                <a:gdLst>
                  <a:gd name="T0" fmla="*/ 2 w 5"/>
                  <a:gd name="T1" fmla="*/ 8 h 8"/>
                  <a:gd name="T2" fmla="*/ 2 w 5"/>
                  <a:gd name="T3" fmla="*/ 7 h 8"/>
                  <a:gd name="T4" fmla="*/ 2 w 5"/>
                  <a:gd name="T5" fmla="*/ 5 h 8"/>
                  <a:gd name="T6" fmla="*/ 2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3" name="Line 1188"/>
              <p:cNvSpPr>
                <a:spLocks noChangeShapeType="1"/>
              </p:cNvSpPr>
              <p:nvPr userDrawn="1"/>
            </p:nvSpPr>
            <p:spPr bwMode="gray">
              <a:xfrm flipH="1" flipV="1">
                <a:off x="2737" y="1265"/>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4" name="Line 1189"/>
              <p:cNvSpPr>
                <a:spLocks noChangeShapeType="1"/>
              </p:cNvSpPr>
              <p:nvPr userDrawn="1"/>
            </p:nvSpPr>
            <p:spPr bwMode="gray">
              <a:xfrm flipV="1">
                <a:off x="2735" y="1270"/>
                <a:ext cx="1"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5" name="Freeform 1190"/>
              <p:cNvSpPr>
                <a:spLocks/>
              </p:cNvSpPr>
              <p:nvPr userDrawn="1"/>
            </p:nvSpPr>
            <p:spPr bwMode="gray">
              <a:xfrm>
                <a:off x="2732" y="1261"/>
                <a:ext cx="4" cy="9"/>
              </a:xfrm>
              <a:custGeom>
                <a:avLst/>
                <a:gdLst>
                  <a:gd name="T0" fmla="*/ 2 w 5"/>
                  <a:gd name="T1" fmla="*/ 9 h 9"/>
                  <a:gd name="T2" fmla="*/ 2 w 5"/>
                  <a:gd name="T3" fmla="*/ 5 h 9"/>
                  <a:gd name="T4" fmla="*/ 2 w 5"/>
                  <a:gd name="T5" fmla="*/ 4 h 9"/>
                  <a:gd name="T6" fmla="*/ 2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6" name="Line 1191"/>
              <p:cNvSpPr>
                <a:spLocks noChangeShapeType="1"/>
              </p:cNvSpPr>
              <p:nvPr userDrawn="1"/>
            </p:nvSpPr>
            <p:spPr bwMode="gray">
              <a:xfrm>
                <a:off x="2732" y="1261"/>
                <a:ext cx="1" cy="2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7" name="Freeform 1192"/>
              <p:cNvSpPr>
                <a:spLocks/>
              </p:cNvSpPr>
              <p:nvPr userDrawn="1"/>
            </p:nvSpPr>
            <p:spPr bwMode="gray">
              <a:xfrm>
                <a:off x="2733" y="1500"/>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8" name="Freeform 1193"/>
              <p:cNvSpPr>
                <a:spLocks/>
              </p:cNvSpPr>
              <p:nvPr userDrawn="1"/>
            </p:nvSpPr>
            <p:spPr bwMode="gray">
              <a:xfrm>
                <a:off x="2641" y="1296"/>
                <a:ext cx="13" cy="13"/>
              </a:xfrm>
              <a:custGeom>
                <a:avLst/>
                <a:gdLst>
                  <a:gd name="T0" fmla="*/ 36 w 12"/>
                  <a:gd name="T1" fmla="*/ 2 h 16"/>
                  <a:gd name="T2" fmla="*/ 30 w 12"/>
                  <a:gd name="T3" fmla="*/ 2 h 16"/>
                  <a:gd name="T4" fmla="*/ 26 w 12"/>
                  <a:gd name="T5" fmla="*/ 2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9" name="Line 1194"/>
              <p:cNvSpPr>
                <a:spLocks noChangeShapeType="1"/>
              </p:cNvSpPr>
              <p:nvPr userDrawn="1"/>
            </p:nvSpPr>
            <p:spPr bwMode="gray">
              <a:xfrm flipH="1">
                <a:off x="2567" y="1257"/>
                <a:ext cx="165"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0" name="Line 1195"/>
              <p:cNvSpPr>
                <a:spLocks noChangeShapeType="1"/>
              </p:cNvSpPr>
              <p:nvPr userDrawn="1"/>
            </p:nvSpPr>
            <p:spPr bwMode="gray">
              <a:xfrm flipH="1">
                <a:off x="2571" y="1270"/>
                <a:ext cx="164"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1" name="Freeform 1196"/>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2" name="Line 1197"/>
              <p:cNvSpPr>
                <a:spLocks noChangeShapeType="1"/>
              </p:cNvSpPr>
              <p:nvPr userDrawn="1"/>
            </p:nvSpPr>
            <p:spPr bwMode="gray">
              <a:xfrm flipV="1">
                <a:off x="2558" y="1252"/>
                <a:ext cx="165"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3" name="Freeform 1198"/>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4" name="Freeform 1199"/>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5" name="Line 1200"/>
              <p:cNvSpPr>
                <a:spLocks noChangeShapeType="1"/>
              </p:cNvSpPr>
              <p:nvPr userDrawn="1"/>
            </p:nvSpPr>
            <p:spPr bwMode="gray">
              <a:xfrm>
                <a:off x="2560" y="1359"/>
                <a:ext cx="2" cy="24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6" name="Line 1201"/>
              <p:cNvSpPr>
                <a:spLocks noChangeShapeType="1"/>
              </p:cNvSpPr>
              <p:nvPr userDrawn="1"/>
            </p:nvSpPr>
            <p:spPr bwMode="gray">
              <a:xfrm>
                <a:off x="2571" y="1356"/>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7" name="Freeform 1202"/>
              <p:cNvSpPr>
                <a:spLocks/>
              </p:cNvSpPr>
              <p:nvPr userDrawn="1"/>
            </p:nvSpPr>
            <p:spPr bwMode="gray">
              <a:xfrm>
                <a:off x="2551" y="1592"/>
                <a:ext cx="21" cy="13"/>
              </a:xfrm>
              <a:custGeom>
                <a:avLst/>
                <a:gdLst>
                  <a:gd name="T0" fmla="*/ 21 w 21"/>
                  <a:gd name="T1" fmla="*/ 0 h 14"/>
                  <a:gd name="T2" fmla="*/ 16 w 21"/>
                  <a:gd name="T3" fmla="*/ 5 h 14"/>
                  <a:gd name="T4" fmla="*/ 13 w 21"/>
                  <a:gd name="T5" fmla="*/ 7 h 14"/>
                  <a:gd name="T6" fmla="*/ 7 w 21"/>
                  <a:gd name="T7" fmla="*/ 7 h 14"/>
                  <a:gd name="T8" fmla="*/ 0 w 21"/>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8" name="Line 1203"/>
              <p:cNvSpPr>
                <a:spLocks noChangeShapeType="1"/>
              </p:cNvSpPr>
              <p:nvPr userDrawn="1"/>
            </p:nvSpPr>
            <p:spPr bwMode="gray">
              <a:xfrm flipH="1" flipV="1">
                <a:off x="2550" y="1357"/>
                <a:ext cx="1"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9" name="Freeform 1204"/>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0" name="Freeform 1205"/>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1" name="Freeform 1206"/>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2" name="Freeform 1207"/>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3" name="Line 1208"/>
              <p:cNvSpPr>
                <a:spLocks noChangeShapeType="1"/>
              </p:cNvSpPr>
              <p:nvPr userDrawn="1"/>
            </p:nvSpPr>
            <p:spPr bwMode="gray">
              <a:xfrm>
                <a:off x="2536" y="1184"/>
                <a:ext cx="19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4" name="Line 1209"/>
              <p:cNvSpPr>
                <a:spLocks noChangeShapeType="1"/>
              </p:cNvSpPr>
              <p:nvPr userDrawn="1"/>
            </p:nvSpPr>
            <p:spPr bwMode="gray">
              <a:xfrm>
                <a:off x="2532" y="1195"/>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5" name="Freeform 1210"/>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6" name="Line 1211"/>
              <p:cNvSpPr>
                <a:spLocks noChangeShapeType="1"/>
              </p:cNvSpPr>
              <p:nvPr userDrawn="1"/>
            </p:nvSpPr>
            <p:spPr bwMode="gray">
              <a:xfrm flipH="1" flipV="1">
                <a:off x="2543" y="1177"/>
                <a:ext cx="197"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7" name="Freeform 1212"/>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8" name="Freeform 1213"/>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9" name="Line 1214"/>
              <p:cNvSpPr>
                <a:spLocks noChangeShapeType="1"/>
              </p:cNvSpPr>
              <p:nvPr userDrawn="1"/>
            </p:nvSpPr>
            <p:spPr bwMode="gray">
              <a:xfrm flipH="1" flipV="1">
                <a:off x="2530" y="1179"/>
                <a:ext cx="204"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0" name="Line 1215"/>
              <p:cNvSpPr>
                <a:spLocks noChangeShapeType="1"/>
              </p:cNvSpPr>
              <p:nvPr userDrawn="1"/>
            </p:nvSpPr>
            <p:spPr bwMode="gray">
              <a:xfrm flipH="1" flipV="1">
                <a:off x="2524" y="1186"/>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1" name="Freeform 1216"/>
              <p:cNvSpPr>
                <a:spLocks/>
              </p:cNvSpPr>
              <p:nvPr userDrawn="1"/>
            </p:nvSpPr>
            <p:spPr bwMode="gray">
              <a:xfrm>
                <a:off x="2524"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2" name="Line 1217"/>
              <p:cNvSpPr>
                <a:spLocks noChangeShapeType="1"/>
              </p:cNvSpPr>
              <p:nvPr userDrawn="1"/>
            </p:nvSpPr>
            <p:spPr bwMode="gray">
              <a:xfrm>
                <a:off x="2532" y="1168"/>
                <a:ext cx="200"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3" name="Freeform 1218"/>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4" name="Freeform 1219"/>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5" name="Line 1220"/>
              <p:cNvSpPr>
                <a:spLocks noChangeShapeType="1"/>
              </p:cNvSpPr>
              <p:nvPr userDrawn="1"/>
            </p:nvSpPr>
            <p:spPr bwMode="gray">
              <a:xfrm>
                <a:off x="2352" y="1274"/>
                <a:ext cx="19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6" name="Line 1221"/>
              <p:cNvSpPr>
                <a:spLocks noChangeShapeType="1"/>
              </p:cNvSpPr>
              <p:nvPr userDrawn="1"/>
            </p:nvSpPr>
            <p:spPr bwMode="gray">
              <a:xfrm>
                <a:off x="2359" y="1270"/>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7" name="Freeform 1222"/>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8" name="Line 1223"/>
              <p:cNvSpPr>
                <a:spLocks noChangeShapeType="1"/>
              </p:cNvSpPr>
              <p:nvPr userDrawn="1"/>
            </p:nvSpPr>
            <p:spPr bwMode="gray">
              <a:xfrm flipH="1" flipV="1">
                <a:off x="2350" y="1287"/>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9" name="Freeform 1224"/>
              <p:cNvSpPr>
                <a:spLocks/>
              </p:cNvSpPr>
              <p:nvPr userDrawn="1"/>
            </p:nvSpPr>
            <p:spPr bwMode="gray">
              <a:xfrm>
                <a:off x="2350"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0" name="Freeform 1225"/>
              <p:cNvSpPr>
                <a:spLocks/>
              </p:cNvSpPr>
              <p:nvPr userDrawn="1"/>
            </p:nvSpPr>
            <p:spPr bwMode="gray">
              <a:xfrm>
                <a:off x="2459" y="2057"/>
                <a:ext cx="10" cy="13"/>
              </a:xfrm>
              <a:custGeom>
                <a:avLst/>
                <a:gdLst>
                  <a:gd name="T0" fmla="*/ 0 w 10"/>
                  <a:gd name="T1" fmla="*/ 0 h 9"/>
                  <a:gd name="T2" fmla="*/ 2 w 10"/>
                  <a:gd name="T3" fmla="*/ 1060 h 9"/>
                  <a:gd name="T4" fmla="*/ 3 w 10"/>
                  <a:gd name="T5" fmla="*/ 1147 h 9"/>
                  <a:gd name="T6" fmla="*/ 7 w 10"/>
                  <a:gd name="T7" fmla="*/ 1531 h 9"/>
                  <a:gd name="T8" fmla="*/ 10 w 10"/>
                  <a:gd name="T9" fmla="*/ 114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1" name="Line 1226"/>
              <p:cNvSpPr>
                <a:spLocks noChangeShapeType="1"/>
              </p:cNvSpPr>
              <p:nvPr userDrawn="1"/>
            </p:nvSpPr>
            <p:spPr bwMode="gray">
              <a:xfrm>
                <a:off x="2367" y="2031"/>
                <a:ext cx="194"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2" name="Line 1227"/>
              <p:cNvSpPr>
                <a:spLocks noChangeShapeType="1"/>
              </p:cNvSpPr>
              <p:nvPr userDrawn="1"/>
            </p:nvSpPr>
            <p:spPr bwMode="gray">
              <a:xfrm>
                <a:off x="2363" y="2022"/>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3" name="Freeform 1228"/>
              <p:cNvSpPr>
                <a:spLocks/>
              </p:cNvSpPr>
              <p:nvPr userDrawn="1"/>
            </p:nvSpPr>
            <p:spPr bwMode="gray">
              <a:xfrm>
                <a:off x="2558"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4" name="Line 1229"/>
              <p:cNvSpPr>
                <a:spLocks noChangeShapeType="1"/>
              </p:cNvSpPr>
              <p:nvPr userDrawn="1"/>
            </p:nvSpPr>
            <p:spPr bwMode="gray">
              <a:xfrm flipH="1" flipV="1">
                <a:off x="2371" y="2031"/>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5" name="Freeform 1230"/>
              <p:cNvSpPr>
                <a:spLocks/>
              </p:cNvSpPr>
              <p:nvPr userDrawn="1"/>
            </p:nvSpPr>
            <p:spPr bwMode="gray">
              <a:xfrm>
                <a:off x="2363" y="2022"/>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6" name="Freeform 1231"/>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7" name="Freeform 1232"/>
              <p:cNvSpPr>
                <a:spLocks/>
              </p:cNvSpPr>
              <p:nvPr userDrawn="1"/>
            </p:nvSpPr>
            <p:spPr bwMode="gray">
              <a:xfrm>
                <a:off x="2836" y="1314"/>
                <a:ext cx="9" cy="13"/>
              </a:xfrm>
              <a:custGeom>
                <a:avLst/>
                <a:gdLst>
                  <a:gd name="T0" fmla="*/ 9 w 9"/>
                  <a:gd name="T1" fmla="*/ 3 h 15"/>
                  <a:gd name="T2" fmla="*/ 5 w 9"/>
                  <a:gd name="T3" fmla="*/ 3 h 15"/>
                  <a:gd name="T4" fmla="*/ 2 w 9"/>
                  <a:gd name="T5" fmla="*/ 3 h 15"/>
                  <a:gd name="T6" fmla="*/ 0 w 9"/>
                  <a:gd name="T7" fmla="*/ 3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8" name="Freeform 1233"/>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9" name="Line 1234"/>
              <p:cNvSpPr>
                <a:spLocks noChangeShapeType="1"/>
              </p:cNvSpPr>
              <p:nvPr userDrawn="1"/>
            </p:nvSpPr>
            <p:spPr bwMode="gray">
              <a:xfrm>
                <a:off x="2838" y="1327"/>
                <a:ext cx="19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0" name="Line 1235"/>
              <p:cNvSpPr>
                <a:spLocks noChangeShapeType="1"/>
              </p:cNvSpPr>
              <p:nvPr userDrawn="1"/>
            </p:nvSpPr>
            <p:spPr bwMode="gray">
              <a:xfrm>
                <a:off x="2845" y="1327"/>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1" name="Freeform 1236"/>
              <p:cNvSpPr>
                <a:spLocks/>
              </p:cNvSpPr>
              <p:nvPr userDrawn="1"/>
            </p:nvSpPr>
            <p:spPr bwMode="gray">
              <a:xfrm>
                <a:off x="3031" y="1387"/>
                <a:ext cx="4"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155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2" name="Line 1237"/>
              <p:cNvSpPr>
                <a:spLocks noChangeShapeType="1"/>
              </p:cNvSpPr>
              <p:nvPr userDrawn="1"/>
            </p:nvSpPr>
            <p:spPr bwMode="gray">
              <a:xfrm flipH="1" flipV="1">
                <a:off x="2837" y="1322"/>
                <a:ext cx="19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3" name="Freeform 1238"/>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4" name="Line 1239"/>
              <p:cNvSpPr>
                <a:spLocks noChangeShapeType="1"/>
              </p:cNvSpPr>
              <p:nvPr userDrawn="1"/>
            </p:nvSpPr>
            <p:spPr bwMode="gray">
              <a:xfrm flipH="1">
                <a:off x="3370" y="1144"/>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5" name="Line 1240"/>
              <p:cNvSpPr>
                <a:spLocks noChangeShapeType="1"/>
              </p:cNvSpPr>
              <p:nvPr userDrawn="1"/>
            </p:nvSpPr>
            <p:spPr bwMode="gray">
              <a:xfrm flipH="1">
                <a:off x="3384" y="1149"/>
                <a:ext cx="30" cy="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6" name="Line 1241"/>
              <p:cNvSpPr>
                <a:spLocks noChangeShapeType="1"/>
              </p:cNvSpPr>
              <p:nvPr userDrawn="1"/>
            </p:nvSpPr>
            <p:spPr bwMode="gray">
              <a:xfrm flipV="1">
                <a:off x="3358" y="1133"/>
                <a:ext cx="45" cy="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7" name="Freeform 1242"/>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8" name="Freeform 1243"/>
              <p:cNvSpPr>
                <a:spLocks/>
              </p:cNvSpPr>
              <p:nvPr userDrawn="1"/>
            </p:nvSpPr>
            <p:spPr bwMode="gray">
              <a:xfrm>
                <a:off x="3540" y="1252"/>
                <a:ext cx="10" cy="13"/>
              </a:xfrm>
              <a:custGeom>
                <a:avLst/>
                <a:gdLst>
                  <a:gd name="T0" fmla="*/ 0 w 10"/>
                  <a:gd name="T1" fmla="*/ 0 h 16"/>
                  <a:gd name="T2" fmla="*/ 3 w 10"/>
                  <a:gd name="T3" fmla="*/ 2 h 16"/>
                  <a:gd name="T4" fmla="*/ 7 w 10"/>
                  <a:gd name="T5" fmla="*/ 2 h 16"/>
                  <a:gd name="T6" fmla="*/ 8 w 10"/>
                  <a:gd name="T7" fmla="*/ 2 h 16"/>
                  <a:gd name="T8" fmla="*/ 10 w 10"/>
                  <a:gd name="T9" fmla="*/ 2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9" name="Line 1244"/>
              <p:cNvSpPr>
                <a:spLocks noChangeShapeType="1"/>
              </p:cNvSpPr>
              <p:nvPr userDrawn="1"/>
            </p:nvSpPr>
            <p:spPr bwMode="gray">
              <a:xfrm flipV="1">
                <a:off x="3540" y="1217"/>
                <a:ext cx="79"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0" name="Line 1245"/>
              <p:cNvSpPr>
                <a:spLocks noChangeShapeType="1"/>
              </p:cNvSpPr>
              <p:nvPr userDrawn="1"/>
            </p:nvSpPr>
            <p:spPr bwMode="gray">
              <a:xfrm flipV="1">
                <a:off x="3540" y="1212"/>
                <a:ext cx="72" cy="4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1" name="Freeform 1246"/>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2" name="Line 1247"/>
              <p:cNvSpPr>
                <a:spLocks noChangeShapeType="1"/>
              </p:cNvSpPr>
              <p:nvPr userDrawn="1"/>
            </p:nvSpPr>
            <p:spPr bwMode="gray">
              <a:xfrm flipH="1">
                <a:off x="3540" y="1228"/>
                <a:ext cx="82"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3" name="Freeform 1248"/>
              <p:cNvSpPr>
                <a:spLocks/>
              </p:cNvSpPr>
              <p:nvPr userDrawn="1"/>
            </p:nvSpPr>
            <p:spPr bwMode="gray">
              <a:xfrm>
                <a:off x="3484" y="1170"/>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4" name="Line 1249"/>
              <p:cNvSpPr>
                <a:spLocks noChangeShapeType="1"/>
              </p:cNvSpPr>
              <p:nvPr userDrawn="1"/>
            </p:nvSpPr>
            <p:spPr bwMode="gray">
              <a:xfrm flipH="1" flipV="1">
                <a:off x="3412" y="1147"/>
                <a:ext cx="20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5" name="Line 1250"/>
              <p:cNvSpPr>
                <a:spLocks noChangeShapeType="1"/>
              </p:cNvSpPr>
              <p:nvPr userDrawn="1"/>
            </p:nvSpPr>
            <p:spPr bwMode="gray">
              <a:xfrm flipH="1" flipV="1">
                <a:off x="3412" y="1149"/>
                <a:ext cx="198"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6" name="Freeform 1251"/>
              <p:cNvSpPr>
                <a:spLocks/>
              </p:cNvSpPr>
              <p:nvPr userDrawn="1"/>
            </p:nvSpPr>
            <p:spPr bwMode="gray">
              <a:xfrm>
                <a:off x="3410" y="1149"/>
                <a:ext cx="4" cy="4"/>
              </a:xfrm>
              <a:custGeom>
                <a:avLst/>
                <a:gdLst>
                  <a:gd name="T0" fmla="*/ 4 w 4"/>
                  <a:gd name="T1" fmla="*/ 0 h 5"/>
                  <a:gd name="T2" fmla="*/ 4 w 4"/>
                  <a:gd name="T3" fmla="*/ 0 h 5"/>
                  <a:gd name="T4" fmla="*/ 4 w 4"/>
                  <a:gd name="T5" fmla="*/ 0 h 5"/>
                  <a:gd name="T6" fmla="*/ 2 w 4"/>
                  <a:gd name="T7" fmla="*/ 2 h 5"/>
                  <a:gd name="T8" fmla="*/ 2 w 4"/>
                  <a:gd name="T9" fmla="*/ 2 h 5"/>
                  <a:gd name="T10" fmla="*/ 0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7" name="Line 1252"/>
              <p:cNvSpPr>
                <a:spLocks noChangeShapeType="1"/>
              </p:cNvSpPr>
              <p:nvPr userDrawn="1"/>
            </p:nvSpPr>
            <p:spPr bwMode="gray">
              <a:xfrm>
                <a:off x="3410" y="1153"/>
                <a:ext cx="20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8" name="Freeform 1253"/>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9" name="Freeform 1254"/>
              <p:cNvSpPr>
                <a:spLocks/>
              </p:cNvSpPr>
              <p:nvPr userDrawn="1"/>
            </p:nvSpPr>
            <p:spPr bwMode="gray">
              <a:xfrm>
                <a:off x="3613" y="1327"/>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0" name="Line 1255"/>
              <p:cNvSpPr>
                <a:spLocks noChangeShapeType="1"/>
              </p:cNvSpPr>
              <p:nvPr userDrawn="1"/>
            </p:nvSpPr>
            <p:spPr bwMode="gray">
              <a:xfrm flipV="1">
                <a:off x="3618" y="1222"/>
                <a:ext cx="4" cy="1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1" name="Line 1256"/>
              <p:cNvSpPr>
                <a:spLocks noChangeShapeType="1"/>
              </p:cNvSpPr>
              <p:nvPr userDrawn="1"/>
            </p:nvSpPr>
            <p:spPr bwMode="gray">
              <a:xfrm flipV="1">
                <a:off x="3615" y="1228"/>
                <a:ext cx="5"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2" name="Freeform 1257"/>
              <p:cNvSpPr>
                <a:spLocks/>
              </p:cNvSpPr>
              <p:nvPr userDrawn="1"/>
            </p:nvSpPr>
            <p:spPr bwMode="gray">
              <a:xfrm>
                <a:off x="3618" y="1219"/>
                <a:ext cx="4" cy="9"/>
              </a:xfrm>
              <a:custGeom>
                <a:avLst/>
                <a:gdLst>
                  <a:gd name="T0" fmla="*/ 2 w 5"/>
                  <a:gd name="T1" fmla="*/ 9 h 9"/>
                  <a:gd name="T2" fmla="*/ 2 w 5"/>
                  <a:gd name="T3" fmla="*/ 7 h 9"/>
                  <a:gd name="T4" fmla="*/ 2 w 5"/>
                  <a:gd name="T5" fmla="*/ 5 h 9"/>
                  <a:gd name="T6" fmla="*/ 2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3" name="Line 1258"/>
              <p:cNvSpPr>
                <a:spLocks noChangeShapeType="1"/>
              </p:cNvSpPr>
              <p:nvPr userDrawn="1"/>
            </p:nvSpPr>
            <p:spPr bwMode="gray">
              <a:xfrm flipH="1">
                <a:off x="3611" y="1219"/>
                <a:ext cx="6" cy="1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4" name="Freeform 1259"/>
              <p:cNvSpPr>
                <a:spLocks/>
              </p:cNvSpPr>
              <p:nvPr userDrawn="1"/>
            </p:nvSpPr>
            <p:spPr bwMode="gray">
              <a:xfrm>
                <a:off x="2816" y="1205"/>
                <a:ext cx="22" cy="4"/>
              </a:xfrm>
              <a:custGeom>
                <a:avLst/>
                <a:gdLst>
                  <a:gd name="T0" fmla="*/ 145 w 19"/>
                  <a:gd name="T1" fmla="*/ 0 h 2"/>
                  <a:gd name="T2" fmla="*/ 108 w 19"/>
                  <a:gd name="T3" fmla="*/ 32768 h 2"/>
                  <a:gd name="T4" fmla="*/ 80 w 19"/>
                  <a:gd name="T5" fmla="*/ 32768 h 2"/>
                  <a:gd name="T6" fmla="*/ 39 w 19"/>
                  <a:gd name="T7" fmla="*/ 32768 h 2"/>
                  <a:gd name="T8" fmla="*/ 0 w 19"/>
                  <a:gd name="T9" fmla="*/ 32768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5" name="Line 1260"/>
              <p:cNvSpPr>
                <a:spLocks noChangeShapeType="1"/>
              </p:cNvSpPr>
              <p:nvPr userDrawn="1"/>
            </p:nvSpPr>
            <p:spPr bwMode="gray">
              <a:xfrm flipV="1">
                <a:off x="2828" y="1202"/>
                <a:ext cx="1" cy="1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6" name="Line 1261"/>
              <p:cNvSpPr>
                <a:spLocks noChangeShapeType="1"/>
              </p:cNvSpPr>
              <p:nvPr userDrawn="1"/>
            </p:nvSpPr>
            <p:spPr bwMode="gray">
              <a:xfrm flipV="1">
                <a:off x="2836" y="1196"/>
                <a:ext cx="1" cy="1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7" name="Line 1262"/>
              <p:cNvSpPr>
                <a:spLocks noChangeShapeType="1"/>
              </p:cNvSpPr>
              <p:nvPr userDrawn="1"/>
            </p:nvSpPr>
            <p:spPr bwMode="gray">
              <a:xfrm>
                <a:off x="2816" y="1205"/>
                <a:ext cx="4" cy="10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8" name="Freeform 1263"/>
              <p:cNvSpPr>
                <a:spLocks/>
              </p:cNvSpPr>
              <p:nvPr userDrawn="1"/>
            </p:nvSpPr>
            <p:spPr bwMode="gray">
              <a:xfrm>
                <a:off x="2816" y="1314"/>
                <a:ext cx="22" cy="3"/>
              </a:xfrm>
              <a:custGeom>
                <a:avLst/>
                <a:gdLst>
                  <a:gd name="T0" fmla="*/ 145 w 19"/>
                  <a:gd name="T1" fmla="*/ 0 h 3"/>
                  <a:gd name="T2" fmla="*/ 93 w 19"/>
                  <a:gd name="T3" fmla="*/ 3 h 3"/>
                  <a:gd name="T4" fmla="*/ 52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9" name="Freeform 1264"/>
              <p:cNvSpPr>
                <a:spLocks/>
              </p:cNvSpPr>
              <p:nvPr userDrawn="1"/>
            </p:nvSpPr>
            <p:spPr bwMode="gray">
              <a:xfrm>
                <a:off x="2819"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0" name="Line 1265"/>
              <p:cNvSpPr>
                <a:spLocks noChangeShapeType="1"/>
              </p:cNvSpPr>
              <p:nvPr userDrawn="1"/>
            </p:nvSpPr>
            <p:spPr bwMode="gray">
              <a:xfrm>
                <a:off x="2828" y="1202"/>
                <a:ext cx="1" cy="1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1" name="Line 1266"/>
              <p:cNvSpPr>
                <a:spLocks noChangeShapeType="1"/>
              </p:cNvSpPr>
              <p:nvPr userDrawn="1"/>
            </p:nvSpPr>
            <p:spPr bwMode="gray">
              <a:xfrm>
                <a:off x="2837" y="1196"/>
                <a:ext cx="1"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2" name="Freeform 1267"/>
              <p:cNvSpPr>
                <a:spLocks/>
              </p:cNvSpPr>
              <p:nvPr userDrawn="1"/>
            </p:nvSpPr>
            <p:spPr bwMode="gray">
              <a:xfrm>
                <a:off x="2819"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3" name="Line 1268"/>
              <p:cNvSpPr>
                <a:spLocks noChangeShapeType="1"/>
              </p:cNvSpPr>
              <p:nvPr userDrawn="1"/>
            </p:nvSpPr>
            <p:spPr bwMode="gray">
              <a:xfrm flipV="1">
                <a:off x="2819" y="1205"/>
                <a:ext cx="1" cy="1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4" name="Freeform 1269"/>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5" name="Line 1270"/>
              <p:cNvSpPr>
                <a:spLocks noChangeShapeType="1"/>
              </p:cNvSpPr>
              <p:nvPr userDrawn="1"/>
            </p:nvSpPr>
            <p:spPr bwMode="gray">
              <a:xfrm flipH="1">
                <a:off x="3038" y="1405"/>
                <a:ext cx="1" cy="15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6" name="Line 1271"/>
              <p:cNvSpPr>
                <a:spLocks noChangeShapeType="1"/>
              </p:cNvSpPr>
              <p:nvPr userDrawn="1"/>
            </p:nvSpPr>
            <p:spPr bwMode="gray">
              <a:xfrm flipH="1">
                <a:off x="3039" y="1408"/>
                <a:ext cx="2" cy="14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7" name="Line 1272"/>
              <p:cNvSpPr>
                <a:spLocks noChangeShapeType="1"/>
              </p:cNvSpPr>
              <p:nvPr userDrawn="1"/>
            </p:nvSpPr>
            <p:spPr bwMode="gray">
              <a:xfrm flipV="1">
                <a:off x="3045" y="1405"/>
                <a:ext cx="2" cy="1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8" name="Freeform 1273"/>
              <p:cNvSpPr>
                <a:spLocks/>
              </p:cNvSpPr>
              <p:nvPr userDrawn="1"/>
            </p:nvSpPr>
            <p:spPr bwMode="gray">
              <a:xfrm>
                <a:off x="3039" y="1405"/>
                <a:ext cx="6" cy="4"/>
              </a:xfrm>
              <a:custGeom>
                <a:avLst/>
                <a:gdLst>
                  <a:gd name="T0" fmla="*/ 2 w 6"/>
                  <a:gd name="T1" fmla="*/ 155 h 3"/>
                  <a:gd name="T2" fmla="*/ 0 w 6"/>
                  <a:gd name="T3" fmla="*/ 155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9" name="Freeform 1274"/>
              <p:cNvSpPr>
                <a:spLocks/>
              </p:cNvSpPr>
              <p:nvPr userDrawn="1"/>
            </p:nvSpPr>
            <p:spPr bwMode="gray">
              <a:xfrm>
                <a:off x="3193"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0" name="Line 1275"/>
              <p:cNvSpPr>
                <a:spLocks noChangeShapeType="1"/>
              </p:cNvSpPr>
              <p:nvPr userDrawn="1"/>
            </p:nvSpPr>
            <p:spPr bwMode="gray">
              <a:xfrm flipH="1">
                <a:off x="3185" y="840"/>
                <a:ext cx="10"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1" name="Line 1276"/>
              <p:cNvSpPr>
                <a:spLocks noChangeShapeType="1"/>
              </p:cNvSpPr>
              <p:nvPr userDrawn="1"/>
            </p:nvSpPr>
            <p:spPr bwMode="gray">
              <a:xfrm flipV="1">
                <a:off x="3188" y="840"/>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2" name="Freeform 1277"/>
              <p:cNvSpPr>
                <a:spLocks/>
              </p:cNvSpPr>
              <p:nvPr userDrawn="1"/>
            </p:nvSpPr>
            <p:spPr bwMode="gray">
              <a:xfrm>
                <a:off x="3193"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3" name="Freeform 1278"/>
              <p:cNvSpPr>
                <a:spLocks/>
              </p:cNvSpPr>
              <p:nvPr userDrawn="1"/>
            </p:nvSpPr>
            <p:spPr bwMode="gray">
              <a:xfrm>
                <a:off x="3401" y="1013"/>
                <a:ext cx="4" cy="7"/>
              </a:xfrm>
              <a:custGeom>
                <a:avLst/>
                <a:gdLst>
                  <a:gd name="T0" fmla="*/ 1 w 6"/>
                  <a:gd name="T1" fmla="*/ 7 h 7"/>
                  <a:gd name="T2" fmla="*/ 1 w 6"/>
                  <a:gd name="T3" fmla="*/ 7 h 7"/>
                  <a:gd name="T4" fmla="*/ 1 w 6"/>
                  <a:gd name="T5" fmla="*/ 6 h 7"/>
                  <a:gd name="T6" fmla="*/ 1 w 6"/>
                  <a:gd name="T7" fmla="*/ 4 h 7"/>
                  <a:gd name="T8" fmla="*/ 1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4" name="Line 1279"/>
              <p:cNvSpPr>
                <a:spLocks noChangeShapeType="1"/>
              </p:cNvSpPr>
              <p:nvPr userDrawn="1"/>
            </p:nvSpPr>
            <p:spPr bwMode="gray">
              <a:xfrm flipV="1">
                <a:off x="3403" y="909"/>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5" name="Line 1280"/>
              <p:cNvSpPr>
                <a:spLocks noChangeShapeType="1"/>
              </p:cNvSpPr>
              <p:nvPr userDrawn="1"/>
            </p:nvSpPr>
            <p:spPr bwMode="gray">
              <a:xfrm flipV="1">
                <a:off x="3401" y="913"/>
                <a:ext cx="4"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6" name="Freeform 1281"/>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7" name="Line 1282"/>
              <p:cNvSpPr>
                <a:spLocks noChangeShapeType="1"/>
              </p:cNvSpPr>
              <p:nvPr userDrawn="1"/>
            </p:nvSpPr>
            <p:spPr bwMode="gray">
              <a:xfrm flipH="1">
                <a:off x="3398" y="906"/>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8" name="Freeform 1283"/>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9" name="Freeform 1284"/>
              <p:cNvSpPr>
                <a:spLocks/>
              </p:cNvSpPr>
              <p:nvPr userDrawn="1"/>
            </p:nvSpPr>
            <p:spPr bwMode="gray">
              <a:xfrm>
                <a:off x="3324" y="935"/>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0" name="Line 1285"/>
              <p:cNvSpPr>
                <a:spLocks noChangeShapeType="1"/>
              </p:cNvSpPr>
              <p:nvPr userDrawn="1"/>
            </p:nvSpPr>
            <p:spPr bwMode="gray">
              <a:xfrm flipH="1">
                <a:off x="3314" y="904"/>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1" name="Line 1286"/>
              <p:cNvSpPr>
                <a:spLocks noChangeShapeType="1"/>
              </p:cNvSpPr>
              <p:nvPr userDrawn="1"/>
            </p:nvSpPr>
            <p:spPr bwMode="gray">
              <a:xfrm flipH="1">
                <a:off x="3314" y="913"/>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2" name="Line 1287"/>
              <p:cNvSpPr>
                <a:spLocks noChangeShapeType="1"/>
              </p:cNvSpPr>
              <p:nvPr userDrawn="1"/>
            </p:nvSpPr>
            <p:spPr bwMode="gray">
              <a:xfrm flipV="1">
                <a:off x="3314" y="897"/>
                <a:ext cx="82"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3" name="Freeform 1288"/>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4" name="Freeform 1289"/>
              <p:cNvSpPr>
                <a:spLocks/>
              </p:cNvSpPr>
              <p:nvPr userDrawn="1"/>
            </p:nvSpPr>
            <p:spPr bwMode="gray">
              <a:xfrm>
                <a:off x="3298" y="866"/>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5" name="Line 1290"/>
              <p:cNvSpPr>
                <a:spLocks noChangeShapeType="1"/>
              </p:cNvSpPr>
              <p:nvPr userDrawn="1"/>
            </p:nvSpPr>
            <p:spPr bwMode="gray">
              <a:xfrm>
                <a:off x="3207" y="840"/>
                <a:ext cx="195"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6" name="Line 1291"/>
              <p:cNvSpPr>
                <a:spLocks noChangeShapeType="1"/>
              </p:cNvSpPr>
              <p:nvPr userDrawn="1"/>
            </p:nvSpPr>
            <p:spPr bwMode="gray">
              <a:xfrm>
                <a:off x="3210" y="847"/>
                <a:ext cx="194"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7" name="Freeform 1292"/>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8" name="Line 1293"/>
              <p:cNvSpPr>
                <a:spLocks noChangeShapeType="1"/>
              </p:cNvSpPr>
              <p:nvPr userDrawn="1"/>
            </p:nvSpPr>
            <p:spPr bwMode="gray">
              <a:xfrm flipH="1" flipV="1">
                <a:off x="3202" y="840"/>
                <a:ext cx="194"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9" name="Freeform 1294"/>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0" name="Freeform 1295"/>
              <p:cNvSpPr>
                <a:spLocks/>
              </p:cNvSpPr>
              <p:nvPr userDrawn="1"/>
            </p:nvSpPr>
            <p:spPr bwMode="gray">
              <a:xfrm>
                <a:off x="3345" y="1822"/>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1" name="Freeform 1296"/>
              <p:cNvSpPr>
                <a:spLocks/>
              </p:cNvSpPr>
              <p:nvPr userDrawn="1"/>
            </p:nvSpPr>
            <p:spPr bwMode="gray">
              <a:xfrm>
                <a:off x="2976" y="1826"/>
                <a:ext cx="11" cy="13"/>
              </a:xfrm>
              <a:custGeom>
                <a:avLst/>
                <a:gdLst>
                  <a:gd name="T0" fmla="*/ 11 w 11"/>
                  <a:gd name="T1" fmla="*/ 2 h 16"/>
                  <a:gd name="T2" fmla="*/ 7 w 11"/>
                  <a:gd name="T3" fmla="*/ 2 h 16"/>
                  <a:gd name="T4" fmla="*/ 4 w 11"/>
                  <a:gd name="T5" fmla="*/ 2 h 16"/>
                  <a:gd name="T6" fmla="*/ 0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2" name="Freeform 1297"/>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3" name="Line 1298"/>
              <p:cNvSpPr>
                <a:spLocks noChangeShapeType="1"/>
              </p:cNvSpPr>
              <p:nvPr userDrawn="1"/>
            </p:nvSpPr>
            <p:spPr bwMode="gray">
              <a:xfrm>
                <a:off x="2984" y="1840"/>
                <a:ext cx="204"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4" name="Line 1299"/>
              <p:cNvSpPr>
                <a:spLocks noChangeShapeType="1"/>
              </p:cNvSpPr>
              <p:nvPr userDrawn="1"/>
            </p:nvSpPr>
            <p:spPr bwMode="gray">
              <a:xfrm>
                <a:off x="2987" y="1840"/>
                <a:ext cx="20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5" name="Freeform 1300"/>
              <p:cNvSpPr>
                <a:spLocks/>
              </p:cNvSpPr>
              <p:nvPr userDrawn="1"/>
            </p:nvSpPr>
            <p:spPr bwMode="gray">
              <a:xfrm>
                <a:off x="3185" y="1909"/>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6" name="Line 1301"/>
              <p:cNvSpPr>
                <a:spLocks noChangeShapeType="1"/>
              </p:cNvSpPr>
              <p:nvPr userDrawn="1"/>
            </p:nvSpPr>
            <p:spPr bwMode="gray">
              <a:xfrm flipH="1" flipV="1">
                <a:off x="2978" y="1835"/>
                <a:ext cx="20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7" name="Freeform 1302"/>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8" name="Freeform 1303"/>
              <p:cNvSpPr>
                <a:spLocks/>
              </p:cNvSpPr>
              <p:nvPr userDrawn="1"/>
            </p:nvSpPr>
            <p:spPr bwMode="gray">
              <a:xfrm>
                <a:off x="3290" y="1848"/>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9" name="Line 1304"/>
              <p:cNvSpPr>
                <a:spLocks noChangeShapeType="1"/>
              </p:cNvSpPr>
              <p:nvPr userDrawn="1"/>
            </p:nvSpPr>
            <p:spPr bwMode="gray">
              <a:xfrm flipV="1">
                <a:off x="3202" y="1819"/>
                <a:ext cx="156"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0" name="Line 1305"/>
              <p:cNvSpPr>
                <a:spLocks noChangeShapeType="1"/>
              </p:cNvSpPr>
              <p:nvPr userDrawn="1"/>
            </p:nvSpPr>
            <p:spPr bwMode="gray">
              <a:xfrm flipV="1">
                <a:off x="3193" y="1822"/>
                <a:ext cx="152"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1" name="Freeform 1306"/>
              <p:cNvSpPr>
                <a:spLocks/>
              </p:cNvSpPr>
              <p:nvPr userDrawn="1"/>
            </p:nvSpPr>
            <p:spPr bwMode="gray">
              <a:xfrm>
                <a:off x="3345" y="1810"/>
                <a:ext cx="22" cy="13"/>
              </a:xfrm>
              <a:custGeom>
                <a:avLst/>
                <a:gdLst>
                  <a:gd name="T0" fmla="*/ 0 w 21"/>
                  <a:gd name="T1" fmla="*/ 13 h 13"/>
                  <a:gd name="T2" fmla="*/ 7 w 21"/>
                  <a:gd name="T3" fmla="*/ 13 h 13"/>
                  <a:gd name="T4" fmla="*/ 27 w 21"/>
                  <a:gd name="T5" fmla="*/ 9 h 13"/>
                  <a:gd name="T6" fmla="*/ 32 w 21"/>
                  <a:gd name="T7" fmla="*/ 6 h 13"/>
                  <a:gd name="T8" fmla="*/ 38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2" name="Line 1307"/>
              <p:cNvSpPr>
                <a:spLocks noChangeShapeType="1"/>
              </p:cNvSpPr>
              <p:nvPr userDrawn="1"/>
            </p:nvSpPr>
            <p:spPr bwMode="gray">
              <a:xfrm flipH="1">
                <a:off x="3206" y="1810"/>
                <a:ext cx="161" cy="10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3" name="Freeform 1308"/>
              <p:cNvSpPr>
                <a:spLocks/>
              </p:cNvSpPr>
              <p:nvPr userDrawn="1"/>
            </p:nvSpPr>
            <p:spPr bwMode="gray">
              <a:xfrm>
                <a:off x="3193" y="1909"/>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4" name="Freeform 1309"/>
              <p:cNvSpPr>
                <a:spLocks/>
              </p:cNvSpPr>
              <p:nvPr userDrawn="1"/>
            </p:nvSpPr>
            <p:spPr bwMode="gray">
              <a:xfrm>
                <a:off x="3519" y="1709"/>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5" name="Freeform 1310"/>
              <p:cNvSpPr>
                <a:spLocks/>
              </p:cNvSpPr>
              <p:nvPr userDrawn="1"/>
            </p:nvSpPr>
            <p:spPr bwMode="gray">
              <a:xfrm>
                <a:off x="3580" y="1670"/>
                <a:ext cx="13" cy="9"/>
              </a:xfrm>
              <a:custGeom>
                <a:avLst/>
                <a:gdLst>
                  <a:gd name="T0" fmla="*/ 0 w 12"/>
                  <a:gd name="T1" fmla="*/ 9 h 9"/>
                  <a:gd name="T2" fmla="*/ 3 w 12"/>
                  <a:gd name="T3" fmla="*/ 9 h 9"/>
                  <a:gd name="T4" fmla="*/ 28 w 12"/>
                  <a:gd name="T5" fmla="*/ 7 h 9"/>
                  <a:gd name="T6" fmla="*/ 30 w 12"/>
                  <a:gd name="T7" fmla="*/ 4 h 9"/>
                  <a:gd name="T8" fmla="*/ 36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6" name="Line 1311"/>
              <p:cNvSpPr>
                <a:spLocks noChangeShapeType="1"/>
              </p:cNvSpPr>
              <p:nvPr userDrawn="1"/>
            </p:nvSpPr>
            <p:spPr bwMode="gray">
              <a:xfrm flipV="1">
                <a:off x="3531" y="1621"/>
                <a:ext cx="147"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7" name="Line 1312"/>
              <p:cNvSpPr>
                <a:spLocks noChangeShapeType="1"/>
              </p:cNvSpPr>
              <p:nvPr userDrawn="1"/>
            </p:nvSpPr>
            <p:spPr bwMode="gray">
              <a:xfrm flipV="1">
                <a:off x="3527" y="1622"/>
                <a:ext cx="143"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8" name="Freeform 1313"/>
              <p:cNvSpPr>
                <a:spLocks/>
              </p:cNvSpPr>
              <p:nvPr userDrawn="1"/>
            </p:nvSpPr>
            <p:spPr bwMode="gray">
              <a:xfrm>
                <a:off x="3670"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9" name="Line 1314"/>
              <p:cNvSpPr>
                <a:spLocks noChangeShapeType="1"/>
              </p:cNvSpPr>
              <p:nvPr userDrawn="1"/>
            </p:nvSpPr>
            <p:spPr bwMode="gray">
              <a:xfrm flipH="1">
                <a:off x="3531" y="1614"/>
                <a:ext cx="150"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0" name="Freeform 1315"/>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1" name="Freeform 1316"/>
              <p:cNvSpPr>
                <a:spLocks/>
              </p:cNvSpPr>
              <p:nvPr userDrawn="1"/>
            </p:nvSpPr>
            <p:spPr bwMode="gray">
              <a:xfrm>
                <a:off x="3670" y="1605"/>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2" name="Freeform 1317"/>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3" name="Line 1318"/>
              <p:cNvSpPr>
                <a:spLocks noChangeShapeType="1"/>
              </p:cNvSpPr>
              <p:nvPr userDrawn="1"/>
            </p:nvSpPr>
            <p:spPr bwMode="gray">
              <a:xfrm flipH="1" flipV="1">
                <a:off x="3151" y="1490"/>
                <a:ext cx="207"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4" name="Line 1319"/>
              <p:cNvSpPr>
                <a:spLocks noChangeShapeType="1"/>
              </p:cNvSpPr>
              <p:nvPr userDrawn="1"/>
            </p:nvSpPr>
            <p:spPr bwMode="gray">
              <a:xfrm flipH="1" flipV="1">
                <a:off x="3144" y="1497"/>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5" name="Freeform 1320"/>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6" name="Line 1321"/>
              <p:cNvSpPr>
                <a:spLocks noChangeShapeType="1"/>
              </p:cNvSpPr>
              <p:nvPr userDrawn="1"/>
            </p:nvSpPr>
            <p:spPr bwMode="gray">
              <a:xfrm>
                <a:off x="3153" y="1480"/>
                <a:ext cx="208"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7" name="Freeform 1322"/>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8" name="Freeform 1323"/>
              <p:cNvSpPr>
                <a:spLocks/>
              </p:cNvSpPr>
              <p:nvPr userDrawn="1"/>
            </p:nvSpPr>
            <p:spPr bwMode="gray">
              <a:xfrm>
                <a:off x="3076" y="1530"/>
                <a:ext cx="13" cy="9"/>
              </a:xfrm>
              <a:custGeom>
                <a:avLst/>
                <a:gdLst>
                  <a:gd name="T0" fmla="*/ 36 w 12"/>
                  <a:gd name="T1" fmla="*/ 0 h 9"/>
                  <a:gd name="T2" fmla="*/ 28 w 12"/>
                  <a:gd name="T3" fmla="*/ 0 h 9"/>
                  <a:gd name="T4" fmla="*/ 24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9" name="Line 1324"/>
              <p:cNvSpPr>
                <a:spLocks noChangeShapeType="1"/>
              </p:cNvSpPr>
              <p:nvPr userDrawn="1"/>
            </p:nvSpPr>
            <p:spPr bwMode="gray">
              <a:xfrm flipH="1">
                <a:off x="2984" y="1497"/>
                <a:ext cx="15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20" name="Line 1325"/>
              <p:cNvSpPr>
                <a:spLocks noChangeShapeType="1"/>
              </p:cNvSpPr>
              <p:nvPr userDrawn="1"/>
            </p:nvSpPr>
            <p:spPr bwMode="gray">
              <a:xfrm flipH="1">
                <a:off x="2989" y="1497"/>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1065" name="Group 1326"/>
            <p:cNvGrpSpPr>
              <a:grpSpLocks/>
            </p:cNvGrpSpPr>
            <p:nvPr userDrawn="1"/>
          </p:nvGrpSpPr>
          <p:grpSpPr bwMode="auto">
            <a:xfrm>
              <a:off x="4230" y="2817"/>
              <a:ext cx="1410" cy="1369"/>
              <a:chOff x="2282" y="873"/>
              <a:chExt cx="1410" cy="1369"/>
            </a:xfrm>
          </p:grpSpPr>
          <p:sp>
            <p:nvSpPr>
              <p:cNvPr id="1321" name="Freeform 1327"/>
              <p:cNvSpPr>
                <a:spLocks/>
              </p:cNvSpPr>
              <p:nvPr userDrawn="1"/>
            </p:nvSpPr>
            <p:spPr bwMode="gray">
              <a:xfrm>
                <a:off x="2978" y="1586"/>
                <a:ext cx="11" cy="13"/>
              </a:xfrm>
              <a:custGeom>
                <a:avLst/>
                <a:gdLst>
                  <a:gd name="T0" fmla="*/ 11 w 11"/>
                  <a:gd name="T1" fmla="*/ 2 h 11"/>
                  <a:gd name="T2" fmla="*/ 7 w 11"/>
                  <a:gd name="T3" fmla="*/ 0 h 11"/>
                  <a:gd name="T4" fmla="*/ 4 w 11"/>
                  <a:gd name="T5" fmla="*/ 2 h 11"/>
                  <a:gd name="T6" fmla="*/ 0 w 11"/>
                  <a:gd name="T7" fmla="*/ 57 h 11"/>
                  <a:gd name="T8" fmla="*/ 0 w 11"/>
                  <a:gd name="T9" fmla="*/ 11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2" name="Line 1328"/>
              <p:cNvSpPr>
                <a:spLocks noChangeShapeType="1"/>
              </p:cNvSpPr>
              <p:nvPr userDrawn="1"/>
            </p:nvSpPr>
            <p:spPr bwMode="gray">
              <a:xfrm flipV="1">
                <a:off x="2978" y="1502"/>
                <a:ext cx="165"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3" name="Freeform 1329"/>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4" name="Freeform 1330"/>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5" name="Freeform 1331"/>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6" name="Freeform 1332"/>
              <p:cNvSpPr>
                <a:spLocks/>
              </p:cNvSpPr>
              <p:nvPr userDrawn="1"/>
            </p:nvSpPr>
            <p:spPr bwMode="gray">
              <a:xfrm>
                <a:off x="3295" y="1602"/>
                <a:ext cx="13" cy="18"/>
              </a:xfrm>
              <a:custGeom>
                <a:avLst/>
                <a:gdLst>
                  <a:gd name="T0" fmla="*/ 0 w 12"/>
                  <a:gd name="T1" fmla="*/ 0 h 18"/>
                  <a:gd name="T2" fmla="*/ 5 w 12"/>
                  <a:gd name="T3" fmla="*/ 4 h 18"/>
                  <a:gd name="T4" fmla="*/ 26 w 12"/>
                  <a:gd name="T5" fmla="*/ 7 h 18"/>
                  <a:gd name="T6" fmla="*/ 30 w 12"/>
                  <a:gd name="T7" fmla="*/ 12 h 18"/>
                  <a:gd name="T8" fmla="*/ 36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7" name="Line 1333"/>
              <p:cNvSpPr>
                <a:spLocks noChangeShapeType="1"/>
              </p:cNvSpPr>
              <p:nvPr userDrawn="1"/>
            </p:nvSpPr>
            <p:spPr bwMode="gray">
              <a:xfrm flipV="1">
                <a:off x="3206" y="1572"/>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8" name="Line 1334"/>
              <p:cNvSpPr>
                <a:spLocks noChangeShapeType="1"/>
              </p:cNvSpPr>
              <p:nvPr userDrawn="1"/>
            </p:nvSpPr>
            <p:spPr bwMode="gray">
              <a:xfrm flipV="1">
                <a:off x="3197" y="1569"/>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9" name="Freeform 1335"/>
              <p:cNvSpPr>
                <a:spLocks/>
              </p:cNvSpPr>
              <p:nvPr userDrawn="1"/>
            </p:nvSpPr>
            <p:spPr bwMode="gray">
              <a:xfrm>
                <a:off x="3352" y="1569"/>
                <a:ext cx="20" cy="13"/>
              </a:xfrm>
              <a:custGeom>
                <a:avLst/>
                <a:gdLst>
                  <a:gd name="T0" fmla="*/ 0 w 20"/>
                  <a:gd name="T1" fmla="*/ 0 h 12"/>
                  <a:gd name="T2" fmla="*/ 6 w 20"/>
                  <a:gd name="T3" fmla="*/ 0 h 12"/>
                  <a:gd name="T4" fmla="*/ 11 w 20"/>
                  <a:gd name="T5" fmla="*/ 2 h 12"/>
                  <a:gd name="T6" fmla="*/ 16 w 20"/>
                  <a:gd name="T7" fmla="*/ 24 h 12"/>
                  <a:gd name="T8" fmla="*/ 20 w 20"/>
                  <a:gd name="T9" fmla="*/ 36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0" name="Line 1336"/>
              <p:cNvSpPr>
                <a:spLocks noChangeShapeType="1"/>
              </p:cNvSpPr>
              <p:nvPr userDrawn="1"/>
            </p:nvSpPr>
            <p:spPr bwMode="gray">
              <a:xfrm flipH="1">
                <a:off x="3210" y="1581"/>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1" name="Freeform 1337"/>
              <p:cNvSpPr>
                <a:spLocks/>
              </p:cNvSpPr>
              <p:nvPr userDrawn="1"/>
            </p:nvSpPr>
            <p:spPr bwMode="gray">
              <a:xfrm>
                <a:off x="3197" y="1660"/>
                <a:ext cx="13" cy="17"/>
              </a:xfrm>
              <a:custGeom>
                <a:avLst/>
                <a:gdLst>
                  <a:gd name="T0" fmla="*/ 36 w 12"/>
                  <a:gd name="T1" fmla="*/ 17 h 17"/>
                  <a:gd name="T2" fmla="*/ 30 w 12"/>
                  <a:gd name="T3" fmla="*/ 12 h 17"/>
                  <a:gd name="T4" fmla="*/ 2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2" name="Freeform 1338"/>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3" name="Freeform 1339"/>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4" name="Line 1340"/>
              <p:cNvSpPr>
                <a:spLocks noChangeShapeType="1"/>
              </p:cNvSpPr>
              <p:nvPr userDrawn="1"/>
            </p:nvSpPr>
            <p:spPr bwMode="gray">
              <a:xfrm flipV="1">
                <a:off x="3538" y="1382"/>
                <a:ext cx="149"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5" name="Line 1341"/>
              <p:cNvSpPr>
                <a:spLocks noChangeShapeType="1"/>
              </p:cNvSpPr>
              <p:nvPr userDrawn="1"/>
            </p:nvSpPr>
            <p:spPr bwMode="gray">
              <a:xfrm flipV="1">
                <a:off x="3534" y="1375"/>
                <a:ext cx="143"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6" name="Freeform 1342"/>
              <p:cNvSpPr>
                <a:spLocks/>
              </p:cNvSpPr>
              <p:nvPr userDrawn="1"/>
            </p:nvSpPr>
            <p:spPr bwMode="gray">
              <a:xfrm>
                <a:off x="3678" y="1375"/>
                <a:ext cx="13" cy="16"/>
              </a:xfrm>
              <a:custGeom>
                <a:avLst/>
                <a:gdLst>
                  <a:gd name="T0" fmla="*/ 0 w 12"/>
                  <a:gd name="T1" fmla="*/ 0 h 16"/>
                  <a:gd name="T2" fmla="*/ 5 w 12"/>
                  <a:gd name="T3" fmla="*/ 2 h 16"/>
                  <a:gd name="T4" fmla="*/ 28 w 12"/>
                  <a:gd name="T5" fmla="*/ 7 h 16"/>
                  <a:gd name="T6" fmla="*/ 30 w 12"/>
                  <a:gd name="T7" fmla="*/ 10 h 16"/>
                  <a:gd name="T8" fmla="*/ 36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7" name="Line 1343"/>
              <p:cNvSpPr>
                <a:spLocks noChangeShapeType="1"/>
              </p:cNvSpPr>
              <p:nvPr userDrawn="1"/>
            </p:nvSpPr>
            <p:spPr bwMode="gray">
              <a:xfrm flipH="1">
                <a:off x="3538" y="1391"/>
                <a:ext cx="152"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8" name="Freeform 1344"/>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9" name="Freeform 1345"/>
              <p:cNvSpPr>
                <a:spLocks/>
              </p:cNvSpPr>
              <p:nvPr userDrawn="1"/>
            </p:nvSpPr>
            <p:spPr bwMode="gray">
              <a:xfrm>
                <a:off x="3576" y="1340"/>
                <a:ext cx="4" cy="9"/>
              </a:xfrm>
              <a:custGeom>
                <a:avLst/>
                <a:gdLst>
                  <a:gd name="T0" fmla="*/ 0 w 7"/>
                  <a:gd name="T1" fmla="*/ 2 h 9"/>
                  <a:gd name="T2" fmla="*/ 1 w 7"/>
                  <a:gd name="T3" fmla="*/ 0 h 9"/>
                  <a:gd name="T4" fmla="*/ 1 w 7"/>
                  <a:gd name="T5" fmla="*/ 2 h 9"/>
                  <a:gd name="T6" fmla="*/ 1 w 7"/>
                  <a:gd name="T7" fmla="*/ 2 h 9"/>
                  <a:gd name="T8" fmla="*/ 1 w 7"/>
                  <a:gd name="T9" fmla="*/ 5 h 9"/>
                  <a:gd name="T10" fmla="*/ 1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0" name="Line 1346"/>
              <p:cNvSpPr>
                <a:spLocks noChangeShapeType="1"/>
              </p:cNvSpPr>
              <p:nvPr userDrawn="1"/>
            </p:nvSpPr>
            <p:spPr bwMode="gray">
              <a:xfrm flipH="1" flipV="1">
                <a:off x="3536" y="1328"/>
                <a:ext cx="149"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1" name="Line 1347"/>
              <p:cNvSpPr>
                <a:spLocks noChangeShapeType="1"/>
              </p:cNvSpPr>
              <p:nvPr userDrawn="1"/>
            </p:nvSpPr>
            <p:spPr bwMode="gray">
              <a:xfrm flipH="1" flipV="1">
                <a:off x="3536" y="1329"/>
                <a:ext cx="142"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2" name="Line 1348"/>
              <p:cNvSpPr>
                <a:spLocks noChangeShapeType="1"/>
              </p:cNvSpPr>
              <p:nvPr userDrawn="1"/>
            </p:nvSpPr>
            <p:spPr bwMode="gray">
              <a:xfrm>
                <a:off x="3536" y="1335"/>
                <a:ext cx="15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3" name="Freeform 1349"/>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4" name="Freeform 1350"/>
              <p:cNvSpPr>
                <a:spLocks/>
              </p:cNvSpPr>
              <p:nvPr userDrawn="1"/>
            </p:nvSpPr>
            <p:spPr bwMode="gray">
              <a:xfrm>
                <a:off x="3186" y="1795"/>
                <a:ext cx="21" cy="4"/>
              </a:xfrm>
              <a:custGeom>
                <a:avLst/>
                <a:gdLst>
                  <a:gd name="T0" fmla="*/ 0 w 21"/>
                  <a:gd name="T1" fmla="*/ 0 h 1"/>
                  <a:gd name="T2" fmla="*/ 6 w 21"/>
                  <a:gd name="T3" fmla="*/ 268435456 h 1"/>
                  <a:gd name="T4" fmla="*/ 11 w 21"/>
                  <a:gd name="T5" fmla="*/ 268435456 h 1"/>
                  <a:gd name="T6" fmla="*/ 16 w 21"/>
                  <a:gd name="T7" fmla="*/ 268435456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5" name="Line 1351"/>
              <p:cNvSpPr>
                <a:spLocks noChangeShapeType="1"/>
              </p:cNvSpPr>
              <p:nvPr userDrawn="1"/>
            </p:nvSpPr>
            <p:spPr bwMode="gray">
              <a:xfrm flipV="1">
                <a:off x="3195" y="1679"/>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6" name="Line 1352"/>
              <p:cNvSpPr>
                <a:spLocks noChangeShapeType="1"/>
              </p:cNvSpPr>
              <p:nvPr userDrawn="1"/>
            </p:nvSpPr>
            <p:spPr bwMode="gray">
              <a:xfrm flipV="1">
                <a:off x="3185" y="1679"/>
                <a:ext cx="3"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7" name="Freeform 1353"/>
              <p:cNvSpPr>
                <a:spLocks/>
              </p:cNvSpPr>
              <p:nvPr userDrawn="1"/>
            </p:nvSpPr>
            <p:spPr bwMode="gray">
              <a:xfrm>
                <a:off x="3188" y="1677"/>
                <a:ext cx="22" cy="4"/>
              </a:xfrm>
              <a:custGeom>
                <a:avLst/>
                <a:gdLst>
                  <a:gd name="T0" fmla="*/ 0 w 21"/>
                  <a:gd name="T1" fmla="*/ 2 h 4"/>
                  <a:gd name="T2" fmla="*/ 5 w 21"/>
                  <a:gd name="T3" fmla="*/ 4 h 4"/>
                  <a:gd name="T4" fmla="*/ 25 w 21"/>
                  <a:gd name="T5" fmla="*/ 4 h 4"/>
                  <a:gd name="T6" fmla="*/ 30 w 21"/>
                  <a:gd name="T7" fmla="*/ 2 h 4"/>
                  <a:gd name="T8" fmla="*/ 38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8" name="Line 1354"/>
              <p:cNvSpPr>
                <a:spLocks noChangeShapeType="1"/>
              </p:cNvSpPr>
              <p:nvPr userDrawn="1"/>
            </p:nvSpPr>
            <p:spPr bwMode="gray">
              <a:xfrm flipH="1">
                <a:off x="3206" y="1677"/>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9" name="Freeform 1355"/>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0" name="Freeform 1356"/>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1" name="Line 1357"/>
              <p:cNvSpPr>
                <a:spLocks noChangeShapeType="1"/>
              </p:cNvSpPr>
              <p:nvPr userDrawn="1"/>
            </p:nvSpPr>
            <p:spPr bwMode="gray">
              <a:xfrm flipV="1">
                <a:off x="3683" y="1387"/>
                <a:ext cx="9"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2" name="Line 1358"/>
              <p:cNvSpPr>
                <a:spLocks noChangeShapeType="1"/>
              </p:cNvSpPr>
              <p:nvPr userDrawn="1"/>
            </p:nvSpPr>
            <p:spPr bwMode="gray">
              <a:xfrm flipV="1">
                <a:off x="3681" y="1391"/>
                <a:ext cx="9" cy="22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3" name="Freeform 1359"/>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4" name="Line 1360"/>
              <p:cNvSpPr>
                <a:spLocks noChangeShapeType="1"/>
              </p:cNvSpPr>
              <p:nvPr userDrawn="1"/>
            </p:nvSpPr>
            <p:spPr bwMode="gray">
              <a:xfrm flipH="1">
                <a:off x="3678" y="1382"/>
                <a:ext cx="9"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5" name="Freeform 1361"/>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6" name="Freeform 1362"/>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7" name="Line 1363"/>
              <p:cNvSpPr>
                <a:spLocks noChangeShapeType="1"/>
              </p:cNvSpPr>
              <p:nvPr userDrawn="1"/>
            </p:nvSpPr>
            <p:spPr bwMode="gray">
              <a:xfrm flipH="1">
                <a:off x="3359" y="1826"/>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8" name="Line 1364"/>
              <p:cNvSpPr>
                <a:spLocks noChangeShapeType="1"/>
              </p:cNvSpPr>
              <p:nvPr userDrawn="1"/>
            </p:nvSpPr>
            <p:spPr bwMode="gray">
              <a:xfrm flipH="1">
                <a:off x="3349" y="183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9" name="Freeform 1365"/>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0" name="Line 1366"/>
              <p:cNvSpPr>
                <a:spLocks noChangeShapeType="1"/>
              </p:cNvSpPr>
              <p:nvPr userDrawn="1"/>
            </p:nvSpPr>
            <p:spPr bwMode="gray">
              <a:xfrm flipV="1">
                <a:off x="3368" y="181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1" name="Freeform 1367"/>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2" name="Freeform 1368"/>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3" name="Line 1369"/>
              <p:cNvSpPr>
                <a:spLocks noChangeShapeType="1"/>
              </p:cNvSpPr>
              <p:nvPr userDrawn="1"/>
            </p:nvSpPr>
            <p:spPr bwMode="gray">
              <a:xfrm flipH="1" flipV="1">
                <a:off x="3150" y="1987"/>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4" name="Line 1370"/>
              <p:cNvSpPr>
                <a:spLocks noChangeShapeType="1"/>
              </p:cNvSpPr>
              <p:nvPr userDrawn="1"/>
            </p:nvSpPr>
            <p:spPr bwMode="gray">
              <a:xfrm flipH="1" flipV="1">
                <a:off x="3146" y="1980"/>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5" name="Freeform 1371"/>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6" name="Line 1372"/>
              <p:cNvSpPr>
                <a:spLocks noChangeShapeType="1"/>
              </p:cNvSpPr>
              <p:nvPr userDrawn="1"/>
            </p:nvSpPr>
            <p:spPr bwMode="gray">
              <a:xfrm>
                <a:off x="3155" y="1987"/>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7" name="Freeform 1373"/>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8" name="Freeform 1374"/>
              <p:cNvSpPr>
                <a:spLocks/>
              </p:cNvSpPr>
              <p:nvPr userDrawn="1"/>
            </p:nvSpPr>
            <p:spPr bwMode="gray">
              <a:xfrm>
                <a:off x="3150" y="1357"/>
                <a:ext cx="4" cy="7"/>
              </a:xfrm>
              <a:custGeom>
                <a:avLst/>
                <a:gdLst>
                  <a:gd name="T0" fmla="*/ 2 w 5"/>
                  <a:gd name="T1" fmla="*/ 7 h 7"/>
                  <a:gd name="T2" fmla="*/ 2 w 5"/>
                  <a:gd name="T3" fmla="*/ 7 h 7"/>
                  <a:gd name="T4" fmla="*/ 1 w 5"/>
                  <a:gd name="T5" fmla="*/ 6 h 7"/>
                  <a:gd name="T6" fmla="*/ 0 w 5"/>
                  <a:gd name="T7" fmla="*/ 4 h 7"/>
                  <a:gd name="T8" fmla="*/ 0 w 5"/>
                  <a:gd name="T9" fmla="*/ 2 h 7"/>
                  <a:gd name="T10" fmla="*/ 2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9" name="Line 1375"/>
              <p:cNvSpPr>
                <a:spLocks noChangeShapeType="1"/>
              </p:cNvSpPr>
              <p:nvPr userDrawn="1"/>
            </p:nvSpPr>
            <p:spPr bwMode="gray">
              <a:xfrm flipV="1">
                <a:off x="3148" y="1245"/>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0" name="Line 1376"/>
              <p:cNvSpPr>
                <a:spLocks noChangeShapeType="1"/>
              </p:cNvSpPr>
              <p:nvPr userDrawn="1"/>
            </p:nvSpPr>
            <p:spPr bwMode="gray">
              <a:xfrm flipV="1">
                <a:off x="3153" y="1248"/>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1" name="Freeform 1377"/>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2" name="Line 1378"/>
              <p:cNvSpPr>
                <a:spLocks noChangeShapeType="1"/>
              </p:cNvSpPr>
              <p:nvPr userDrawn="1"/>
            </p:nvSpPr>
            <p:spPr bwMode="gray">
              <a:xfrm flipH="1">
                <a:off x="3151" y="1240"/>
                <a:ext cx="4"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3" name="Freeform 1379"/>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4" name="Freeform 1380"/>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5" name="Line 1381"/>
              <p:cNvSpPr>
                <a:spLocks noChangeShapeType="1"/>
              </p:cNvSpPr>
              <p:nvPr userDrawn="1"/>
            </p:nvSpPr>
            <p:spPr bwMode="gray">
              <a:xfrm>
                <a:off x="3160" y="1238"/>
                <a:ext cx="208"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6" name="Line 1382"/>
              <p:cNvSpPr>
                <a:spLocks noChangeShapeType="1"/>
              </p:cNvSpPr>
              <p:nvPr userDrawn="1"/>
            </p:nvSpPr>
            <p:spPr bwMode="gray">
              <a:xfrm>
                <a:off x="3158" y="1248"/>
                <a:ext cx="209"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7" name="Freeform 1383"/>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8" name="Line 1384"/>
              <p:cNvSpPr>
                <a:spLocks noChangeShapeType="1"/>
              </p:cNvSpPr>
              <p:nvPr userDrawn="1"/>
            </p:nvSpPr>
            <p:spPr bwMode="gray">
              <a:xfrm flipH="1" flipV="1">
                <a:off x="3165" y="1231"/>
                <a:ext cx="213"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9" name="Freeform 1385"/>
              <p:cNvSpPr>
                <a:spLocks/>
              </p:cNvSpPr>
              <p:nvPr userDrawn="1"/>
            </p:nvSpPr>
            <p:spPr bwMode="gray">
              <a:xfrm>
                <a:off x="3158" y="1231"/>
                <a:ext cx="4" cy="18"/>
              </a:xfrm>
              <a:custGeom>
                <a:avLst/>
                <a:gdLst>
                  <a:gd name="T0" fmla="*/ 0 w 8"/>
                  <a:gd name="T1" fmla="*/ 18 h 18"/>
                  <a:gd name="T2" fmla="*/ 1 w 8"/>
                  <a:gd name="T3" fmla="*/ 13 h 18"/>
                  <a:gd name="T4" fmla="*/ 1 w 8"/>
                  <a:gd name="T5" fmla="*/ 7 h 18"/>
                  <a:gd name="T6" fmla="*/ 1 w 8"/>
                  <a:gd name="T7" fmla="*/ 4 h 18"/>
                  <a:gd name="T8" fmla="*/ 1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0" name="Freeform 1386"/>
              <p:cNvSpPr>
                <a:spLocks/>
              </p:cNvSpPr>
              <p:nvPr userDrawn="1"/>
            </p:nvSpPr>
            <p:spPr bwMode="gray">
              <a:xfrm>
                <a:off x="3363" y="1433"/>
                <a:ext cx="22" cy="3"/>
              </a:xfrm>
              <a:custGeom>
                <a:avLst/>
                <a:gdLst>
                  <a:gd name="T0" fmla="*/ 0 w 21"/>
                  <a:gd name="T1" fmla="*/ 1 h 3"/>
                  <a:gd name="T2" fmla="*/ 5 w 21"/>
                  <a:gd name="T3" fmla="*/ 3 h 3"/>
                  <a:gd name="T4" fmla="*/ 10 w 21"/>
                  <a:gd name="T5" fmla="*/ 3 h 3"/>
                  <a:gd name="T6" fmla="*/ 30 w 21"/>
                  <a:gd name="T7" fmla="*/ 1 h 3"/>
                  <a:gd name="T8" fmla="*/ 38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1" name="Line 1387"/>
              <p:cNvSpPr>
                <a:spLocks noChangeShapeType="1"/>
              </p:cNvSpPr>
              <p:nvPr userDrawn="1"/>
            </p:nvSpPr>
            <p:spPr bwMode="gray">
              <a:xfrm flipH="1">
                <a:off x="3372" y="1318"/>
                <a:ext cx="5"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2" name="Line 1388"/>
              <p:cNvSpPr>
                <a:spLocks noChangeShapeType="1"/>
              </p:cNvSpPr>
              <p:nvPr userDrawn="1"/>
            </p:nvSpPr>
            <p:spPr bwMode="gray">
              <a:xfrm flipH="1">
                <a:off x="3361" y="131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3" name="Freeform 1389"/>
              <p:cNvSpPr>
                <a:spLocks/>
              </p:cNvSpPr>
              <p:nvPr userDrawn="1"/>
            </p:nvSpPr>
            <p:spPr bwMode="gray">
              <a:xfrm>
                <a:off x="3361" y="1551"/>
                <a:ext cx="19" cy="13"/>
              </a:xfrm>
              <a:custGeom>
                <a:avLst/>
                <a:gdLst>
                  <a:gd name="T0" fmla="*/ 0 w 19"/>
                  <a:gd name="T1" fmla="*/ 0 h 11"/>
                  <a:gd name="T2" fmla="*/ 5 w 19"/>
                  <a:gd name="T3" fmla="*/ 57 h 11"/>
                  <a:gd name="T4" fmla="*/ 12 w 19"/>
                  <a:gd name="T5" fmla="*/ 93 h 11"/>
                  <a:gd name="T6" fmla="*/ 19 w 19"/>
                  <a:gd name="T7" fmla="*/ 11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4" name="Line 1390"/>
              <p:cNvSpPr>
                <a:spLocks noChangeShapeType="1"/>
              </p:cNvSpPr>
              <p:nvPr userDrawn="1"/>
            </p:nvSpPr>
            <p:spPr bwMode="gray">
              <a:xfrm flipV="1">
                <a:off x="3380" y="1315"/>
                <a:ext cx="6"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5" name="Freeform 1391"/>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6" name="Freeform 1392"/>
              <p:cNvSpPr>
                <a:spLocks/>
              </p:cNvSpPr>
              <p:nvPr userDrawn="1"/>
            </p:nvSpPr>
            <p:spPr bwMode="gray">
              <a:xfrm>
                <a:off x="3515" y="1840"/>
                <a:ext cx="4" cy="9"/>
              </a:xfrm>
              <a:custGeom>
                <a:avLst/>
                <a:gdLst>
                  <a:gd name="T0" fmla="*/ 0 w 5"/>
                  <a:gd name="T1" fmla="*/ 0 h 9"/>
                  <a:gd name="T2" fmla="*/ 2 w 5"/>
                  <a:gd name="T3" fmla="*/ 2 h 9"/>
                  <a:gd name="T4" fmla="*/ 2 w 5"/>
                  <a:gd name="T5" fmla="*/ 4 h 9"/>
                  <a:gd name="T6" fmla="*/ 2 w 5"/>
                  <a:gd name="T7" fmla="*/ 5 h 9"/>
                  <a:gd name="T8" fmla="*/ 2 w 5"/>
                  <a:gd name="T9" fmla="*/ 7 h 9"/>
                  <a:gd name="T10" fmla="*/ 2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7" name="Line 1393"/>
              <p:cNvSpPr>
                <a:spLocks noChangeShapeType="1"/>
              </p:cNvSpPr>
              <p:nvPr userDrawn="1"/>
            </p:nvSpPr>
            <p:spPr bwMode="gray">
              <a:xfrm flipH="1">
                <a:off x="3517" y="1726"/>
                <a:ext cx="7"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8" name="Line 1394"/>
              <p:cNvSpPr>
                <a:spLocks noChangeShapeType="1"/>
              </p:cNvSpPr>
              <p:nvPr userDrawn="1"/>
            </p:nvSpPr>
            <p:spPr bwMode="gray">
              <a:xfrm flipH="1">
                <a:off x="3512" y="1728"/>
                <a:ext cx="7"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9" name="Freeform 1395"/>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0" name="Line 1396"/>
              <p:cNvSpPr>
                <a:spLocks noChangeShapeType="1"/>
              </p:cNvSpPr>
              <p:nvPr userDrawn="1"/>
            </p:nvSpPr>
            <p:spPr bwMode="gray">
              <a:xfrm flipV="1">
                <a:off x="3515" y="172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1" name="Freeform 1397"/>
              <p:cNvSpPr>
                <a:spLocks/>
              </p:cNvSpPr>
              <p:nvPr userDrawn="1"/>
            </p:nvSpPr>
            <p:spPr bwMode="gray">
              <a:xfrm>
                <a:off x="3519" y="1725"/>
                <a:ext cx="5" cy="4"/>
              </a:xfrm>
              <a:custGeom>
                <a:avLst/>
                <a:gdLst>
                  <a:gd name="T0" fmla="*/ 0 w 5"/>
                  <a:gd name="T1" fmla="*/ 155 h 3"/>
                  <a:gd name="T2" fmla="*/ 1 w 5"/>
                  <a:gd name="T3" fmla="*/ 155 h 3"/>
                  <a:gd name="T4" fmla="*/ 3 w 5"/>
                  <a:gd name="T5" fmla="*/ 155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2" name="Freeform 1398"/>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3" name="Freeform 1399"/>
              <p:cNvSpPr>
                <a:spLocks/>
              </p:cNvSpPr>
              <p:nvPr userDrawn="1"/>
            </p:nvSpPr>
            <p:spPr bwMode="gray">
              <a:xfrm>
                <a:off x="3307" y="1153"/>
                <a:ext cx="19" cy="4"/>
              </a:xfrm>
              <a:custGeom>
                <a:avLst/>
                <a:gdLst>
                  <a:gd name="T0" fmla="*/ 19 w 19"/>
                  <a:gd name="T1" fmla="*/ 32768 h 2"/>
                  <a:gd name="T2" fmla="*/ 14 w 19"/>
                  <a:gd name="T3" fmla="*/ 0 h 2"/>
                  <a:gd name="T4" fmla="*/ 9 w 19"/>
                  <a:gd name="T5" fmla="*/ 0 h 2"/>
                  <a:gd name="T6" fmla="*/ 3 w 19"/>
                  <a:gd name="T7" fmla="*/ 0 h 2"/>
                  <a:gd name="T8" fmla="*/ 0 w 19"/>
                  <a:gd name="T9" fmla="*/ 32768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4" name="Freeform 1400"/>
              <p:cNvSpPr>
                <a:spLocks/>
              </p:cNvSpPr>
              <p:nvPr userDrawn="1"/>
            </p:nvSpPr>
            <p:spPr bwMode="gray">
              <a:xfrm>
                <a:off x="2347" y="1774"/>
                <a:ext cx="13" cy="17"/>
              </a:xfrm>
              <a:custGeom>
                <a:avLst/>
                <a:gdLst>
                  <a:gd name="T0" fmla="*/ 0 w 10"/>
                  <a:gd name="T1" fmla="*/ 0 h 17"/>
                  <a:gd name="T2" fmla="*/ 131 w 10"/>
                  <a:gd name="T3" fmla="*/ 3 h 17"/>
                  <a:gd name="T4" fmla="*/ 287 w 10"/>
                  <a:gd name="T5" fmla="*/ 7 h 17"/>
                  <a:gd name="T6" fmla="*/ 373 w 10"/>
                  <a:gd name="T7" fmla="*/ 12 h 17"/>
                  <a:gd name="T8" fmla="*/ 40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5" name="Freeform 1401"/>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6" name="Line 1402"/>
              <p:cNvSpPr>
                <a:spLocks noChangeShapeType="1"/>
              </p:cNvSpPr>
              <p:nvPr userDrawn="1"/>
            </p:nvSpPr>
            <p:spPr bwMode="gray">
              <a:xfrm flipH="1">
                <a:off x="3533" y="1226"/>
                <a:ext cx="7"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7" name="Line 1403"/>
              <p:cNvSpPr>
                <a:spLocks noChangeShapeType="1"/>
              </p:cNvSpPr>
              <p:nvPr userDrawn="1"/>
            </p:nvSpPr>
            <p:spPr bwMode="gray">
              <a:xfrm flipH="1">
                <a:off x="3527" y="1221"/>
                <a:ext cx="6"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8" name="Freeform 1404"/>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9" name="Line 1405"/>
              <p:cNvSpPr>
                <a:spLocks noChangeShapeType="1"/>
              </p:cNvSpPr>
              <p:nvPr userDrawn="1"/>
            </p:nvSpPr>
            <p:spPr bwMode="gray">
              <a:xfrm flipV="1">
                <a:off x="3529" y="1230"/>
                <a:ext cx="7" cy="2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0" name="Freeform 1406"/>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1" name="Freeform 1407"/>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2" name="Freeform 1408"/>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3" name="Line 1409"/>
              <p:cNvSpPr>
                <a:spLocks noChangeShapeType="1"/>
              </p:cNvSpPr>
              <p:nvPr userDrawn="1"/>
            </p:nvSpPr>
            <p:spPr bwMode="gray">
              <a:xfrm flipV="1">
                <a:off x="3151"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4" name="Line 1410"/>
              <p:cNvSpPr>
                <a:spLocks noChangeShapeType="1"/>
              </p:cNvSpPr>
              <p:nvPr userDrawn="1"/>
            </p:nvSpPr>
            <p:spPr bwMode="gray">
              <a:xfrm flipV="1">
                <a:off x="3155" y="1156"/>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5" name="Freeform 1411"/>
              <p:cNvSpPr>
                <a:spLocks/>
              </p:cNvSpPr>
              <p:nvPr userDrawn="1"/>
            </p:nvSpPr>
            <p:spPr bwMode="gray">
              <a:xfrm>
                <a:off x="3295" y="1140"/>
                <a:ext cx="13" cy="16"/>
              </a:xfrm>
              <a:custGeom>
                <a:avLst/>
                <a:gdLst>
                  <a:gd name="T0" fmla="*/ 36 w 12"/>
                  <a:gd name="T1" fmla="*/ 16 h 16"/>
                  <a:gd name="T2" fmla="*/ 30 w 12"/>
                  <a:gd name="T3" fmla="*/ 11 h 16"/>
                  <a:gd name="T4" fmla="*/ 26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6" name="Line 1412"/>
              <p:cNvSpPr>
                <a:spLocks noChangeShapeType="1"/>
              </p:cNvSpPr>
              <p:nvPr userDrawn="1"/>
            </p:nvSpPr>
            <p:spPr bwMode="gray">
              <a:xfrm flipH="1">
                <a:off x="3143" y="1140"/>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7" name="Freeform 1413"/>
              <p:cNvSpPr>
                <a:spLocks/>
              </p:cNvSpPr>
              <p:nvPr userDrawn="1"/>
            </p:nvSpPr>
            <p:spPr bwMode="gray">
              <a:xfrm>
                <a:off x="3143" y="1222"/>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8" name="Freeform 1414"/>
              <p:cNvSpPr>
                <a:spLocks/>
              </p:cNvSpPr>
              <p:nvPr userDrawn="1"/>
            </p:nvSpPr>
            <p:spPr bwMode="gray">
              <a:xfrm>
                <a:off x="3232" y="1172"/>
                <a:ext cx="10" cy="13"/>
              </a:xfrm>
              <a:custGeom>
                <a:avLst/>
                <a:gdLst>
                  <a:gd name="T0" fmla="*/ 10 w 10"/>
                  <a:gd name="T1" fmla="*/ 2 h 17"/>
                  <a:gd name="T2" fmla="*/ 7 w 10"/>
                  <a:gd name="T3" fmla="*/ 2 h 17"/>
                  <a:gd name="T4" fmla="*/ 3 w 10"/>
                  <a:gd name="T5" fmla="*/ 2 h 17"/>
                  <a:gd name="T6" fmla="*/ 0 w 10"/>
                  <a:gd name="T7" fmla="*/ 2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9" name="Line 1415"/>
              <p:cNvSpPr>
                <a:spLocks noChangeShapeType="1"/>
              </p:cNvSpPr>
              <p:nvPr userDrawn="1"/>
            </p:nvSpPr>
            <p:spPr bwMode="gray">
              <a:xfrm flipH="1">
                <a:off x="3158" y="1140"/>
                <a:ext cx="15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0" name="Line 1416"/>
              <p:cNvSpPr>
                <a:spLocks noChangeShapeType="1"/>
              </p:cNvSpPr>
              <p:nvPr userDrawn="1"/>
            </p:nvSpPr>
            <p:spPr bwMode="gray">
              <a:xfrm flipH="1">
                <a:off x="3165"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1" name="Freeform 1417"/>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2" name="Line 1418"/>
              <p:cNvSpPr>
                <a:spLocks noChangeShapeType="1"/>
              </p:cNvSpPr>
              <p:nvPr userDrawn="1"/>
            </p:nvSpPr>
            <p:spPr bwMode="gray">
              <a:xfrm flipV="1">
                <a:off x="3155" y="1132"/>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3" name="Freeform 1419"/>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4" name="Freeform 1420"/>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5" name="Line 1421"/>
              <p:cNvSpPr>
                <a:spLocks noChangeShapeType="1"/>
              </p:cNvSpPr>
              <p:nvPr userDrawn="1"/>
            </p:nvSpPr>
            <p:spPr bwMode="gray">
              <a:xfrm flipV="1">
                <a:off x="3384" y="1219"/>
                <a:ext cx="150"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6" name="Line 1422"/>
              <p:cNvSpPr>
                <a:spLocks noChangeShapeType="1"/>
              </p:cNvSpPr>
              <p:nvPr userDrawn="1"/>
            </p:nvSpPr>
            <p:spPr bwMode="gray">
              <a:xfrm flipV="1">
                <a:off x="3375" y="1214"/>
                <a:ext cx="151"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7" name="Freeform 1423"/>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8" name="Line 1424"/>
              <p:cNvSpPr>
                <a:spLocks noChangeShapeType="1"/>
              </p:cNvSpPr>
              <p:nvPr userDrawn="1"/>
            </p:nvSpPr>
            <p:spPr bwMode="gray">
              <a:xfrm flipH="1">
                <a:off x="3386" y="1230"/>
                <a:ext cx="150"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9" name="Freeform 1425"/>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0" name="Freeform 1426"/>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1" name="Line 1427"/>
              <p:cNvSpPr>
                <a:spLocks noChangeShapeType="1"/>
              </p:cNvSpPr>
              <p:nvPr userDrawn="1"/>
            </p:nvSpPr>
            <p:spPr bwMode="gray">
              <a:xfrm flipV="1">
                <a:off x="3365" y="1966"/>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2" name="Line 1428"/>
              <p:cNvSpPr>
                <a:spLocks noChangeShapeType="1"/>
              </p:cNvSpPr>
              <p:nvPr userDrawn="1"/>
            </p:nvSpPr>
            <p:spPr bwMode="gray">
              <a:xfrm flipV="1">
                <a:off x="3368" y="1959"/>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3" name="Freeform 1429"/>
              <p:cNvSpPr>
                <a:spLocks/>
              </p:cNvSpPr>
              <p:nvPr userDrawn="1"/>
            </p:nvSpPr>
            <p:spPr bwMode="gray">
              <a:xfrm>
                <a:off x="3503" y="1959"/>
                <a:ext cx="13" cy="9"/>
              </a:xfrm>
              <a:custGeom>
                <a:avLst/>
                <a:gdLst>
                  <a:gd name="T0" fmla="*/ 36 w 12"/>
                  <a:gd name="T1" fmla="*/ 0 h 9"/>
                  <a:gd name="T2" fmla="*/ 30 w 12"/>
                  <a:gd name="T3" fmla="*/ 5 h 9"/>
                  <a:gd name="T4" fmla="*/ 28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4" name="Line 1430"/>
              <p:cNvSpPr>
                <a:spLocks noChangeShapeType="1"/>
              </p:cNvSpPr>
              <p:nvPr userDrawn="1"/>
            </p:nvSpPr>
            <p:spPr bwMode="gray">
              <a:xfrm flipH="1">
                <a:off x="3358" y="1968"/>
                <a:ext cx="143"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5" name="Freeform 1431"/>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6" name="Freeform 1432"/>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7" name="Line 1433"/>
              <p:cNvSpPr>
                <a:spLocks noChangeShapeType="1"/>
              </p:cNvSpPr>
              <p:nvPr userDrawn="1"/>
            </p:nvSpPr>
            <p:spPr bwMode="gray">
              <a:xfrm flipH="1" flipV="1">
                <a:off x="2289" y="1196"/>
                <a:ext cx="124"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8" name="Line 1434"/>
              <p:cNvSpPr>
                <a:spLocks noChangeShapeType="1"/>
              </p:cNvSpPr>
              <p:nvPr userDrawn="1"/>
            </p:nvSpPr>
            <p:spPr bwMode="gray">
              <a:xfrm flipH="1" flipV="1">
                <a:off x="2293" y="1187"/>
                <a:ext cx="135"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9" name="Freeform 1435"/>
              <p:cNvSpPr>
                <a:spLocks/>
              </p:cNvSpPr>
              <p:nvPr userDrawn="1"/>
            </p:nvSpPr>
            <p:spPr bwMode="gray">
              <a:xfrm>
                <a:off x="2284" y="1187"/>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0" name="Line 1436"/>
              <p:cNvSpPr>
                <a:spLocks noChangeShapeType="1"/>
              </p:cNvSpPr>
              <p:nvPr userDrawn="1"/>
            </p:nvSpPr>
            <p:spPr bwMode="gray">
              <a:xfrm>
                <a:off x="2284" y="1203"/>
                <a:ext cx="119"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1" name="Freeform 1437"/>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2" name="Line 1438"/>
              <p:cNvSpPr>
                <a:spLocks noChangeShapeType="1"/>
              </p:cNvSpPr>
              <p:nvPr userDrawn="1"/>
            </p:nvSpPr>
            <p:spPr bwMode="gray">
              <a:xfrm flipH="1" flipV="1">
                <a:off x="2282" y="960"/>
                <a:ext cx="5"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3" name="Line 1439"/>
              <p:cNvSpPr>
                <a:spLocks noChangeShapeType="1"/>
              </p:cNvSpPr>
              <p:nvPr userDrawn="1"/>
            </p:nvSpPr>
            <p:spPr bwMode="gray">
              <a:xfrm flipH="1" flipV="1">
                <a:off x="2289" y="966"/>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4" name="Freeform 1440"/>
              <p:cNvSpPr>
                <a:spLocks/>
              </p:cNvSpPr>
              <p:nvPr userDrawn="1"/>
            </p:nvSpPr>
            <p:spPr bwMode="gray">
              <a:xfrm>
                <a:off x="2284" y="957"/>
                <a:ext cx="4" cy="9"/>
              </a:xfrm>
              <a:custGeom>
                <a:avLst/>
                <a:gdLst>
                  <a:gd name="T0" fmla="*/ 155 w 3"/>
                  <a:gd name="T1" fmla="*/ 9 h 9"/>
                  <a:gd name="T2" fmla="*/ 0 w 3"/>
                  <a:gd name="T3" fmla="*/ 7 h 9"/>
                  <a:gd name="T4" fmla="*/ 0 w 3"/>
                  <a:gd name="T5" fmla="*/ 5 h 9"/>
                  <a:gd name="T6" fmla="*/ 0 w 3"/>
                  <a:gd name="T7" fmla="*/ 2 h 9"/>
                  <a:gd name="T8" fmla="*/ 116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5" name="Line 1441"/>
              <p:cNvSpPr>
                <a:spLocks noChangeShapeType="1"/>
              </p:cNvSpPr>
              <p:nvPr userDrawn="1"/>
            </p:nvSpPr>
            <p:spPr bwMode="gray">
              <a:xfrm>
                <a:off x="2286" y="95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6" name="Freeform 1442"/>
              <p:cNvSpPr>
                <a:spLocks/>
              </p:cNvSpPr>
              <p:nvPr userDrawn="1"/>
            </p:nvSpPr>
            <p:spPr bwMode="gray">
              <a:xfrm>
                <a:off x="2289" y="1187"/>
                <a:ext cx="4" cy="4"/>
              </a:xfrm>
              <a:custGeom>
                <a:avLst/>
                <a:gdLst>
                  <a:gd name="T0" fmla="*/ 1 w 6"/>
                  <a:gd name="T1" fmla="*/ 0 h 3"/>
                  <a:gd name="T2" fmla="*/ 1 w 6"/>
                  <a:gd name="T3" fmla="*/ 0 h 3"/>
                  <a:gd name="T4" fmla="*/ 0 w 6"/>
                  <a:gd name="T5" fmla="*/ 1 h 3"/>
                  <a:gd name="T6" fmla="*/ 0 w 6"/>
                  <a:gd name="T7" fmla="*/ 1 h 3"/>
                  <a:gd name="T8" fmla="*/ 0 w 6"/>
                  <a:gd name="T9" fmla="*/ 155 h 3"/>
                  <a:gd name="T10" fmla="*/ 1 w 6"/>
                  <a:gd name="T11" fmla="*/ 155 h 3"/>
                  <a:gd name="T12" fmla="*/ 1 w 6"/>
                  <a:gd name="T13" fmla="*/ 155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7" name="Freeform 1443"/>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8" name="Line 1444"/>
              <p:cNvSpPr>
                <a:spLocks noChangeShapeType="1"/>
              </p:cNvSpPr>
              <p:nvPr userDrawn="1"/>
            </p:nvSpPr>
            <p:spPr bwMode="gray">
              <a:xfrm>
                <a:off x="2289" y="953"/>
                <a:ext cx="18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9" name="Line 1445"/>
              <p:cNvSpPr>
                <a:spLocks noChangeShapeType="1"/>
              </p:cNvSpPr>
              <p:nvPr userDrawn="1"/>
            </p:nvSpPr>
            <p:spPr bwMode="gray">
              <a:xfrm>
                <a:off x="2289" y="966"/>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0" name="Freeform 1446"/>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1" name="Line 1447"/>
              <p:cNvSpPr>
                <a:spLocks noChangeShapeType="1"/>
              </p:cNvSpPr>
              <p:nvPr userDrawn="1"/>
            </p:nvSpPr>
            <p:spPr bwMode="gray">
              <a:xfrm flipH="1" flipV="1">
                <a:off x="2298" y="948"/>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2" name="Freeform 1448"/>
              <p:cNvSpPr>
                <a:spLocks/>
              </p:cNvSpPr>
              <p:nvPr userDrawn="1"/>
            </p:nvSpPr>
            <p:spPr bwMode="gray">
              <a:xfrm>
                <a:off x="2289"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3" name="Freeform 1449"/>
              <p:cNvSpPr>
                <a:spLocks/>
              </p:cNvSpPr>
              <p:nvPr userDrawn="1"/>
            </p:nvSpPr>
            <p:spPr bwMode="gray">
              <a:xfrm>
                <a:off x="2476" y="1167"/>
                <a:ext cx="22" cy="1"/>
              </a:xfrm>
              <a:custGeom>
                <a:avLst/>
                <a:gdLst>
                  <a:gd name="T0" fmla="*/ 0 w 20"/>
                  <a:gd name="T1" fmla="*/ 1 h 1"/>
                  <a:gd name="T2" fmla="*/ 25 w 20"/>
                  <a:gd name="T3" fmla="*/ 1 h 1"/>
                  <a:gd name="T4" fmla="*/ 41 w 20"/>
                  <a:gd name="T5" fmla="*/ 1 h 1"/>
                  <a:gd name="T6" fmla="*/ 63 w 20"/>
                  <a:gd name="T7" fmla="*/ 1 h 1"/>
                  <a:gd name="T8" fmla="*/ 76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4" name="Line 1450"/>
              <p:cNvSpPr>
                <a:spLocks noChangeShapeType="1"/>
              </p:cNvSpPr>
              <p:nvPr userDrawn="1"/>
            </p:nvSpPr>
            <p:spPr bwMode="gray">
              <a:xfrm>
                <a:off x="2485" y="1027"/>
                <a:ext cx="4" cy="1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5" name="Line 1451"/>
              <p:cNvSpPr>
                <a:spLocks noChangeShapeType="1"/>
              </p:cNvSpPr>
              <p:nvPr userDrawn="1"/>
            </p:nvSpPr>
            <p:spPr bwMode="gray">
              <a:xfrm>
                <a:off x="2475" y="1027"/>
                <a:ext cx="4" cy="1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6" name="Line 1452"/>
              <p:cNvSpPr>
                <a:spLocks noChangeShapeType="1"/>
              </p:cNvSpPr>
              <p:nvPr userDrawn="1"/>
            </p:nvSpPr>
            <p:spPr bwMode="gray">
              <a:xfrm flipH="1" flipV="1">
                <a:off x="2494" y="1025"/>
                <a:ext cx="4" cy="1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7" name="Freeform 1453"/>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8" name="Freeform 1454"/>
              <p:cNvSpPr>
                <a:spLocks/>
              </p:cNvSpPr>
              <p:nvPr userDrawn="1"/>
            </p:nvSpPr>
            <p:spPr bwMode="gray">
              <a:xfrm>
                <a:off x="2443" y="880"/>
                <a:ext cx="22" cy="2"/>
              </a:xfrm>
              <a:custGeom>
                <a:avLst/>
                <a:gdLst>
                  <a:gd name="T0" fmla="*/ 145 w 19"/>
                  <a:gd name="T1" fmla="*/ 2 h 2"/>
                  <a:gd name="T2" fmla="*/ 93 w 19"/>
                  <a:gd name="T3" fmla="*/ 0 h 2"/>
                  <a:gd name="T4" fmla="*/ 39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9" name="Line 1455"/>
              <p:cNvSpPr>
                <a:spLocks noChangeShapeType="1"/>
              </p:cNvSpPr>
              <p:nvPr userDrawn="1"/>
            </p:nvSpPr>
            <p:spPr bwMode="gray">
              <a:xfrm>
                <a:off x="2459" y="873"/>
                <a:ext cx="31"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0" name="Line 1456"/>
              <p:cNvSpPr>
                <a:spLocks noChangeShapeType="1"/>
              </p:cNvSpPr>
              <p:nvPr userDrawn="1"/>
            </p:nvSpPr>
            <p:spPr bwMode="gray">
              <a:xfrm>
                <a:off x="2463" y="882"/>
                <a:ext cx="28" cy="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1" name="Line 1457"/>
              <p:cNvSpPr>
                <a:spLocks noChangeShapeType="1"/>
              </p:cNvSpPr>
              <p:nvPr userDrawn="1"/>
            </p:nvSpPr>
            <p:spPr bwMode="gray">
              <a:xfrm flipH="1" flipV="1">
                <a:off x="2454" y="873"/>
                <a:ext cx="36"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2" name="Freeform 1458"/>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3" name="Freeform 1459"/>
              <p:cNvSpPr>
                <a:spLocks/>
              </p:cNvSpPr>
              <p:nvPr userDrawn="1"/>
            </p:nvSpPr>
            <p:spPr bwMode="gray">
              <a:xfrm>
                <a:off x="2364" y="909"/>
                <a:ext cx="13" cy="10"/>
              </a:xfrm>
              <a:custGeom>
                <a:avLst/>
                <a:gdLst>
                  <a:gd name="T0" fmla="*/ 0 w 11"/>
                  <a:gd name="T1" fmla="*/ 10 h 10"/>
                  <a:gd name="T2" fmla="*/ 2 w 11"/>
                  <a:gd name="T3" fmla="*/ 5 h 10"/>
                  <a:gd name="T4" fmla="*/ 41 w 11"/>
                  <a:gd name="T5" fmla="*/ 1 h 10"/>
                  <a:gd name="T6" fmla="*/ 57 w 11"/>
                  <a:gd name="T7" fmla="*/ 0 h 10"/>
                  <a:gd name="T8" fmla="*/ 93 w 11"/>
                  <a:gd name="T9" fmla="*/ 0 h 10"/>
                  <a:gd name="T10" fmla="*/ 110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4" name="Line 1460"/>
              <p:cNvSpPr>
                <a:spLocks noChangeShapeType="1"/>
              </p:cNvSpPr>
              <p:nvPr userDrawn="1"/>
            </p:nvSpPr>
            <p:spPr bwMode="gray">
              <a:xfrm flipV="1">
                <a:off x="2289" y="874"/>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5" name="Line 1461"/>
              <p:cNvSpPr>
                <a:spLocks noChangeShapeType="1"/>
              </p:cNvSpPr>
              <p:nvPr userDrawn="1"/>
            </p:nvSpPr>
            <p:spPr bwMode="gray">
              <a:xfrm flipV="1">
                <a:off x="2286" y="882"/>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6" name="Freeform 1462"/>
              <p:cNvSpPr>
                <a:spLocks/>
              </p:cNvSpPr>
              <p:nvPr userDrawn="1"/>
            </p:nvSpPr>
            <p:spPr bwMode="gray">
              <a:xfrm>
                <a:off x="2443" y="873"/>
                <a:ext cx="13" cy="9"/>
              </a:xfrm>
              <a:custGeom>
                <a:avLst/>
                <a:gdLst>
                  <a:gd name="T0" fmla="*/ 0 w 11"/>
                  <a:gd name="T1" fmla="*/ 9 h 9"/>
                  <a:gd name="T2" fmla="*/ 0 w 11"/>
                  <a:gd name="T3" fmla="*/ 5 h 9"/>
                  <a:gd name="T4" fmla="*/ 2 w 11"/>
                  <a:gd name="T5" fmla="*/ 3 h 9"/>
                  <a:gd name="T6" fmla="*/ 41 w 11"/>
                  <a:gd name="T7" fmla="*/ 0 h 9"/>
                  <a:gd name="T8" fmla="*/ 67 w 11"/>
                  <a:gd name="T9" fmla="*/ 0 h 9"/>
                  <a:gd name="T10" fmla="*/ 110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7" name="Line 1463"/>
              <p:cNvSpPr>
                <a:spLocks noChangeShapeType="1"/>
              </p:cNvSpPr>
              <p:nvPr userDrawn="1"/>
            </p:nvSpPr>
            <p:spPr bwMode="gray">
              <a:xfrm flipH="1">
                <a:off x="2298" y="873"/>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8" name="Freeform 1464"/>
              <p:cNvSpPr>
                <a:spLocks/>
              </p:cNvSpPr>
              <p:nvPr userDrawn="1"/>
            </p:nvSpPr>
            <p:spPr bwMode="gray">
              <a:xfrm>
                <a:off x="2286" y="948"/>
                <a:ext cx="13" cy="9"/>
              </a:xfrm>
              <a:custGeom>
                <a:avLst/>
                <a:gdLst>
                  <a:gd name="T0" fmla="*/ 400 w 10"/>
                  <a:gd name="T1" fmla="*/ 0 h 9"/>
                  <a:gd name="T2" fmla="*/ 287 w 10"/>
                  <a:gd name="T3" fmla="*/ 0 h 9"/>
                  <a:gd name="T4" fmla="*/ 221 w 10"/>
                  <a:gd name="T5" fmla="*/ 0 h 9"/>
                  <a:gd name="T6" fmla="*/ 131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9" name="Freeform 1465"/>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0" name="Line 1466"/>
              <p:cNvSpPr>
                <a:spLocks noChangeShapeType="1"/>
              </p:cNvSpPr>
              <p:nvPr userDrawn="1"/>
            </p:nvSpPr>
            <p:spPr bwMode="gray">
              <a:xfrm flipH="1">
                <a:off x="2494" y="1018"/>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1" name="Freeform 1467"/>
              <p:cNvSpPr>
                <a:spLocks/>
              </p:cNvSpPr>
              <p:nvPr userDrawn="1"/>
            </p:nvSpPr>
            <p:spPr bwMode="gray">
              <a:xfrm>
                <a:off x="2494" y="1016"/>
                <a:ext cx="13" cy="9"/>
              </a:xfrm>
              <a:custGeom>
                <a:avLst/>
                <a:gdLst>
                  <a:gd name="T0" fmla="*/ 0 w 10"/>
                  <a:gd name="T1" fmla="*/ 9 h 9"/>
                  <a:gd name="T2" fmla="*/ 101 w 10"/>
                  <a:gd name="T3" fmla="*/ 6 h 9"/>
                  <a:gd name="T4" fmla="*/ 101 w 10"/>
                  <a:gd name="T5" fmla="*/ 2 h 9"/>
                  <a:gd name="T6" fmla="*/ 221 w 10"/>
                  <a:gd name="T7" fmla="*/ 0 h 9"/>
                  <a:gd name="T8" fmla="*/ 287 w 10"/>
                  <a:gd name="T9" fmla="*/ 0 h 9"/>
                  <a:gd name="T10" fmla="*/ 40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2" name="Freeform 1468"/>
              <p:cNvSpPr>
                <a:spLocks/>
              </p:cNvSpPr>
              <p:nvPr userDrawn="1"/>
            </p:nvSpPr>
            <p:spPr bwMode="gray">
              <a:xfrm>
                <a:off x="2906" y="2029"/>
                <a:ext cx="20" cy="4"/>
              </a:xfrm>
              <a:custGeom>
                <a:avLst/>
                <a:gdLst>
                  <a:gd name="T0" fmla="*/ 20 w 20"/>
                  <a:gd name="T1" fmla="*/ 116 h 3"/>
                  <a:gd name="T2" fmla="*/ 16 w 20"/>
                  <a:gd name="T3" fmla="*/ 0 h 3"/>
                  <a:gd name="T4" fmla="*/ 11 w 20"/>
                  <a:gd name="T5" fmla="*/ 0 h 3"/>
                  <a:gd name="T6" fmla="*/ 6 w 20"/>
                  <a:gd name="T7" fmla="*/ 116 h 3"/>
                  <a:gd name="T8" fmla="*/ 0 w 20"/>
                  <a:gd name="T9" fmla="*/ 155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3" name="Line 1469"/>
              <p:cNvSpPr>
                <a:spLocks noChangeShapeType="1"/>
              </p:cNvSpPr>
              <p:nvPr userDrawn="1"/>
            </p:nvSpPr>
            <p:spPr bwMode="gray">
              <a:xfrm flipV="1">
                <a:off x="2915" y="1920"/>
                <a:ext cx="2"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4" name="Line 1470"/>
              <p:cNvSpPr>
                <a:spLocks noChangeShapeType="1"/>
              </p:cNvSpPr>
              <p:nvPr userDrawn="1"/>
            </p:nvSpPr>
            <p:spPr bwMode="gray">
              <a:xfrm flipV="1">
                <a:off x="2926" y="1922"/>
                <a:ext cx="1"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5" name="Freeform 1471"/>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6" name="Line 1472"/>
              <p:cNvSpPr>
                <a:spLocks noChangeShapeType="1"/>
              </p:cNvSpPr>
              <p:nvPr userDrawn="1"/>
            </p:nvSpPr>
            <p:spPr bwMode="gray">
              <a:xfrm flipH="1">
                <a:off x="2906" y="1924"/>
                <a:ext cx="2"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7" name="Freeform 1473"/>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8" name="Freeform 1474"/>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9" name="Line 1475"/>
              <p:cNvSpPr>
                <a:spLocks noChangeShapeType="1"/>
              </p:cNvSpPr>
              <p:nvPr userDrawn="1"/>
            </p:nvSpPr>
            <p:spPr bwMode="gray">
              <a:xfrm>
                <a:off x="2924" y="1910"/>
                <a:ext cx="203"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0" name="Line 1476"/>
              <p:cNvSpPr>
                <a:spLocks noChangeShapeType="1"/>
              </p:cNvSpPr>
              <p:nvPr userDrawn="1"/>
            </p:nvSpPr>
            <p:spPr bwMode="gray">
              <a:xfrm>
                <a:off x="2927" y="1922"/>
                <a:ext cx="19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1" name="Freeform 1477"/>
              <p:cNvSpPr>
                <a:spLocks/>
              </p:cNvSpPr>
              <p:nvPr userDrawn="1"/>
            </p:nvSpPr>
            <p:spPr bwMode="gray">
              <a:xfrm>
                <a:off x="3123" y="1979"/>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2" name="Line 1478"/>
              <p:cNvSpPr>
                <a:spLocks noChangeShapeType="1"/>
              </p:cNvSpPr>
              <p:nvPr userDrawn="1"/>
            </p:nvSpPr>
            <p:spPr bwMode="gray">
              <a:xfrm flipH="1" flipV="1">
                <a:off x="2924" y="1901"/>
                <a:ext cx="20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3" name="Freeform 1479"/>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4" name="Freeform 1480"/>
              <p:cNvSpPr>
                <a:spLocks/>
              </p:cNvSpPr>
              <p:nvPr userDrawn="1"/>
            </p:nvSpPr>
            <p:spPr bwMode="gray">
              <a:xfrm>
                <a:off x="3123"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5" name="Line 1481"/>
              <p:cNvSpPr>
                <a:spLocks noChangeShapeType="1"/>
              </p:cNvSpPr>
              <p:nvPr userDrawn="1"/>
            </p:nvSpPr>
            <p:spPr bwMode="gray">
              <a:xfrm flipH="1">
                <a:off x="3130" y="1997"/>
                <a:ext cx="4"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6" name="Line 1482"/>
              <p:cNvSpPr>
                <a:spLocks noChangeShapeType="1"/>
              </p:cNvSpPr>
              <p:nvPr userDrawn="1"/>
            </p:nvSpPr>
            <p:spPr bwMode="gray">
              <a:xfrm flipH="1">
                <a:off x="3123" y="1996"/>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7" name="Freeform 1483"/>
              <p:cNvSpPr>
                <a:spLocks/>
              </p:cNvSpPr>
              <p:nvPr userDrawn="1"/>
            </p:nvSpPr>
            <p:spPr bwMode="gray">
              <a:xfrm>
                <a:off x="3123" y="2214"/>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8" name="Line 1484"/>
              <p:cNvSpPr>
                <a:spLocks noChangeShapeType="1"/>
              </p:cNvSpPr>
              <p:nvPr userDrawn="1"/>
            </p:nvSpPr>
            <p:spPr bwMode="gray">
              <a:xfrm flipV="1">
                <a:off x="3141" y="1994"/>
                <a:ext cx="2"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9" name="Freeform 1485"/>
              <p:cNvSpPr>
                <a:spLocks/>
              </p:cNvSpPr>
              <p:nvPr userDrawn="1"/>
            </p:nvSpPr>
            <p:spPr bwMode="gray">
              <a:xfrm>
                <a:off x="3123" y="1994"/>
                <a:ext cx="20" cy="4"/>
              </a:xfrm>
              <a:custGeom>
                <a:avLst/>
                <a:gdLst>
                  <a:gd name="T0" fmla="*/ 0 w 20"/>
                  <a:gd name="T1" fmla="*/ 116 h 3"/>
                  <a:gd name="T2" fmla="*/ 6 w 20"/>
                  <a:gd name="T3" fmla="*/ 155 h 3"/>
                  <a:gd name="T4" fmla="*/ 11 w 20"/>
                  <a:gd name="T5" fmla="*/ 155 h 3"/>
                  <a:gd name="T6" fmla="*/ 16 w 20"/>
                  <a:gd name="T7" fmla="*/ 155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0" name="Freeform 1486"/>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1" name="Line 1487"/>
              <p:cNvSpPr>
                <a:spLocks noChangeShapeType="1"/>
              </p:cNvSpPr>
              <p:nvPr userDrawn="1"/>
            </p:nvSpPr>
            <p:spPr bwMode="gray">
              <a:xfrm flipH="1" flipV="1">
                <a:off x="2923" y="2144"/>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2" name="Line 1488"/>
              <p:cNvSpPr>
                <a:spLocks noChangeShapeType="1"/>
              </p:cNvSpPr>
              <p:nvPr userDrawn="1"/>
            </p:nvSpPr>
            <p:spPr bwMode="gray">
              <a:xfrm flipH="1" flipV="1">
                <a:off x="2926" y="2137"/>
                <a:ext cx="196"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3" name="Freeform 1489"/>
              <p:cNvSpPr>
                <a:spLocks/>
              </p:cNvSpPr>
              <p:nvPr userDrawn="1"/>
            </p:nvSpPr>
            <p:spPr bwMode="gray">
              <a:xfrm>
                <a:off x="2923"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4" name="Line 1490"/>
              <p:cNvSpPr>
                <a:spLocks noChangeShapeType="1"/>
              </p:cNvSpPr>
              <p:nvPr userDrawn="1"/>
            </p:nvSpPr>
            <p:spPr bwMode="gray">
              <a:xfrm>
                <a:off x="2924" y="2141"/>
                <a:ext cx="20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5" name="Freeform 1491"/>
              <p:cNvSpPr>
                <a:spLocks/>
              </p:cNvSpPr>
              <p:nvPr userDrawn="1"/>
            </p:nvSpPr>
            <p:spPr bwMode="gray">
              <a:xfrm>
                <a:off x="3123" y="2214"/>
                <a:ext cx="4" cy="8"/>
              </a:xfrm>
              <a:custGeom>
                <a:avLst/>
                <a:gdLst>
                  <a:gd name="T0" fmla="*/ 1 w 7"/>
                  <a:gd name="T1" fmla="*/ 7 h 8"/>
                  <a:gd name="T2" fmla="*/ 1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6" name="Freeform 1492"/>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7" name="Line 1493"/>
              <p:cNvSpPr>
                <a:spLocks noChangeShapeType="1"/>
              </p:cNvSpPr>
              <p:nvPr userDrawn="1"/>
            </p:nvSpPr>
            <p:spPr bwMode="gray">
              <a:xfrm flipH="1">
                <a:off x="3290" y="2040"/>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8" name="Line 1494"/>
              <p:cNvSpPr>
                <a:spLocks noChangeShapeType="1"/>
              </p:cNvSpPr>
              <p:nvPr userDrawn="1"/>
            </p:nvSpPr>
            <p:spPr bwMode="gray">
              <a:xfrm>
                <a:off x="3284" y="2038"/>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9" name="Freeform 1495"/>
              <p:cNvSpPr>
                <a:spLocks/>
              </p:cNvSpPr>
              <p:nvPr userDrawn="1"/>
            </p:nvSpPr>
            <p:spPr bwMode="gray">
              <a:xfrm>
                <a:off x="3284" y="2109"/>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0" name="Line 1496"/>
              <p:cNvSpPr>
                <a:spLocks noChangeShapeType="1"/>
              </p:cNvSpPr>
              <p:nvPr userDrawn="1"/>
            </p:nvSpPr>
            <p:spPr bwMode="gray">
              <a:xfrm flipV="1">
                <a:off x="3286" y="2038"/>
                <a:ext cx="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1" name="Freeform 1497"/>
              <p:cNvSpPr>
                <a:spLocks/>
              </p:cNvSpPr>
              <p:nvPr userDrawn="1"/>
            </p:nvSpPr>
            <p:spPr bwMode="gray">
              <a:xfrm>
                <a:off x="3276" y="2109"/>
                <a:ext cx="8" cy="13"/>
              </a:xfrm>
              <a:custGeom>
                <a:avLst/>
                <a:gdLst>
                  <a:gd name="T0" fmla="*/ 0 w 8"/>
                  <a:gd name="T1" fmla="*/ 2 h 17"/>
                  <a:gd name="T2" fmla="*/ 3 w 8"/>
                  <a:gd name="T3" fmla="*/ 2 h 17"/>
                  <a:gd name="T4" fmla="*/ 7 w 8"/>
                  <a:gd name="T5" fmla="*/ 2 h 17"/>
                  <a:gd name="T6" fmla="*/ 7 w 8"/>
                  <a:gd name="T7" fmla="*/ 2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2" name="Freeform 1498"/>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3" name="Line 1499"/>
              <p:cNvSpPr>
                <a:spLocks noChangeShapeType="1"/>
              </p:cNvSpPr>
              <p:nvPr userDrawn="1"/>
            </p:nvSpPr>
            <p:spPr bwMode="gray">
              <a:xfrm flipV="1">
                <a:off x="3137" y="2125"/>
                <a:ext cx="146"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4" name="Line 1500"/>
              <p:cNvSpPr>
                <a:spLocks noChangeShapeType="1"/>
              </p:cNvSpPr>
              <p:nvPr userDrawn="1"/>
            </p:nvSpPr>
            <p:spPr bwMode="gray">
              <a:xfrm flipV="1">
                <a:off x="3141" y="2118"/>
                <a:ext cx="143"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5" name="Freeform 1501"/>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6" name="Line 1502"/>
              <p:cNvSpPr>
                <a:spLocks noChangeShapeType="1"/>
              </p:cNvSpPr>
              <p:nvPr userDrawn="1"/>
            </p:nvSpPr>
            <p:spPr bwMode="gray">
              <a:xfrm flipH="1">
                <a:off x="3129" y="2125"/>
                <a:ext cx="147"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7" name="Freeform 1503"/>
              <p:cNvSpPr>
                <a:spLocks/>
              </p:cNvSpPr>
              <p:nvPr userDrawn="1"/>
            </p:nvSpPr>
            <p:spPr bwMode="gray">
              <a:xfrm>
                <a:off x="3129" y="2214"/>
                <a:ext cx="13" cy="8"/>
              </a:xfrm>
              <a:custGeom>
                <a:avLst/>
                <a:gdLst>
                  <a:gd name="T0" fmla="*/ 0 w 12"/>
                  <a:gd name="T1" fmla="*/ 7 h 8"/>
                  <a:gd name="T2" fmla="*/ 5 w 12"/>
                  <a:gd name="T3" fmla="*/ 8 h 8"/>
                  <a:gd name="T4" fmla="*/ 26 w 12"/>
                  <a:gd name="T5" fmla="*/ 7 h 8"/>
                  <a:gd name="T6" fmla="*/ 30 w 12"/>
                  <a:gd name="T7" fmla="*/ 3 h 8"/>
                  <a:gd name="T8" fmla="*/ 36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8" name="Line 1504"/>
              <p:cNvSpPr>
                <a:spLocks noChangeShapeType="1"/>
              </p:cNvSpPr>
              <p:nvPr userDrawn="1"/>
            </p:nvSpPr>
            <p:spPr bwMode="gray">
              <a:xfrm>
                <a:off x="2537" y="2097"/>
                <a:ext cx="4"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9" name="Line 1505"/>
              <p:cNvSpPr>
                <a:spLocks noChangeShapeType="1"/>
              </p:cNvSpPr>
              <p:nvPr userDrawn="1"/>
            </p:nvSpPr>
            <p:spPr bwMode="gray">
              <a:xfrm>
                <a:off x="2541" y="2099"/>
                <a:ext cx="1"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0" name="Freeform 1506"/>
              <p:cNvSpPr>
                <a:spLocks/>
              </p:cNvSpPr>
              <p:nvPr userDrawn="1"/>
            </p:nvSpPr>
            <p:spPr bwMode="gray">
              <a:xfrm>
                <a:off x="2541" y="2150"/>
                <a:ext cx="4" cy="13"/>
              </a:xfrm>
              <a:custGeom>
                <a:avLst/>
                <a:gdLst>
                  <a:gd name="T0" fmla="*/ 2 w 5"/>
                  <a:gd name="T1" fmla="*/ 0 h 10"/>
                  <a:gd name="T2" fmla="*/ 0 w 5"/>
                  <a:gd name="T3" fmla="*/ 131 h 10"/>
                  <a:gd name="T4" fmla="*/ 0 w 5"/>
                  <a:gd name="T5" fmla="*/ 221 h 10"/>
                  <a:gd name="T6" fmla="*/ 2 w 5"/>
                  <a:gd name="T7" fmla="*/ 308 h 10"/>
                  <a:gd name="T8" fmla="*/ 2 w 5"/>
                  <a:gd name="T9" fmla="*/ 40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1" name="Line 1507"/>
              <p:cNvSpPr>
                <a:spLocks noChangeShapeType="1"/>
              </p:cNvSpPr>
              <p:nvPr userDrawn="1"/>
            </p:nvSpPr>
            <p:spPr bwMode="gray">
              <a:xfrm flipH="1" flipV="1">
                <a:off x="2543" y="2099"/>
                <a:ext cx="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2" name="Freeform 1508"/>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3" name="Freeform 1509"/>
              <p:cNvSpPr>
                <a:spLocks/>
              </p:cNvSpPr>
              <p:nvPr userDrawn="1"/>
            </p:nvSpPr>
            <p:spPr bwMode="gray">
              <a:xfrm>
                <a:off x="2821" y="1954"/>
                <a:ext cx="10" cy="13"/>
              </a:xfrm>
              <a:custGeom>
                <a:avLst/>
                <a:gdLst>
                  <a:gd name="T0" fmla="*/ 10 w 10"/>
                  <a:gd name="T1" fmla="*/ 3 h 15"/>
                  <a:gd name="T2" fmla="*/ 10 w 10"/>
                  <a:gd name="T3" fmla="*/ 3 h 15"/>
                  <a:gd name="T4" fmla="*/ 7 w 10"/>
                  <a:gd name="T5" fmla="*/ 3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4" name="Line 1510"/>
              <p:cNvSpPr>
                <a:spLocks noChangeShapeType="1"/>
              </p:cNvSpPr>
              <p:nvPr userDrawn="1"/>
            </p:nvSpPr>
            <p:spPr bwMode="gray">
              <a:xfrm flipH="1">
                <a:off x="2751" y="1912"/>
                <a:ext cx="15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5" name="Line 1511"/>
              <p:cNvSpPr>
                <a:spLocks noChangeShapeType="1"/>
              </p:cNvSpPr>
              <p:nvPr userDrawn="1"/>
            </p:nvSpPr>
            <p:spPr bwMode="gray">
              <a:xfrm flipH="1">
                <a:off x="2754" y="1924"/>
                <a:ext cx="154"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6" name="Freeform 1512"/>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7" name="Line 1513"/>
              <p:cNvSpPr>
                <a:spLocks noChangeShapeType="1"/>
              </p:cNvSpPr>
              <p:nvPr userDrawn="1"/>
            </p:nvSpPr>
            <p:spPr bwMode="gray">
              <a:xfrm flipV="1">
                <a:off x="2744" y="1903"/>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8" name="Freeform 1514"/>
              <p:cNvSpPr>
                <a:spLocks/>
              </p:cNvSpPr>
              <p:nvPr userDrawn="1"/>
            </p:nvSpPr>
            <p:spPr bwMode="gray">
              <a:xfrm>
                <a:off x="2906" y="1903"/>
                <a:ext cx="4" cy="21"/>
              </a:xfrm>
              <a:custGeom>
                <a:avLst/>
                <a:gdLst>
                  <a:gd name="T0" fmla="*/ 2 w 5"/>
                  <a:gd name="T1" fmla="*/ 21 h 21"/>
                  <a:gd name="T2" fmla="*/ 2 w 5"/>
                  <a:gd name="T3" fmla="*/ 16 h 21"/>
                  <a:gd name="T4" fmla="*/ 2 w 5"/>
                  <a:gd name="T5" fmla="*/ 10 h 21"/>
                  <a:gd name="T6" fmla="*/ 2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9" name="Freeform 1515"/>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0" name="Line 1516"/>
              <p:cNvSpPr>
                <a:spLocks noChangeShapeType="1"/>
              </p:cNvSpPr>
              <p:nvPr userDrawn="1"/>
            </p:nvSpPr>
            <p:spPr bwMode="gray">
              <a:xfrm>
                <a:off x="2744" y="2018"/>
                <a:ext cx="2" cy="2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1" name="Line 1517"/>
              <p:cNvSpPr>
                <a:spLocks noChangeShapeType="1"/>
              </p:cNvSpPr>
              <p:nvPr userDrawn="1"/>
            </p:nvSpPr>
            <p:spPr bwMode="gray">
              <a:xfrm>
                <a:off x="2754" y="201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2" name="Freeform 1518"/>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3" name="Line 1519"/>
              <p:cNvSpPr>
                <a:spLocks noChangeShapeType="1"/>
              </p:cNvSpPr>
              <p:nvPr userDrawn="1"/>
            </p:nvSpPr>
            <p:spPr bwMode="gray">
              <a:xfrm flipV="1">
                <a:off x="2735" y="2017"/>
                <a:ext cx="1" cy="2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4" name="Freeform 1520"/>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5" name="Freeform 1521"/>
              <p:cNvSpPr>
                <a:spLocks/>
              </p:cNvSpPr>
              <p:nvPr userDrawn="1"/>
            </p:nvSpPr>
            <p:spPr bwMode="gray">
              <a:xfrm>
                <a:off x="2821" y="2187"/>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6" name="Line 1522"/>
              <p:cNvSpPr>
                <a:spLocks noChangeShapeType="1"/>
              </p:cNvSpPr>
              <p:nvPr userDrawn="1"/>
            </p:nvSpPr>
            <p:spPr bwMode="gray">
              <a:xfrm flipV="1">
                <a:off x="2751" y="2144"/>
                <a:ext cx="157"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7" name="Line 1523"/>
              <p:cNvSpPr>
                <a:spLocks noChangeShapeType="1"/>
              </p:cNvSpPr>
              <p:nvPr userDrawn="1"/>
            </p:nvSpPr>
            <p:spPr bwMode="gray">
              <a:xfrm flipV="1">
                <a:off x="2754" y="2139"/>
                <a:ext cx="152"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8" name="Freeform 1524"/>
              <p:cNvSpPr>
                <a:spLocks/>
              </p:cNvSpPr>
              <p:nvPr userDrawn="1"/>
            </p:nvSpPr>
            <p:spPr bwMode="gray">
              <a:xfrm>
                <a:off x="2906"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9" name="Line 1525"/>
              <p:cNvSpPr>
                <a:spLocks noChangeShapeType="1"/>
              </p:cNvSpPr>
              <p:nvPr userDrawn="1"/>
            </p:nvSpPr>
            <p:spPr bwMode="gray">
              <a:xfrm flipH="1">
                <a:off x="2744" y="2141"/>
                <a:ext cx="161" cy="10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0" name="Freeform 1526"/>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1066" name="Group 1527"/>
            <p:cNvGrpSpPr>
              <a:grpSpLocks/>
            </p:cNvGrpSpPr>
            <p:nvPr userDrawn="1"/>
          </p:nvGrpSpPr>
          <p:grpSpPr bwMode="auto">
            <a:xfrm>
              <a:off x="4059" y="2614"/>
              <a:ext cx="1572" cy="1574"/>
              <a:chOff x="2111" y="670"/>
              <a:chExt cx="1572" cy="1574"/>
            </a:xfrm>
          </p:grpSpPr>
          <p:sp>
            <p:nvSpPr>
              <p:cNvPr id="1121" name="Freeform 1528"/>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2" name="Line 1529"/>
              <p:cNvSpPr>
                <a:spLocks noChangeShapeType="1"/>
              </p:cNvSpPr>
              <p:nvPr userDrawn="1"/>
            </p:nvSpPr>
            <p:spPr bwMode="gray">
              <a:xfrm>
                <a:off x="2546"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3" name="Line 1530"/>
              <p:cNvSpPr>
                <a:spLocks noChangeShapeType="1"/>
              </p:cNvSpPr>
              <p:nvPr userDrawn="1"/>
            </p:nvSpPr>
            <p:spPr bwMode="gray">
              <a:xfrm>
                <a:off x="2544" y="2160"/>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4" name="Freeform 1531"/>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5" name="Line 1532"/>
              <p:cNvSpPr>
                <a:spLocks noChangeShapeType="1"/>
              </p:cNvSpPr>
              <p:nvPr userDrawn="1"/>
            </p:nvSpPr>
            <p:spPr bwMode="gray">
              <a:xfrm flipH="1" flipV="1">
                <a:off x="2553"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6" name="Freeform 1533"/>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7" name="Freeform 1534"/>
              <p:cNvSpPr>
                <a:spLocks/>
              </p:cNvSpPr>
              <p:nvPr userDrawn="1"/>
            </p:nvSpPr>
            <p:spPr bwMode="gray">
              <a:xfrm>
                <a:off x="2688" y="840"/>
                <a:ext cx="4" cy="4"/>
              </a:xfrm>
              <a:custGeom>
                <a:avLst/>
                <a:gdLst>
                  <a:gd name="T0" fmla="*/ 116 w 3"/>
                  <a:gd name="T1" fmla="*/ 1 h 7"/>
                  <a:gd name="T2" fmla="*/ 155 w 3"/>
                  <a:gd name="T3" fmla="*/ 1 h 7"/>
                  <a:gd name="T4" fmla="*/ 155 w 3"/>
                  <a:gd name="T5" fmla="*/ 1 h 7"/>
                  <a:gd name="T6" fmla="*/ 155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8" name="Freeform 1535"/>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9" name="Line 1536"/>
              <p:cNvSpPr>
                <a:spLocks noChangeShapeType="1"/>
              </p:cNvSpPr>
              <p:nvPr userDrawn="1"/>
            </p:nvSpPr>
            <p:spPr bwMode="gray">
              <a:xfrm flipH="1">
                <a:off x="2530" y="836"/>
                <a:ext cx="167"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0" name="Line 1537"/>
              <p:cNvSpPr>
                <a:spLocks noChangeShapeType="1"/>
              </p:cNvSpPr>
              <p:nvPr userDrawn="1"/>
            </p:nvSpPr>
            <p:spPr bwMode="gray">
              <a:xfrm flipH="1">
                <a:off x="2529" y="847"/>
                <a:ext cx="161"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1" name="Freeform 1538"/>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2" name="Line 1539"/>
              <p:cNvSpPr>
                <a:spLocks noChangeShapeType="1"/>
              </p:cNvSpPr>
              <p:nvPr userDrawn="1"/>
            </p:nvSpPr>
            <p:spPr bwMode="gray">
              <a:xfrm flipV="1">
                <a:off x="2539" y="833"/>
                <a:ext cx="170"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3" name="Freeform 1540"/>
              <p:cNvSpPr>
                <a:spLocks/>
              </p:cNvSpPr>
              <p:nvPr userDrawn="1"/>
            </p:nvSpPr>
            <p:spPr bwMode="gray">
              <a:xfrm>
                <a:off x="2690" y="833"/>
                <a:ext cx="19" cy="13"/>
              </a:xfrm>
              <a:custGeom>
                <a:avLst/>
                <a:gdLst>
                  <a:gd name="T0" fmla="*/ 0 w 19"/>
                  <a:gd name="T1" fmla="*/ 7 h 14"/>
                  <a:gd name="T2" fmla="*/ 3 w 19"/>
                  <a:gd name="T3" fmla="*/ 7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4" name="Freeform 1541"/>
              <p:cNvSpPr>
                <a:spLocks/>
              </p:cNvSpPr>
              <p:nvPr userDrawn="1"/>
            </p:nvSpPr>
            <p:spPr bwMode="gray">
              <a:xfrm>
                <a:off x="2527" y="1043"/>
                <a:ext cx="4" cy="8"/>
              </a:xfrm>
              <a:custGeom>
                <a:avLst/>
                <a:gdLst>
                  <a:gd name="T0" fmla="*/ 2 w 5"/>
                  <a:gd name="T1" fmla="*/ 0 h 8"/>
                  <a:gd name="T2" fmla="*/ 0 w 5"/>
                  <a:gd name="T3" fmla="*/ 3 h 8"/>
                  <a:gd name="T4" fmla="*/ 0 w 5"/>
                  <a:gd name="T5" fmla="*/ 5 h 8"/>
                  <a:gd name="T6" fmla="*/ 2 w 5"/>
                  <a:gd name="T7" fmla="*/ 7 h 8"/>
                  <a:gd name="T8" fmla="*/ 2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5" name="Line 1542"/>
              <p:cNvSpPr>
                <a:spLocks noChangeShapeType="1"/>
              </p:cNvSpPr>
              <p:nvPr userDrawn="1"/>
            </p:nvSpPr>
            <p:spPr bwMode="gray">
              <a:xfrm>
                <a:off x="2525" y="929"/>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6" name="Line 1543"/>
              <p:cNvSpPr>
                <a:spLocks noChangeShapeType="1"/>
              </p:cNvSpPr>
              <p:nvPr userDrawn="1"/>
            </p:nvSpPr>
            <p:spPr bwMode="gray">
              <a:xfrm>
                <a:off x="2529" y="925"/>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7" name="Freeform 1544"/>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8" name="Line 1545"/>
              <p:cNvSpPr>
                <a:spLocks noChangeShapeType="1"/>
              </p:cNvSpPr>
              <p:nvPr userDrawn="1"/>
            </p:nvSpPr>
            <p:spPr bwMode="gray">
              <a:xfrm flipH="1" flipV="1">
                <a:off x="2530" y="934"/>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9" name="Freeform 1546"/>
              <p:cNvSpPr>
                <a:spLocks/>
              </p:cNvSpPr>
              <p:nvPr userDrawn="1"/>
            </p:nvSpPr>
            <p:spPr bwMode="gray">
              <a:xfrm>
                <a:off x="2525" y="925"/>
                <a:ext cx="4" cy="9"/>
              </a:xfrm>
              <a:custGeom>
                <a:avLst/>
                <a:gdLst>
                  <a:gd name="T0" fmla="*/ 2 w 5"/>
                  <a:gd name="T1" fmla="*/ 9 h 9"/>
                  <a:gd name="T2" fmla="*/ 2 w 5"/>
                  <a:gd name="T3" fmla="*/ 7 h 9"/>
                  <a:gd name="T4" fmla="*/ 0 w 5"/>
                  <a:gd name="T5" fmla="*/ 4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0" name="Freeform 1547"/>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1" name="Freeform 1548"/>
              <p:cNvSpPr>
                <a:spLocks/>
              </p:cNvSpPr>
              <p:nvPr userDrawn="1"/>
            </p:nvSpPr>
            <p:spPr bwMode="gray">
              <a:xfrm>
                <a:off x="2861" y="754"/>
                <a:ext cx="22" cy="2"/>
              </a:xfrm>
              <a:custGeom>
                <a:avLst/>
                <a:gdLst>
                  <a:gd name="T0" fmla="*/ 145 w 19"/>
                  <a:gd name="T1" fmla="*/ 0 h 2"/>
                  <a:gd name="T2" fmla="*/ 108 w 19"/>
                  <a:gd name="T3" fmla="*/ 2 h 2"/>
                  <a:gd name="T4" fmla="*/ 52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2" name="Freeform 1549"/>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3" name="Freeform 1550"/>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4" name="Line 1551"/>
              <p:cNvSpPr>
                <a:spLocks noChangeShapeType="1"/>
              </p:cNvSpPr>
              <p:nvPr userDrawn="1"/>
            </p:nvSpPr>
            <p:spPr bwMode="gray">
              <a:xfrm flipH="1">
                <a:off x="2880" y="672"/>
                <a:ext cx="15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5" name="Line 1552"/>
              <p:cNvSpPr>
                <a:spLocks noChangeShapeType="1"/>
              </p:cNvSpPr>
              <p:nvPr userDrawn="1"/>
            </p:nvSpPr>
            <p:spPr bwMode="gray">
              <a:xfrm flipH="1">
                <a:off x="2880" y="680"/>
                <a:ext cx="15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6" name="Freeform 1553"/>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7" name="Line 1554"/>
              <p:cNvSpPr>
                <a:spLocks noChangeShapeType="1"/>
              </p:cNvSpPr>
              <p:nvPr userDrawn="1"/>
            </p:nvSpPr>
            <p:spPr bwMode="gray">
              <a:xfrm flipV="1">
                <a:off x="2884" y="670"/>
                <a:ext cx="159"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8" name="Freeform 1555"/>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9" name="Freeform 1556"/>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0" name="Line 1557"/>
              <p:cNvSpPr>
                <a:spLocks noChangeShapeType="1"/>
              </p:cNvSpPr>
              <p:nvPr userDrawn="1"/>
            </p:nvSpPr>
            <p:spPr bwMode="gray">
              <a:xfrm flipV="1">
                <a:off x="2920" y="913"/>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1" name="Line 1558"/>
              <p:cNvSpPr>
                <a:spLocks noChangeShapeType="1"/>
              </p:cNvSpPr>
              <p:nvPr userDrawn="1"/>
            </p:nvSpPr>
            <p:spPr bwMode="gray">
              <a:xfrm flipV="1">
                <a:off x="2912" y="917"/>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2" name="Freeform 1559"/>
              <p:cNvSpPr>
                <a:spLocks/>
              </p:cNvSpPr>
              <p:nvPr userDrawn="1"/>
            </p:nvSpPr>
            <p:spPr bwMode="gray">
              <a:xfrm>
                <a:off x="2912" y="913"/>
                <a:ext cx="22" cy="4"/>
              </a:xfrm>
              <a:custGeom>
                <a:avLst/>
                <a:gdLst>
                  <a:gd name="T0" fmla="*/ 0 w 21"/>
                  <a:gd name="T1" fmla="*/ 4 h 4"/>
                  <a:gd name="T2" fmla="*/ 7 w 21"/>
                  <a:gd name="T3" fmla="*/ 0 h 4"/>
                  <a:gd name="T4" fmla="*/ 28 w 21"/>
                  <a:gd name="T5" fmla="*/ 0 h 4"/>
                  <a:gd name="T6" fmla="*/ 38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3" name="Line 1560"/>
              <p:cNvSpPr>
                <a:spLocks noChangeShapeType="1"/>
              </p:cNvSpPr>
              <p:nvPr userDrawn="1"/>
            </p:nvSpPr>
            <p:spPr bwMode="gray">
              <a:xfrm flipH="1">
                <a:off x="2931" y="91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4" name="Freeform 1561"/>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5" name="Freeform 1562"/>
              <p:cNvSpPr>
                <a:spLocks/>
              </p:cNvSpPr>
              <p:nvPr userDrawn="1"/>
            </p:nvSpPr>
            <p:spPr bwMode="gray">
              <a:xfrm>
                <a:off x="2842" y="929"/>
                <a:ext cx="13" cy="16"/>
              </a:xfrm>
              <a:custGeom>
                <a:avLst/>
                <a:gdLst>
                  <a:gd name="T0" fmla="*/ 36 w 12"/>
                  <a:gd name="T1" fmla="*/ 16 h 16"/>
                  <a:gd name="T2" fmla="*/ 30 w 12"/>
                  <a:gd name="T3" fmla="*/ 10 h 16"/>
                  <a:gd name="T4" fmla="*/ 2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6" name="Line 1563"/>
              <p:cNvSpPr>
                <a:spLocks noChangeShapeType="1"/>
              </p:cNvSpPr>
              <p:nvPr userDrawn="1"/>
            </p:nvSpPr>
            <p:spPr bwMode="gray">
              <a:xfrm flipH="1">
                <a:off x="2749" y="903"/>
                <a:ext cx="16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7" name="Line 1564"/>
              <p:cNvSpPr>
                <a:spLocks noChangeShapeType="1"/>
              </p:cNvSpPr>
              <p:nvPr userDrawn="1"/>
            </p:nvSpPr>
            <p:spPr bwMode="gray">
              <a:xfrm flipH="1">
                <a:off x="2753" y="917"/>
                <a:ext cx="159"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8" name="Freeform 1565"/>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9" name="Line 1566"/>
              <p:cNvSpPr>
                <a:spLocks noChangeShapeType="1"/>
              </p:cNvSpPr>
              <p:nvPr userDrawn="1"/>
            </p:nvSpPr>
            <p:spPr bwMode="gray">
              <a:xfrm flipV="1">
                <a:off x="2740" y="896"/>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0" name="Freeform 1567"/>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1" name="Freeform 1568"/>
              <p:cNvSpPr>
                <a:spLocks/>
              </p:cNvSpPr>
              <p:nvPr userDrawn="1"/>
            </p:nvSpPr>
            <p:spPr bwMode="gray">
              <a:xfrm>
                <a:off x="2732" y="1116"/>
                <a:ext cx="21" cy="4"/>
              </a:xfrm>
              <a:custGeom>
                <a:avLst/>
                <a:gdLst>
                  <a:gd name="T0" fmla="*/ 21 w 21"/>
                  <a:gd name="T1" fmla="*/ 0 h 2"/>
                  <a:gd name="T2" fmla="*/ 15 w 21"/>
                  <a:gd name="T3" fmla="*/ 32768 h 2"/>
                  <a:gd name="T4" fmla="*/ 10 w 21"/>
                  <a:gd name="T5" fmla="*/ 32768 h 2"/>
                  <a:gd name="T6" fmla="*/ 5 w 21"/>
                  <a:gd name="T7" fmla="*/ 32768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2" name="Line 1569"/>
              <p:cNvSpPr>
                <a:spLocks noChangeShapeType="1"/>
              </p:cNvSpPr>
              <p:nvPr userDrawn="1"/>
            </p:nvSpPr>
            <p:spPr bwMode="gray">
              <a:xfrm>
                <a:off x="2742" y="999"/>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3" name="Line 1570"/>
              <p:cNvSpPr>
                <a:spLocks noChangeShapeType="1"/>
              </p:cNvSpPr>
              <p:nvPr userDrawn="1"/>
            </p:nvSpPr>
            <p:spPr bwMode="gray">
              <a:xfrm>
                <a:off x="2753" y="997"/>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4" name="Freeform 1571"/>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5" name="Line 1572"/>
              <p:cNvSpPr>
                <a:spLocks noChangeShapeType="1"/>
              </p:cNvSpPr>
              <p:nvPr userDrawn="1"/>
            </p:nvSpPr>
            <p:spPr bwMode="gray">
              <a:xfrm flipV="1">
                <a:off x="2732" y="997"/>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6" name="Freeform 1573"/>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7" name="Freeform 1574"/>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8" name="Line 1575"/>
              <p:cNvSpPr>
                <a:spLocks noChangeShapeType="1"/>
              </p:cNvSpPr>
              <p:nvPr userDrawn="1"/>
            </p:nvSpPr>
            <p:spPr bwMode="gray">
              <a:xfrm flipV="1">
                <a:off x="2749" y="1156"/>
                <a:ext cx="163"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9" name="Line 1576"/>
              <p:cNvSpPr>
                <a:spLocks noChangeShapeType="1"/>
              </p:cNvSpPr>
              <p:nvPr userDrawn="1"/>
            </p:nvSpPr>
            <p:spPr bwMode="gray">
              <a:xfrm flipV="1">
                <a:off x="2753" y="1149"/>
                <a:ext cx="159"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0" name="Freeform 1577"/>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1" name="Line 1578"/>
              <p:cNvSpPr>
                <a:spLocks noChangeShapeType="1"/>
              </p:cNvSpPr>
              <p:nvPr userDrawn="1"/>
            </p:nvSpPr>
            <p:spPr bwMode="gray">
              <a:xfrm flipH="1">
                <a:off x="2740" y="1154"/>
                <a:ext cx="169"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2" name="Freeform 1579"/>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3" name="Freeform 1580"/>
              <p:cNvSpPr>
                <a:spLocks/>
              </p:cNvSpPr>
              <p:nvPr userDrawn="1"/>
            </p:nvSpPr>
            <p:spPr bwMode="gray">
              <a:xfrm>
                <a:off x="3099" y="820"/>
                <a:ext cx="4" cy="7"/>
              </a:xfrm>
              <a:custGeom>
                <a:avLst/>
                <a:gdLst>
                  <a:gd name="T0" fmla="*/ 2 w 5"/>
                  <a:gd name="T1" fmla="*/ 0 h 7"/>
                  <a:gd name="T2" fmla="*/ 0 w 5"/>
                  <a:gd name="T3" fmla="*/ 2 h 7"/>
                  <a:gd name="T4" fmla="*/ 0 w 5"/>
                  <a:gd name="T5" fmla="*/ 4 h 7"/>
                  <a:gd name="T6" fmla="*/ 2 w 5"/>
                  <a:gd name="T7" fmla="*/ 6 h 7"/>
                  <a:gd name="T8" fmla="*/ 2 w 5"/>
                  <a:gd name="T9" fmla="*/ 7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4" name="Line 1581"/>
              <p:cNvSpPr>
                <a:spLocks noChangeShapeType="1"/>
              </p:cNvSpPr>
              <p:nvPr userDrawn="1"/>
            </p:nvSpPr>
            <p:spPr bwMode="gray">
              <a:xfrm flipV="1">
                <a:off x="3253" y="742"/>
                <a:ext cx="4" cy="1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5" name="Line 1582"/>
              <p:cNvSpPr>
                <a:spLocks noChangeShapeType="1"/>
              </p:cNvSpPr>
              <p:nvPr userDrawn="1"/>
            </p:nvSpPr>
            <p:spPr bwMode="gray">
              <a:xfrm flipV="1">
                <a:off x="3249" y="745"/>
                <a:ext cx="2" cy="10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6" name="Freeform 1583"/>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7" name="Line 1584"/>
              <p:cNvSpPr>
                <a:spLocks noChangeShapeType="1"/>
              </p:cNvSpPr>
              <p:nvPr userDrawn="1"/>
            </p:nvSpPr>
            <p:spPr bwMode="gray">
              <a:xfrm flipH="1">
                <a:off x="3246" y="738"/>
                <a:ext cx="3" cy="1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8" name="Freeform 1585"/>
              <p:cNvSpPr>
                <a:spLocks/>
              </p:cNvSpPr>
              <p:nvPr userDrawn="1"/>
            </p:nvSpPr>
            <p:spPr bwMode="gray">
              <a:xfrm>
                <a:off x="3146" y="777"/>
                <a:ext cx="13" cy="15"/>
              </a:xfrm>
              <a:custGeom>
                <a:avLst/>
                <a:gdLst>
                  <a:gd name="T0" fmla="*/ 36 w 12"/>
                  <a:gd name="T1" fmla="*/ 15 h 15"/>
                  <a:gd name="T2" fmla="*/ 33 w 12"/>
                  <a:gd name="T3" fmla="*/ 10 h 15"/>
                  <a:gd name="T4" fmla="*/ 28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9" name="Line 1586"/>
              <p:cNvSpPr>
                <a:spLocks noChangeShapeType="1"/>
              </p:cNvSpPr>
              <p:nvPr userDrawn="1"/>
            </p:nvSpPr>
            <p:spPr bwMode="gray">
              <a:xfrm flipH="1">
                <a:off x="3094" y="735"/>
                <a:ext cx="155"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0" name="Line 1587"/>
              <p:cNvSpPr>
                <a:spLocks noChangeShapeType="1"/>
              </p:cNvSpPr>
              <p:nvPr userDrawn="1"/>
            </p:nvSpPr>
            <p:spPr bwMode="gray">
              <a:xfrm flipH="1">
                <a:off x="3102" y="745"/>
                <a:ext cx="14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1" name="Freeform 1588"/>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2" name="Line 1589"/>
              <p:cNvSpPr>
                <a:spLocks noChangeShapeType="1"/>
              </p:cNvSpPr>
              <p:nvPr userDrawn="1"/>
            </p:nvSpPr>
            <p:spPr bwMode="gray">
              <a:xfrm flipV="1">
                <a:off x="3081" y="729"/>
                <a:ext cx="160"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3" name="Freeform 1590"/>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4" name="Freeform 1591"/>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5" name="Line 1592"/>
              <p:cNvSpPr>
                <a:spLocks noChangeShapeType="1"/>
              </p:cNvSpPr>
              <p:nvPr userDrawn="1"/>
            </p:nvSpPr>
            <p:spPr bwMode="gray">
              <a:xfrm>
                <a:off x="3048" y="672"/>
                <a:ext cx="198"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6" name="Line 1593"/>
              <p:cNvSpPr>
                <a:spLocks noChangeShapeType="1"/>
              </p:cNvSpPr>
              <p:nvPr userDrawn="1"/>
            </p:nvSpPr>
            <p:spPr bwMode="gray">
              <a:xfrm>
                <a:off x="3052" y="679"/>
                <a:ext cx="197"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7" name="Freeform 1594"/>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8" name="Line 1595"/>
              <p:cNvSpPr>
                <a:spLocks noChangeShapeType="1"/>
              </p:cNvSpPr>
              <p:nvPr userDrawn="1"/>
            </p:nvSpPr>
            <p:spPr bwMode="gray">
              <a:xfrm flipH="1" flipV="1">
                <a:off x="3043" y="670"/>
                <a:ext cx="198"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9" name="Freeform 1596"/>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0" name="Freeform 1597"/>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1" name="Line 1598"/>
              <p:cNvSpPr>
                <a:spLocks noChangeShapeType="1"/>
              </p:cNvSpPr>
              <p:nvPr userDrawn="1"/>
            </p:nvSpPr>
            <p:spPr bwMode="gray">
              <a:xfrm>
                <a:off x="2532" y="922"/>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2" name="Line 1599"/>
              <p:cNvSpPr>
                <a:spLocks noChangeShapeType="1"/>
              </p:cNvSpPr>
              <p:nvPr userDrawn="1"/>
            </p:nvSpPr>
            <p:spPr bwMode="gray">
              <a:xfrm>
                <a:off x="2539" y="915"/>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3" name="Freeform 1600"/>
              <p:cNvSpPr>
                <a:spLocks/>
              </p:cNvSpPr>
              <p:nvPr userDrawn="1"/>
            </p:nvSpPr>
            <p:spPr bwMode="gray">
              <a:xfrm>
                <a:off x="2732" y="980"/>
                <a:ext cx="4" cy="17"/>
              </a:xfrm>
              <a:custGeom>
                <a:avLst/>
                <a:gdLst>
                  <a:gd name="T0" fmla="*/ 1 w 8"/>
                  <a:gd name="T1" fmla="*/ 0 h 17"/>
                  <a:gd name="T2" fmla="*/ 1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4" name="Line 1601"/>
              <p:cNvSpPr>
                <a:spLocks noChangeShapeType="1"/>
              </p:cNvSpPr>
              <p:nvPr userDrawn="1"/>
            </p:nvSpPr>
            <p:spPr bwMode="gray">
              <a:xfrm flipH="1" flipV="1">
                <a:off x="2530" y="934"/>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5" name="Freeform 1602"/>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6" name="Line 1603"/>
              <p:cNvSpPr>
                <a:spLocks noChangeShapeType="1"/>
              </p:cNvSpPr>
              <p:nvPr userDrawn="1"/>
            </p:nvSpPr>
            <p:spPr bwMode="gray">
              <a:xfrm flipH="1" flipV="1">
                <a:off x="2503" y="1016"/>
                <a:ext cx="22" cy="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7" name="Line 1604"/>
              <p:cNvSpPr>
                <a:spLocks noChangeShapeType="1"/>
              </p:cNvSpPr>
              <p:nvPr userDrawn="1"/>
            </p:nvSpPr>
            <p:spPr bwMode="gray">
              <a:xfrm flipH="1" flipV="1">
                <a:off x="2496" y="1008"/>
                <a:ext cx="30"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8" name="Freeform 1605"/>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9" name="Freeform 1606"/>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0" name="Line 1607"/>
              <p:cNvSpPr>
                <a:spLocks noChangeShapeType="1"/>
              </p:cNvSpPr>
              <p:nvPr userDrawn="1"/>
            </p:nvSpPr>
            <p:spPr bwMode="gray">
              <a:xfrm flipH="1" flipV="1">
                <a:off x="2489" y="775"/>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1" name="Line 1608"/>
              <p:cNvSpPr>
                <a:spLocks noChangeShapeType="1"/>
              </p:cNvSpPr>
              <p:nvPr userDrawn="1"/>
            </p:nvSpPr>
            <p:spPr bwMode="gray">
              <a:xfrm flipH="1" flipV="1">
                <a:off x="2494" y="778"/>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2" name="Freeform 1609"/>
              <p:cNvSpPr>
                <a:spLocks/>
              </p:cNvSpPr>
              <p:nvPr userDrawn="1"/>
            </p:nvSpPr>
            <p:spPr bwMode="gray">
              <a:xfrm>
                <a:off x="2489" y="771"/>
                <a:ext cx="4" cy="4"/>
              </a:xfrm>
              <a:custGeom>
                <a:avLst/>
                <a:gdLst>
                  <a:gd name="T0" fmla="*/ 2 w 5"/>
                  <a:gd name="T1" fmla="*/ 1 h 7"/>
                  <a:gd name="T2" fmla="*/ 1 w 5"/>
                  <a:gd name="T3" fmla="*/ 1 h 7"/>
                  <a:gd name="T4" fmla="*/ 0 w 5"/>
                  <a:gd name="T5" fmla="*/ 1 h 7"/>
                  <a:gd name="T6" fmla="*/ 0 w 5"/>
                  <a:gd name="T7" fmla="*/ 1 h 7"/>
                  <a:gd name="T8" fmla="*/ 2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3" name="Line 1610"/>
              <p:cNvSpPr>
                <a:spLocks noChangeShapeType="1"/>
              </p:cNvSpPr>
              <p:nvPr userDrawn="1"/>
            </p:nvSpPr>
            <p:spPr bwMode="gray">
              <a:xfrm>
                <a:off x="2492" y="771"/>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4" name="Freeform 1611"/>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5" name="Freeform 1612"/>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6" name="Line 1613"/>
              <p:cNvSpPr>
                <a:spLocks noChangeShapeType="1"/>
              </p:cNvSpPr>
              <p:nvPr userDrawn="1"/>
            </p:nvSpPr>
            <p:spPr bwMode="gray">
              <a:xfrm>
                <a:off x="2496" y="768"/>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7" name="Line 1614"/>
              <p:cNvSpPr>
                <a:spLocks noChangeShapeType="1"/>
              </p:cNvSpPr>
              <p:nvPr userDrawn="1"/>
            </p:nvSpPr>
            <p:spPr bwMode="gray">
              <a:xfrm>
                <a:off x="2494" y="778"/>
                <a:ext cx="19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8" name="Freeform 1615"/>
              <p:cNvSpPr>
                <a:spLocks/>
              </p:cNvSpPr>
              <p:nvPr userDrawn="1"/>
            </p:nvSpPr>
            <p:spPr bwMode="gray">
              <a:xfrm>
                <a:off x="2688" y="826"/>
                <a:ext cx="22" cy="14"/>
              </a:xfrm>
              <a:custGeom>
                <a:avLst/>
                <a:gdLst>
                  <a:gd name="T0" fmla="*/ 0 w 19"/>
                  <a:gd name="T1" fmla="*/ 14 h 14"/>
                  <a:gd name="T2" fmla="*/ 3 w 19"/>
                  <a:gd name="T3" fmla="*/ 8 h 14"/>
                  <a:gd name="T4" fmla="*/ 69 w 19"/>
                  <a:gd name="T5" fmla="*/ 3 h 14"/>
                  <a:gd name="T6" fmla="*/ 108 w 19"/>
                  <a:gd name="T7" fmla="*/ 1 h 14"/>
                  <a:gd name="T8" fmla="*/ 145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9" name="Line 1616"/>
              <p:cNvSpPr>
                <a:spLocks noChangeShapeType="1"/>
              </p:cNvSpPr>
              <p:nvPr userDrawn="1"/>
            </p:nvSpPr>
            <p:spPr bwMode="gray">
              <a:xfrm flipH="1" flipV="1">
                <a:off x="2503" y="761"/>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0" name="Freeform 1617"/>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1" name="Freeform 1618"/>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2" name="Line 1619"/>
              <p:cNvSpPr>
                <a:spLocks noChangeShapeType="1"/>
              </p:cNvSpPr>
              <p:nvPr userDrawn="1"/>
            </p:nvSpPr>
            <p:spPr bwMode="gray">
              <a:xfrm>
                <a:off x="2929" y="903"/>
                <a:ext cx="213" cy="6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3" name="Line 1620"/>
              <p:cNvSpPr>
                <a:spLocks noChangeShapeType="1"/>
              </p:cNvSpPr>
              <p:nvPr userDrawn="1"/>
            </p:nvSpPr>
            <p:spPr bwMode="gray">
              <a:xfrm>
                <a:off x="2933" y="915"/>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4" name="Freeform 1621"/>
              <p:cNvSpPr>
                <a:spLocks/>
              </p:cNvSpPr>
              <p:nvPr userDrawn="1"/>
            </p:nvSpPr>
            <p:spPr bwMode="gray">
              <a:xfrm>
                <a:off x="3137" y="960"/>
                <a:ext cx="9" cy="22"/>
              </a:xfrm>
              <a:custGeom>
                <a:avLst/>
                <a:gdLst>
                  <a:gd name="T0" fmla="*/ 0 w 9"/>
                  <a:gd name="T1" fmla="*/ 76 h 20"/>
                  <a:gd name="T2" fmla="*/ 2 w 9"/>
                  <a:gd name="T3" fmla="*/ 55 h 20"/>
                  <a:gd name="T4" fmla="*/ 4 w 9"/>
                  <a:gd name="T5" fmla="*/ 34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5" name="Line 1622"/>
              <p:cNvSpPr>
                <a:spLocks noChangeShapeType="1"/>
              </p:cNvSpPr>
              <p:nvPr userDrawn="1"/>
            </p:nvSpPr>
            <p:spPr bwMode="gray">
              <a:xfrm flipH="1" flipV="1">
                <a:off x="2929" y="894"/>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6" name="Freeform 1623"/>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7" name="Freeform 1624"/>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8" name="Line 1625"/>
              <p:cNvSpPr>
                <a:spLocks noChangeShapeType="1"/>
              </p:cNvSpPr>
              <p:nvPr userDrawn="1"/>
            </p:nvSpPr>
            <p:spPr bwMode="gray">
              <a:xfrm flipH="1">
                <a:off x="3144" y="980"/>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9" name="Line 1626"/>
              <p:cNvSpPr>
                <a:spLocks noChangeShapeType="1"/>
              </p:cNvSpPr>
              <p:nvPr userDrawn="1"/>
            </p:nvSpPr>
            <p:spPr bwMode="gray">
              <a:xfrm flipH="1">
                <a:off x="3134" y="980"/>
                <a:ext cx="3"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0" name="Freeform 1627"/>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1" name="Line 1628"/>
              <p:cNvSpPr>
                <a:spLocks noChangeShapeType="1"/>
              </p:cNvSpPr>
              <p:nvPr userDrawn="1"/>
            </p:nvSpPr>
            <p:spPr bwMode="gray">
              <a:xfrm flipV="1">
                <a:off x="3155" y="978"/>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2" name="Freeform 1629"/>
              <p:cNvSpPr>
                <a:spLocks/>
              </p:cNvSpPr>
              <p:nvPr userDrawn="1"/>
            </p:nvSpPr>
            <p:spPr bwMode="gray">
              <a:xfrm>
                <a:off x="3137" y="978"/>
                <a:ext cx="22" cy="4"/>
              </a:xfrm>
              <a:custGeom>
                <a:avLst/>
                <a:gdLst>
                  <a:gd name="T0" fmla="*/ 38 w 21"/>
                  <a:gd name="T1" fmla="*/ 0 h 3"/>
                  <a:gd name="T2" fmla="*/ 30 w 21"/>
                  <a:gd name="T3" fmla="*/ 116 h 3"/>
                  <a:gd name="T4" fmla="*/ 25 w 21"/>
                  <a:gd name="T5" fmla="*/ 155 h 3"/>
                  <a:gd name="T6" fmla="*/ 6 w 21"/>
                  <a:gd name="T7" fmla="*/ 116 h 3"/>
                  <a:gd name="T8" fmla="*/ 0 w 21"/>
                  <a:gd name="T9" fmla="*/ 116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3" name="Freeform 1630"/>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4" name="Line 1631"/>
              <p:cNvSpPr>
                <a:spLocks noChangeShapeType="1"/>
              </p:cNvSpPr>
              <p:nvPr userDrawn="1"/>
            </p:nvSpPr>
            <p:spPr bwMode="gray">
              <a:xfrm flipH="1" flipV="1">
                <a:off x="2927" y="1154"/>
                <a:ext cx="210"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5" name="Line 1632"/>
              <p:cNvSpPr>
                <a:spLocks noChangeShapeType="1"/>
              </p:cNvSpPr>
              <p:nvPr userDrawn="1"/>
            </p:nvSpPr>
            <p:spPr bwMode="gray">
              <a:xfrm flipH="1" flipV="1">
                <a:off x="2931" y="1149"/>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6" name="Freeform 1633"/>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7" name="Line 1634"/>
              <p:cNvSpPr>
                <a:spLocks noChangeShapeType="1"/>
              </p:cNvSpPr>
              <p:nvPr userDrawn="1"/>
            </p:nvSpPr>
            <p:spPr bwMode="gray">
              <a:xfrm>
                <a:off x="2929" y="1154"/>
                <a:ext cx="214"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8" name="Freeform 1635"/>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9" name="Freeform 1636"/>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0" name="Freeform 1637"/>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1" name="Line 1638"/>
              <p:cNvSpPr>
                <a:spLocks noChangeShapeType="1"/>
              </p:cNvSpPr>
              <p:nvPr userDrawn="1"/>
            </p:nvSpPr>
            <p:spPr bwMode="gray">
              <a:xfrm>
                <a:off x="2665" y="687"/>
                <a:ext cx="200"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2" name="Line 1639"/>
              <p:cNvSpPr>
                <a:spLocks noChangeShapeType="1"/>
              </p:cNvSpPr>
              <p:nvPr userDrawn="1"/>
            </p:nvSpPr>
            <p:spPr bwMode="gray">
              <a:xfrm>
                <a:off x="2669" y="696"/>
                <a:ext cx="192"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3" name="Freeform 1640"/>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4" name="Line 1641"/>
              <p:cNvSpPr>
                <a:spLocks noChangeShapeType="1"/>
              </p:cNvSpPr>
              <p:nvPr userDrawn="1"/>
            </p:nvSpPr>
            <p:spPr bwMode="gray">
              <a:xfrm flipH="1" flipV="1">
                <a:off x="2660" y="687"/>
                <a:ext cx="205"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5" name="Freeform 1642"/>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6" name="Freeform 1643"/>
              <p:cNvSpPr>
                <a:spLocks/>
              </p:cNvSpPr>
              <p:nvPr userDrawn="1"/>
            </p:nvSpPr>
            <p:spPr bwMode="gray">
              <a:xfrm>
                <a:off x="3197" y="848"/>
                <a:ext cx="9" cy="13"/>
              </a:xfrm>
              <a:custGeom>
                <a:avLst/>
                <a:gdLst>
                  <a:gd name="T0" fmla="*/ 9 w 9"/>
                  <a:gd name="T1" fmla="*/ 110 h 11"/>
                  <a:gd name="T2" fmla="*/ 9 w 9"/>
                  <a:gd name="T3" fmla="*/ 57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7" name="Line 1644"/>
              <p:cNvSpPr>
                <a:spLocks noChangeShapeType="1"/>
              </p:cNvSpPr>
              <p:nvPr userDrawn="1"/>
            </p:nvSpPr>
            <p:spPr bwMode="gray">
              <a:xfrm>
                <a:off x="3097" y="819"/>
                <a:ext cx="210"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8" name="Line 1645"/>
              <p:cNvSpPr>
                <a:spLocks noChangeShapeType="1"/>
              </p:cNvSpPr>
              <p:nvPr userDrawn="1"/>
            </p:nvSpPr>
            <p:spPr bwMode="gray">
              <a:xfrm>
                <a:off x="3104" y="827"/>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9" name="Freeform 1646"/>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0" name="Line 1647"/>
              <p:cNvSpPr>
                <a:spLocks noChangeShapeType="1"/>
              </p:cNvSpPr>
              <p:nvPr userDrawn="1"/>
            </p:nvSpPr>
            <p:spPr bwMode="gray">
              <a:xfrm flipH="1" flipV="1">
                <a:off x="3085" y="815"/>
                <a:ext cx="21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1" name="Freeform 1648"/>
              <p:cNvSpPr>
                <a:spLocks/>
              </p:cNvSpPr>
              <p:nvPr userDrawn="1"/>
            </p:nvSpPr>
            <p:spPr bwMode="gray">
              <a:xfrm>
                <a:off x="3307" y="1008"/>
                <a:ext cx="4" cy="7"/>
              </a:xfrm>
              <a:custGeom>
                <a:avLst/>
                <a:gdLst>
                  <a:gd name="T0" fmla="*/ 0 w 5"/>
                  <a:gd name="T1" fmla="*/ 0 h 7"/>
                  <a:gd name="T2" fmla="*/ 2 w 5"/>
                  <a:gd name="T3" fmla="*/ 0 h 7"/>
                  <a:gd name="T4" fmla="*/ 2 w 5"/>
                  <a:gd name="T5" fmla="*/ 1 h 7"/>
                  <a:gd name="T6" fmla="*/ 2 w 5"/>
                  <a:gd name="T7" fmla="*/ 3 h 7"/>
                  <a:gd name="T8" fmla="*/ 2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2" name="Line 1649"/>
              <p:cNvSpPr>
                <a:spLocks noChangeShapeType="1"/>
              </p:cNvSpPr>
              <p:nvPr userDrawn="1"/>
            </p:nvSpPr>
            <p:spPr bwMode="gray">
              <a:xfrm flipH="1">
                <a:off x="3309" y="894"/>
                <a:ext cx="5"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3" name="Line 1650"/>
              <p:cNvSpPr>
                <a:spLocks noChangeShapeType="1"/>
              </p:cNvSpPr>
              <p:nvPr userDrawn="1"/>
            </p:nvSpPr>
            <p:spPr bwMode="gray">
              <a:xfrm flipH="1">
                <a:off x="3303" y="890"/>
                <a:ext cx="6"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4" name="Freeform 1651"/>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5" name="Line 1652"/>
              <p:cNvSpPr>
                <a:spLocks noChangeShapeType="1"/>
              </p:cNvSpPr>
              <p:nvPr userDrawn="1"/>
            </p:nvSpPr>
            <p:spPr bwMode="gray">
              <a:xfrm flipV="1">
                <a:off x="3307" y="897"/>
                <a:ext cx="4"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6" name="Freeform 1653"/>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7" name="Freeform 1654"/>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8" name="Freeform 1655"/>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9" name="Line 1656"/>
              <p:cNvSpPr>
                <a:spLocks noChangeShapeType="1"/>
              </p:cNvSpPr>
              <p:nvPr userDrawn="1"/>
            </p:nvSpPr>
            <p:spPr bwMode="gray">
              <a:xfrm flipV="1">
                <a:off x="2494" y="689"/>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0" name="Line 1657"/>
              <p:cNvSpPr>
                <a:spLocks noChangeShapeType="1"/>
              </p:cNvSpPr>
              <p:nvPr userDrawn="1"/>
            </p:nvSpPr>
            <p:spPr bwMode="gray">
              <a:xfrm flipV="1">
                <a:off x="2492" y="696"/>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1" name="Freeform 1658"/>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2" name="Line 1659"/>
              <p:cNvSpPr>
                <a:spLocks noChangeShapeType="1"/>
              </p:cNvSpPr>
              <p:nvPr userDrawn="1"/>
            </p:nvSpPr>
            <p:spPr bwMode="gray">
              <a:xfrm flipH="1">
                <a:off x="2503" y="687"/>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3" name="Freeform 1660"/>
              <p:cNvSpPr>
                <a:spLocks/>
              </p:cNvSpPr>
              <p:nvPr userDrawn="1"/>
            </p:nvSpPr>
            <p:spPr bwMode="gray">
              <a:xfrm>
                <a:off x="2492" y="761"/>
                <a:ext cx="11" cy="13"/>
              </a:xfrm>
              <a:custGeom>
                <a:avLst/>
                <a:gdLst>
                  <a:gd name="T0" fmla="*/ 11 w 11"/>
                  <a:gd name="T1" fmla="*/ 0 h 10"/>
                  <a:gd name="T2" fmla="*/ 7 w 11"/>
                  <a:gd name="T3" fmla="*/ 0 h 10"/>
                  <a:gd name="T4" fmla="*/ 4 w 11"/>
                  <a:gd name="T5" fmla="*/ 101 h 10"/>
                  <a:gd name="T6" fmla="*/ 2 w 11"/>
                  <a:gd name="T7" fmla="*/ 131 h 10"/>
                  <a:gd name="T8" fmla="*/ 0 w 11"/>
                  <a:gd name="T9" fmla="*/ 287 h 10"/>
                  <a:gd name="T10" fmla="*/ 0 w 11"/>
                  <a:gd name="T11" fmla="*/ 40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4" name="Freeform 1661"/>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5" name="Line 1662"/>
              <p:cNvSpPr>
                <a:spLocks noChangeShapeType="1"/>
              </p:cNvSpPr>
              <p:nvPr userDrawn="1"/>
            </p:nvSpPr>
            <p:spPr bwMode="gray">
              <a:xfrm flipV="1">
                <a:off x="3155" y="887"/>
                <a:ext cx="154" cy="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6" name="Line 1663"/>
              <p:cNvSpPr>
                <a:spLocks noChangeShapeType="1"/>
              </p:cNvSpPr>
              <p:nvPr userDrawn="1"/>
            </p:nvSpPr>
            <p:spPr bwMode="gray">
              <a:xfrm flipV="1">
                <a:off x="3146" y="882"/>
                <a:ext cx="154"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7" name="Freeform 1664"/>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8" name="Line 1665"/>
              <p:cNvSpPr>
                <a:spLocks noChangeShapeType="1"/>
              </p:cNvSpPr>
              <p:nvPr userDrawn="1"/>
            </p:nvSpPr>
            <p:spPr bwMode="gray">
              <a:xfrm flipH="1">
                <a:off x="3158" y="897"/>
                <a:ext cx="152"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9" name="Freeform 1666"/>
              <p:cNvSpPr>
                <a:spLocks/>
              </p:cNvSpPr>
              <p:nvPr userDrawn="1"/>
            </p:nvSpPr>
            <p:spPr bwMode="gray">
              <a:xfrm>
                <a:off x="3146" y="960"/>
                <a:ext cx="13" cy="18"/>
              </a:xfrm>
              <a:custGeom>
                <a:avLst/>
                <a:gdLst>
                  <a:gd name="T0" fmla="*/ 36 w 12"/>
                  <a:gd name="T1" fmla="*/ 18 h 18"/>
                  <a:gd name="T2" fmla="*/ 33 w 12"/>
                  <a:gd name="T3" fmla="*/ 13 h 18"/>
                  <a:gd name="T4" fmla="*/ 28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0" name="Freeform 1667"/>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1" name="Line 1668"/>
              <p:cNvSpPr>
                <a:spLocks noChangeShapeType="1"/>
              </p:cNvSpPr>
              <p:nvPr userDrawn="1"/>
            </p:nvSpPr>
            <p:spPr bwMode="gray">
              <a:xfrm>
                <a:off x="2123" y="1529"/>
                <a:ext cx="14"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2" name="Line 1669"/>
              <p:cNvSpPr>
                <a:spLocks noChangeShapeType="1"/>
              </p:cNvSpPr>
              <p:nvPr userDrawn="1"/>
            </p:nvSpPr>
            <p:spPr bwMode="gray">
              <a:xfrm>
                <a:off x="2130" y="1529"/>
                <a:ext cx="7"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3" name="Line 1670"/>
              <p:cNvSpPr>
                <a:spLocks noChangeShapeType="1"/>
              </p:cNvSpPr>
              <p:nvPr userDrawn="1"/>
            </p:nvSpPr>
            <p:spPr bwMode="gray">
              <a:xfrm flipH="1" flipV="1">
                <a:off x="2121" y="1522"/>
                <a:ext cx="16"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4" name="Freeform 1671"/>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5" name="Freeform 1672"/>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6" name="Line 1673"/>
              <p:cNvSpPr>
                <a:spLocks noChangeShapeType="1"/>
              </p:cNvSpPr>
              <p:nvPr userDrawn="1"/>
            </p:nvSpPr>
            <p:spPr bwMode="gray">
              <a:xfrm flipV="1">
                <a:off x="2739" y="1329"/>
                <a:ext cx="7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7" name="Line 1674"/>
              <p:cNvSpPr>
                <a:spLocks noChangeShapeType="1"/>
              </p:cNvSpPr>
              <p:nvPr userDrawn="1"/>
            </p:nvSpPr>
            <p:spPr bwMode="gray">
              <a:xfrm flipV="1">
                <a:off x="2737" y="1331"/>
                <a:ext cx="70" cy="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8" name="Freeform 1675"/>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9" name="Line 1676"/>
              <p:cNvSpPr>
                <a:spLocks noChangeShapeType="1"/>
              </p:cNvSpPr>
              <p:nvPr userDrawn="1"/>
            </p:nvSpPr>
            <p:spPr bwMode="gray">
              <a:xfrm flipH="1">
                <a:off x="2737" y="1322"/>
                <a:ext cx="80"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0" name="Freeform 1677"/>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1" name="Freeform 1678"/>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2" name="Line 1679"/>
              <p:cNvSpPr>
                <a:spLocks noChangeShapeType="1"/>
              </p:cNvSpPr>
              <p:nvPr userDrawn="1"/>
            </p:nvSpPr>
            <p:spPr bwMode="gray">
              <a:xfrm flipH="1">
                <a:off x="2116"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3" name="Line 1680"/>
              <p:cNvSpPr>
                <a:spLocks noChangeShapeType="1"/>
              </p:cNvSpPr>
              <p:nvPr userDrawn="1"/>
            </p:nvSpPr>
            <p:spPr bwMode="gray">
              <a:xfrm flipH="1">
                <a:off x="2123"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4" name="Freeform 1681"/>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5" name="Line 1682"/>
              <p:cNvSpPr>
                <a:spLocks noChangeShapeType="1"/>
              </p:cNvSpPr>
              <p:nvPr userDrawn="1"/>
            </p:nvSpPr>
            <p:spPr bwMode="gray">
              <a:xfrm flipV="1">
                <a:off x="2112" y="1209"/>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6" name="Freeform 1683"/>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7" name="Freeform 1684"/>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8" name="Line 1685"/>
              <p:cNvSpPr>
                <a:spLocks noChangeShapeType="1"/>
              </p:cNvSpPr>
              <p:nvPr userDrawn="1"/>
            </p:nvSpPr>
            <p:spPr bwMode="gray">
              <a:xfrm>
                <a:off x="2118" y="1291"/>
                <a:ext cx="185"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9" name="Line 1686"/>
              <p:cNvSpPr>
                <a:spLocks noChangeShapeType="1"/>
              </p:cNvSpPr>
              <p:nvPr userDrawn="1"/>
            </p:nvSpPr>
            <p:spPr bwMode="gray">
              <a:xfrm>
                <a:off x="2123" y="1284"/>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0" name="Freeform 1687"/>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1" name="Line 1688"/>
              <p:cNvSpPr>
                <a:spLocks noChangeShapeType="1"/>
              </p:cNvSpPr>
              <p:nvPr userDrawn="1"/>
            </p:nvSpPr>
            <p:spPr bwMode="gray">
              <a:xfrm flipH="1" flipV="1">
                <a:off x="2114" y="1301"/>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2" name="Freeform 1689"/>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3" name="Line 1690"/>
              <p:cNvSpPr>
                <a:spLocks noChangeShapeType="1"/>
              </p:cNvSpPr>
              <p:nvPr userDrawn="1"/>
            </p:nvSpPr>
            <p:spPr bwMode="gray">
              <a:xfrm flipV="1">
                <a:off x="2317" y="1342"/>
                <a:ext cx="28"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4" name="Line 1691"/>
              <p:cNvSpPr>
                <a:spLocks noChangeShapeType="1"/>
              </p:cNvSpPr>
              <p:nvPr userDrawn="1"/>
            </p:nvSpPr>
            <p:spPr bwMode="gray">
              <a:xfrm flipV="1">
                <a:off x="2310" y="1331"/>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5" name="Line 1692"/>
              <p:cNvSpPr>
                <a:spLocks noChangeShapeType="1"/>
              </p:cNvSpPr>
              <p:nvPr userDrawn="1"/>
            </p:nvSpPr>
            <p:spPr bwMode="gray">
              <a:xfrm flipH="1">
                <a:off x="2321" y="1354"/>
                <a:ext cx="24"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6" name="Freeform 1693"/>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7" name="Freeform 1694"/>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8" name="Line 1695"/>
              <p:cNvSpPr>
                <a:spLocks noChangeShapeType="1"/>
              </p:cNvSpPr>
              <p:nvPr userDrawn="1"/>
            </p:nvSpPr>
            <p:spPr bwMode="gray">
              <a:xfrm flipH="1" flipV="1">
                <a:off x="2111" y="1298"/>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9" name="Line 1696"/>
              <p:cNvSpPr>
                <a:spLocks noChangeShapeType="1"/>
              </p:cNvSpPr>
              <p:nvPr userDrawn="1"/>
            </p:nvSpPr>
            <p:spPr bwMode="gray">
              <a:xfrm flipH="1" flipV="1">
                <a:off x="2112" y="1293"/>
                <a:ext cx="7"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0" name="Freeform 1697"/>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1" name="Line 1698"/>
              <p:cNvSpPr>
                <a:spLocks noChangeShapeType="1"/>
              </p:cNvSpPr>
              <p:nvPr userDrawn="1"/>
            </p:nvSpPr>
            <p:spPr bwMode="gray">
              <a:xfrm>
                <a:off x="2114" y="1301"/>
                <a:ext cx="7" cy="22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2" name="Freeform 1699"/>
              <p:cNvSpPr>
                <a:spLocks/>
              </p:cNvSpPr>
              <p:nvPr userDrawn="1"/>
            </p:nvSpPr>
            <p:spPr bwMode="gray">
              <a:xfrm>
                <a:off x="2116" y="1513"/>
                <a:ext cx="4" cy="9"/>
              </a:xfrm>
              <a:custGeom>
                <a:avLst/>
                <a:gdLst>
                  <a:gd name="T0" fmla="*/ 2 w 5"/>
                  <a:gd name="T1" fmla="*/ 9 h 9"/>
                  <a:gd name="T2" fmla="*/ 2 w 5"/>
                  <a:gd name="T3" fmla="*/ 7 h 9"/>
                  <a:gd name="T4" fmla="*/ 0 w 5"/>
                  <a:gd name="T5" fmla="*/ 5 h 9"/>
                  <a:gd name="T6" fmla="*/ 2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3" name="Freeform 1700"/>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4" name="Freeform 1701"/>
              <p:cNvSpPr>
                <a:spLocks/>
              </p:cNvSpPr>
              <p:nvPr userDrawn="1"/>
            </p:nvSpPr>
            <p:spPr bwMode="gray">
              <a:xfrm>
                <a:off x="3533" y="1216"/>
                <a:ext cx="4" cy="8"/>
              </a:xfrm>
              <a:custGeom>
                <a:avLst/>
                <a:gdLst>
                  <a:gd name="T0" fmla="*/ 0 w 5"/>
                  <a:gd name="T1" fmla="*/ 0 h 8"/>
                  <a:gd name="T2" fmla="*/ 1 w 5"/>
                  <a:gd name="T3" fmla="*/ 0 h 8"/>
                  <a:gd name="T4" fmla="*/ 2 w 5"/>
                  <a:gd name="T5" fmla="*/ 1 h 8"/>
                  <a:gd name="T6" fmla="*/ 2 w 5"/>
                  <a:gd name="T7" fmla="*/ 3 h 8"/>
                  <a:gd name="T8" fmla="*/ 2 w 5"/>
                  <a:gd name="T9" fmla="*/ 5 h 8"/>
                  <a:gd name="T10" fmla="*/ 2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5" name="Freeform 1702"/>
              <p:cNvSpPr>
                <a:spLocks/>
              </p:cNvSpPr>
              <p:nvPr userDrawn="1"/>
            </p:nvSpPr>
            <p:spPr bwMode="gray">
              <a:xfrm>
                <a:off x="2142" y="1686"/>
                <a:ext cx="4" cy="16"/>
              </a:xfrm>
              <a:custGeom>
                <a:avLst/>
                <a:gdLst>
                  <a:gd name="T0" fmla="*/ 1 w 7"/>
                  <a:gd name="T1" fmla="*/ 0 h 16"/>
                  <a:gd name="T2" fmla="*/ 0 w 7"/>
                  <a:gd name="T3" fmla="*/ 4 h 16"/>
                  <a:gd name="T4" fmla="*/ 0 w 7"/>
                  <a:gd name="T5" fmla="*/ 7 h 16"/>
                  <a:gd name="T6" fmla="*/ 1 w 7"/>
                  <a:gd name="T7" fmla="*/ 12 h 16"/>
                  <a:gd name="T8" fmla="*/ 1 w 7"/>
                  <a:gd name="T9" fmla="*/ 14 h 16"/>
                  <a:gd name="T10" fmla="*/ 1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6" name="Freeform 1703"/>
              <p:cNvSpPr>
                <a:spLocks/>
              </p:cNvSpPr>
              <p:nvPr userDrawn="1"/>
            </p:nvSpPr>
            <p:spPr bwMode="gray">
              <a:xfrm>
                <a:off x="2142" y="1693"/>
                <a:ext cx="9" cy="4"/>
              </a:xfrm>
              <a:custGeom>
                <a:avLst/>
                <a:gdLst>
                  <a:gd name="T0" fmla="*/ 9 w 9"/>
                  <a:gd name="T1" fmla="*/ 2 h 5"/>
                  <a:gd name="T2" fmla="*/ 5 w 9"/>
                  <a:gd name="T3" fmla="*/ 2 h 5"/>
                  <a:gd name="T4" fmla="*/ 2 w 9"/>
                  <a:gd name="T5" fmla="*/ 2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7" name="Freeform 1704"/>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8" name="Freeform 1705"/>
              <p:cNvSpPr>
                <a:spLocks/>
              </p:cNvSpPr>
              <p:nvPr userDrawn="1"/>
            </p:nvSpPr>
            <p:spPr bwMode="gray">
              <a:xfrm>
                <a:off x="2784" y="1933"/>
                <a:ext cx="13" cy="8"/>
              </a:xfrm>
              <a:custGeom>
                <a:avLst/>
                <a:gdLst>
                  <a:gd name="T0" fmla="*/ 0 w 11"/>
                  <a:gd name="T1" fmla="*/ 8 h 8"/>
                  <a:gd name="T2" fmla="*/ 2 w 11"/>
                  <a:gd name="T3" fmla="*/ 8 h 8"/>
                  <a:gd name="T4" fmla="*/ 48 w 11"/>
                  <a:gd name="T5" fmla="*/ 7 h 8"/>
                  <a:gd name="T6" fmla="*/ 67 w 11"/>
                  <a:gd name="T7" fmla="*/ 5 h 8"/>
                  <a:gd name="T8" fmla="*/ 110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9" name="Freeform 1706"/>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0" name="Freeform 1707"/>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1" name="Freeform 1708"/>
              <p:cNvSpPr>
                <a:spLocks/>
              </p:cNvSpPr>
              <p:nvPr userDrawn="1"/>
            </p:nvSpPr>
            <p:spPr bwMode="gray">
              <a:xfrm>
                <a:off x="2788" y="1683"/>
                <a:ext cx="1" cy="22"/>
              </a:xfrm>
              <a:custGeom>
                <a:avLst/>
                <a:gdLst>
                  <a:gd name="T0" fmla="*/ 1 w 1"/>
                  <a:gd name="T1" fmla="*/ 145 h 19"/>
                  <a:gd name="T2" fmla="*/ 1 w 1"/>
                  <a:gd name="T3" fmla="*/ 108 h 19"/>
                  <a:gd name="T4" fmla="*/ 1 w 1"/>
                  <a:gd name="T5" fmla="*/ 80 h 19"/>
                  <a:gd name="T6" fmla="*/ 0 w 1"/>
                  <a:gd name="T7" fmla="*/ 39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2" name="Freeform 1709"/>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3" name="Freeform 1710"/>
              <p:cNvSpPr>
                <a:spLocks/>
              </p:cNvSpPr>
              <p:nvPr userDrawn="1"/>
            </p:nvSpPr>
            <p:spPr bwMode="gray">
              <a:xfrm>
                <a:off x="2359" y="2013"/>
                <a:ext cx="4" cy="22"/>
              </a:xfrm>
              <a:custGeom>
                <a:avLst/>
                <a:gdLst>
                  <a:gd name="T0" fmla="*/ 1 w 7"/>
                  <a:gd name="T1" fmla="*/ 0 h 18"/>
                  <a:gd name="T2" fmla="*/ 0 w 7"/>
                  <a:gd name="T3" fmla="*/ 79 h 18"/>
                  <a:gd name="T4" fmla="*/ 0 w 7"/>
                  <a:gd name="T5" fmla="*/ 145 h 18"/>
                  <a:gd name="T6" fmla="*/ 1 w 7"/>
                  <a:gd name="T7" fmla="*/ 199 h 18"/>
                  <a:gd name="T8" fmla="*/ 1 w 7"/>
                  <a:gd name="T9" fmla="*/ 264 h 18"/>
                  <a:gd name="T10" fmla="*/ 1 w 7"/>
                  <a:gd name="T11" fmla="*/ 297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4" name="Freeform 1711"/>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5" name="Freeform 1712"/>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6" name="Freeform 1713"/>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7" name="Freeform 1714"/>
              <p:cNvSpPr>
                <a:spLocks/>
              </p:cNvSpPr>
              <p:nvPr userDrawn="1"/>
            </p:nvSpPr>
            <p:spPr bwMode="gray">
              <a:xfrm>
                <a:off x="2565" y="2101"/>
                <a:ext cx="4" cy="4"/>
              </a:xfrm>
              <a:custGeom>
                <a:avLst/>
                <a:gdLst>
                  <a:gd name="T0" fmla="*/ 0 w 2"/>
                  <a:gd name="T1" fmla="*/ 1 h 7"/>
                  <a:gd name="T2" fmla="*/ 32768 w 2"/>
                  <a:gd name="T3" fmla="*/ 1 h 7"/>
                  <a:gd name="T4" fmla="*/ 32768 w 2"/>
                  <a:gd name="T5" fmla="*/ 1 h 7"/>
                  <a:gd name="T6" fmla="*/ 32768 w 2"/>
                  <a:gd name="T7" fmla="*/ 1 h 7"/>
                  <a:gd name="T8" fmla="*/ 32768 w 2"/>
                  <a:gd name="T9" fmla="*/ 1 h 7"/>
                  <a:gd name="T10" fmla="*/ 32768 w 2"/>
                  <a:gd name="T11" fmla="*/ 1 h 7"/>
                  <a:gd name="T12" fmla="*/ 32768 w 2"/>
                  <a:gd name="T13" fmla="*/ 1 h 7"/>
                  <a:gd name="T14" fmla="*/ 32768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8" name="Freeform 1715"/>
              <p:cNvSpPr>
                <a:spLocks/>
              </p:cNvSpPr>
              <p:nvPr userDrawn="1"/>
            </p:nvSpPr>
            <p:spPr bwMode="gray">
              <a:xfrm>
                <a:off x="2558" y="2102"/>
                <a:ext cx="22" cy="4"/>
              </a:xfrm>
              <a:custGeom>
                <a:avLst/>
                <a:gdLst>
                  <a:gd name="T0" fmla="*/ 297 w 18"/>
                  <a:gd name="T1" fmla="*/ 0 h 4"/>
                  <a:gd name="T2" fmla="*/ 241 w 18"/>
                  <a:gd name="T3" fmla="*/ 4 h 4"/>
                  <a:gd name="T4" fmla="*/ 145 w 18"/>
                  <a:gd name="T5" fmla="*/ 4 h 4"/>
                  <a:gd name="T6" fmla="*/ 65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9" name="Freeform 1716"/>
              <p:cNvSpPr>
                <a:spLocks/>
              </p:cNvSpPr>
              <p:nvPr userDrawn="1"/>
            </p:nvSpPr>
            <p:spPr bwMode="gray">
              <a:xfrm>
                <a:off x="2558" y="1340"/>
                <a:ext cx="4" cy="19"/>
              </a:xfrm>
              <a:custGeom>
                <a:avLst/>
                <a:gdLst>
                  <a:gd name="T0" fmla="*/ 32768 w 2"/>
                  <a:gd name="T1" fmla="*/ 19 h 19"/>
                  <a:gd name="T2" fmla="*/ 32768 w 2"/>
                  <a:gd name="T3" fmla="*/ 14 h 19"/>
                  <a:gd name="T4" fmla="*/ 32768 w 2"/>
                  <a:gd name="T5" fmla="*/ 10 h 19"/>
                  <a:gd name="T6" fmla="*/ 32768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0" name="Freeform 1717"/>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1" name="Freeform 1718"/>
              <p:cNvSpPr>
                <a:spLocks/>
              </p:cNvSpPr>
              <p:nvPr userDrawn="1"/>
            </p:nvSpPr>
            <p:spPr bwMode="gray">
              <a:xfrm>
                <a:off x="3610" y="1212"/>
                <a:ext cx="12" cy="13"/>
              </a:xfrm>
              <a:custGeom>
                <a:avLst/>
                <a:gdLst>
                  <a:gd name="T0" fmla="*/ 12 w 12"/>
                  <a:gd name="T1" fmla="*/ 110 h 11"/>
                  <a:gd name="T2" fmla="*/ 12 w 12"/>
                  <a:gd name="T3" fmla="*/ 67 h 11"/>
                  <a:gd name="T4" fmla="*/ 10 w 12"/>
                  <a:gd name="T5" fmla="*/ 41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2" name="Freeform 1719"/>
              <p:cNvSpPr>
                <a:spLocks/>
              </p:cNvSpPr>
              <p:nvPr userDrawn="1"/>
            </p:nvSpPr>
            <p:spPr bwMode="gray">
              <a:xfrm>
                <a:off x="3617" y="1214"/>
                <a:ext cx="4" cy="4"/>
              </a:xfrm>
              <a:custGeom>
                <a:avLst/>
                <a:gdLst>
                  <a:gd name="T0" fmla="*/ 0 w 3"/>
                  <a:gd name="T1" fmla="*/ 0 h 7"/>
                  <a:gd name="T2" fmla="*/ 0 w 3"/>
                  <a:gd name="T3" fmla="*/ 0 h 7"/>
                  <a:gd name="T4" fmla="*/ 1 w 3"/>
                  <a:gd name="T5" fmla="*/ 1 h 7"/>
                  <a:gd name="T6" fmla="*/ 155 w 3"/>
                  <a:gd name="T7" fmla="*/ 1 h 7"/>
                  <a:gd name="T8" fmla="*/ 155 w 3"/>
                  <a:gd name="T9" fmla="*/ 1 h 7"/>
                  <a:gd name="T10" fmla="*/ 1 w 3"/>
                  <a:gd name="T11" fmla="*/ 1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3" name="Freeform 1720"/>
              <p:cNvSpPr>
                <a:spLocks/>
              </p:cNvSpPr>
              <p:nvPr userDrawn="1"/>
            </p:nvSpPr>
            <p:spPr bwMode="gray">
              <a:xfrm>
                <a:off x="3195" y="840"/>
                <a:ext cx="13" cy="4"/>
              </a:xfrm>
              <a:custGeom>
                <a:avLst/>
                <a:gdLst>
                  <a:gd name="T0" fmla="*/ 0 w 14"/>
                  <a:gd name="T1" fmla="*/ 0 h 7"/>
                  <a:gd name="T2" fmla="*/ 4 w 14"/>
                  <a:gd name="T3" fmla="*/ 0 h 7"/>
                  <a:gd name="T4" fmla="*/ 7 w 14"/>
                  <a:gd name="T5" fmla="*/ 1 h 7"/>
                  <a:gd name="T6" fmla="*/ 7 w 14"/>
                  <a:gd name="T7" fmla="*/ 1 h 7"/>
                  <a:gd name="T8" fmla="*/ 7 w 14"/>
                  <a:gd name="T9" fmla="*/ 1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4" name="Freeform 1721"/>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5" name="Freeform 1722"/>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6" name="Freeform 1723"/>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7" name="Freeform 1724"/>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8" name="Freeform 1725"/>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9" name="Freeform 1726"/>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0" name="Freeform 1727"/>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1067" name="Freeform 1728"/>
            <p:cNvSpPr>
              <a:spLocks/>
            </p:cNvSpPr>
            <p:nvPr userDrawn="1"/>
          </p:nvSpPr>
          <p:spPr bwMode="gray">
            <a:xfrm>
              <a:off x="5145" y="3604"/>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8" name="Freeform 1729"/>
            <p:cNvSpPr>
              <a:spLocks/>
            </p:cNvSpPr>
            <p:nvPr userDrawn="1"/>
          </p:nvSpPr>
          <p:spPr bwMode="gray">
            <a:xfrm>
              <a:off x="5138" y="3614"/>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9" name="Freeform 1730"/>
            <p:cNvSpPr>
              <a:spLocks/>
            </p:cNvSpPr>
            <p:nvPr userDrawn="1"/>
          </p:nvSpPr>
          <p:spPr bwMode="gray">
            <a:xfrm>
              <a:off x="5635" y="3324"/>
              <a:ext cx="4" cy="2"/>
            </a:xfrm>
            <a:custGeom>
              <a:avLst/>
              <a:gdLst>
                <a:gd name="T0" fmla="*/ 0 w 3"/>
                <a:gd name="T1" fmla="*/ 2 h 2"/>
                <a:gd name="T2" fmla="*/ 1 w 3"/>
                <a:gd name="T3" fmla="*/ 0 h 2"/>
                <a:gd name="T4" fmla="*/ 155 w 3"/>
                <a:gd name="T5" fmla="*/ 0 h 2"/>
                <a:gd name="T6" fmla="*/ 155 w 3"/>
                <a:gd name="T7" fmla="*/ 0 h 2"/>
                <a:gd name="T8" fmla="*/ 155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0" name="Freeform 1731"/>
            <p:cNvSpPr>
              <a:spLocks/>
            </p:cNvSpPr>
            <p:nvPr userDrawn="1"/>
          </p:nvSpPr>
          <p:spPr bwMode="gray">
            <a:xfrm>
              <a:off x="5629" y="3319"/>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1" name="Freeform 1732"/>
            <p:cNvSpPr>
              <a:spLocks/>
            </p:cNvSpPr>
            <p:nvPr userDrawn="1"/>
          </p:nvSpPr>
          <p:spPr bwMode="gray">
            <a:xfrm>
              <a:off x="5297" y="3999"/>
              <a:ext cx="13" cy="7"/>
            </a:xfrm>
            <a:custGeom>
              <a:avLst/>
              <a:gdLst>
                <a:gd name="T0" fmla="*/ 0 w 16"/>
                <a:gd name="T1" fmla="*/ 0 h 7"/>
                <a:gd name="T2" fmla="*/ 2 w 16"/>
                <a:gd name="T3" fmla="*/ 4 h 7"/>
                <a:gd name="T4" fmla="*/ 2 w 16"/>
                <a:gd name="T5" fmla="*/ 5 h 7"/>
                <a:gd name="T6" fmla="*/ 2 w 16"/>
                <a:gd name="T7" fmla="*/ 7 h 7"/>
                <a:gd name="T8" fmla="*/ 2 w 16"/>
                <a:gd name="T9" fmla="*/ 7 h 7"/>
                <a:gd name="T10" fmla="*/ 2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2" name="Freeform 1733"/>
            <p:cNvSpPr>
              <a:spLocks/>
            </p:cNvSpPr>
            <p:nvPr userDrawn="1"/>
          </p:nvSpPr>
          <p:spPr bwMode="gray">
            <a:xfrm>
              <a:off x="5300" y="3999"/>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3" name="Freeform 1734"/>
            <p:cNvSpPr>
              <a:spLocks/>
            </p:cNvSpPr>
            <p:nvPr userDrawn="1"/>
          </p:nvSpPr>
          <p:spPr bwMode="gray">
            <a:xfrm>
              <a:off x="5314" y="3249"/>
              <a:ext cx="22" cy="12"/>
            </a:xfrm>
            <a:custGeom>
              <a:avLst/>
              <a:gdLst>
                <a:gd name="T0" fmla="*/ 0 w 18"/>
                <a:gd name="T1" fmla="*/ 12 h 12"/>
                <a:gd name="T2" fmla="*/ 145 w 18"/>
                <a:gd name="T3" fmla="*/ 5 h 12"/>
                <a:gd name="T4" fmla="*/ 297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4" name="Freeform 1735"/>
            <p:cNvSpPr>
              <a:spLocks/>
            </p:cNvSpPr>
            <p:nvPr userDrawn="1"/>
          </p:nvSpPr>
          <p:spPr bwMode="gray">
            <a:xfrm>
              <a:off x="5320" y="3247"/>
              <a:ext cx="10" cy="13"/>
            </a:xfrm>
            <a:custGeom>
              <a:avLst/>
              <a:gdLst>
                <a:gd name="T0" fmla="*/ 10 w 10"/>
                <a:gd name="T1" fmla="*/ 7 h 14"/>
                <a:gd name="T2" fmla="*/ 7 w 10"/>
                <a:gd name="T3" fmla="*/ 7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5" name="Freeform 1736"/>
            <p:cNvSpPr>
              <a:spLocks/>
            </p:cNvSpPr>
            <p:nvPr userDrawn="1"/>
          </p:nvSpPr>
          <p:spPr bwMode="gray">
            <a:xfrm>
              <a:off x="5451" y="3898"/>
              <a:ext cx="14" cy="13"/>
            </a:xfrm>
            <a:custGeom>
              <a:avLst/>
              <a:gdLst>
                <a:gd name="T0" fmla="*/ 0 w 14"/>
                <a:gd name="T1" fmla="*/ 7 h 14"/>
                <a:gd name="T2" fmla="*/ 5 w 14"/>
                <a:gd name="T3" fmla="*/ 7 h 14"/>
                <a:gd name="T4" fmla="*/ 10 w 14"/>
                <a:gd name="T5" fmla="*/ 7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6" name="Freeform 1737"/>
            <p:cNvSpPr>
              <a:spLocks/>
            </p:cNvSpPr>
            <p:nvPr userDrawn="1"/>
          </p:nvSpPr>
          <p:spPr bwMode="gray">
            <a:xfrm>
              <a:off x="5458" y="3899"/>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7" name="Freeform 1738"/>
            <p:cNvSpPr>
              <a:spLocks/>
            </p:cNvSpPr>
            <p:nvPr userDrawn="1"/>
          </p:nvSpPr>
          <p:spPr bwMode="gray">
            <a:xfrm>
              <a:off x="4232" y="2894"/>
              <a:ext cx="4" cy="16"/>
            </a:xfrm>
            <a:custGeom>
              <a:avLst/>
              <a:gdLst>
                <a:gd name="T0" fmla="*/ 2 w 5"/>
                <a:gd name="T1" fmla="*/ 16 h 16"/>
                <a:gd name="T2" fmla="*/ 2 w 5"/>
                <a:gd name="T3" fmla="*/ 12 h 16"/>
                <a:gd name="T4" fmla="*/ 0 w 5"/>
                <a:gd name="T5" fmla="*/ 9 h 16"/>
                <a:gd name="T6" fmla="*/ 2 w 5"/>
                <a:gd name="T7" fmla="*/ 3 h 16"/>
                <a:gd name="T8" fmla="*/ 2 w 5"/>
                <a:gd name="T9" fmla="*/ 2 h 16"/>
                <a:gd name="T10" fmla="*/ 2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8" name="Freeform 1739"/>
            <p:cNvSpPr>
              <a:spLocks/>
            </p:cNvSpPr>
            <p:nvPr userDrawn="1"/>
          </p:nvSpPr>
          <p:spPr bwMode="gray">
            <a:xfrm>
              <a:off x="4232" y="2896"/>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9" name="Freeform 1740"/>
            <p:cNvSpPr>
              <a:spLocks/>
            </p:cNvSpPr>
            <p:nvPr userDrawn="1"/>
          </p:nvSpPr>
          <p:spPr bwMode="gray">
            <a:xfrm>
              <a:off x="4400" y="2817"/>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0" name="Freeform 1741"/>
            <p:cNvSpPr>
              <a:spLocks/>
            </p:cNvSpPr>
            <p:nvPr userDrawn="1"/>
          </p:nvSpPr>
          <p:spPr bwMode="gray">
            <a:xfrm>
              <a:off x="4391" y="2819"/>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1" name="Freeform 1742"/>
            <p:cNvSpPr>
              <a:spLocks/>
            </p:cNvSpPr>
            <p:nvPr userDrawn="1"/>
          </p:nvSpPr>
          <p:spPr bwMode="gray">
            <a:xfrm>
              <a:off x="5071" y="4157"/>
              <a:ext cx="22" cy="8"/>
            </a:xfrm>
            <a:custGeom>
              <a:avLst/>
              <a:gdLst>
                <a:gd name="T0" fmla="*/ 0 w 18"/>
                <a:gd name="T1" fmla="*/ 7 h 8"/>
                <a:gd name="T2" fmla="*/ 97 w 18"/>
                <a:gd name="T3" fmla="*/ 8 h 8"/>
                <a:gd name="T4" fmla="*/ 177 w 18"/>
                <a:gd name="T5" fmla="*/ 7 h 8"/>
                <a:gd name="T6" fmla="*/ 241 w 18"/>
                <a:gd name="T7" fmla="*/ 3 h 8"/>
                <a:gd name="T8" fmla="*/ 297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2" name="Freeform 1743"/>
            <p:cNvSpPr>
              <a:spLocks/>
            </p:cNvSpPr>
            <p:nvPr userDrawn="1"/>
          </p:nvSpPr>
          <p:spPr bwMode="gray">
            <a:xfrm>
              <a:off x="5075" y="4158"/>
              <a:ext cx="7" cy="4"/>
            </a:xfrm>
            <a:custGeom>
              <a:avLst/>
              <a:gdLst>
                <a:gd name="T0" fmla="*/ 7 w 7"/>
                <a:gd name="T1" fmla="*/ 1 h 7"/>
                <a:gd name="T2" fmla="*/ 5 w 7"/>
                <a:gd name="T3" fmla="*/ 1 h 7"/>
                <a:gd name="T4" fmla="*/ 3 w 7"/>
                <a:gd name="T5" fmla="*/ 1 h 7"/>
                <a:gd name="T6" fmla="*/ 2 w 7"/>
                <a:gd name="T7" fmla="*/ 1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3" name="Freeform 1744"/>
            <p:cNvSpPr>
              <a:spLocks/>
            </p:cNvSpPr>
            <p:nvPr userDrawn="1"/>
          </p:nvSpPr>
          <p:spPr bwMode="gray">
            <a:xfrm>
              <a:off x="5231" y="4052"/>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4" name="Freeform 1745"/>
            <p:cNvSpPr>
              <a:spLocks/>
            </p:cNvSpPr>
            <p:nvPr userDrawn="1"/>
          </p:nvSpPr>
          <p:spPr bwMode="gray">
            <a:xfrm>
              <a:off x="5227" y="4059"/>
              <a:ext cx="13" cy="7"/>
            </a:xfrm>
            <a:custGeom>
              <a:avLst/>
              <a:gdLst>
                <a:gd name="T0" fmla="*/ 0 w 11"/>
                <a:gd name="T1" fmla="*/ 7 h 7"/>
                <a:gd name="T2" fmla="*/ 41 w 11"/>
                <a:gd name="T3" fmla="*/ 7 h 7"/>
                <a:gd name="T4" fmla="*/ 67 w 11"/>
                <a:gd name="T5" fmla="*/ 5 h 7"/>
                <a:gd name="T6" fmla="*/ 93 w 11"/>
                <a:gd name="T7" fmla="*/ 3 h 7"/>
                <a:gd name="T8" fmla="*/ 110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5" name="Freeform 1746"/>
            <p:cNvSpPr>
              <a:spLocks/>
            </p:cNvSpPr>
            <p:nvPr userDrawn="1"/>
          </p:nvSpPr>
          <p:spPr bwMode="gray">
            <a:xfrm>
              <a:off x="4489" y="4094"/>
              <a:ext cx="4"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2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6" name="Freeform 1747"/>
            <p:cNvSpPr>
              <a:spLocks/>
            </p:cNvSpPr>
            <p:nvPr userDrawn="1"/>
          </p:nvSpPr>
          <p:spPr bwMode="gray">
            <a:xfrm>
              <a:off x="4487" y="4101"/>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7" name="Freeform 1748"/>
            <p:cNvSpPr>
              <a:spLocks/>
            </p:cNvSpPr>
            <p:nvPr userDrawn="1"/>
          </p:nvSpPr>
          <p:spPr bwMode="gray">
            <a:xfrm>
              <a:off x="4692" y="4181"/>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8" name="Freeform 1749"/>
            <p:cNvSpPr>
              <a:spLocks/>
            </p:cNvSpPr>
            <p:nvPr userDrawn="1"/>
          </p:nvSpPr>
          <p:spPr bwMode="gray">
            <a:xfrm>
              <a:off x="4683" y="4183"/>
              <a:ext cx="18" cy="4"/>
            </a:xfrm>
            <a:custGeom>
              <a:avLst/>
              <a:gdLst>
                <a:gd name="T0" fmla="*/ 18 w 18"/>
                <a:gd name="T1" fmla="*/ 0 h 3"/>
                <a:gd name="T2" fmla="*/ 14 w 18"/>
                <a:gd name="T3" fmla="*/ 155 h 3"/>
                <a:gd name="T4" fmla="*/ 11 w 18"/>
                <a:gd name="T5" fmla="*/ 155 h 3"/>
                <a:gd name="T6" fmla="*/ 5 w 18"/>
                <a:gd name="T7" fmla="*/ 155 h 3"/>
                <a:gd name="T8" fmla="*/ 0 w 18"/>
                <a:gd name="T9" fmla="*/ 116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9" name="Freeform 1750"/>
            <p:cNvSpPr>
              <a:spLocks/>
            </p:cNvSpPr>
            <p:nvPr userDrawn="1"/>
          </p:nvSpPr>
          <p:spPr bwMode="gray">
            <a:xfrm>
              <a:off x="4475" y="2866"/>
              <a:ext cx="4" cy="3"/>
            </a:xfrm>
            <a:custGeom>
              <a:avLst/>
              <a:gdLst>
                <a:gd name="T0" fmla="*/ 2 w 5"/>
                <a:gd name="T1" fmla="*/ 3 h 3"/>
                <a:gd name="T2" fmla="*/ 0 w 5"/>
                <a:gd name="T3" fmla="*/ 2 h 3"/>
                <a:gd name="T4" fmla="*/ 0 w 5"/>
                <a:gd name="T5" fmla="*/ 2 h 3"/>
                <a:gd name="T6" fmla="*/ 0 w 5"/>
                <a:gd name="T7" fmla="*/ 0 h 3"/>
                <a:gd name="T8" fmla="*/ 0 w 5"/>
                <a:gd name="T9" fmla="*/ 0 h 3"/>
                <a:gd name="T10" fmla="*/ 2 w 5"/>
                <a:gd name="T11" fmla="*/ 0 h 3"/>
                <a:gd name="T12" fmla="*/ 2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0" name="Freeform 1751"/>
            <p:cNvSpPr>
              <a:spLocks/>
            </p:cNvSpPr>
            <p:nvPr userDrawn="1"/>
          </p:nvSpPr>
          <p:spPr bwMode="gray">
            <a:xfrm>
              <a:off x="4473" y="2859"/>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1" name="Freeform 1752"/>
            <p:cNvSpPr>
              <a:spLocks/>
            </p:cNvSpPr>
            <p:nvPr userDrawn="1"/>
          </p:nvSpPr>
          <p:spPr bwMode="gray">
            <a:xfrm>
              <a:off x="4989" y="2614"/>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2" name="Freeform 1753"/>
            <p:cNvSpPr>
              <a:spLocks/>
            </p:cNvSpPr>
            <p:nvPr userDrawn="1"/>
          </p:nvSpPr>
          <p:spPr bwMode="gray">
            <a:xfrm>
              <a:off x="4982" y="2616"/>
              <a:ext cx="16" cy="4"/>
            </a:xfrm>
            <a:custGeom>
              <a:avLst/>
              <a:gdLst>
                <a:gd name="T0" fmla="*/ 0 w 16"/>
                <a:gd name="T1" fmla="*/ 155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3" name="Freeform 1754"/>
            <p:cNvSpPr>
              <a:spLocks/>
            </p:cNvSpPr>
            <p:nvPr userDrawn="1"/>
          </p:nvSpPr>
          <p:spPr bwMode="gray">
            <a:xfrm>
              <a:off x="4688" y="2924"/>
              <a:ext cx="4" cy="19"/>
            </a:xfrm>
            <a:custGeom>
              <a:avLst/>
              <a:gdLst>
                <a:gd name="T0" fmla="*/ 32768 w 2"/>
                <a:gd name="T1" fmla="*/ 19 h 19"/>
                <a:gd name="T2" fmla="*/ 32768 w 2"/>
                <a:gd name="T3" fmla="*/ 15 h 19"/>
                <a:gd name="T4" fmla="*/ 32768 w 2"/>
                <a:gd name="T5" fmla="*/ 10 h 19"/>
                <a:gd name="T6" fmla="*/ 32768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4" name="Freeform 1755"/>
            <p:cNvSpPr>
              <a:spLocks/>
            </p:cNvSpPr>
            <p:nvPr userDrawn="1"/>
          </p:nvSpPr>
          <p:spPr bwMode="gray">
            <a:xfrm>
              <a:off x="4680" y="2934"/>
              <a:ext cx="22" cy="2"/>
            </a:xfrm>
            <a:custGeom>
              <a:avLst/>
              <a:gdLst>
                <a:gd name="T0" fmla="*/ 145 w 19"/>
                <a:gd name="T1" fmla="*/ 0 h 2"/>
                <a:gd name="T2" fmla="*/ 108 w 19"/>
                <a:gd name="T3" fmla="*/ 0 h 2"/>
                <a:gd name="T4" fmla="*/ 80 w 19"/>
                <a:gd name="T5" fmla="*/ 0 h 2"/>
                <a:gd name="T6" fmla="*/ 39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5" name="Freeform 1756"/>
            <p:cNvSpPr>
              <a:spLocks/>
            </p:cNvSpPr>
            <p:nvPr userDrawn="1"/>
          </p:nvSpPr>
          <p:spPr bwMode="gray">
            <a:xfrm>
              <a:off x="5197" y="2677"/>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6" name="Freeform 1757"/>
            <p:cNvSpPr>
              <a:spLocks/>
            </p:cNvSpPr>
            <p:nvPr userDrawn="1"/>
          </p:nvSpPr>
          <p:spPr bwMode="gray">
            <a:xfrm>
              <a:off x="5192" y="2672"/>
              <a:ext cx="13" cy="13"/>
            </a:xfrm>
            <a:custGeom>
              <a:avLst/>
              <a:gdLst>
                <a:gd name="T0" fmla="*/ 110 w 11"/>
                <a:gd name="T1" fmla="*/ 3 h 15"/>
                <a:gd name="T2" fmla="*/ 110 w 11"/>
                <a:gd name="T3" fmla="*/ 3 h 15"/>
                <a:gd name="T4" fmla="*/ 67 w 11"/>
                <a:gd name="T5" fmla="*/ 3 h 15"/>
                <a:gd name="T6" fmla="*/ 48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7" name="Freeform 1758"/>
            <p:cNvSpPr>
              <a:spLocks/>
            </p:cNvSpPr>
            <p:nvPr userDrawn="1"/>
          </p:nvSpPr>
          <p:spPr bwMode="gray">
            <a:xfrm>
              <a:off x="4438" y="2707"/>
              <a:ext cx="4" cy="13"/>
            </a:xfrm>
            <a:custGeom>
              <a:avLst/>
              <a:gdLst>
                <a:gd name="T0" fmla="*/ 4 w 4"/>
                <a:gd name="T1" fmla="*/ 3 h 15"/>
                <a:gd name="T2" fmla="*/ 0 w 4"/>
                <a:gd name="T3" fmla="*/ 3 h 15"/>
                <a:gd name="T4" fmla="*/ 0 w 4"/>
                <a:gd name="T5" fmla="*/ 3 h 15"/>
                <a:gd name="T6" fmla="*/ 0 w 4"/>
                <a:gd name="T7" fmla="*/ 3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8" name="Freeform 1759"/>
            <p:cNvSpPr>
              <a:spLocks/>
            </p:cNvSpPr>
            <p:nvPr userDrawn="1"/>
          </p:nvSpPr>
          <p:spPr bwMode="gray">
            <a:xfrm>
              <a:off x="4437" y="2708"/>
              <a:ext cx="4" cy="9"/>
            </a:xfrm>
            <a:custGeom>
              <a:avLst/>
              <a:gdLst>
                <a:gd name="T0" fmla="*/ 1 w 8"/>
                <a:gd name="T1" fmla="*/ 0 h 9"/>
                <a:gd name="T2" fmla="*/ 1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9" name="Freeform 1760"/>
            <p:cNvSpPr>
              <a:spLocks/>
            </p:cNvSpPr>
            <p:nvPr userDrawn="1"/>
          </p:nvSpPr>
          <p:spPr bwMode="gray">
            <a:xfrm>
              <a:off x="5094" y="2904"/>
              <a:ext cx="2" cy="22"/>
            </a:xfrm>
            <a:custGeom>
              <a:avLst/>
              <a:gdLst>
                <a:gd name="T0" fmla="*/ 2 w 2"/>
                <a:gd name="T1" fmla="*/ 76 h 20"/>
                <a:gd name="T2" fmla="*/ 2 w 2"/>
                <a:gd name="T3" fmla="*/ 63 h 20"/>
                <a:gd name="T4" fmla="*/ 2 w 2"/>
                <a:gd name="T5" fmla="*/ 41 h 20"/>
                <a:gd name="T6" fmla="*/ 2 w 2"/>
                <a:gd name="T7" fmla="*/ 25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0" name="Freeform 1761"/>
            <p:cNvSpPr>
              <a:spLocks/>
            </p:cNvSpPr>
            <p:nvPr userDrawn="1"/>
          </p:nvSpPr>
          <p:spPr bwMode="gray">
            <a:xfrm>
              <a:off x="5087" y="2915"/>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1" name="Freeform 1762"/>
            <p:cNvSpPr>
              <a:spLocks/>
            </p:cNvSpPr>
            <p:nvPr userDrawn="1"/>
          </p:nvSpPr>
          <p:spPr bwMode="gray">
            <a:xfrm>
              <a:off x="4599" y="2631"/>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2" name="Freeform 1763"/>
            <p:cNvSpPr>
              <a:spLocks/>
            </p:cNvSpPr>
            <p:nvPr userDrawn="1"/>
          </p:nvSpPr>
          <p:spPr bwMode="gray">
            <a:xfrm>
              <a:off x="4601" y="2631"/>
              <a:ext cx="13" cy="9"/>
            </a:xfrm>
            <a:custGeom>
              <a:avLst/>
              <a:gdLst>
                <a:gd name="T0" fmla="*/ 400 w 10"/>
                <a:gd name="T1" fmla="*/ 0 h 9"/>
                <a:gd name="T2" fmla="*/ 287 w 10"/>
                <a:gd name="T3" fmla="*/ 0 h 9"/>
                <a:gd name="T4" fmla="*/ 221 w 10"/>
                <a:gd name="T5" fmla="*/ 2 h 9"/>
                <a:gd name="T6" fmla="*/ 131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3" name="Freeform 1764"/>
            <p:cNvSpPr>
              <a:spLocks/>
            </p:cNvSpPr>
            <p:nvPr userDrawn="1"/>
          </p:nvSpPr>
          <p:spPr bwMode="gray">
            <a:xfrm>
              <a:off x="5248" y="2826"/>
              <a:ext cx="13" cy="13"/>
            </a:xfrm>
            <a:custGeom>
              <a:avLst/>
              <a:gdLst>
                <a:gd name="T0" fmla="*/ 7 w 14"/>
                <a:gd name="T1" fmla="*/ 36 h 12"/>
                <a:gd name="T2" fmla="*/ 7 w 14"/>
                <a:gd name="T3" fmla="*/ 24 h 12"/>
                <a:gd name="T4" fmla="*/ 7 w 14"/>
                <a:gd name="T5" fmla="*/ 3 h 12"/>
                <a:gd name="T6" fmla="*/ 7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4" name="Freeform 1765"/>
            <p:cNvSpPr>
              <a:spLocks/>
            </p:cNvSpPr>
            <p:nvPr userDrawn="1"/>
          </p:nvSpPr>
          <p:spPr bwMode="gray">
            <a:xfrm>
              <a:off x="5255" y="2829"/>
              <a:ext cx="4" cy="7"/>
            </a:xfrm>
            <a:custGeom>
              <a:avLst/>
              <a:gdLst>
                <a:gd name="T0" fmla="*/ 0 w 5"/>
                <a:gd name="T1" fmla="*/ 0 h 7"/>
                <a:gd name="T2" fmla="*/ 2 w 5"/>
                <a:gd name="T3" fmla="*/ 0 h 7"/>
                <a:gd name="T4" fmla="*/ 2 w 5"/>
                <a:gd name="T5" fmla="*/ 2 h 7"/>
                <a:gd name="T6" fmla="*/ 2 w 5"/>
                <a:gd name="T7" fmla="*/ 4 h 7"/>
                <a:gd name="T8" fmla="*/ 2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5" name="Freeform 1766"/>
            <p:cNvSpPr>
              <a:spLocks/>
            </p:cNvSpPr>
            <p:nvPr userDrawn="1"/>
          </p:nvSpPr>
          <p:spPr bwMode="gray">
            <a:xfrm>
              <a:off x="4066" y="3457"/>
              <a:ext cx="4" cy="16"/>
            </a:xfrm>
            <a:custGeom>
              <a:avLst/>
              <a:gdLst>
                <a:gd name="T0" fmla="*/ 1 w 5"/>
                <a:gd name="T1" fmla="*/ 0 h 16"/>
                <a:gd name="T2" fmla="*/ 0 w 5"/>
                <a:gd name="T3" fmla="*/ 3 h 16"/>
                <a:gd name="T4" fmla="*/ 0 w 5"/>
                <a:gd name="T5" fmla="*/ 7 h 16"/>
                <a:gd name="T6" fmla="*/ 1 w 5"/>
                <a:gd name="T7" fmla="*/ 12 h 16"/>
                <a:gd name="T8" fmla="*/ 2 w 5"/>
                <a:gd name="T9" fmla="*/ 14 h 16"/>
                <a:gd name="T10" fmla="*/ 2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6" name="Freeform 1767"/>
            <p:cNvSpPr>
              <a:spLocks/>
            </p:cNvSpPr>
            <p:nvPr userDrawn="1"/>
          </p:nvSpPr>
          <p:spPr bwMode="gray">
            <a:xfrm>
              <a:off x="4066" y="3464"/>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7" name="Freeform 1768"/>
            <p:cNvSpPr>
              <a:spLocks/>
            </p:cNvSpPr>
            <p:nvPr userDrawn="1"/>
          </p:nvSpPr>
          <p:spPr bwMode="gray">
            <a:xfrm>
              <a:off x="4059" y="3228"/>
              <a:ext cx="12" cy="13"/>
            </a:xfrm>
            <a:custGeom>
              <a:avLst/>
              <a:gdLst>
                <a:gd name="T0" fmla="*/ 0 w 12"/>
                <a:gd name="T1" fmla="*/ 7 h 14"/>
                <a:gd name="T2" fmla="*/ 0 w 12"/>
                <a:gd name="T3" fmla="*/ 7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8" name="Freeform 1769"/>
            <p:cNvSpPr>
              <a:spLocks/>
            </p:cNvSpPr>
            <p:nvPr userDrawn="1"/>
          </p:nvSpPr>
          <p:spPr bwMode="gray">
            <a:xfrm>
              <a:off x="4060" y="3231"/>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9" name="Line 1770"/>
            <p:cNvSpPr>
              <a:spLocks noChangeShapeType="1"/>
            </p:cNvSpPr>
            <p:nvPr userDrawn="1"/>
          </p:nvSpPr>
          <p:spPr bwMode="gray">
            <a:xfrm flipH="1" flipV="1">
              <a:off x="5262" y="287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0" name="Line 1771"/>
            <p:cNvSpPr>
              <a:spLocks noChangeShapeType="1"/>
            </p:cNvSpPr>
            <p:nvPr userDrawn="1"/>
          </p:nvSpPr>
          <p:spPr bwMode="gray">
            <a:xfrm flipV="1">
              <a:off x="5196" y="3831"/>
              <a:ext cx="1"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1" name="Freeform 1772"/>
            <p:cNvSpPr>
              <a:spLocks/>
            </p:cNvSpPr>
            <p:nvPr userDrawn="1"/>
          </p:nvSpPr>
          <p:spPr bwMode="gray">
            <a:xfrm>
              <a:off x="5094" y="3924"/>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2" name="Line 1773"/>
            <p:cNvSpPr>
              <a:spLocks noChangeShapeType="1"/>
            </p:cNvSpPr>
            <p:nvPr userDrawn="1"/>
          </p:nvSpPr>
          <p:spPr bwMode="gray">
            <a:xfrm flipV="1">
              <a:off x="5089" y="3845"/>
              <a:ext cx="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3" name="Line 1774"/>
            <p:cNvSpPr>
              <a:spLocks noChangeShapeType="1"/>
            </p:cNvSpPr>
            <p:nvPr userDrawn="1"/>
          </p:nvSpPr>
          <p:spPr bwMode="gray">
            <a:xfrm flipV="1">
              <a:off x="5094" y="3847"/>
              <a:ext cx="2"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4" name="Line 1775"/>
            <p:cNvSpPr>
              <a:spLocks noChangeShapeType="1"/>
            </p:cNvSpPr>
            <p:nvPr userDrawn="1"/>
          </p:nvSpPr>
          <p:spPr bwMode="gray">
            <a:xfrm>
              <a:off x="5092" y="3847"/>
              <a:ext cx="1"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5" name="Freeform 1776"/>
            <p:cNvSpPr>
              <a:spLocks/>
            </p:cNvSpPr>
            <p:nvPr userDrawn="1"/>
          </p:nvSpPr>
          <p:spPr bwMode="gray">
            <a:xfrm>
              <a:off x="5089" y="3915"/>
              <a:ext cx="4" cy="9"/>
            </a:xfrm>
            <a:custGeom>
              <a:avLst/>
              <a:gdLst>
                <a:gd name="T0" fmla="*/ 2 w 5"/>
                <a:gd name="T1" fmla="*/ 9 h 9"/>
                <a:gd name="T2" fmla="*/ 2 w 5"/>
                <a:gd name="T3" fmla="*/ 7 h 9"/>
                <a:gd name="T4" fmla="*/ 0 w 5"/>
                <a:gd name="T5" fmla="*/ 5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6" name="Freeform 1777"/>
            <p:cNvSpPr>
              <a:spLocks/>
            </p:cNvSpPr>
            <p:nvPr userDrawn="1"/>
          </p:nvSpPr>
          <p:spPr bwMode="gray">
            <a:xfrm>
              <a:off x="5091" y="3929"/>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7" name="Freeform 1778"/>
            <p:cNvSpPr>
              <a:spLocks/>
            </p:cNvSpPr>
            <p:nvPr userDrawn="1"/>
          </p:nvSpPr>
          <p:spPr bwMode="gray">
            <a:xfrm>
              <a:off x="5080" y="3915"/>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8" name="Freeform 1779"/>
            <p:cNvSpPr>
              <a:spLocks/>
            </p:cNvSpPr>
            <p:nvPr userDrawn="1"/>
          </p:nvSpPr>
          <p:spPr bwMode="gray">
            <a:xfrm>
              <a:off x="5071" y="3922"/>
              <a:ext cx="13" cy="18"/>
            </a:xfrm>
            <a:custGeom>
              <a:avLst/>
              <a:gdLst>
                <a:gd name="T0" fmla="*/ 0 w 9"/>
                <a:gd name="T1" fmla="*/ 18 h 18"/>
                <a:gd name="T2" fmla="*/ 352 w 9"/>
                <a:gd name="T3" fmla="*/ 14 h 18"/>
                <a:gd name="T4" fmla="*/ 734 w 9"/>
                <a:gd name="T5" fmla="*/ 9 h 18"/>
                <a:gd name="T6" fmla="*/ 1060 w 9"/>
                <a:gd name="T7" fmla="*/ 4 h 18"/>
                <a:gd name="T8" fmla="*/ 1531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9" name="Freeform 1780"/>
            <p:cNvSpPr>
              <a:spLocks/>
            </p:cNvSpPr>
            <p:nvPr userDrawn="1"/>
          </p:nvSpPr>
          <p:spPr bwMode="gray">
            <a:xfrm>
              <a:off x="5071" y="3940"/>
              <a:ext cx="22" cy="4"/>
            </a:xfrm>
            <a:custGeom>
              <a:avLst/>
              <a:gdLst>
                <a:gd name="T0" fmla="*/ 0 w 20"/>
                <a:gd name="T1" fmla="*/ 0 h 1"/>
                <a:gd name="T2" fmla="*/ 25 w 20"/>
                <a:gd name="T3" fmla="*/ 268435456 h 1"/>
                <a:gd name="T4" fmla="*/ 41 w 20"/>
                <a:gd name="T5" fmla="*/ 268435456 h 1"/>
                <a:gd name="T6" fmla="*/ 63 w 20"/>
                <a:gd name="T7" fmla="*/ 268435456 h 1"/>
                <a:gd name="T8" fmla="*/ 76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0" name="Line 1781"/>
            <p:cNvSpPr>
              <a:spLocks noChangeShapeType="1"/>
            </p:cNvSpPr>
            <p:nvPr userDrawn="1"/>
          </p:nvSpPr>
          <p:spPr bwMode="gray">
            <a:xfrm>
              <a:off x="4785" y="3160"/>
              <a:ext cx="314" cy="10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1721" name="Text Box 64"/>
          <p:cNvSpPr txBox="1">
            <a:spLocks noChangeArrowheads="1"/>
          </p:cNvSpPr>
          <p:nvPr/>
        </p:nvSpPr>
        <p:spPr bwMode="auto">
          <a:xfrm>
            <a:off x="3962400" y="2286000"/>
            <a:ext cx="1447800" cy="519113"/>
          </a:xfrm>
          <a:prstGeom prst="rect">
            <a:avLst/>
          </a:prstGeom>
          <a:noFill/>
          <a:ln>
            <a:noFill/>
          </a:ln>
        </p:spPr>
        <p:txBody>
          <a:bodyPr>
            <a:spAutoFit/>
          </a:bodyPr>
          <a:lstStyle>
            <a:lvl1pPr eaLnBrk="0" hangingPunct="0">
              <a:defRPr b="1">
                <a:solidFill>
                  <a:schemeClr val="tx1"/>
                </a:solidFill>
                <a:latin typeface="Arial" pitchFamily="34" charset="0"/>
                <a:ea typeface="新細明體" pitchFamily="18" charset="-120"/>
              </a:defRPr>
            </a:lvl1pPr>
            <a:lvl2pPr marL="742950" indent="-285750" eaLnBrk="0" hangingPunct="0">
              <a:defRPr b="1">
                <a:solidFill>
                  <a:schemeClr val="tx1"/>
                </a:solidFill>
                <a:latin typeface="Arial" pitchFamily="34" charset="0"/>
                <a:ea typeface="新細明體" pitchFamily="18" charset="-120"/>
              </a:defRPr>
            </a:lvl2pPr>
            <a:lvl3pPr marL="1143000" indent="-228600" eaLnBrk="0" hangingPunct="0">
              <a:defRPr b="1">
                <a:solidFill>
                  <a:schemeClr val="tx1"/>
                </a:solidFill>
                <a:latin typeface="Arial" pitchFamily="34" charset="0"/>
                <a:ea typeface="新細明體" pitchFamily="18" charset="-120"/>
              </a:defRPr>
            </a:lvl3pPr>
            <a:lvl4pPr marL="1600200" indent="-228600" eaLnBrk="0" hangingPunct="0">
              <a:defRPr b="1">
                <a:solidFill>
                  <a:schemeClr val="tx1"/>
                </a:solidFill>
                <a:latin typeface="Arial" pitchFamily="34" charset="0"/>
                <a:ea typeface="新細明體" pitchFamily="18" charset="-120"/>
              </a:defRPr>
            </a:lvl4pPr>
            <a:lvl5pPr marL="2057400" indent="-228600" eaLnBrk="0" hangingPunct="0">
              <a:defRPr b="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b="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b="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b="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b="1">
                <a:solidFill>
                  <a:schemeClr val="tx1"/>
                </a:solidFill>
                <a:latin typeface="Arial" pitchFamily="34" charset="0"/>
                <a:ea typeface="新細明體" pitchFamily="18" charset="-120"/>
              </a:defRPr>
            </a:lvl9pPr>
          </a:lstStyle>
          <a:p>
            <a:pPr eaLnBrk="1" fontAlgn="base" hangingPunct="1">
              <a:spcBef>
                <a:spcPct val="50000"/>
              </a:spcBef>
              <a:spcAft>
                <a:spcPct val="0"/>
              </a:spcAft>
              <a:defRPr/>
            </a:pPr>
            <a:r>
              <a:rPr lang="en-US" altLang="zh-TW" sz="2800">
                <a:solidFill>
                  <a:srgbClr val="FFFFFF"/>
                </a:solidFill>
                <a:latin typeface="Verdana" pitchFamily="34" charset="0"/>
              </a:rPr>
              <a:t>LOGO</a:t>
            </a:r>
          </a:p>
        </p:txBody>
      </p:sp>
      <p:sp>
        <p:nvSpPr>
          <p:cNvPr id="1722" name="Freeform 1790"/>
          <p:cNvSpPr>
            <a:spLocks/>
          </p:cNvSpPr>
          <p:nvPr userDrawn="1"/>
        </p:nvSpPr>
        <p:spPr bwMode="gray">
          <a:xfrm>
            <a:off x="-26988" y="3017838"/>
            <a:ext cx="9175751" cy="579437"/>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75" name="Rectangle 3"/>
          <p:cNvSpPr>
            <a:spLocks noGrp="1" noChangeArrowheads="1"/>
          </p:cNvSpPr>
          <p:nvPr>
            <p:ph type="subTitle" idx="1"/>
          </p:nvPr>
        </p:nvSpPr>
        <p:spPr bwMode="black">
          <a:xfrm>
            <a:off x="1219200" y="4800600"/>
            <a:ext cx="6705600" cy="533400"/>
          </a:xfrm>
        </p:spPr>
        <p:txBody>
          <a:bodyPr/>
          <a:lstStyle>
            <a:lvl1pPr marL="0" indent="0" algn="ctr">
              <a:buFont typeface="Wingdings" pitchFamily="2" charset="2"/>
              <a:buNone/>
              <a:defRPr sz="1800" b="1"/>
            </a:lvl1pPr>
          </a:lstStyle>
          <a:p>
            <a:r>
              <a:rPr lang="zh-TW" altLang="en-US"/>
              <a:t>按一下以編輯母片副標題樣式</a:t>
            </a:r>
            <a:endParaRPr lang="en-US" altLang="zh-TW"/>
          </a:p>
        </p:txBody>
      </p:sp>
      <p:sp>
        <p:nvSpPr>
          <p:cNvPr id="3074" name="Rectangle 2"/>
          <p:cNvSpPr>
            <a:spLocks noGrp="1" noChangeArrowheads="1"/>
          </p:cNvSpPr>
          <p:nvPr>
            <p:ph type="ctrTitle"/>
          </p:nvPr>
        </p:nvSpPr>
        <p:spPr>
          <a:xfrm>
            <a:off x="762000" y="3657600"/>
            <a:ext cx="7467600" cy="762000"/>
          </a:xfrm>
        </p:spPr>
        <p:txBody>
          <a:bodyPr/>
          <a:lstStyle>
            <a:lvl1pPr>
              <a:defRPr sz="4400">
                <a:solidFill>
                  <a:schemeClr val="tx1"/>
                </a:solidFill>
              </a:defRPr>
            </a:lvl1pPr>
          </a:lstStyle>
          <a:p>
            <a:r>
              <a:rPr lang="zh-TW" altLang="en-US"/>
              <a:t>按一下以編輯母片標題樣式</a:t>
            </a:r>
            <a:endParaRPr lang="en-US" altLang="zh-TW"/>
          </a:p>
        </p:txBody>
      </p:sp>
    </p:spTree>
    <p:extLst>
      <p:ext uri="{BB962C8B-B14F-4D97-AF65-F5344CB8AC3E}">
        <p14:creationId xmlns:p14="http://schemas.microsoft.com/office/powerpoint/2010/main" val="391872035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type="obj" preserve="1">
  <p:cSld name="標題及物件">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E75F876D-D9CA-4962-B65C-0A990C6D9B51}" type="slidenum">
              <a:rPr lang="en-US" altLang="zh-TW"/>
              <a:pPr>
                <a:defRPr/>
              </a:pPr>
              <a:t>‹#›</a:t>
            </a:fld>
            <a:endParaRPr lang="en-US" altLang="zh-TW"/>
          </a:p>
        </p:txBody>
      </p:sp>
    </p:spTree>
    <p:extLst>
      <p:ext uri="{BB962C8B-B14F-4D97-AF65-F5344CB8AC3E}">
        <p14:creationId xmlns:p14="http://schemas.microsoft.com/office/powerpoint/2010/main" val="326201041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type="secHead" preserve="1">
  <p:cSld name="區段標題">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F3E67059-0F49-4791-BCC1-DB592C825CE6}" type="slidenum">
              <a:rPr lang="en-US" altLang="zh-TW"/>
              <a:pPr>
                <a:defRPr/>
              </a:pPr>
              <a:t>‹#›</a:t>
            </a:fld>
            <a:endParaRPr lang="en-US" altLang="zh-TW"/>
          </a:p>
        </p:txBody>
      </p:sp>
    </p:spTree>
    <p:extLst>
      <p:ext uri="{BB962C8B-B14F-4D97-AF65-F5344CB8AC3E}">
        <p14:creationId xmlns:p14="http://schemas.microsoft.com/office/powerpoint/2010/main" val="358311509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type="twoObj" preserve="1">
  <p:cSld name="兩項物件">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48CD56E2-CB95-4876-87D0-5C39F7084233}" type="slidenum">
              <a:rPr lang="en-US" altLang="zh-TW"/>
              <a:pPr>
                <a:defRPr/>
              </a:pPr>
              <a:t>‹#›</a:t>
            </a:fld>
            <a:endParaRPr lang="en-US" altLang="zh-TW"/>
          </a:p>
        </p:txBody>
      </p:sp>
    </p:spTree>
    <p:extLst>
      <p:ext uri="{BB962C8B-B14F-4D97-AF65-F5344CB8AC3E}">
        <p14:creationId xmlns:p14="http://schemas.microsoft.com/office/powerpoint/2010/main" val="26084203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type="twoTxTwoObj" preserve="1">
  <p:cSld name="比對">
    <p:spTree>
      <p:nvGrpSpPr>
        <p:cNvPr id="1" name=""/>
        <p:cNvGrpSpPr/>
        <p:nvPr/>
      </p:nvGrpSpPr>
      <p:grpSpPr>
        <a:xfrm>
          <a:off x="0" y="0"/>
          <a:ext cx="0" cy="0"/>
          <a:chOff x="0" y="0"/>
          <a:chExt cx="0" cy="0"/>
        </a:xfrm>
      </p:grpSpPr>
      <p:sp>
        <p:nvSpPr>
          <p:cNvPr id="7"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8"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9"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4638"/>
            <a:ext cx="8229600" cy="1143000"/>
          </a:xfrm>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1"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2"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5765180D-4FE3-46F5-BB4E-50B5F13EFF13}" type="slidenum">
              <a:rPr lang="en-US" altLang="zh-TW"/>
              <a:pPr>
                <a:defRPr/>
              </a:pPr>
              <a:t>‹#›</a:t>
            </a:fld>
            <a:endParaRPr lang="en-US" altLang="zh-TW"/>
          </a:p>
        </p:txBody>
      </p:sp>
    </p:spTree>
    <p:extLst>
      <p:ext uri="{BB962C8B-B14F-4D97-AF65-F5344CB8AC3E}">
        <p14:creationId xmlns:p14="http://schemas.microsoft.com/office/powerpoint/2010/main" val="385290895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type="titleOnly" preserve="1">
  <p:cSld name="只有標題">
    <p:spTree>
      <p:nvGrpSpPr>
        <p:cNvPr id="1" name=""/>
        <p:cNvGrpSpPr/>
        <p:nvPr/>
      </p:nvGrpSpPr>
      <p:grpSpPr>
        <a:xfrm>
          <a:off x="0" y="0"/>
          <a:ext cx="0" cy="0"/>
          <a:chOff x="0" y="0"/>
          <a:chExt cx="0" cy="0"/>
        </a:xfrm>
      </p:grpSpPr>
      <p:sp>
        <p:nvSpPr>
          <p:cNvPr id="3"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4"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5"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6"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7"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8"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F1509867-5A75-4E10-87ED-CA01B8CEA8A2}" type="slidenum">
              <a:rPr lang="en-US" altLang="zh-TW"/>
              <a:pPr>
                <a:defRPr/>
              </a:pPr>
              <a:t>‹#›</a:t>
            </a:fld>
            <a:endParaRPr lang="en-US" altLang="zh-TW"/>
          </a:p>
        </p:txBody>
      </p:sp>
    </p:spTree>
    <p:extLst>
      <p:ext uri="{BB962C8B-B14F-4D97-AF65-F5344CB8AC3E}">
        <p14:creationId xmlns:p14="http://schemas.microsoft.com/office/powerpoint/2010/main" val="270087965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type="blank" preserve="1">
  <p:cSld name="空白">
    <p:spTree>
      <p:nvGrpSpPr>
        <p:cNvPr id="1" name=""/>
        <p:cNvGrpSpPr/>
        <p:nvPr/>
      </p:nvGrpSpPr>
      <p:grpSpPr>
        <a:xfrm>
          <a:off x="0" y="0"/>
          <a:ext cx="0" cy="0"/>
          <a:chOff x="0" y="0"/>
          <a:chExt cx="0" cy="0"/>
        </a:xfrm>
      </p:grpSpPr>
      <p:sp>
        <p:nvSpPr>
          <p:cNvPr id="2"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3"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7"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AE7F6C5F-D689-41BE-9645-055924BDC76A}" type="slidenum">
              <a:rPr lang="en-US" altLang="zh-TW"/>
              <a:pPr>
                <a:defRPr/>
              </a:pPr>
              <a:t>‹#›</a:t>
            </a:fld>
            <a:endParaRPr lang="en-US" altLang="zh-TW"/>
          </a:p>
        </p:txBody>
      </p:sp>
    </p:spTree>
    <p:extLst>
      <p:ext uri="{BB962C8B-B14F-4D97-AF65-F5344CB8AC3E}">
        <p14:creationId xmlns:p14="http://schemas.microsoft.com/office/powerpoint/2010/main" val="2048566361"/>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objTx" preserve="1">
  <p:cSld name="含標題的內容">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E2ACE0E5-3304-4A65-B59A-016BCD82FFB4}" type="slidenum">
              <a:rPr lang="en-US" altLang="zh-TW"/>
              <a:pPr>
                <a:defRPr/>
              </a:pPr>
              <a:t>‹#›</a:t>
            </a:fld>
            <a:endParaRPr lang="en-US" altLang="zh-TW"/>
          </a:p>
        </p:txBody>
      </p:sp>
    </p:spTree>
    <p:extLst>
      <p:ext uri="{BB962C8B-B14F-4D97-AF65-F5344CB8AC3E}">
        <p14:creationId xmlns:p14="http://schemas.microsoft.com/office/powerpoint/2010/main" val="222248323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picTx" preserve="1">
  <p:cSld name="含標題的圖片">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zh-TW" altLang="en-US" noProof="0"/>
              <a:t>按一下圖示以新增圖片</a:t>
            </a:r>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45F4B194-83FF-4933-83E8-74C3EE84ECAC}" type="slidenum">
              <a:rPr lang="en-US" altLang="zh-TW"/>
              <a:pPr>
                <a:defRPr/>
              </a:pPr>
              <a:t>‹#›</a:t>
            </a:fld>
            <a:endParaRPr lang="en-US" altLang="zh-TW"/>
          </a:p>
        </p:txBody>
      </p:sp>
    </p:spTree>
    <p:extLst>
      <p:ext uri="{BB962C8B-B14F-4D97-AF65-F5344CB8AC3E}">
        <p14:creationId xmlns:p14="http://schemas.microsoft.com/office/powerpoint/2010/main" val="373641783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type="vertTx" preserve="1">
  <p:cSld name="標題及直排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8D4D10E-3F03-4AB5-B0E1-3ECA87B9FE95}" type="slidenum">
              <a:rPr lang="en-US" altLang="zh-TW"/>
              <a:pPr>
                <a:defRPr/>
              </a:pPr>
              <a:t>‹#›</a:t>
            </a:fld>
            <a:endParaRPr lang="en-US" altLang="zh-TW"/>
          </a:p>
        </p:txBody>
      </p:sp>
    </p:spTree>
    <p:extLst>
      <p:ext uri="{BB962C8B-B14F-4D97-AF65-F5344CB8AC3E}">
        <p14:creationId xmlns:p14="http://schemas.microsoft.com/office/powerpoint/2010/main" val="277871550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type="vertTitleAndTx" preserve="1">
  <p:cSld name="直排標題及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直排標題 1"/>
          <p:cNvSpPr>
            <a:spLocks noGrp="1"/>
          </p:cNvSpPr>
          <p:nvPr>
            <p:ph type="title" orient="vert"/>
          </p:nvPr>
        </p:nvSpPr>
        <p:spPr>
          <a:xfrm>
            <a:off x="6591300" y="46038"/>
            <a:ext cx="2095500" cy="6354762"/>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304800" y="46038"/>
            <a:ext cx="6134100" cy="6354762"/>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0D8FDDF9-616D-49AB-B5F2-ACEA3A7BE7C1}" type="slidenum">
              <a:rPr lang="en-US" altLang="zh-TW"/>
              <a:pPr>
                <a:defRPr/>
              </a:pPr>
              <a:t>‹#›</a:t>
            </a:fld>
            <a:endParaRPr lang="en-US" altLang="zh-TW"/>
          </a:p>
        </p:txBody>
      </p:sp>
    </p:spTree>
    <p:extLst>
      <p:ext uri="{BB962C8B-B14F-4D97-AF65-F5344CB8AC3E}">
        <p14:creationId xmlns:p14="http://schemas.microsoft.com/office/powerpoint/2010/main" val="216445457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type="tbl" preserve="1">
  <p:cSld name="標題及表格">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304800" y="46038"/>
            <a:ext cx="8382000" cy="563562"/>
          </a:xfrm>
        </p:spPr>
        <p:txBody>
          <a:bodyPr/>
          <a:lstStyle/>
          <a:p>
            <a:r>
              <a:rPr lang="zh-TW" altLang="en-US"/>
              <a:t>按一下以編輯母片標題樣式</a:t>
            </a:r>
          </a:p>
        </p:txBody>
      </p:sp>
      <p:sp>
        <p:nvSpPr>
          <p:cNvPr id="3" name="表格版面配置區 2"/>
          <p:cNvSpPr>
            <a:spLocks noGrp="1"/>
          </p:cNvSpPr>
          <p:nvPr>
            <p:ph type="tbl" idx="1"/>
          </p:nvPr>
        </p:nvSpPr>
        <p:spPr>
          <a:xfrm>
            <a:off x="457200" y="990600"/>
            <a:ext cx="8229600" cy="5410200"/>
          </a:xfrm>
        </p:spPr>
        <p:txBody>
          <a:bodyPr/>
          <a:lstStyle/>
          <a:p>
            <a:pPr lvl="0"/>
            <a:r>
              <a:rPr lang="zh-TW" altLang="en-US" noProof="0"/>
              <a:t>按一下圖示以新增表格</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B0AF6A3-896C-4ABE-88E1-5C8857E9A671}" type="slidenum">
              <a:rPr lang="en-US" altLang="zh-TW"/>
              <a:pPr>
                <a:defRPr/>
              </a:pPr>
              <a:t>‹#›</a:t>
            </a:fld>
            <a:endParaRPr lang="en-US" altLang="zh-TW"/>
          </a:p>
        </p:txBody>
      </p:sp>
    </p:spTree>
    <p:extLst>
      <p:ext uri="{BB962C8B-B14F-4D97-AF65-F5344CB8AC3E}">
        <p14:creationId xmlns:p14="http://schemas.microsoft.com/office/powerpoint/2010/main" val="41239731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type="title" preserve="1">
  <p:cSld name="標題投影片">
    <p:bg>
      <p:bgPr>
        <a:solidFill>
          <a:srgbClr val="FFFFFF"/>
        </a:solidFill>
        <a:effectLst/>
      </p:bgPr>
    </p:bg>
    <p:spTree>
      <p:nvGrpSpPr>
        <p:cNvPr id="1" name=""/>
        <p:cNvGrpSpPr/>
        <p:nvPr/>
      </p:nvGrpSpPr>
      <p:grpSpPr>
        <a:xfrm>
          <a:off x="0" y="0"/>
          <a:ext cx="0" cy="0"/>
          <a:chOff x="0" y="0"/>
          <a:chExt cx="0" cy="0"/>
        </a:xfrm>
      </p:grpSpPr>
      <p:sp>
        <p:nvSpPr>
          <p:cNvPr id="4" name="Rectangle 1784"/>
          <p:cNvSpPr>
            <a:spLocks noChangeArrowheads="1"/>
          </p:cNvSpPr>
          <p:nvPr userDrawn="1"/>
        </p:nvSpPr>
        <p:spPr bwMode="gray">
          <a:xfrm>
            <a:off x="2978150" y="0"/>
            <a:ext cx="3270250" cy="342900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6227763" y="0"/>
          <a:ext cx="2914650" cy="35734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0"/>
                        <a:ext cx="2914650"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0" y="0"/>
          <a:ext cx="3019425" cy="3573463"/>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3019425"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 name="Group 68"/>
          <p:cNvGrpSpPr>
            <a:grpSpLocks/>
          </p:cNvGrpSpPr>
          <p:nvPr userDrawn="1"/>
        </p:nvGrpSpPr>
        <p:grpSpPr bwMode="auto">
          <a:xfrm>
            <a:off x="3348038" y="836613"/>
            <a:ext cx="2509837" cy="2498725"/>
            <a:chOff x="2111" y="670"/>
            <a:chExt cx="1581" cy="1574"/>
          </a:xfrm>
        </p:grpSpPr>
        <p:sp>
          <p:nvSpPr>
            <p:cNvPr id="8" name="Line 69"/>
            <p:cNvSpPr>
              <a:spLocks noChangeShapeType="1"/>
            </p:cNvSpPr>
            <p:nvPr userDrawn="1"/>
          </p:nvSpPr>
          <p:spPr bwMode="gray">
            <a:xfrm flipH="1">
              <a:off x="3092" y="1532"/>
              <a:ext cx="156"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 name="Line 70"/>
            <p:cNvSpPr>
              <a:spLocks noChangeShapeType="1"/>
            </p:cNvSpPr>
            <p:nvPr userDrawn="1"/>
          </p:nvSpPr>
          <p:spPr bwMode="gray">
            <a:xfrm flipH="1" flipV="1">
              <a:off x="3101" y="1523"/>
              <a:ext cx="206"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 name="Line 71"/>
            <p:cNvSpPr>
              <a:spLocks noChangeShapeType="1"/>
            </p:cNvSpPr>
            <p:nvPr userDrawn="1"/>
          </p:nvSpPr>
          <p:spPr bwMode="gray">
            <a:xfrm flipV="1">
              <a:off x="3081" y="1642"/>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 name="Line 72"/>
            <p:cNvSpPr>
              <a:spLocks noChangeShapeType="1"/>
            </p:cNvSpPr>
            <p:nvPr userDrawn="1"/>
          </p:nvSpPr>
          <p:spPr bwMode="gray">
            <a:xfrm flipV="1">
              <a:off x="3449" y="1518"/>
              <a:ext cx="7" cy="25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 name="Line 73"/>
            <p:cNvSpPr>
              <a:spLocks noChangeShapeType="1"/>
            </p:cNvSpPr>
            <p:nvPr userDrawn="1"/>
          </p:nvSpPr>
          <p:spPr bwMode="gray">
            <a:xfrm flipH="1">
              <a:off x="3456" y="1273"/>
              <a:ext cx="7"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 name="Line 74"/>
            <p:cNvSpPr>
              <a:spLocks noChangeShapeType="1"/>
            </p:cNvSpPr>
            <p:nvPr userDrawn="1"/>
          </p:nvSpPr>
          <p:spPr bwMode="gray">
            <a:xfrm flipV="1">
              <a:off x="299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 name="Freeform 75"/>
            <p:cNvSpPr>
              <a:spLocks/>
            </p:cNvSpPr>
            <p:nvPr userDrawn="1"/>
          </p:nvSpPr>
          <p:spPr bwMode="gray">
            <a:xfrm>
              <a:off x="3083" y="1623"/>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 name="Line 76"/>
            <p:cNvSpPr>
              <a:spLocks noChangeShapeType="1"/>
            </p:cNvSpPr>
            <p:nvPr userDrawn="1"/>
          </p:nvSpPr>
          <p:spPr bwMode="gray">
            <a:xfrm>
              <a:off x="2983" y="1595"/>
              <a:ext cx="209"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 name="Line 77"/>
            <p:cNvSpPr>
              <a:spLocks noChangeShapeType="1"/>
            </p:cNvSpPr>
            <p:nvPr userDrawn="1"/>
          </p:nvSpPr>
          <p:spPr bwMode="gray">
            <a:xfrm>
              <a:off x="2989" y="1588"/>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 name="Line 78"/>
            <p:cNvSpPr>
              <a:spLocks noChangeShapeType="1"/>
            </p:cNvSpPr>
            <p:nvPr userDrawn="1"/>
          </p:nvSpPr>
          <p:spPr bwMode="gray">
            <a:xfrm flipH="1" flipV="1">
              <a:off x="2980" y="1606"/>
              <a:ext cx="208"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 name="Line 79"/>
            <p:cNvSpPr>
              <a:spLocks noChangeShapeType="1"/>
            </p:cNvSpPr>
            <p:nvPr userDrawn="1"/>
          </p:nvSpPr>
          <p:spPr bwMode="gray">
            <a:xfrm>
              <a:off x="2957" y="1842"/>
              <a:ext cx="186"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 name="Line 80"/>
            <p:cNvSpPr>
              <a:spLocks noChangeShapeType="1"/>
            </p:cNvSpPr>
            <p:nvPr userDrawn="1"/>
          </p:nvSpPr>
          <p:spPr bwMode="gray">
            <a:xfrm flipH="1" flipV="1">
              <a:off x="2231" y="1408"/>
              <a:ext cx="116"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 name="Line 81"/>
            <p:cNvSpPr>
              <a:spLocks noChangeShapeType="1"/>
            </p:cNvSpPr>
            <p:nvPr userDrawn="1"/>
          </p:nvSpPr>
          <p:spPr bwMode="gray">
            <a:xfrm flipV="1">
              <a:off x="2284" y="1467"/>
              <a:ext cx="63" cy="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 name="Line 82"/>
            <p:cNvSpPr>
              <a:spLocks noChangeShapeType="1"/>
            </p:cNvSpPr>
            <p:nvPr userDrawn="1"/>
          </p:nvSpPr>
          <p:spPr bwMode="gray">
            <a:xfrm flipH="1" flipV="1">
              <a:off x="2665" y="1564"/>
              <a:ext cx="203"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 name="Line 83"/>
            <p:cNvSpPr>
              <a:spLocks noChangeShapeType="1"/>
            </p:cNvSpPr>
            <p:nvPr userDrawn="1"/>
          </p:nvSpPr>
          <p:spPr bwMode="gray">
            <a:xfrm flipV="1">
              <a:off x="2642" y="1539"/>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 name="Line 84"/>
            <p:cNvSpPr>
              <a:spLocks noChangeShapeType="1"/>
            </p:cNvSpPr>
            <p:nvPr userDrawn="1"/>
          </p:nvSpPr>
          <p:spPr bwMode="gray">
            <a:xfrm flipV="1">
              <a:off x="2880" y="1653"/>
              <a:ext cx="1"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 name="Line 85"/>
            <p:cNvSpPr>
              <a:spLocks noChangeShapeType="1"/>
            </p:cNvSpPr>
            <p:nvPr userDrawn="1"/>
          </p:nvSpPr>
          <p:spPr bwMode="gray">
            <a:xfrm flipV="1">
              <a:off x="2798" y="1721"/>
              <a:ext cx="161"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 name="Line 86"/>
            <p:cNvSpPr>
              <a:spLocks noChangeShapeType="1"/>
            </p:cNvSpPr>
            <p:nvPr userDrawn="1"/>
          </p:nvSpPr>
          <p:spPr bwMode="gray">
            <a:xfrm>
              <a:off x="2733" y="1506"/>
              <a:ext cx="11"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 name="Line 87"/>
            <p:cNvSpPr>
              <a:spLocks noChangeShapeType="1"/>
            </p:cNvSpPr>
            <p:nvPr userDrawn="1"/>
          </p:nvSpPr>
          <p:spPr bwMode="gray">
            <a:xfrm flipV="1">
              <a:off x="2744" y="1509"/>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 name="Line 88"/>
            <p:cNvSpPr>
              <a:spLocks noChangeShapeType="1"/>
            </p:cNvSpPr>
            <p:nvPr userDrawn="1"/>
          </p:nvSpPr>
          <p:spPr bwMode="gray">
            <a:xfrm flipH="1" flipV="1">
              <a:off x="2452" y="1569"/>
              <a:ext cx="3" cy="25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 name="Line 89"/>
            <p:cNvSpPr>
              <a:spLocks noChangeShapeType="1"/>
            </p:cNvSpPr>
            <p:nvPr userDrawn="1"/>
          </p:nvSpPr>
          <p:spPr bwMode="gray">
            <a:xfrm>
              <a:off x="2142" y="1583"/>
              <a:ext cx="63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 name="Line 90"/>
            <p:cNvSpPr>
              <a:spLocks noChangeShapeType="1"/>
            </p:cNvSpPr>
            <p:nvPr userDrawn="1"/>
          </p:nvSpPr>
          <p:spPr bwMode="gray">
            <a:xfrm flipV="1">
              <a:off x="2564" y="1609"/>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 name="Line 91"/>
            <p:cNvSpPr>
              <a:spLocks noChangeShapeType="1"/>
            </p:cNvSpPr>
            <p:nvPr userDrawn="1"/>
          </p:nvSpPr>
          <p:spPr bwMode="gray">
            <a:xfrm flipH="1" flipV="1">
              <a:off x="2551" y="1606"/>
              <a:ext cx="13"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 name="Line 92"/>
            <p:cNvSpPr>
              <a:spLocks noChangeShapeType="1"/>
            </p:cNvSpPr>
            <p:nvPr userDrawn="1"/>
          </p:nvSpPr>
          <p:spPr bwMode="gray">
            <a:xfrm flipH="1" flipV="1">
              <a:off x="2354" y="1534"/>
              <a:ext cx="19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 name="Line 93"/>
            <p:cNvSpPr>
              <a:spLocks noChangeShapeType="1"/>
            </p:cNvSpPr>
            <p:nvPr userDrawn="1"/>
          </p:nvSpPr>
          <p:spPr bwMode="gray">
            <a:xfrm flipH="1" flipV="1">
              <a:off x="2343" y="1530"/>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 name="Line 94"/>
            <p:cNvSpPr>
              <a:spLocks noChangeShapeType="1"/>
            </p:cNvSpPr>
            <p:nvPr userDrawn="1"/>
          </p:nvSpPr>
          <p:spPr bwMode="gray">
            <a:xfrm flipV="1">
              <a:off x="2343" y="153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 name="Line 95"/>
            <p:cNvSpPr>
              <a:spLocks noChangeShapeType="1"/>
            </p:cNvSpPr>
            <p:nvPr userDrawn="1"/>
          </p:nvSpPr>
          <p:spPr bwMode="gray">
            <a:xfrm>
              <a:off x="2347" y="1770"/>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 name="Line 96"/>
            <p:cNvSpPr>
              <a:spLocks noChangeShapeType="1"/>
            </p:cNvSpPr>
            <p:nvPr userDrawn="1"/>
          </p:nvSpPr>
          <p:spPr bwMode="gray">
            <a:xfrm>
              <a:off x="2347" y="178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 name="Line 97"/>
            <p:cNvSpPr>
              <a:spLocks noChangeShapeType="1"/>
            </p:cNvSpPr>
            <p:nvPr userDrawn="1"/>
          </p:nvSpPr>
          <p:spPr bwMode="gray">
            <a:xfrm>
              <a:off x="2359" y="1788"/>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 name="Line 98"/>
            <p:cNvSpPr>
              <a:spLocks noChangeShapeType="1"/>
            </p:cNvSpPr>
            <p:nvPr userDrawn="1"/>
          </p:nvSpPr>
          <p:spPr bwMode="gray">
            <a:xfrm>
              <a:off x="2555" y="1861"/>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 name="Line 99"/>
            <p:cNvSpPr>
              <a:spLocks noChangeShapeType="1"/>
            </p:cNvSpPr>
            <p:nvPr userDrawn="1"/>
          </p:nvSpPr>
          <p:spPr bwMode="gray">
            <a:xfrm>
              <a:off x="2565" y="185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 name="Line 100"/>
            <p:cNvSpPr>
              <a:spLocks noChangeShapeType="1"/>
            </p:cNvSpPr>
            <p:nvPr userDrawn="1"/>
          </p:nvSpPr>
          <p:spPr bwMode="gray">
            <a:xfrm flipH="1" flipV="1">
              <a:off x="2656" y="1892"/>
              <a:ext cx="2" cy="1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 name="Line 101"/>
            <p:cNvSpPr>
              <a:spLocks noChangeShapeType="1"/>
            </p:cNvSpPr>
            <p:nvPr userDrawn="1"/>
          </p:nvSpPr>
          <p:spPr bwMode="gray">
            <a:xfrm flipV="1">
              <a:off x="2576" y="1892"/>
              <a:ext cx="79"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 name="Line 102"/>
            <p:cNvSpPr>
              <a:spLocks noChangeShapeType="1"/>
            </p:cNvSpPr>
            <p:nvPr userDrawn="1"/>
          </p:nvSpPr>
          <p:spPr bwMode="gray">
            <a:xfrm flipH="1" flipV="1">
              <a:off x="2653" y="1312"/>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 name="Line 103"/>
            <p:cNvSpPr>
              <a:spLocks noChangeShapeType="1"/>
            </p:cNvSpPr>
            <p:nvPr userDrawn="1"/>
          </p:nvSpPr>
          <p:spPr bwMode="gray">
            <a:xfrm flipV="1">
              <a:off x="2572" y="1434"/>
              <a:ext cx="163" cy="8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 name="Line 104"/>
            <p:cNvSpPr>
              <a:spLocks noChangeShapeType="1"/>
            </p:cNvSpPr>
            <p:nvPr userDrawn="1"/>
          </p:nvSpPr>
          <p:spPr bwMode="gray">
            <a:xfrm>
              <a:off x="2441" y="1228"/>
              <a:ext cx="200"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 name="Line 105"/>
            <p:cNvSpPr>
              <a:spLocks noChangeShapeType="1"/>
            </p:cNvSpPr>
            <p:nvPr userDrawn="1"/>
          </p:nvSpPr>
          <p:spPr bwMode="gray">
            <a:xfrm flipH="1">
              <a:off x="2457" y="1219"/>
              <a:ext cx="166"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 name="Line 106"/>
            <p:cNvSpPr>
              <a:spLocks noChangeShapeType="1"/>
            </p:cNvSpPr>
            <p:nvPr userDrawn="1"/>
          </p:nvSpPr>
          <p:spPr bwMode="gray">
            <a:xfrm>
              <a:off x="2359" y="1864"/>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 name="Line 107"/>
            <p:cNvSpPr>
              <a:spLocks noChangeShapeType="1"/>
            </p:cNvSpPr>
            <p:nvPr userDrawn="1"/>
          </p:nvSpPr>
          <p:spPr bwMode="gray">
            <a:xfrm>
              <a:off x="2455" y="1824"/>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 name="Line 108"/>
            <p:cNvSpPr>
              <a:spLocks noChangeShapeType="1"/>
            </p:cNvSpPr>
            <p:nvPr userDrawn="1"/>
          </p:nvSpPr>
          <p:spPr bwMode="gray">
            <a:xfrm>
              <a:off x="2352" y="1454"/>
              <a:ext cx="199"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 name="Line 109"/>
            <p:cNvSpPr>
              <a:spLocks noChangeShapeType="1"/>
            </p:cNvSpPr>
            <p:nvPr userDrawn="1"/>
          </p:nvSpPr>
          <p:spPr bwMode="gray">
            <a:xfrm>
              <a:off x="2448" y="1322"/>
              <a:ext cx="4"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 name="Line 110"/>
            <p:cNvSpPr>
              <a:spLocks noChangeShapeType="1"/>
            </p:cNvSpPr>
            <p:nvPr userDrawn="1"/>
          </p:nvSpPr>
          <p:spPr bwMode="gray">
            <a:xfrm flipV="1">
              <a:off x="3438" y="1167"/>
              <a:ext cx="32" cy="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 name="Line 111"/>
            <p:cNvSpPr>
              <a:spLocks noChangeShapeType="1"/>
            </p:cNvSpPr>
            <p:nvPr userDrawn="1"/>
          </p:nvSpPr>
          <p:spPr bwMode="gray">
            <a:xfrm flipV="1">
              <a:off x="3548" y="1268"/>
              <a:ext cx="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 name="Line 112"/>
            <p:cNvSpPr>
              <a:spLocks noChangeShapeType="1"/>
            </p:cNvSpPr>
            <p:nvPr userDrawn="1"/>
          </p:nvSpPr>
          <p:spPr bwMode="gray">
            <a:xfrm flipV="1">
              <a:off x="3599" y="1336"/>
              <a:ext cx="18"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 name="Line 113"/>
            <p:cNvSpPr>
              <a:spLocks noChangeShapeType="1"/>
            </p:cNvSpPr>
            <p:nvPr userDrawn="1"/>
          </p:nvSpPr>
          <p:spPr bwMode="gray">
            <a:xfrm>
              <a:off x="3398" y="1139"/>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 name="Line 114"/>
            <p:cNvSpPr>
              <a:spLocks noChangeShapeType="1"/>
            </p:cNvSpPr>
            <p:nvPr userDrawn="1"/>
          </p:nvSpPr>
          <p:spPr bwMode="gray">
            <a:xfrm flipV="1">
              <a:off x="3408" y="114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 name="Line 115"/>
            <p:cNvSpPr>
              <a:spLocks noChangeShapeType="1"/>
            </p:cNvSpPr>
            <p:nvPr userDrawn="1"/>
          </p:nvSpPr>
          <p:spPr bwMode="gray">
            <a:xfrm flipV="1">
              <a:off x="3139" y="1224"/>
              <a:ext cx="4" cy="2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 name="Line 116"/>
            <p:cNvSpPr>
              <a:spLocks noChangeShapeType="1"/>
            </p:cNvSpPr>
            <p:nvPr userDrawn="1"/>
          </p:nvSpPr>
          <p:spPr bwMode="gray">
            <a:xfrm>
              <a:off x="3034" y="138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 name="Line 117"/>
            <p:cNvSpPr>
              <a:spLocks noChangeShapeType="1"/>
            </p:cNvSpPr>
            <p:nvPr userDrawn="1"/>
          </p:nvSpPr>
          <p:spPr bwMode="gray">
            <a:xfrm>
              <a:off x="3034" y="1401"/>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 name="Line 118"/>
            <p:cNvSpPr>
              <a:spLocks noChangeShapeType="1"/>
            </p:cNvSpPr>
            <p:nvPr userDrawn="1"/>
          </p:nvSpPr>
          <p:spPr bwMode="gray">
            <a:xfrm flipV="1">
              <a:off x="3331" y="952"/>
              <a:ext cx="4" cy="19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 name="Line 119"/>
            <p:cNvSpPr>
              <a:spLocks noChangeShapeType="1"/>
            </p:cNvSpPr>
            <p:nvPr userDrawn="1"/>
          </p:nvSpPr>
          <p:spPr bwMode="gray">
            <a:xfrm flipV="1">
              <a:off x="3309" y="1070"/>
              <a:ext cx="94"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 name="Line 120"/>
            <p:cNvSpPr>
              <a:spLocks noChangeShapeType="1"/>
            </p:cNvSpPr>
            <p:nvPr userDrawn="1"/>
          </p:nvSpPr>
          <p:spPr bwMode="gray">
            <a:xfrm flipH="1">
              <a:off x="3284" y="86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 name="Line 121"/>
            <p:cNvSpPr>
              <a:spLocks noChangeShapeType="1"/>
            </p:cNvSpPr>
            <p:nvPr userDrawn="1"/>
          </p:nvSpPr>
          <p:spPr bwMode="gray">
            <a:xfrm>
              <a:off x="3043" y="1478"/>
              <a:ext cx="82" cy="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 name="Line 122"/>
            <p:cNvSpPr>
              <a:spLocks noChangeShapeType="1"/>
            </p:cNvSpPr>
            <p:nvPr userDrawn="1"/>
          </p:nvSpPr>
          <p:spPr bwMode="gray">
            <a:xfrm flipH="1" flipV="1">
              <a:off x="3045" y="1405"/>
              <a:ext cx="105"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 name="Line 123"/>
            <p:cNvSpPr>
              <a:spLocks noChangeShapeType="1"/>
            </p:cNvSpPr>
            <p:nvPr userDrawn="1"/>
          </p:nvSpPr>
          <p:spPr bwMode="gray">
            <a:xfrm flipH="1">
              <a:off x="3534" y="1342"/>
              <a:ext cx="42" cy="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 name="Line 124"/>
            <p:cNvSpPr>
              <a:spLocks noChangeShapeType="1"/>
            </p:cNvSpPr>
            <p:nvPr userDrawn="1"/>
          </p:nvSpPr>
          <p:spPr bwMode="gray">
            <a:xfrm flipH="1" flipV="1">
              <a:off x="3533" y="1420"/>
              <a:ext cx="43"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 name="Line 125"/>
            <p:cNvSpPr>
              <a:spLocks noChangeShapeType="1"/>
            </p:cNvSpPr>
            <p:nvPr userDrawn="1"/>
          </p:nvSpPr>
          <p:spPr bwMode="gray">
            <a:xfrm flipV="1">
              <a:off x="3143" y="1488"/>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 name="Line 126"/>
            <p:cNvSpPr>
              <a:spLocks noChangeShapeType="1"/>
            </p:cNvSpPr>
            <p:nvPr userDrawn="1"/>
          </p:nvSpPr>
          <p:spPr bwMode="gray">
            <a:xfrm flipV="1">
              <a:off x="3143" y="1485"/>
              <a:ext cx="8"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 name="Line 127"/>
            <p:cNvSpPr>
              <a:spLocks noChangeShapeType="1"/>
            </p:cNvSpPr>
            <p:nvPr userDrawn="1"/>
          </p:nvSpPr>
          <p:spPr bwMode="gray">
            <a:xfrm>
              <a:off x="2980" y="1721"/>
              <a:ext cx="20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 name="Line 128"/>
            <p:cNvSpPr>
              <a:spLocks noChangeShapeType="1"/>
            </p:cNvSpPr>
            <p:nvPr userDrawn="1"/>
          </p:nvSpPr>
          <p:spPr bwMode="gray">
            <a:xfrm flipV="1">
              <a:off x="3207" y="1502"/>
              <a:ext cx="478" cy="2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 name="Line 129"/>
            <p:cNvSpPr>
              <a:spLocks noChangeShapeType="1"/>
            </p:cNvSpPr>
            <p:nvPr userDrawn="1"/>
          </p:nvSpPr>
          <p:spPr bwMode="gray">
            <a:xfrm flipV="1">
              <a:off x="3538" y="146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 name="Line 130"/>
            <p:cNvSpPr>
              <a:spLocks noChangeShapeType="1"/>
            </p:cNvSpPr>
            <p:nvPr userDrawn="1"/>
          </p:nvSpPr>
          <p:spPr bwMode="gray">
            <a:xfrm flipH="1">
              <a:off x="3529" y="1469"/>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 name="Line 131"/>
            <p:cNvSpPr>
              <a:spLocks noChangeShapeType="1"/>
            </p:cNvSpPr>
            <p:nvPr userDrawn="1"/>
          </p:nvSpPr>
          <p:spPr bwMode="gray">
            <a:xfrm flipH="1">
              <a:off x="3380" y="1474"/>
              <a:ext cx="149"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 name="Line 132"/>
            <p:cNvSpPr>
              <a:spLocks noChangeShapeType="1"/>
            </p:cNvSpPr>
            <p:nvPr userDrawn="1"/>
          </p:nvSpPr>
          <p:spPr bwMode="gray">
            <a:xfrm flipH="1">
              <a:off x="3372" y="1562"/>
              <a:ext cx="8"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 name="Line 133"/>
            <p:cNvSpPr>
              <a:spLocks noChangeShapeType="1"/>
            </p:cNvSpPr>
            <p:nvPr userDrawn="1"/>
          </p:nvSpPr>
          <p:spPr bwMode="gray">
            <a:xfrm flipV="1">
              <a:off x="3372" y="156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 name="Line 134"/>
            <p:cNvSpPr>
              <a:spLocks noChangeShapeType="1"/>
            </p:cNvSpPr>
            <p:nvPr userDrawn="1"/>
          </p:nvSpPr>
          <p:spPr bwMode="gray">
            <a:xfrm>
              <a:off x="3366" y="181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 name="Line 135"/>
            <p:cNvSpPr>
              <a:spLocks noChangeShapeType="1"/>
            </p:cNvSpPr>
            <p:nvPr userDrawn="1"/>
          </p:nvSpPr>
          <p:spPr bwMode="gray">
            <a:xfrm flipV="1">
              <a:off x="3366" y="1817"/>
              <a:ext cx="7" cy="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 name="Line 136"/>
            <p:cNvSpPr>
              <a:spLocks noChangeShapeType="1"/>
            </p:cNvSpPr>
            <p:nvPr userDrawn="1"/>
          </p:nvSpPr>
          <p:spPr bwMode="gray">
            <a:xfrm flipV="1">
              <a:off x="3373" y="1725"/>
              <a:ext cx="149"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 name="Line 137"/>
            <p:cNvSpPr>
              <a:spLocks noChangeShapeType="1"/>
            </p:cNvSpPr>
            <p:nvPr userDrawn="1"/>
          </p:nvSpPr>
          <p:spPr bwMode="gray">
            <a:xfrm flipV="1">
              <a:off x="3522" y="1721"/>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 name="Line 138"/>
            <p:cNvSpPr>
              <a:spLocks noChangeShapeType="1"/>
            </p:cNvSpPr>
            <p:nvPr userDrawn="1"/>
          </p:nvSpPr>
          <p:spPr bwMode="gray">
            <a:xfrm>
              <a:off x="3531" y="170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 name="Line 139"/>
            <p:cNvSpPr>
              <a:spLocks noChangeShapeType="1"/>
            </p:cNvSpPr>
            <p:nvPr userDrawn="1"/>
          </p:nvSpPr>
          <p:spPr bwMode="gray">
            <a:xfrm flipH="1" flipV="1">
              <a:off x="3279" y="1870"/>
              <a:ext cx="73" cy="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 name="Line 140"/>
            <p:cNvSpPr>
              <a:spLocks noChangeShapeType="1"/>
            </p:cNvSpPr>
            <p:nvPr userDrawn="1"/>
          </p:nvSpPr>
          <p:spPr bwMode="gray">
            <a:xfrm flipV="1">
              <a:off x="3256" y="1282"/>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 name="Line 141"/>
            <p:cNvSpPr>
              <a:spLocks noChangeShapeType="1"/>
            </p:cNvSpPr>
            <p:nvPr userDrawn="1"/>
          </p:nvSpPr>
          <p:spPr bwMode="gray">
            <a:xfrm flipH="1" flipV="1">
              <a:off x="3155" y="1413"/>
              <a:ext cx="208"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 name="Line 142"/>
            <p:cNvSpPr>
              <a:spLocks noChangeShapeType="1"/>
            </p:cNvSpPr>
            <p:nvPr userDrawn="1"/>
          </p:nvSpPr>
          <p:spPr bwMode="gray">
            <a:xfrm flipV="1">
              <a:off x="3270" y="1181"/>
              <a:ext cx="151"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 name="Line 143"/>
            <p:cNvSpPr>
              <a:spLocks noChangeShapeType="1"/>
            </p:cNvSpPr>
            <p:nvPr userDrawn="1"/>
          </p:nvSpPr>
          <p:spPr bwMode="gray">
            <a:xfrm>
              <a:off x="3242" y="1189"/>
              <a:ext cx="208"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 name="Line 144"/>
            <p:cNvSpPr>
              <a:spLocks noChangeShapeType="1"/>
            </p:cNvSpPr>
            <p:nvPr userDrawn="1"/>
          </p:nvSpPr>
          <p:spPr bwMode="gray">
            <a:xfrm flipV="1">
              <a:off x="3372" y="1803"/>
              <a:ext cx="148"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 name="Line 145"/>
            <p:cNvSpPr>
              <a:spLocks noChangeShapeType="1"/>
            </p:cNvSpPr>
            <p:nvPr userDrawn="1"/>
          </p:nvSpPr>
          <p:spPr bwMode="gray">
            <a:xfrm flipH="1">
              <a:off x="3442" y="1770"/>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 name="Line 146"/>
            <p:cNvSpPr>
              <a:spLocks noChangeShapeType="1"/>
            </p:cNvSpPr>
            <p:nvPr userDrawn="1"/>
          </p:nvSpPr>
          <p:spPr bwMode="gray">
            <a:xfrm flipV="1">
              <a:off x="3382" y="1394"/>
              <a:ext cx="151"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 name="Line 147"/>
            <p:cNvSpPr>
              <a:spLocks noChangeShapeType="1"/>
            </p:cNvSpPr>
            <p:nvPr userDrawn="1"/>
          </p:nvSpPr>
          <p:spPr bwMode="gray">
            <a:xfrm flipH="1" flipV="1">
              <a:off x="2380" y="995"/>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 name="Line 148"/>
            <p:cNvSpPr>
              <a:spLocks noChangeShapeType="1"/>
            </p:cNvSpPr>
            <p:nvPr userDrawn="1"/>
          </p:nvSpPr>
          <p:spPr bwMode="gray">
            <a:xfrm flipH="1" flipV="1">
              <a:off x="2291" y="1123"/>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 name="Line 149"/>
            <p:cNvSpPr>
              <a:spLocks noChangeShapeType="1"/>
            </p:cNvSpPr>
            <p:nvPr userDrawn="1"/>
          </p:nvSpPr>
          <p:spPr bwMode="gray">
            <a:xfrm flipV="1">
              <a:off x="2282" y="1196"/>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 name="Line 150"/>
            <p:cNvSpPr>
              <a:spLocks noChangeShapeType="1"/>
            </p:cNvSpPr>
            <p:nvPr userDrawn="1"/>
          </p:nvSpPr>
          <p:spPr bwMode="gray">
            <a:xfrm flipH="1">
              <a:off x="2282" y="119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 name="Line 151"/>
            <p:cNvSpPr>
              <a:spLocks noChangeShapeType="1"/>
            </p:cNvSpPr>
            <p:nvPr userDrawn="1"/>
          </p:nvSpPr>
          <p:spPr bwMode="gray">
            <a:xfrm flipV="1">
              <a:off x="2389" y="929"/>
              <a:ext cx="101"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 name="Line 152"/>
            <p:cNvSpPr>
              <a:spLocks noChangeShapeType="1"/>
            </p:cNvSpPr>
            <p:nvPr userDrawn="1"/>
          </p:nvSpPr>
          <p:spPr bwMode="gray">
            <a:xfrm>
              <a:off x="2375" y="910"/>
              <a:ext cx="115" cy="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 name="Line 153"/>
            <p:cNvSpPr>
              <a:spLocks noChangeShapeType="1"/>
            </p:cNvSpPr>
            <p:nvPr userDrawn="1"/>
          </p:nvSpPr>
          <p:spPr bwMode="gray">
            <a:xfrm>
              <a:off x="2926" y="2031"/>
              <a:ext cx="19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 name="Line 154"/>
            <p:cNvSpPr>
              <a:spLocks noChangeShapeType="1"/>
            </p:cNvSpPr>
            <p:nvPr userDrawn="1"/>
          </p:nvSpPr>
          <p:spPr bwMode="gray">
            <a:xfrm flipV="1">
              <a:off x="2982" y="1943"/>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 name="Line 155"/>
            <p:cNvSpPr>
              <a:spLocks noChangeShapeType="1"/>
            </p:cNvSpPr>
            <p:nvPr userDrawn="1"/>
          </p:nvSpPr>
          <p:spPr bwMode="gray">
            <a:xfrm>
              <a:off x="2905" y="1903"/>
              <a:ext cx="12"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 name="Line 156"/>
            <p:cNvSpPr>
              <a:spLocks noChangeShapeType="1"/>
            </p:cNvSpPr>
            <p:nvPr userDrawn="1"/>
          </p:nvSpPr>
          <p:spPr bwMode="gray">
            <a:xfrm flipH="1">
              <a:off x="2917" y="1901"/>
              <a:ext cx="7"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 name="Line 157"/>
            <p:cNvSpPr>
              <a:spLocks noChangeShapeType="1"/>
            </p:cNvSpPr>
            <p:nvPr userDrawn="1"/>
          </p:nvSpPr>
          <p:spPr bwMode="gray">
            <a:xfrm flipV="1">
              <a:off x="3143" y="2029"/>
              <a:ext cx="11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 name="Line 158"/>
            <p:cNvSpPr>
              <a:spLocks noChangeShapeType="1"/>
            </p:cNvSpPr>
            <p:nvPr userDrawn="1"/>
          </p:nvSpPr>
          <p:spPr bwMode="gray">
            <a:xfrm flipH="1">
              <a:off x="3214" y="2011"/>
              <a:ext cx="2" cy="15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 name="Line 159"/>
            <p:cNvSpPr>
              <a:spLocks noChangeShapeType="1"/>
            </p:cNvSpPr>
            <p:nvPr userDrawn="1"/>
          </p:nvSpPr>
          <p:spPr bwMode="gray">
            <a:xfrm flipH="1">
              <a:off x="2915" y="214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 name="Line 160"/>
            <p:cNvSpPr>
              <a:spLocks noChangeShapeType="1"/>
            </p:cNvSpPr>
            <p:nvPr userDrawn="1"/>
          </p:nvSpPr>
          <p:spPr bwMode="gray">
            <a:xfrm flipH="1" flipV="1">
              <a:off x="2905" y="214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 name="Line 161"/>
            <p:cNvSpPr>
              <a:spLocks noChangeShapeType="1"/>
            </p:cNvSpPr>
            <p:nvPr userDrawn="1"/>
          </p:nvSpPr>
          <p:spPr bwMode="gray">
            <a:xfrm flipH="1">
              <a:off x="2754" y="2032"/>
              <a:ext cx="152"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 name="Line 162"/>
            <p:cNvSpPr>
              <a:spLocks noChangeShapeType="1"/>
            </p:cNvSpPr>
            <p:nvPr userDrawn="1"/>
          </p:nvSpPr>
          <p:spPr bwMode="gray">
            <a:xfrm flipV="1">
              <a:off x="2863" y="1950"/>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 name="Line 163"/>
            <p:cNvSpPr>
              <a:spLocks noChangeShapeType="1"/>
            </p:cNvSpPr>
            <p:nvPr userDrawn="1"/>
          </p:nvSpPr>
          <p:spPr bwMode="gray">
            <a:xfrm>
              <a:off x="2616" y="2081"/>
              <a:ext cx="11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 name="Line 164"/>
            <p:cNvSpPr>
              <a:spLocks noChangeShapeType="1"/>
            </p:cNvSpPr>
            <p:nvPr userDrawn="1"/>
          </p:nvSpPr>
          <p:spPr bwMode="gray">
            <a:xfrm>
              <a:off x="2637" y="2067"/>
              <a:ext cx="2"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 name="Line 165"/>
            <p:cNvSpPr>
              <a:spLocks noChangeShapeType="1"/>
            </p:cNvSpPr>
            <p:nvPr userDrawn="1"/>
          </p:nvSpPr>
          <p:spPr bwMode="gray">
            <a:xfrm flipH="1">
              <a:off x="2753" y="1034"/>
              <a:ext cx="159"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 name="Line 166"/>
            <p:cNvSpPr>
              <a:spLocks noChangeShapeType="1"/>
            </p:cNvSpPr>
            <p:nvPr userDrawn="1"/>
          </p:nvSpPr>
          <p:spPr bwMode="gray">
            <a:xfrm flipV="1">
              <a:off x="2865" y="939"/>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 name="Line 167"/>
            <p:cNvSpPr>
              <a:spLocks noChangeShapeType="1"/>
            </p:cNvSpPr>
            <p:nvPr userDrawn="1"/>
          </p:nvSpPr>
          <p:spPr bwMode="gray">
            <a:xfrm flipV="1">
              <a:off x="3146" y="798"/>
              <a:ext cx="1"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 name="Line 168"/>
            <p:cNvSpPr>
              <a:spLocks noChangeShapeType="1"/>
            </p:cNvSpPr>
            <p:nvPr userDrawn="1"/>
          </p:nvSpPr>
          <p:spPr bwMode="gray">
            <a:xfrm>
              <a:off x="2786" y="787"/>
              <a:ext cx="222"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 name="Line 169"/>
            <p:cNvSpPr>
              <a:spLocks noChangeShapeType="1"/>
            </p:cNvSpPr>
            <p:nvPr userDrawn="1"/>
          </p:nvSpPr>
          <p:spPr bwMode="gray">
            <a:xfrm flipH="1">
              <a:off x="2639" y="700"/>
              <a:ext cx="502" cy="2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 name="Line 170"/>
            <p:cNvSpPr>
              <a:spLocks noChangeShapeType="1"/>
            </p:cNvSpPr>
            <p:nvPr userDrawn="1"/>
          </p:nvSpPr>
          <p:spPr bwMode="gray">
            <a:xfrm>
              <a:off x="2910" y="896"/>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 name="Line 171"/>
            <p:cNvSpPr>
              <a:spLocks noChangeShapeType="1"/>
            </p:cNvSpPr>
            <p:nvPr userDrawn="1"/>
          </p:nvSpPr>
          <p:spPr bwMode="gray">
            <a:xfrm flipV="1">
              <a:off x="2920" y="894"/>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 name="Line 172"/>
            <p:cNvSpPr>
              <a:spLocks noChangeShapeType="1"/>
            </p:cNvSpPr>
            <p:nvPr userDrawn="1"/>
          </p:nvSpPr>
          <p:spPr bwMode="gray">
            <a:xfrm flipV="1">
              <a:off x="2929" y="815"/>
              <a:ext cx="156"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 name="Line 173"/>
            <p:cNvSpPr>
              <a:spLocks noChangeShapeType="1"/>
            </p:cNvSpPr>
            <p:nvPr userDrawn="1"/>
          </p:nvSpPr>
          <p:spPr bwMode="gray">
            <a:xfrm flipV="1">
              <a:off x="3085" y="812"/>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 name="Line 174"/>
            <p:cNvSpPr>
              <a:spLocks noChangeShapeType="1"/>
            </p:cNvSpPr>
            <p:nvPr userDrawn="1"/>
          </p:nvSpPr>
          <p:spPr bwMode="gray">
            <a:xfrm>
              <a:off x="3081" y="808"/>
              <a:ext cx="13"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 name="Line 175"/>
            <p:cNvSpPr>
              <a:spLocks noChangeShapeType="1"/>
            </p:cNvSpPr>
            <p:nvPr userDrawn="1"/>
          </p:nvSpPr>
          <p:spPr bwMode="gray">
            <a:xfrm flipH="1" flipV="1">
              <a:off x="2873" y="745"/>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 name="Line 176"/>
            <p:cNvSpPr>
              <a:spLocks noChangeShapeType="1"/>
            </p:cNvSpPr>
            <p:nvPr userDrawn="1"/>
          </p:nvSpPr>
          <p:spPr bwMode="gray">
            <a:xfrm flipH="1">
              <a:off x="2865" y="745"/>
              <a:ext cx="8"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 name="Line 177"/>
            <p:cNvSpPr>
              <a:spLocks noChangeShapeType="1"/>
            </p:cNvSpPr>
            <p:nvPr userDrawn="1"/>
          </p:nvSpPr>
          <p:spPr bwMode="gray">
            <a:xfrm flipH="1">
              <a:off x="2707" y="749"/>
              <a:ext cx="15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 name="Line 178"/>
            <p:cNvSpPr>
              <a:spLocks noChangeShapeType="1"/>
            </p:cNvSpPr>
            <p:nvPr userDrawn="1"/>
          </p:nvSpPr>
          <p:spPr bwMode="gray">
            <a:xfrm flipH="1">
              <a:off x="2698" y="826"/>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 name="Line 179"/>
            <p:cNvSpPr>
              <a:spLocks noChangeShapeType="1"/>
            </p:cNvSpPr>
            <p:nvPr userDrawn="1"/>
          </p:nvSpPr>
          <p:spPr bwMode="gray">
            <a:xfrm flipH="1" flipV="1">
              <a:off x="2698" y="829"/>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 name="Line 180"/>
            <p:cNvSpPr>
              <a:spLocks noChangeShapeType="1"/>
            </p:cNvSpPr>
            <p:nvPr userDrawn="1"/>
          </p:nvSpPr>
          <p:spPr bwMode="gray">
            <a:xfrm>
              <a:off x="2532" y="1051"/>
              <a:ext cx="200"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 name="Line 181"/>
            <p:cNvSpPr>
              <a:spLocks noChangeShapeType="1"/>
            </p:cNvSpPr>
            <p:nvPr userDrawn="1"/>
          </p:nvSpPr>
          <p:spPr bwMode="gray">
            <a:xfrm>
              <a:off x="2630" y="966"/>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 name="Line 182"/>
            <p:cNvSpPr>
              <a:spLocks noChangeShapeType="1"/>
            </p:cNvSpPr>
            <p:nvPr userDrawn="1"/>
          </p:nvSpPr>
          <p:spPr bwMode="gray">
            <a:xfrm flipH="1">
              <a:off x="2920" y="1154"/>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 name="Line 183"/>
            <p:cNvSpPr>
              <a:spLocks noChangeShapeType="1"/>
            </p:cNvSpPr>
            <p:nvPr userDrawn="1"/>
          </p:nvSpPr>
          <p:spPr bwMode="gray">
            <a:xfrm>
              <a:off x="2908" y="115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 name="Line 184"/>
            <p:cNvSpPr>
              <a:spLocks noChangeShapeType="1"/>
            </p:cNvSpPr>
            <p:nvPr userDrawn="1"/>
          </p:nvSpPr>
          <p:spPr bwMode="gray">
            <a:xfrm>
              <a:off x="2494" y="894"/>
              <a:ext cx="50" cy="1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 name="Line 185"/>
            <p:cNvSpPr>
              <a:spLocks noChangeShapeType="1"/>
            </p:cNvSpPr>
            <p:nvPr userDrawn="1"/>
          </p:nvSpPr>
          <p:spPr bwMode="gray">
            <a:xfrm flipH="1" flipV="1">
              <a:off x="2630" y="820"/>
              <a:ext cx="2"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 name="Line 186"/>
            <p:cNvSpPr>
              <a:spLocks noChangeShapeType="1"/>
            </p:cNvSpPr>
            <p:nvPr userDrawn="1"/>
          </p:nvSpPr>
          <p:spPr bwMode="gray">
            <a:xfrm>
              <a:off x="2931" y="1032"/>
              <a:ext cx="205"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 name="Line 187"/>
            <p:cNvSpPr>
              <a:spLocks noChangeShapeType="1"/>
            </p:cNvSpPr>
            <p:nvPr userDrawn="1"/>
          </p:nvSpPr>
          <p:spPr bwMode="gray">
            <a:xfrm flipV="1">
              <a:off x="3001" y="838"/>
              <a:ext cx="154"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 name="Line 188"/>
            <p:cNvSpPr>
              <a:spLocks noChangeShapeType="1"/>
            </p:cNvSpPr>
            <p:nvPr userDrawn="1"/>
          </p:nvSpPr>
          <p:spPr bwMode="gray">
            <a:xfrm>
              <a:off x="3008" y="855"/>
              <a:ext cx="21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 name="Line 189"/>
            <p:cNvSpPr>
              <a:spLocks noChangeShapeType="1"/>
            </p:cNvSpPr>
            <p:nvPr userDrawn="1"/>
          </p:nvSpPr>
          <p:spPr bwMode="gray">
            <a:xfrm flipV="1">
              <a:off x="2639" y="729"/>
              <a:ext cx="157"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 name="Line 190"/>
            <p:cNvSpPr>
              <a:spLocks noChangeShapeType="1"/>
            </p:cNvSpPr>
            <p:nvPr userDrawn="1"/>
          </p:nvSpPr>
          <p:spPr bwMode="gray">
            <a:xfrm>
              <a:off x="2581" y="724"/>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 name="Line 191"/>
            <p:cNvSpPr>
              <a:spLocks noChangeShapeType="1"/>
            </p:cNvSpPr>
            <p:nvPr userDrawn="1"/>
          </p:nvSpPr>
          <p:spPr bwMode="gray">
            <a:xfrm flipV="1">
              <a:off x="3157" y="1015"/>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 name="Line 192"/>
            <p:cNvSpPr>
              <a:spLocks noChangeShapeType="1"/>
            </p:cNvSpPr>
            <p:nvPr userDrawn="1"/>
          </p:nvSpPr>
          <p:spPr bwMode="gray">
            <a:xfrm flipH="1">
              <a:off x="3232" y="938"/>
              <a:ext cx="3"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 name="Line 193"/>
            <p:cNvSpPr>
              <a:spLocks noChangeShapeType="1"/>
            </p:cNvSpPr>
            <p:nvPr userDrawn="1"/>
          </p:nvSpPr>
          <p:spPr bwMode="gray">
            <a:xfrm flipH="1">
              <a:off x="2216" y="1235"/>
              <a:ext cx="161"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 name="Line 194"/>
            <p:cNvSpPr>
              <a:spLocks noChangeShapeType="1"/>
            </p:cNvSpPr>
            <p:nvPr userDrawn="1"/>
          </p:nvSpPr>
          <p:spPr bwMode="gray">
            <a:xfrm flipH="1" flipV="1">
              <a:off x="2237" y="1226"/>
              <a:ext cx="120"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 name="Line 195"/>
            <p:cNvSpPr>
              <a:spLocks noChangeShapeType="1"/>
            </p:cNvSpPr>
            <p:nvPr userDrawn="1"/>
          </p:nvSpPr>
          <p:spPr bwMode="gray">
            <a:xfrm flipH="1" flipV="1">
              <a:off x="2207" y="1333"/>
              <a:ext cx="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 name="Line 196"/>
            <p:cNvSpPr>
              <a:spLocks noChangeShapeType="1"/>
            </p:cNvSpPr>
            <p:nvPr userDrawn="1"/>
          </p:nvSpPr>
          <p:spPr bwMode="gray">
            <a:xfrm>
              <a:off x="2118" y="1412"/>
              <a:ext cx="59" cy="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 name="Line 197"/>
            <p:cNvSpPr>
              <a:spLocks noChangeShapeType="1"/>
            </p:cNvSpPr>
            <p:nvPr userDrawn="1"/>
          </p:nvSpPr>
          <p:spPr bwMode="gray">
            <a:xfrm flipV="1">
              <a:off x="2732" y="1216"/>
              <a:ext cx="85"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 name="Freeform 198"/>
            <p:cNvSpPr>
              <a:spLocks/>
            </p:cNvSpPr>
            <p:nvPr userDrawn="1"/>
          </p:nvSpPr>
          <p:spPr bwMode="gray">
            <a:xfrm>
              <a:off x="3421" y="1179"/>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 name="Line 199"/>
            <p:cNvSpPr>
              <a:spLocks noChangeShapeType="1"/>
            </p:cNvSpPr>
            <p:nvPr userDrawn="1"/>
          </p:nvSpPr>
          <p:spPr bwMode="gray">
            <a:xfrm>
              <a:off x="3324" y="1147"/>
              <a:ext cx="20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 name="Line 200"/>
            <p:cNvSpPr>
              <a:spLocks noChangeShapeType="1"/>
            </p:cNvSpPr>
            <p:nvPr userDrawn="1"/>
          </p:nvSpPr>
          <p:spPr bwMode="gray">
            <a:xfrm>
              <a:off x="3326" y="1156"/>
              <a:ext cx="20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 name="Freeform 201"/>
            <p:cNvSpPr>
              <a:spLocks/>
            </p:cNvSpPr>
            <p:nvPr userDrawn="1"/>
          </p:nvSpPr>
          <p:spPr bwMode="gray">
            <a:xfrm>
              <a:off x="3526" y="1212"/>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 name="Line 202"/>
            <p:cNvSpPr>
              <a:spLocks noChangeShapeType="1"/>
            </p:cNvSpPr>
            <p:nvPr userDrawn="1"/>
          </p:nvSpPr>
          <p:spPr bwMode="gray">
            <a:xfrm flipH="1" flipV="1">
              <a:off x="3317" y="1147"/>
              <a:ext cx="20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 name="Freeform 203"/>
            <p:cNvSpPr>
              <a:spLocks/>
            </p:cNvSpPr>
            <p:nvPr userDrawn="1"/>
          </p:nvSpPr>
          <p:spPr bwMode="gray">
            <a:xfrm>
              <a:off x="3317" y="1146"/>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 name="Freeform 204"/>
            <p:cNvSpPr>
              <a:spLocks/>
            </p:cNvSpPr>
            <p:nvPr userDrawn="1"/>
          </p:nvSpPr>
          <p:spPr bwMode="gray">
            <a:xfrm>
              <a:off x="2144" y="1686"/>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 name="Freeform 205"/>
            <p:cNvSpPr>
              <a:spLocks/>
            </p:cNvSpPr>
            <p:nvPr userDrawn="1"/>
          </p:nvSpPr>
          <p:spPr bwMode="gray">
            <a:xfrm>
              <a:off x="2265" y="1740"/>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 name="Line 206"/>
            <p:cNvSpPr>
              <a:spLocks noChangeShapeType="1"/>
            </p:cNvSpPr>
            <p:nvPr userDrawn="1"/>
          </p:nvSpPr>
          <p:spPr bwMode="gray">
            <a:xfrm>
              <a:off x="2149" y="1702"/>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 name="Line 207"/>
            <p:cNvSpPr>
              <a:spLocks noChangeShapeType="1"/>
            </p:cNvSpPr>
            <p:nvPr userDrawn="1"/>
          </p:nvSpPr>
          <p:spPr bwMode="gray">
            <a:xfrm>
              <a:off x="2154" y="1702"/>
              <a:ext cx="193"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 name="Freeform 208"/>
            <p:cNvSpPr>
              <a:spLocks/>
            </p:cNvSpPr>
            <p:nvPr userDrawn="1"/>
          </p:nvSpPr>
          <p:spPr bwMode="gray">
            <a:xfrm>
              <a:off x="2345" y="1770"/>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 name="Line 209"/>
            <p:cNvSpPr>
              <a:spLocks noChangeShapeType="1"/>
            </p:cNvSpPr>
            <p:nvPr userDrawn="1"/>
          </p:nvSpPr>
          <p:spPr bwMode="gray">
            <a:xfrm flipH="1" flipV="1">
              <a:off x="2146" y="1695"/>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 name="Freeform 210"/>
            <p:cNvSpPr>
              <a:spLocks/>
            </p:cNvSpPr>
            <p:nvPr userDrawn="1"/>
          </p:nvSpPr>
          <p:spPr bwMode="gray">
            <a:xfrm>
              <a:off x="2146" y="1695"/>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 name="Freeform 211"/>
            <p:cNvSpPr>
              <a:spLocks/>
            </p:cNvSpPr>
            <p:nvPr userDrawn="1"/>
          </p:nvSpPr>
          <p:spPr bwMode="gray">
            <a:xfrm>
              <a:off x="2574" y="1863"/>
              <a:ext cx="12" cy="10"/>
            </a:xfrm>
            <a:custGeom>
              <a:avLst/>
              <a:gdLst>
                <a:gd name="T0" fmla="*/ 12 w 12"/>
                <a:gd name="T1" fmla="*/ 1 h 10"/>
                <a:gd name="T2" fmla="*/ 7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 name="Line 212"/>
            <p:cNvSpPr>
              <a:spLocks noChangeShapeType="1"/>
            </p:cNvSpPr>
            <p:nvPr userDrawn="1"/>
          </p:nvSpPr>
          <p:spPr bwMode="gray">
            <a:xfrm flipV="1">
              <a:off x="2574" y="1866"/>
              <a:ext cx="12"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 name="Freeform 213"/>
            <p:cNvSpPr>
              <a:spLocks/>
            </p:cNvSpPr>
            <p:nvPr userDrawn="1"/>
          </p:nvSpPr>
          <p:spPr bwMode="gray">
            <a:xfrm>
              <a:off x="2651" y="1885"/>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 name="Line 214"/>
            <p:cNvSpPr>
              <a:spLocks noChangeShapeType="1"/>
            </p:cNvSpPr>
            <p:nvPr userDrawn="1"/>
          </p:nvSpPr>
          <p:spPr bwMode="gray">
            <a:xfrm>
              <a:off x="2574" y="1863"/>
              <a:ext cx="207"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 name="Line 215"/>
            <p:cNvSpPr>
              <a:spLocks noChangeShapeType="1"/>
            </p:cNvSpPr>
            <p:nvPr userDrawn="1"/>
          </p:nvSpPr>
          <p:spPr bwMode="gray">
            <a:xfrm>
              <a:off x="2586" y="1864"/>
              <a:ext cx="202"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 name="Freeform 216"/>
            <p:cNvSpPr>
              <a:spLocks/>
            </p:cNvSpPr>
            <p:nvPr userDrawn="1"/>
          </p:nvSpPr>
          <p:spPr bwMode="gray">
            <a:xfrm>
              <a:off x="2779" y="1933"/>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 name="Line 217"/>
            <p:cNvSpPr>
              <a:spLocks noChangeShapeType="1"/>
            </p:cNvSpPr>
            <p:nvPr userDrawn="1"/>
          </p:nvSpPr>
          <p:spPr bwMode="gray">
            <a:xfrm flipH="1" flipV="1">
              <a:off x="2565" y="1852"/>
              <a:ext cx="21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 name="Freeform 218"/>
            <p:cNvSpPr>
              <a:spLocks/>
            </p:cNvSpPr>
            <p:nvPr userDrawn="1"/>
          </p:nvSpPr>
          <p:spPr bwMode="gray">
            <a:xfrm>
              <a:off x="2565" y="1852"/>
              <a:ext cx="21" cy="12"/>
            </a:xfrm>
            <a:custGeom>
              <a:avLst/>
              <a:gdLst>
                <a:gd name="T0" fmla="*/ 21 w 21"/>
                <a:gd name="T1" fmla="*/ 12 h 12"/>
                <a:gd name="T2" fmla="*/ 14 w 21"/>
                <a:gd name="T3" fmla="*/ 12 h 12"/>
                <a:gd name="T4" fmla="*/ 11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 name="Freeform 219"/>
            <p:cNvSpPr>
              <a:spLocks/>
            </p:cNvSpPr>
            <p:nvPr userDrawn="1"/>
          </p:nvSpPr>
          <p:spPr bwMode="gray">
            <a:xfrm>
              <a:off x="2868" y="1884"/>
              <a:ext cx="12" cy="8"/>
            </a:xfrm>
            <a:custGeom>
              <a:avLst/>
              <a:gdLst>
                <a:gd name="T0" fmla="*/ 0 w 12"/>
                <a:gd name="T1" fmla="*/ 8 h 8"/>
                <a:gd name="T2" fmla="*/ 4 w 12"/>
                <a:gd name="T3" fmla="*/ 8 h 8"/>
                <a:gd name="T4" fmla="*/ 5 w 12"/>
                <a:gd name="T5" fmla="*/ 8 h 8"/>
                <a:gd name="T6" fmla="*/ 9 w 12"/>
                <a:gd name="T7" fmla="*/ 7 h 8"/>
                <a:gd name="T8" fmla="*/ 11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 name="Line 220"/>
            <p:cNvSpPr>
              <a:spLocks noChangeShapeType="1"/>
            </p:cNvSpPr>
            <p:nvPr userDrawn="1"/>
          </p:nvSpPr>
          <p:spPr bwMode="gray">
            <a:xfrm flipV="1">
              <a:off x="2796" y="1844"/>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 name="Line 221"/>
            <p:cNvSpPr>
              <a:spLocks noChangeShapeType="1"/>
            </p:cNvSpPr>
            <p:nvPr userDrawn="1"/>
          </p:nvSpPr>
          <p:spPr bwMode="gray">
            <a:xfrm flipV="1">
              <a:off x="2788" y="1845"/>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 name="Freeform 222"/>
            <p:cNvSpPr>
              <a:spLocks/>
            </p:cNvSpPr>
            <p:nvPr userDrawn="1"/>
          </p:nvSpPr>
          <p:spPr bwMode="gray">
            <a:xfrm>
              <a:off x="2947" y="1837"/>
              <a:ext cx="12" cy="8"/>
            </a:xfrm>
            <a:custGeom>
              <a:avLst/>
              <a:gdLst>
                <a:gd name="T0" fmla="*/ 0 w 12"/>
                <a:gd name="T1" fmla="*/ 8 h 8"/>
                <a:gd name="T2" fmla="*/ 5 w 12"/>
                <a:gd name="T3" fmla="*/ 8 h 8"/>
                <a:gd name="T4" fmla="*/ 7 w 12"/>
                <a:gd name="T5" fmla="*/ 8 h 8"/>
                <a:gd name="T6" fmla="*/ 10 w 12"/>
                <a:gd name="T7" fmla="*/ 7 h 8"/>
                <a:gd name="T8" fmla="*/ 12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 name="Line 223"/>
            <p:cNvSpPr>
              <a:spLocks noChangeShapeType="1"/>
            </p:cNvSpPr>
            <p:nvPr userDrawn="1"/>
          </p:nvSpPr>
          <p:spPr bwMode="gray">
            <a:xfrm flipH="1">
              <a:off x="2798" y="1837"/>
              <a:ext cx="161"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 name="Freeform 224"/>
            <p:cNvSpPr>
              <a:spLocks/>
            </p:cNvSpPr>
            <p:nvPr userDrawn="1"/>
          </p:nvSpPr>
          <p:spPr bwMode="gray">
            <a:xfrm>
              <a:off x="2788" y="1931"/>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 name="Freeform 225"/>
            <p:cNvSpPr>
              <a:spLocks/>
            </p:cNvSpPr>
            <p:nvPr userDrawn="1"/>
          </p:nvSpPr>
          <p:spPr bwMode="gray">
            <a:xfrm>
              <a:off x="2947" y="1826"/>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 name="Freeform 226"/>
            <p:cNvSpPr>
              <a:spLocks/>
            </p:cNvSpPr>
            <p:nvPr userDrawn="1"/>
          </p:nvSpPr>
          <p:spPr bwMode="gray">
            <a:xfrm>
              <a:off x="2342" y="1513"/>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 name="Line 227"/>
            <p:cNvSpPr>
              <a:spLocks noChangeShapeType="1"/>
            </p:cNvSpPr>
            <p:nvPr userDrawn="1"/>
          </p:nvSpPr>
          <p:spPr bwMode="gray">
            <a:xfrm flipH="1" flipV="1">
              <a:off x="2319" y="1366"/>
              <a:ext cx="26"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 name="Line 228"/>
            <p:cNvSpPr>
              <a:spLocks noChangeShapeType="1"/>
            </p:cNvSpPr>
            <p:nvPr userDrawn="1"/>
          </p:nvSpPr>
          <p:spPr bwMode="gray">
            <a:xfrm flipH="1" flipV="1">
              <a:off x="2314" y="1366"/>
              <a:ext cx="3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 name="Freeform 229"/>
            <p:cNvSpPr>
              <a:spLocks/>
            </p:cNvSpPr>
            <p:nvPr userDrawn="1"/>
          </p:nvSpPr>
          <p:spPr bwMode="gray">
            <a:xfrm>
              <a:off x="2314" y="1364"/>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 name="Line 230"/>
            <p:cNvSpPr>
              <a:spLocks noChangeShapeType="1"/>
            </p:cNvSpPr>
            <p:nvPr userDrawn="1"/>
          </p:nvSpPr>
          <p:spPr bwMode="gray">
            <a:xfrm>
              <a:off x="2322" y="1375"/>
              <a:ext cx="23"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 name="Freeform 231"/>
            <p:cNvSpPr>
              <a:spLocks/>
            </p:cNvSpPr>
            <p:nvPr userDrawn="1"/>
          </p:nvSpPr>
          <p:spPr bwMode="gray">
            <a:xfrm>
              <a:off x="2221" y="140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 name="Line 232"/>
            <p:cNvSpPr>
              <a:spLocks noChangeShapeType="1"/>
            </p:cNvSpPr>
            <p:nvPr userDrawn="1"/>
          </p:nvSpPr>
          <p:spPr bwMode="gray">
            <a:xfrm flipH="1">
              <a:off x="2140" y="1368"/>
              <a:ext cx="165"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2" name="Line 233"/>
            <p:cNvSpPr>
              <a:spLocks noChangeShapeType="1"/>
            </p:cNvSpPr>
            <p:nvPr userDrawn="1"/>
          </p:nvSpPr>
          <p:spPr bwMode="gray">
            <a:xfrm flipH="1">
              <a:off x="2147" y="1366"/>
              <a:ext cx="167"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3" name="Freeform 234"/>
            <p:cNvSpPr>
              <a:spLocks/>
            </p:cNvSpPr>
            <p:nvPr userDrawn="1"/>
          </p:nvSpPr>
          <p:spPr bwMode="gray">
            <a:xfrm>
              <a:off x="2139" y="1450"/>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4" name="Line 235"/>
            <p:cNvSpPr>
              <a:spLocks noChangeShapeType="1"/>
            </p:cNvSpPr>
            <p:nvPr userDrawn="1"/>
          </p:nvSpPr>
          <p:spPr bwMode="gray">
            <a:xfrm flipV="1">
              <a:off x="2139" y="1375"/>
              <a:ext cx="16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5" name="Freeform 236"/>
            <p:cNvSpPr>
              <a:spLocks/>
            </p:cNvSpPr>
            <p:nvPr userDrawn="1"/>
          </p:nvSpPr>
          <p:spPr bwMode="gray">
            <a:xfrm>
              <a:off x="2303" y="1366"/>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6" name="Freeform 237"/>
            <p:cNvSpPr>
              <a:spLocks/>
            </p:cNvSpPr>
            <p:nvPr userDrawn="1"/>
          </p:nvSpPr>
          <p:spPr bwMode="gray">
            <a:xfrm>
              <a:off x="2261" y="1495"/>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7" name="Line 238"/>
            <p:cNvSpPr>
              <a:spLocks noChangeShapeType="1"/>
            </p:cNvSpPr>
            <p:nvPr userDrawn="1"/>
          </p:nvSpPr>
          <p:spPr bwMode="gray">
            <a:xfrm>
              <a:off x="2142" y="1459"/>
              <a:ext cx="19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8" name="Line 239"/>
            <p:cNvSpPr>
              <a:spLocks noChangeShapeType="1"/>
            </p:cNvSpPr>
            <p:nvPr userDrawn="1"/>
          </p:nvSpPr>
          <p:spPr bwMode="gray">
            <a:xfrm>
              <a:off x="2147" y="1452"/>
              <a:ext cx="195"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9" name="Freeform 240"/>
            <p:cNvSpPr>
              <a:spLocks/>
            </p:cNvSpPr>
            <p:nvPr userDrawn="1"/>
          </p:nvSpPr>
          <p:spPr bwMode="gray">
            <a:xfrm>
              <a:off x="2340" y="1522"/>
              <a:ext cx="3" cy="21"/>
            </a:xfrm>
            <a:custGeom>
              <a:avLst/>
              <a:gdLst>
                <a:gd name="T0" fmla="*/ 2 w 3"/>
                <a:gd name="T1" fmla="*/ 0 h 21"/>
                <a:gd name="T2" fmla="*/ 0 w 3"/>
                <a:gd name="T3" fmla="*/ 7 h 21"/>
                <a:gd name="T4" fmla="*/ 0 w 3"/>
                <a:gd name="T5" fmla="*/ 14 h 21"/>
                <a:gd name="T6" fmla="*/ 3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0" name="Line 241"/>
            <p:cNvSpPr>
              <a:spLocks noChangeShapeType="1"/>
            </p:cNvSpPr>
            <p:nvPr userDrawn="1"/>
          </p:nvSpPr>
          <p:spPr bwMode="gray">
            <a:xfrm flipH="1" flipV="1">
              <a:off x="2139" y="1469"/>
              <a:ext cx="204"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1" name="Freeform 242"/>
            <p:cNvSpPr>
              <a:spLocks/>
            </p:cNvSpPr>
            <p:nvPr userDrawn="1"/>
          </p:nvSpPr>
          <p:spPr bwMode="gray">
            <a:xfrm>
              <a:off x="2139" y="1452"/>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2" name="Freeform 243"/>
            <p:cNvSpPr>
              <a:spLocks/>
            </p:cNvSpPr>
            <p:nvPr userDrawn="1"/>
          </p:nvSpPr>
          <p:spPr bwMode="gray">
            <a:xfrm>
              <a:off x="2655" y="1546"/>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3" name="Line 244"/>
            <p:cNvSpPr>
              <a:spLocks noChangeShapeType="1"/>
            </p:cNvSpPr>
            <p:nvPr userDrawn="1"/>
          </p:nvSpPr>
          <p:spPr bwMode="gray">
            <a:xfrm flipH="1">
              <a:off x="2576" y="1511"/>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4" name="Line 245"/>
            <p:cNvSpPr>
              <a:spLocks noChangeShapeType="1"/>
            </p:cNvSpPr>
            <p:nvPr userDrawn="1"/>
          </p:nvSpPr>
          <p:spPr bwMode="gray">
            <a:xfrm flipH="1">
              <a:off x="2583" y="1518"/>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5" name="Freeform 246"/>
            <p:cNvSpPr>
              <a:spLocks/>
            </p:cNvSpPr>
            <p:nvPr userDrawn="1"/>
          </p:nvSpPr>
          <p:spPr bwMode="gray">
            <a:xfrm>
              <a:off x="2572" y="1592"/>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6" name="Line 247"/>
            <p:cNvSpPr>
              <a:spLocks noChangeShapeType="1"/>
            </p:cNvSpPr>
            <p:nvPr userDrawn="1"/>
          </p:nvSpPr>
          <p:spPr bwMode="gray">
            <a:xfrm flipV="1">
              <a:off x="2572" y="1502"/>
              <a:ext cx="163"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7" name="Freeform 248"/>
            <p:cNvSpPr>
              <a:spLocks/>
            </p:cNvSpPr>
            <p:nvPr userDrawn="1"/>
          </p:nvSpPr>
          <p:spPr bwMode="gray">
            <a:xfrm>
              <a:off x="2735" y="1502"/>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8" name="Freeform 249"/>
            <p:cNvSpPr>
              <a:spLocks/>
            </p:cNvSpPr>
            <p:nvPr userDrawn="1"/>
          </p:nvSpPr>
          <p:spPr bwMode="gray">
            <a:xfrm>
              <a:off x="2649" y="1635"/>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9" name="Line 250"/>
            <p:cNvSpPr>
              <a:spLocks noChangeShapeType="1"/>
            </p:cNvSpPr>
            <p:nvPr userDrawn="1"/>
          </p:nvSpPr>
          <p:spPr bwMode="gray">
            <a:xfrm>
              <a:off x="2571" y="1614"/>
              <a:ext cx="210"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0" name="Line 251"/>
            <p:cNvSpPr>
              <a:spLocks noChangeShapeType="1"/>
            </p:cNvSpPr>
            <p:nvPr userDrawn="1"/>
          </p:nvSpPr>
          <p:spPr bwMode="gray">
            <a:xfrm>
              <a:off x="2583" y="1609"/>
              <a:ext cx="205"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1" name="Freeform 252"/>
            <p:cNvSpPr>
              <a:spLocks/>
            </p:cNvSpPr>
            <p:nvPr userDrawn="1"/>
          </p:nvSpPr>
          <p:spPr bwMode="gray">
            <a:xfrm>
              <a:off x="2779" y="1683"/>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2" name="Line 253"/>
            <p:cNvSpPr>
              <a:spLocks noChangeShapeType="1"/>
            </p:cNvSpPr>
            <p:nvPr userDrawn="1"/>
          </p:nvSpPr>
          <p:spPr bwMode="gray">
            <a:xfrm flipH="1" flipV="1">
              <a:off x="2564" y="1623"/>
              <a:ext cx="21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3" name="Freeform 254"/>
            <p:cNvSpPr>
              <a:spLocks/>
            </p:cNvSpPr>
            <p:nvPr userDrawn="1"/>
          </p:nvSpPr>
          <p:spPr bwMode="gray">
            <a:xfrm>
              <a:off x="2564" y="1609"/>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4" name="Freeform 255"/>
            <p:cNvSpPr>
              <a:spLocks/>
            </p:cNvSpPr>
            <p:nvPr userDrawn="1"/>
          </p:nvSpPr>
          <p:spPr bwMode="gray">
            <a:xfrm>
              <a:off x="2868" y="1635"/>
              <a:ext cx="12" cy="18"/>
            </a:xfrm>
            <a:custGeom>
              <a:avLst/>
              <a:gdLst>
                <a:gd name="T0" fmla="*/ 0 w 12"/>
                <a:gd name="T1" fmla="*/ 0 h 18"/>
                <a:gd name="T2" fmla="*/ 5 w 12"/>
                <a:gd name="T3" fmla="*/ 2 h 18"/>
                <a:gd name="T4" fmla="*/ 9 w 12"/>
                <a:gd name="T5" fmla="*/ 7 h 18"/>
                <a:gd name="T6" fmla="*/ 11 w 12"/>
                <a:gd name="T7" fmla="*/ 13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5" name="Line 256"/>
            <p:cNvSpPr>
              <a:spLocks noChangeShapeType="1"/>
            </p:cNvSpPr>
            <p:nvPr userDrawn="1"/>
          </p:nvSpPr>
          <p:spPr bwMode="gray">
            <a:xfrm flipV="1">
              <a:off x="2796" y="1597"/>
              <a:ext cx="161"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6" name="Line 257"/>
            <p:cNvSpPr>
              <a:spLocks noChangeShapeType="1"/>
            </p:cNvSpPr>
            <p:nvPr userDrawn="1"/>
          </p:nvSpPr>
          <p:spPr bwMode="gray">
            <a:xfrm flipV="1">
              <a:off x="2788" y="1590"/>
              <a:ext cx="16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7" name="Freeform 258"/>
            <p:cNvSpPr>
              <a:spLocks/>
            </p:cNvSpPr>
            <p:nvPr userDrawn="1"/>
          </p:nvSpPr>
          <p:spPr bwMode="gray">
            <a:xfrm>
              <a:off x="2948" y="1590"/>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8" name="Line 259"/>
            <p:cNvSpPr>
              <a:spLocks noChangeShapeType="1"/>
            </p:cNvSpPr>
            <p:nvPr userDrawn="1"/>
          </p:nvSpPr>
          <p:spPr bwMode="gray">
            <a:xfrm flipH="1">
              <a:off x="2798" y="1606"/>
              <a:ext cx="163"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9" name="Freeform 260"/>
            <p:cNvSpPr>
              <a:spLocks/>
            </p:cNvSpPr>
            <p:nvPr userDrawn="1"/>
          </p:nvSpPr>
          <p:spPr bwMode="gray">
            <a:xfrm>
              <a:off x="2788" y="1683"/>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0" name="Freeform 261"/>
            <p:cNvSpPr>
              <a:spLocks/>
            </p:cNvSpPr>
            <p:nvPr userDrawn="1"/>
          </p:nvSpPr>
          <p:spPr bwMode="gray">
            <a:xfrm>
              <a:off x="2821" y="1543"/>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1" name="Line 262"/>
            <p:cNvSpPr>
              <a:spLocks noChangeShapeType="1"/>
            </p:cNvSpPr>
            <p:nvPr userDrawn="1"/>
          </p:nvSpPr>
          <p:spPr bwMode="gray">
            <a:xfrm flipH="1" flipV="1">
              <a:off x="2747" y="1516"/>
              <a:ext cx="208"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2" name="Line 263"/>
            <p:cNvSpPr>
              <a:spLocks noChangeShapeType="1"/>
            </p:cNvSpPr>
            <p:nvPr userDrawn="1"/>
          </p:nvSpPr>
          <p:spPr bwMode="gray">
            <a:xfrm flipH="1" flipV="1">
              <a:off x="2746" y="1518"/>
              <a:ext cx="202"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3" name="Freeform 264"/>
            <p:cNvSpPr>
              <a:spLocks/>
            </p:cNvSpPr>
            <p:nvPr userDrawn="1"/>
          </p:nvSpPr>
          <p:spPr bwMode="gray">
            <a:xfrm>
              <a:off x="2744" y="1516"/>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4" name="Line 265"/>
            <p:cNvSpPr>
              <a:spLocks noChangeShapeType="1"/>
            </p:cNvSpPr>
            <p:nvPr userDrawn="1"/>
          </p:nvSpPr>
          <p:spPr bwMode="gray">
            <a:xfrm>
              <a:off x="2744" y="1522"/>
              <a:ext cx="21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5" name="Freeform 266"/>
            <p:cNvSpPr>
              <a:spLocks/>
            </p:cNvSpPr>
            <p:nvPr userDrawn="1"/>
          </p:nvSpPr>
          <p:spPr bwMode="gray">
            <a:xfrm>
              <a:off x="2948" y="1588"/>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6" name="Freeform 267"/>
            <p:cNvSpPr>
              <a:spLocks/>
            </p:cNvSpPr>
            <p:nvPr userDrawn="1"/>
          </p:nvSpPr>
          <p:spPr bwMode="gray">
            <a:xfrm>
              <a:off x="2959" y="1719"/>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nvGrpSpPr>
            <p:cNvPr id="207" name="Group 268"/>
            <p:cNvGrpSpPr>
              <a:grpSpLocks/>
            </p:cNvGrpSpPr>
            <p:nvPr userDrawn="1"/>
          </p:nvGrpSpPr>
          <p:grpSpPr bwMode="auto">
            <a:xfrm>
              <a:off x="2135" y="838"/>
              <a:ext cx="1546" cy="1270"/>
              <a:chOff x="2135" y="838"/>
              <a:chExt cx="1546" cy="1270"/>
            </a:xfrm>
          </p:grpSpPr>
          <p:sp>
            <p:nvSpPr>
              <p:cNvPr id="664" name="Line 269"/>
              <p:cNvSpPr>
                <a:spLocks noChangeShapeType="1"/>
              </p:cNvSpPr>
              <p:nvPr userDrawn="1"/>
            </p:nvSpPr>
            <p:spPr bwMode="gray">
              <a:xfrm flipV="1">
                <a:off x="2968" y="1604"/>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5" name="Line 270"/>
              <p:cNvSpPr>
                <a:spLocks noChangeShapeType="1"/>
              </p:cNvSpPr>
              <p:nvPr userDrawn="1"/>
            </p:nvSpPr>
            <p:spPr bwMode="gray">
              <a:xfrm flipV="1">
                <a:off x="2959" y="1606"/>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6" name="Freeform 271"/>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7" name="Line 272"/>
              <p:cNvSpPr>
                <a:spLocks noChangeShapeType="1"/>
              </p:cNvSpPr>
              <p:nvPr userDrawn="1"/>
            </p:nvSpPr>
            <p:spPr bwMode="gray">
              <a:xfrm flipH="1">
                <a:off x="2978" y="1606"/>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8" name="Freeform 273"/>
              <p:cNvSpPr>
                <a:spLocks/>
              </p:cNvSpPr>
              <p:nvPr userDrawn="1"/>
            </p:nvSpPr>
            <p:spPr bwMode="gray">
              <a:xfrm>
                <a:off x="2959" y="1833"/>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9" name="Freeform 274"/>
              <p:cNvSpPr>
                <a:spLocks/>
              </p:cNvSpPr>
              <p:nvPr userDrawn="1"/>
            </p:nvSpPr>
            <p:spPr bwMode="gray">
              <a:xfrm>
                <a:off x="2319" y="1366"/>
                <a:ext cx="3" cy="9"/>
              </a:xfrm>
              <a:custGeom>
                <a:avLst/>
                <a:gdLst>
                  <a:gd name="T0" fmla="*/ 3 w 3"/>
                  <a:gd name="T1" fmla="*/ 9 h 9"/>
                  <a:gd name="T2" fmla="*/ 0 w 3"/>
                  <a:gd name="T3" fmla="*/ 7 h 9"/>
                  <a:gd name="T4" fmla="*/ 0 w 3"/>
                  <a:gd name="T5" fmla="*/ 4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0" name="Freeform 275"/>
              <p:cNvSpPr>
                <a:spLocks/>
              </p:cNvSpPr>
              <p:nvPr userDrawn="1"/>
            </p:nvSpPr>
            <p:spPr bwMode="gray">
              <a:xfrm>
                <a:off x="2957" y="1712"/>
                <a:ext cx="19" cy="2"/>
              </a:xfrm>
              <a:custGeom>
                <a:avLst/>
                <a:gdLst>
                  <a:gd name="T0" fmla="*/ 0 w 19"/>
                  <a:gd name="T1" fmla="*/ 0 h 2"/>
                  <a:gd name="T2" fmla="*/ 5 w 19"/>
                  <a:gd name="T3" fmla="*/ 2 h 2"/>
                  <a:gd name="T4" fmla="*/ 11 w 19"/>
                  <a:gd name="T5" fmla="*/ 2 h 2"/>
                  <a:gd name="T6" fmla="*/ 16 w 19"/>
                  <a:gd name="T7" fmla="*/ 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1" name="Line 276"/>
              <p:cNvSpPr>
                <a:spLocks noChangeShapeType="1"/>
              </p:cNvSpPr>
              <p:nvPr userDrawn="1"/>
            </p:nvSpPr>
            <p:spPr bwMode="gray">
              <a:xfrm flipH="1">
                <a:off x="2966" y="1599"/>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2" name="Line 277"/>
              <p:cNvSpPr>
                <a:spLocks noChangeShapeType="1"/>
              </p:cNvSpPr>
              <p:nvPr userDrawn="1"/>
            </p:nvSpPr>
            <p:spPr bwMode="gray">
              <a:xfrm flipH="1">
                <a:off x="2955"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3" name="Freeform 278"/>
              <p:cNvSpPr>
                <a:spLocks/>
              </p:cNvSpPr>
              <p:nvPr userDrawn="1"/>
            </p:nvSpPr>
            <p:spPr bwMode="gray">
              <a:xfrm>
                <a:off x="2955" y="1826"/>
                <a:ext cx="21" cy="4"/>
              </a:xfrm>
              <a:custGeom>
                <a:avLst/>
                <a:gdLst>
                  <a:gd name="T0" fmla="*/ 0 w 21"/>
                  <a:gd name="T1" fmla="*/ 0 h 4"/>
                  <a:gd name="T2" fmla="*/ 6 w 21"/>
                  <a:gd name="T3" fmla="*/ 2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4" name="Line 279"/>
              <p:cNvSpPr>
                <a:spLocks noChangeShapeType="1"/>
              </p:cNvSpPr>
              <p:nvPr userDrawn="1"/>
            </p:nvSpPr>
            <p:spPr bwMode="gray">
              <a:xfrm flipV="1">
                <a:off x="2976"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5" name="Freeform 280"/>
              <p:cNvSpPr>
                <a:spLocks/>
              </p:cNvSpPr>
              <p:nvPr userDrawn="1"/>
            </p:nvSpPr>
            <p:spPr bwMode="gray">
              <a:xfrm>
                <a:off x="2957" y="1597"/>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6" name="Freeform 281"/>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7" name="Freeform 282"/>
              <p:cNvSpPr>
                <a:spLocks/>
              </p:cNvSpPr>
              <p:nvPr userDrawn="1"/>
            </p:nvSpPr>
            <p:spPr bwMode="gray">
              <a:xfrm>
                <a:off x="2139" y="1574"/>
                <a:ext cx="3" cy="9"/>
              </a:xfrm>
              <a:custGeom>
                <a:avLst/>
                <a:gdLst>
                  <a:gd name="T0" fmla="*/ 1 w 3"/>
                  <a:gd name="T1" fmla="*/ 0 h 9"/>
                  <a:gd name="T2" fmla="*/ 0 w 3"/>
                  <a:gd name="T3" fmla="*/ 2 h 9"/>
                  <a:gd name="T4" fmla="*/ 0 w 3"/>
                  <a:gd name="T5" fmla="*/ 4 h 9"/>
                  <a:gd name="T6" fmla="*/ 0 w 3"/>
                  <a:gd name="T7" fmla="*/ 7 h 9"/>
                  <a:gd name="T8" fmla="*/ 3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8" name="Line 283"/>
              <p:cNvSpPr>
                <a:spLocks noChangeShapeType="1"/>
              </p:cNvSpPr>
              <p:nvPr userDrawn="1"/>
            </p:nvSpPr>
            <p:spPr bwMode="gray">
              <a:xfrm flipH="1" flipV="1">
                <a:off x="2135" y="1466"/>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9" name="Line 284"/>
              <p:cNvSpPr>
                <a:spLocks noChangeShapeType="1"/>
              </p:cNvSpPr>
              <p:nvPr userDrawn="1"/>
            </p:nvSpPr>
            <p:spPr bwMode="gray">
              <a:xfrm flipH="1" flipV="1">
                <a:off x="2139" y="1460"/>
                <a:ext cx="5"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0" name="Freeform 285"/>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1" name="Line 286"/>
              <p:cNvSpPr>
                <a:spLocks noChangeShapeType="1"/>
              </p:cNvSpPr>
              <p:nvPr userDrawn="1"/>
            </p:nvSpPr>
            <p:spPr bwMode="gray">
              <a:xfrm>
                <a:off x="2139" y="1469"/>
                <a:ext cx="7"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2" name="Freeform 287"/>
              <p:cNvSpPr>
                <a:spLocks/>
              </p:cNvSpPr>
              <p:nvPr userDrawn="1"/>
            </p:nvSpPr>
            <p:spPr bwMode="gray">
              <a:xfrm>
                <a:off x="2140" y="1686"/>
                <a:ext cx="6" cy="9"/>
              </a:xfrm>
              <a:custGeom>
                <a:avLst/>
                <a:gdLst>
                  <a:gd name="T0" fmla="*/ 6 w 6"/>
                  <a:gd name="T1" fmla="*/ 9 h 9"/>
                  <a:gd name="T2" fmla="*/ 2 w 6"/>
                  <a:gd name="T3" fmla="*/ 7 h 9"/>
                  <a:gd name="T4" fmla="*/ 0 w 6"/>
                  <a:gd name="T5" fmla="*/ 5 h 9"/>
                  <a:gd name="T6" fmla="*/ 2 w 6"/>
                  <a:gd name="T7" fmla="*/ 2 h 9"/>
                  <a:gd name="T8" fmla="*/ 4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3" name="Freeform 288"/>
              <p:cNvSpPr>
                <a:spLocks/>
              </p:cNvSpPr>
              <p:nvPr userDrawn="1"/>
            </p:nvSpPr>
            <p:spPr bwMode="gray">
              <a:xfrm>
                <a:off x="2779" y="1816"/>
                <a:ext cx="19" cy="3"/>
              </a:xfrm>
              <a:custGeom>
                <a:avLst/>
                <a:gdLst>
                  <a:gd name="T0" fmla="*/ 0 w 19"/>
                  <a:gd name="T1" fmla="*/ 1 h 3"/>
                  <a:gd name="T2" fmla="*/ 5 w 19"/>
                  <a:gd name="T3" fmla="*/ 3 h 3"/>
                  <a:gd name="T4" fmla="*/ 10 w 19"/>
                  <a:gd name="T5" fmla="*/ 3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4" name="Line 289"/>
              <p:cNvSpPr>
                <a:spLocks noChangeShapeType="1"/>
              </p:cNvSpPr>
              <p:nvPr userDrawn="1"/>
            </p:nvSpPr>
            <p:spPr bwMode="gray">
              <a:xfrm flipV="1">
                <a:off x="2789" y="1702"/>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5" name="Line 290"/>
              <p:cNvSpPr>
                <a:spLocks noChangeShapeType="1"/>
              </p:cNvSpPr>
              <p:nvPr userDrawn="1"/>
            </p:nvSpPr>
            <p:spPr bwMode="gray">
              <a:xfrm flipV="1">
                <a:off x="2779" y="1700"/>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6" name="Freeform 291"/>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7" name="Line 292"/>
              <p:cNvSpPr>
                <a:spLocks noChangeShapeType="1"/>
              </p:cNvSpPr>
              <p:nvPr userDrawn="1"/>
            </p:nvSpPr>
            <p:spPr bwMode="gray">
              <a:xfrm>
                <a:off x="2798" y="1698"/>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8" name="Freeform 293"/>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9" name="Freeform 294"/>
              <p:cNvSpPr>
                <a:spLocks/>
              </p:cNvSpPr>
              <p:nvPr userDrawn="1"/>
            </p:nvSpPr>
            <p:spPr bwMode="gray">
              <a:xfrm>
                <a:off x="2356" y="1903"/>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0" name="Line 295"/>
              <p:cNvSpPr>
                <a:spLocks noChangeShapeType="1"/>
              </p:cNvSpPr>
              <p:nvPr userDrawn="1"/>
            </p:nvSpPr>
            <p:spPr bwMode="gray">
              <a:xfrm>
                <a:off x="2354" y="1789"/>
                <a:ext cx="3"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1" name="Line 296"/>
              <p:cNvSpPr>
                <a:spLocks noChangeShapeType="1"/>
              </p:cNvSpPr>
              <p:nvPr userDrawn="1"/>
            </p:nvSpPr>
            <p:spPr bwMode="gray">
              <a:xfrm>
                <a:off x="2357" y="1791"/>
                <a:ext cx="4"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2" name="Freeform 297"/>
              <p:cNvSpPr>
                <a:spLocks/>
              </p:cNvSpPr>
              <p:nvPr userDrawn="1"/>
            </p:nvSpPr>
            <p:spPr bwMode="gray">
              <a:xfrm>
                <a:off x="2357" y="2013"/>
                <a:ext cx="6" cy="11"/>
              </a:xfrm>
              <a:custGeom>
                <a:avLst/>
                <a:gdLst>
                  <a:gd name="T0" fmla="*/ 4 w 6"/>
                  <a:gd name="T1" fmla="*/ 0 h 11"/>
                  <a:gd name="T2" fmla="*/ 2 w 6"/>
                  <a:gd name="T3" fmla="*/ 4 h 11"/>
                  <a:gd name="T4" fmla="*/ 0 w 6"/>
                  <a:gd name="T5" fmla="*/ 5 h 11"/>
                  <a:gd name="T6" fmla="*/ 2 w 6"/>
                  <a:gd name="T7" fmla="*/ 9 h 11"/>
                  <a:gd name="T8" fmla="*/ 6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3" name="Line 298"/>
              <p:cNvSpPr>
                <a:spLocks noChangeShapeType="1"/>
              </p:cNvSpPr>
              <p:nvPr userDrawn="1"/>
            </p:nvSpPr>
            <p:spPr bwMode="gray">
              <a:xfrm flipH="1" flipV="1">
                <a:off x="2359" y="1788"/>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4" name="Freeform 299"/>
              <p:cNvSpPr>
                <a:spLocks/>
              </p:cNvSpPr>
              <p:nvPr userDrawn="1"/>
            </p:nvSpPr>
            <p:spPr bwMode="gray">
              <a:xfrm>
                <a:off x="2354" y="1788"/>
                <a:ext cx="5" cy="3"/>
              </a:xfrm>
              <a:custGeom>
                <a:avLst/>
                <a:gdLst>
                  <a:gd name="T0" fmla="*/ 3 w 5"/>
                  <a:gd name="T1" fmla="*/ 3 h 3"/>
                  <a:gd name="T2" fmla="*/ 2 w 5"/>
                  <a:gd name="T3" fmla="*/ 3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5" name="Freeform 300"/>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6" name="Freeform 301"/>
              <p:cNvSpPr>
                <a:spLocks/>
              </p:cNvSpPr>
              <p:nvPr userDrawn="1"/>
            </p:nvSpPr>
            <p:spPr bwMode="gray">
              <a:xfrm>
                <a:off x="2513"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7" name="Freeform 302"/>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8" name="Line 303"/>
              <p:cNvSpPr>
                <a:spLocks noChangeShapeType="1"/>
              </p:cNvSpPr>
              <p:nvPr userDrawn="1"/>
            </p:nvSpPr>
            <p:spPr bwMode="gray">
              <a:xfrm flipH="1">
                <a:off x="2350" y="1188"/>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9" name="Line 304"/>
              <p:cNvSpPr>
                <a:spLocks noChangeShapeType="1"/>
              </p:cNvSpPr>
              <p:nvPr userDrawn="1"/>
            </p:nvSpPr>
            <p:spPr bwMode="gray">
              <a:xfrm flipH="1">
                <a:off x="2347" y="1195"/>
                <a:ext cx="166"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0" name="Freeform 305"/>
              <p:cNvSpPr>
                <a:spLocks/>
              </p:cNvSpPr>
              <p:nvPr userDrawn="1"/>
            </p:nvSpPr>
            <p:spPr bwMode="gray">
              <a:xfrm>
                <a:off x="2347" y="1270"/>
                <a:ext cx="10" cy="10"/>
              </a:xfrm>
              <a:custGeom>
                <a:avLst/>
                <a:gdLst>
                  <a:gd name="T0" fmla="*/ 0 w 10"/>
                  <a:gd name="T1" fmla="*/ 10 h 10"/>
                  <a:gd name="T2" fmla="*/ 2 w 10"/>
                  <a:gd name="T3" fmla="*/ 5 h 10"/>
                  <a:gd name="T4" fmla="*/ 3 w 10"/>
                  <a:gd name="T5" fmla="*/ 2 h 10"/>
                  <a:gd name="T6" fmla="*/ 5 w 10"/>
                  <a:gd name="T7" fmla="*/ 0 h 10"/>
                  <a:gd name="T8" fmla="*/ 9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1" name="Line 306"/>
              <p:cNvSpPr>
                <a:spLocks noChangeShapeType="1"/>
              </p:cNvSpPr>
              <p:nvPr userDrawn="1"/>
            </p:nvSpPr>
            <p:spPr bwMode="gray">
              <a:xfrm flipV="1">
                <a:off x="2357" y="1186"/>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2" name="Freeform 307"/>
              <p:cNvSpPr>
                <a:spLocks/>
              </p:cNvSpPr>
              <p:nvPr userDrawn="1"/>
            </p:nvSpPr>
            <p:spPr bwMode="gray">
              <a:xfrm>
                <a:off x="2513"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3" name="Freeform 308"/>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4" name="Line 309"/>
              <p:cNvSpPr>
                <a:spLocks noChangeShapeType="1"/>
              </p:cNvSpPr>
              <p:nvPr userDrawn="1"/>
            </p:nvSpPr>
            <p:spPr bwMode="gray">
              <a:xfrm>
                <a:off x="2343" y="1284"/>
                <a:ext cx="6"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5" name="Line 310"/>
              <p:cNvSpPr>
                <a:spLocks noChangeShapeType="1"/>
              </p:cNvSpPr>
              <p:nvPr userDrawn="1"/>
            </p:nvSpPr>
            <p:spPr bwMode="gray">
              <a:xfrm>
                <a:off x="2347" y="1280"/>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6" name="Freeform 311"/>
              <p:cNvSpPr>
                <a:spLocks/>
              </p:cNvSpPr>
              <p:nvPr userDrawn="1"/>
            </p:nvSpPr>
            <p:spPr bwMode="gray">
              <a:xfrm>
                <a:off x="2349" y="1513"/>
                <a:ext cx="5" cy="21"/>
              </a:xfrm>
              <a:custGeom>
                <a:avLst/>
                <a:gdLst>
                  <a:gd name="T0" fmla="*/ 3 w 5"/>
                  <a:gd name="T1" fmla="*/ 0 h 21"/>
                  <a:gd name="T2" fmla="*/ 0 w 5"/>
                  <a:gd name="T3" fmla="*/ 5 h 21"/>
                  <a:gd name="T4" fmla="*/ 0 w 5"/>
                  <a:gd name="T5" fmla="*/ 10 h 21"/>
                  <a:gd name="T6" fmla="*/ 1 w 5"/>
                  <a:gd name="T7" fmla="*/ 16 h 21"/>
                  <a:gd name="T8" fmla="*/ 5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7" name="Line 312"/>
              <p:cNvSpPr>
                <a:spLocks noChangeShapeType="1"/>
              </p:cNvSpPr>
              <p:nvPr userDrawn="1"/>
            </p:nvSpPr>
            <p:spPr bwMode="gray">
              <a:xfrm flipH="1" flipV="1">
                <a:off x="2349" y="1287"/>
                <a:ext cx="5"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8" name="Freeform 313"/>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9" name="Freeform 314"/>
              <p:cNvSpPr>
                <a:spLocks/>
              </p:cNvSpPr>
              <p:nvPr userDrawn="1"/>
            </p:nvSpPr>
            <p:spPr bwMode="gray">
              <a:xfrm>
                <a:off x="2557"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0" name="Line 315"/>
              <p:cNvSpPr>
                <a:spLocks noChangeShapeType="1"/>
              </p:cNvSpPr>
              <p:nvPr userDrawn="1"/>
            </p:nvSpPr>
            <p:spPr bwMode="gray">
              <a:xfrm>
                <a:off x="2565" y="1870"/>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1" name="Line 316"/>
              <p:cNvSpPr>
                <a:spLocks noChangeShapeType="1"/>
              </p:cNvSpPr>
              <p:nvPr userDrawn="1"/>
            </p:nvSpPr>
            <p:spPr bwMode="gray">
              <a:xfrm>
                <a:off x="2574" y="1873"/>
                <a:ext cx="4"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2" name="Freeform 317"/>
              <p:cNvSpPr>
                <a:spLocks/>
              </p:cNvSpPr>
              <p:nvPr userDrawn="1"/>
            </p:nvSpPr>
            <p:spPr bwMode="gray">
              <a:xfrm>
                <a:off x="2557"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3" name="Line 318"/>
              <p:cNvSpPr>
                <a:spLocks noChangeShapeType="1"/>
              </p:cNvSpPr>
              <p:nvPr userDrawn="1"/>
            </p:nvSpPr>
            <p:spPr bwMode="gray">
              <a:xfrm flipH="1" flipV="1">
                <a:off x="2555" y="1861"/>
                <a:ext cx="2"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4" name="Freeform 319"/>
              <p:cNvSpPr>
                <a:spLocks/>
              </p:cNvSpPr>
              <p:nvPr userDrawn="1"/>
            </p:nvSpPr>
            <p:spPr bwMode="gray">
              <a:xfrm>
                <a:off x="2555" y="1861"/>
                <a:ext cx="19" cy="12"/>
              </a:xfrm>
              <a:custGeom>
                <a:avLst/>
                <a:gdLst>
                  <a:gd name="T0" fmla="*/ 19 w 19"/>
                  <a:gd name="T1" fmla="*/ 12 h 12"/>
                  <a:gd name="T2" fmla="*/ 12 w 19"/>
                  <a:gd name="T3" fmla="*/ 9 h 12"/>
                  <a:gd name="T4" fmla="*/ 5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5" name="Freeform 320"/>
              <p:cNvSpPr>
                <a:spLocks/>
              </p:cNvSpPr>
              <p:nvPr userDrawn="1"/>
            </p:nvSpPr>
            <p:spPr bwMode="gray">
              <a:xfrm>
                <a:off x="2646" y="2050"/>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6" name="Line 321"/>
              <p:cNvSpPr>
                <a:spLocks noChangeShapeType="1"/>
              </p:cNvSpPr>
              <p:nvPr userDrawn="1"/>
            </p:nvSpPr>
            <p:spPr bwMode="gray">
              <a:xfrm flipV="1">
                <a:off x="2574" y="2010"/>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7" name="Line 322"/>
              <p:cNvSpPr>
                <a:spLocks noChangeShapeType="1"/>
              </p:cNvSpPr>
              <p:nvPr userDrawn="1"/>
            </p:nvSpPr>
            <p:spPr bwMode="gray">
              <a:xfrm flipV="1">
                <a:off x="2578" y="2003"/>
                <a:ext cx="159"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8" name="Freeform 323"/>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9" name="Line 324"/>
              <p:cNvSpPr>
                <a:spLocks noChangeShapeType="1"/>
              </p:cNvSpPr>
              <p:nvPr userDrawn="1"/>
            </p:nvSpPr>
            <p:spPr bwMode="gray">
              <a:xfrm flipH="1">
                <a:off x="2565" y="2010"/>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0" name="Freeform 325"/>
              <p:cNvSpPr>
                <a:spLocks/>
              </p:cNvSpPr>
              <p:nvPr userDrawn="1"/>
            </p:nvSpPr>
            <p:spPr bwMode="gray">
              <a:xfrm>
                <a:off x="2565"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1" name="Line 326"/>
              <p:cNvSpPr>
                <a:spLocks noChangeShapeType="1"/>
              </p:cNvSpPr>
              <p:nvPr userDrawn="1"/>
            </p:nvSpPr>
            <p:spPr bwMode="gray">
              <a:xfrm flipV="1">
                <a:off x="2739" y="1924"/>
                <a:ext cx="1"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2" name="Line 327"/>
              <p:cNvSpPr>
                <a:spLocks noChangeShapeType="1"/>
              </p:cNvSpPr>
              <p:nvPr userDrawn="1"/>
            </p:nvSpPr>
            <p:spPr bwMode="gray">
              <a:xfrm flipV="1">
                <a:off x="2737" y="1924"/>
                <a:ext cx="1"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3" name="Line 328"/>
              <p:cNvSpPr>
                <a:spLocks noChangeShapeType="1"/>
              </p:cNvSpPr>
              <p:nvPr userDrawn="1"/>
            </p:nvSpPr>
            <p:spPr bwMode="gray">
              <a:xfrm>
                <a:off x="2733" y="1922"/>
                <a:ext cx="2"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4" name="Freeform 329"/>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5" name="Freeform 330"/>
              <p:cNvSpPr>
                <a:spLocks/>
              </p:cNvSpPr>
              <p:nvPr userDrawn="1"/>
            </p:nvSpPr>
            <p:spPr bwMode="gray">
              <a:xfrm>
                <a:off x="2732" y="1377"/>
                <a:ext cx="5" cy="8"/>
              </a:xfrm>
              <a:custGeom>
                <a:avLst/>
                <a:gdLst>
                  <a:gd name="T0" fmla="*/ 3 w 5"/>
                  <a:gd name="T1" fmla="*/ 8 h 8"/>
                  <a:gd name="T2" fmla="*/ 5 w 5"/>
                  <a:gd name="T3" fmla="*/ 7 h 8"/>
                  <a:gd name="T4" fmla="*/ 5 w 5"/>
                  <a:gd name="T5" fmla="*/ 5 h 8"/>
                  <a:gd name="T6" fmla="*/ 3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6" name="Line 331"/>
              <p:cNvSpPr>
                <a:spLocks noChangeShapeType="1"/>
              </p:cNvSpPr>
              <p:nvPr userDrawn="1"/>
            </p:nvSpPr>
            <p:spPr bwMode="gray">
              <a:xfrm flipH="1" flipV="1">
                <a:off x="2737" y="1265"/>
                <a:ext cx="2"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7" name="Line 332"/>
              <p:cNvSpPr>
                <a:spLocks noChangeShapeType="1"/>
              </p:cNvSpPr>
              <p:nvPr userDrawn="1"/>
            </p:nvSpPr>
            <p:spPr bwMode="gray">
              <a:xfrm flipV="1">
                <a:off x="2735" y="1270"/>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8" name="Freeform 333"/>
              <p:cNvSpPr>
                <a:spLocks/>
              </p:cNvSpPr>
              <p:nvPr userDrawn="1"/>
            </p:nvSpPr>
            <p:spPr bwMode="gray">
              <a:xfrm>
                <a:off x="2732" y="1261"/>
                <a:ext cx="5" cy="9"/>
              </a:xfrm>
              <a:custGeom>
                <a:avLst/>
                <a:gdLst>
                  <a:gd name="T0" fmla="*/ 3 w 5"/>
                  <a:gd name="T1" fmla="*/ 9 h 9"/>
                  <a:gd name="T2" fmla="*/ 5 w 5"/>
                  <a:gd name="T3" fmla="*/ 5 h 9"/>
                  <a:gd name="T4" fmla="*/ 5 w 5"/>
                  <a:gd name="T5" fmla="*/ 4 h 9"/>
                  <a:gd name="T6" fmla="*/ 3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9" name="Line 334"/>
              <p:cNvSpPr>
                <a:spLocks noChangeShapeType="1"/>
              </p:cNvSpPr>
              <p:nvPr userDrawn="1"/>
            </p:nvSpPr>
            <p:spPr bwMode="gray">
              <a:xfrm>
                <a:off x="2732" y="1261"/>
                <a:ext cx="1"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0" name="Freeform 335"/>
              <p:cNvSpPr>
                <a:spLocks/>
              </p:cNvSpPr>
              <p:nvPr userDrawn="1"/>
            </p:nvSpPr>
            <p:spPr bwMode="gray">
              <a:xfrm>
                <a:off x="2733" y="1502"/>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1" name="Freeform 336"/>
              <p:cNvSpPr>
                <a:spLocks/>
              </p:cNvSpPr>
              <p:nvPr userDrawn="1"/>
            </p:nvSpPr>
            <p:spPr bwMode="gray">
              <a:xfrm>
                <a:off x="2641" y="1296"/>
                <a:ext cx="12" cy="16"/>
              </a:xfrm>
              <a:custGeom>
                <a:avLst/>
                <a:gdLst>
                  <a:gd name="T0" fmla="*/ 12 w 12"/>
                  <a:gd name="T1" fmla="*/ 16 h 16"/>
                  <a:gd name="T2" fmla="*/ 10 w 12"/>
                  <a:gd name="T3" fmla="*/ 11 h 16"/>
                  <a:gd name="T4" fmla="*/ 8 w 12"/>
                  <a:gd name="T5" fmla="*/ 5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2" name="Line 337"/>
              <p:cNvSpPr>
                <a:spLocks noChangeShapeType="1"/>
              </p:cNvSpPr>
              <p:nvPr userDrawn="1"/>
            </p:nvSpPr>
            <p:spPr bwMode="gray">
              <a:xfrm flipH="1">
                <a:off x="2567" y="1259"/>
                <a:ext cx="165"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3" name="Line 338"/>
              <p:cNvSpPr>
                <a:spLocks noChangeShapeType="1"/>
              </p:cNvSpPr>
              <p:nvPr userDrawn="1"/>
            </p:nvSpPr>
            <p:spPr bwMode="gray">
              <a:xfrm flipH="1">
                <a:off x="2571" y="1270"/>
                <a:ext cx="164"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4" name="Freeform 339"/>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5" name="Line 340"/>
              <p:cNvSpPr>
                <a:spLocks noChangeShapeType="1"/>
              </p:cNvSpPr>
              <p:nvPr userDrawn="1"/>
            </p:nvSpPr>
            <p:spPr bwMode="gray">
              <a:xfrm flipV="1">
                <a:off x="2558" y="1252"/>
                <a:ext cx="165"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6" name="Freeform 341"/>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7" name="Freeform 342"/>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8" name="Line 343"/>
              <p:cNvSpPr>
                <a:spLocks noChangeShapeType="1"/>
              </p:cNvSpPr>
              <p:nvPr userDrawn="1"/>
            </p:nvSpPr>
            <p:spPr bwMode="gray">
              <a:xfrm>
                <a:off x="2560" y="1359"/>
                <a:ext cx="2" cy="24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9" name="Line 344"/>
              <p:cNvSpPr>
                <a:spLocks noChangeShapeType="1"/>
              </p:cNvSpPr>
              <p:nvPr userDrawn="1"/>
            </p:nvSpPr>
            <p:spPr bwMode="gray">
              <a:xfrm>
                <a:off x="2571" y="1356"/>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0" name="Freeform 345"/>
              <p:cNvSpPr>
                <a:spLocks/>
              </p:cNvSpPr>
              <p:nvPr userDrawn="1"/>
            </p:nvSpPr>
            <p:spPr bwMode="gray">
              <a:xfrm>
                <a:off x="2551" y="1592"/>
                <a:ext cx="21" cy="14"/>
              </a:xfrm>
              <a:custGeom>
                <a:avLst/>
                <a:gdLst>
                  <a:gd name="T0" fmla="*/ 21 w 21"/>
                  <a:gd name="T1" fmla="*/ 0 h 14"/>
                  <a:gd name="T2" fmla="*/ 16 w 21"/>
                  <a:gd name="T3" fmla="*/ 5 h 14"/>
                  <a:gd name="T4" fmla="*/ 13 w 21"/>
                  <a:gd name="T5" fmla="*/ 8 h 14"/>
                  <a:gd name="T6" fmla="*/ 7 w 21"/>
                  <a:gd name="T7" fmla="*/ 10 h 14"/>
                  <a:gd name="T8" fmla="*/ 0 w 21"/>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1" name="Line 346"/>
              <p:cNvSpPr>
                <a:spLocks noChangeShapeType="1"/>
              </p:cNvSpPr>
              <p:nvPr userDrawn="1"/>
            </p:nvSpPr>
            <p:spPr bwMode="gray">
              <a:xfrm flipH="1" flipV="1">
                <a:off x="2550" y="1357"/>
                <a:ext cx="1" cy="2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2" name="Freeform 347"/>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3" name="Freeform 348"/>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4" name="Freeform 349"/>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5" name="Freeform 350"/>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6" name="Line 351"/>
              <p:cNvSpPr>
                <a:spLocks noChangeShapeType="1"/>
              </p:cNvSpPr>
              <p:nvPr userDrawn="1"/>
            </p:nvSpPr>
            <p:spPr bwMode="gray">
              <a:xfrm>
                <a:off x="2536" y="1184"/>
                <a:ext cx="19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7" name="Line 352"/>
              <p:cNvSpPr>
                <a:spLocks noChangeShapeType="1"/>
              </p:cNvSpPr>
              <p:nvPr userDrawn="1"/>
            </p:nvSpPr>
            <p:spPr bwMode="gray">
              <a:xfrm>
                <a:off x="2532" y="1195"/>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8" name="Freeform 353"/>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9" name="Line 354"/>
              <p:cNvSpPr>
                <a:spLocks noChangeShapeType="1"/>
              </p:cNvSpPr>
              <p:nvPr userDrawn="1"/>
            </p:nvSpPr>
            <p:spPr bwMode="gray">
              <a:xfrm flipH="1" flipV="1">
                <a:off x="2543" y="1177"/>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0" name="Freeform 355"/>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1" name="Freeform 356"/>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2" name="Line 357"/>
              <p:cNvSpPr>
                <a:spLocks noChangeShapeType="1"/>
              </p:cNvSpPr>
              <p:nvPr userDrawn="1"/>
            </p:nvSpPr>
            <p:spPr bwMode="gray">
              <a:xfrm flipH="1" flipV="1">
                <a:off x="2530" y="1179"/>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3" name="Line 358"/>
              <p:cNvSpPr>
                <a:spLocks noChangeShapeType="1"/>
              </p:cNvSpPr>
              <p:nvPr userDrawn="1"/>
            </p:nvSpPr>
            <p:spPr bwMode="gray">
              <a:xfrm flipH="1" flipV="1">
                <a:off x="2523" y="1186"/>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4" name="Freeform 359"/>
              <p:cNvSpPr>
                <a:spLocks/>
              </p:cNvSpPr>
              <p:nvPr userDrawn="1"/>
            </p:nvSpPr>
            <p:spPr bwMode="gray">
              <a:xfrm>
                <a:off x="2523"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5" name="Line 360"/>
              <p:cNvSpPr>
                <a:spLocks noChangeShapeType="1"/>
              </p:cNvSpPr>
              <p:nvPr userDrawn="1"/>
            </p:nvSpPr>
            <p:spPr bwMode="gray">
              <a:xfrm>
                <a:off x="2532" y="1168"/>
                <a:ext cx="200"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6" name="Freeform 361"/>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7" name="Freeform 362"/>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8" name="Line 363"/>
              <p:cNvSpPr>
                <a:spLocks noChangeShapeType="1"/>
              </p:cNvSpPr>
              <p:nvPr userDrawn="1"/>
            </p:nvSpPr>
            <p:spPr bwMode="gray">
              <a:xfrm>
                <a:off x="2352" y="1277"/>
                <a:ext cx="199"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9" name="Line 364"/>
              <p:cNvSpPr>
                <a:spLocks noChangeShapeType="1"/>
              </p:cNvSpPr>
              <p:nvPr userDrawn="1"/>
            </p:nvSpPr>
            <p:spPr bwMode="gray">
              <a:xfrm>
                <a:off x="2357" y="1270"/>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0" name="Freeform 365"/>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1" name="Line 366"/>
              <p:cNvSpPr>
                <a:spLocks noChangeShapeType="1"/>
              </p:cNvSpPr>
              <p:nvPr userDrawn="1"/>
            </p:nvSpPr>
            <p:spPr bwMode="gray">
              <a:xfrm flipH="1" flipV="1">
                <a:off x="2349" y="1287"/>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2" name="Freeform 367"/>
              <p:cNvSpPr>
                <a:spLocks/>
              </p:cNvSpPr>
              <p:nvPr userDrawn="1"/>
            </p:nvSpPr>
            <p:spPr bwMode="gray">
              <a:xfrm>
                <a:off x="2349"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3" name="Freeform 368"/>
              <p:cNvSpPr>
                <a:spLocks/>
              </p:cNvSpPr>
              <p:nvPr userDrawn="1"/>
            </p:nvSpPr>
            <p:spPr bwMode="gray">
              <a:xfrm>
                <a:off x="2459" y="2060"/>
                <a:ext cx="10" cy="9"/>
              </a:xfrm>
              <a:custGeom>
                <a:avLst/>
                <a:gdLst>
                  <a:gd name="T0" fmla="*/ 0 w 10"/>
                  <a:gd name="T1" fmla="*/ 0 h 9"/>
                  <a:gd name="T2" fmla="*/ 2 w 10"/>
                  <a:gd name="T3" fmla="*/ 6 h 9"/>
                  <a:gd name="T4" fmla="*/ 3 w 10"/>
                  <a:gd name="T5" fmla="*/ 7 h 9"/>
                  <a:gd name="T6" fmla="*/ 7 w 10"/>
                  <a:gd name="T7" fmla="*/ 9 h 9"/>
                  <a:gd name="T8" fmla="*/ 1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4" name="Line 369"/>
              <p:cNvSpPr>
                <a:spLocks noChangeShapeType="1"/>
              </p:cNvSpPr>
              <p:nvPr userDrawn="1"/>
            </p:nvSpPr>
            <p:spPr bwMode="gray">
              <a:xfrm>
                <a:off x="2366"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5" name="Line 370"/>
              <p:cNvSpPr>
                <a:spLocks noChangeShapeType="1"/>
              </p:cNvSpPr>
              <p:nvPr userDrawn="1"/>
            </p:nvSpPr>
            <p:spPr bwMode="gray">
              <a:xfrm>
                <a:off x="2363" y="2024"/>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6" name="Freeform 371"/>
              <p:cNvSpPr>
                <a:spLocks/>
              </p:cNvSpPr>
              <p:nvPr userDrawn="1"/>
            </p:nvSpPr>
            <p:spPr bwMode="gray">
              <a:xfrm>
                <a:off x="2557"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7" name="Line 372"/>
              <p:cNvSpPr>
                <a:spLocks noChangeShapeType="1"/>
              </p:cNvSpPr>
              <p:nvPr userDrawn="1"/>
            </p:nvSpPr>
            <p:spPr bwMode="gray">
              <a:xfrm flipH="1" flipV="1">
                <a:off x="2371"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8" name="Freeform 373"/>
              <p:cNvSpPr>
                <a:spLocks/>
              </p:cNvSpPr>
              <p:nvPr userDrawn="1"/>
            </p:nvSpPr>
            <p:spPr bwMode="gray">
              <a:xfrm>
                <a:off x="2363" y="2024"/>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9" name="Freeform 374"/>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0" name="Freeform 375"/>
              <p:cNvSpPr>
                <a:spLocks/>
              </p:cNvSpPr>
              <p:nvPr userDrawn="1"/>
            </p:nvSpPr>
            <p:spPr bwMode="gray">
              <a:xfrm>
                <a:off x="2835" y="1314"/>
                <a:ext cx="9" cy="15"/>
              </a:xfrm>
              <a:custGeom>
                <a:avLst/>
                <a:gdLst>
                  <a:gd name="T0" fmla="*/ 9 w 9"/>
                  <a:gd name="T1" fmla="*/ 15 h 15"/>
                  <a:gd name="T2" fmla="*/ 5 w 9"/>
                  <a:gd name="T3" fmla="*/ 14 h 15"/>
                  <a:gd name="T4" fmla="*/ 2 w 9"/>
                  <a:gd name="T5" fmla="*/ 10 h 15"/>
                  <a:gd name="T6" fmla="*/ 0 w 9"/>
                  <a:gd name="T7" fmla="*/ 5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1" name="Freeform 376"/>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2" name="Line 377"/>
              <p:cNvSpPr>
                <a:spLocks noChangeShapeType="1"/>
              </p:cNvSpPr>
              <p:nvPr userDrawn="1"/>
            </p:nvSpPr>
            <p:spPr bwMode="gray">
              <a:xfrm>
                <a:off x="2838" y="1329"/>
                <a:ext cx="19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3" name="Line 378"/>
              <p:cNvSpPr>
                <a:spLocks noChangeShapeType="1"/>
              </p:cNvSpPr>
              <p:nvPr userDrawn="1"/>
            </p:nvSpPr>
            <p:spPr bwMode="gray">
              <a:xfrm>
                <a:off x="2844" y="1329"/>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4" name="Freeform 379"/>
              <p:cNvSpPr>
                <a:spLocks/>
              </p:cNvSpPr>
              <p:nvPr userDrawn="1"/>
            </p:nvSpPr>
            <p:spPr bwMode="gray">
              <a:xfrm>
                <a:off x="3031" y="1389"/>
                <a:ext cx="3"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5" name="Line 380"/>
              <p:cNvSpPr>
                <a:spLocks noChangeShapeType="1"/>
              </p:cNvSpPr>
              <p:nvPr userDrawn="1"/>
            </p:nvSpPr>
            <p:spPr bwMode="gray">
              <a:xfrm flipH="1" flipV="1">
                <a:off x="2837" y="1322"/>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6" name="Freeform 381"/>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7" name="Line 382"/>
              <p:cNvSpPr>
                <a:spLocks noChangeShapeType="1"/>
              </p:cNvSpPr>
              <p:nvPr userDrawn="1"/>
            </p:nvSpPr>
            <p:spPr bwMode="gray">
              <a:xfrm flipH="1">
                <a:off x="3370" y="1144"/>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8" name="Line 383"/>
              <p:cNvSpPr>
                <a:spLocks noChangeShapeType="1"/>
              </p:cNvSpPr>
              <p:nvPr userDrawn="1"/>
            </p:nvSpPr>
            <p:spPr bwMode="gray">
              <a:xfrm flipH="1">
                <a:off x="3382" y="1149"/>
                <a:ext cx="30" cy="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9" name="Line 384"/>
              <p:cNvSpPr>
                <a:spLocks noChangeShapeType="1"/>
              </p:cNvSpPr>
              <p:nvPr userDrawn="1"/>
            </p:nvSpPr>
            <p:spPr bwMode="gray">
              <a:xfrm flipV="1">
                <a:off x="3356" y="1133"/>
                <a:ext cx="45" cy="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0" name="Freeform 385"/>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1" name="Freeform 386"/>
              <p:cNvSpPr>
                <a:spLocks/>
              </p:cNvSpPr>
              <p:nvPr userDrawn="1"/>
            </p:nvSpPr>
            <p:spPr bwMode="gray">
              <a:xfrm>
                <a:off x="3540" y="1252"/>
                <a:ext cx="10" cy="16"/>
              </a:xfrm>
              <a:custGeom>
                <a:avLst/>
                <a:gdLst>
                  <a:gd name="T0" fmla="*/ 0 w 10"/>
                  <a:gd name="T1" fmla="*/ 0 h 16"/>
                  <a:gd name="T2" fmla="*/ 3 w 10"/>
                  <a:gd name="T3" fmla="*/ 2 h 16"/>
                  <a:gd name="T4" fmla="*/ 7 w 10"/>
                  <a:gd name="T5" fmla="*/ 6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2" name="Line 387"/>
              <p:cNvSpPr>
                <a:spLocks noChangeShapeType="1"/>
              </p:cNvSpPr>
              <p:nvPr userDrawn="1"/>
            </p:nvSpPr>
            <p:spPr bwMode="gray">
              <a:xfrm flipV="1">
                <a:off x="3538" y="1217"/>
                <a:ext cx="7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3" name="Line 388"/>
              <p:cNvSpPr>
                <a:spLocks noChangeShapeType="1"/>
              </p:cNvSpPr>
              <p:nvPr userDrawn="1"/>
            </p:nvSpPr>
            <p:spPr bwMode="gray">
              <a:xfrm flipV="1">
                <a:off x="3538" y="1212"/>
                <a:ext cx="72" cy="4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4" name="Freeform 389"/>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5" name="Line 390"/>
              <p:cNvSpPr>
                <a:spLocks noChangeShapeType="1"/>
              </p:cNvSpPr>
              <p:nvPr userDrawn="1"/>
            </p:nvSpPr>
            <p:spPr bwMode="gray">
              <a:xfrm flipH="1">
                <a:off x="3538" y="1228"/>
                <a:ext cx="82"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6" name="Freeform 391"/>
              <p:cNvSpPr>
                <a:spLocks/>
              </p:cNvSpPr>
              <p:nvPr userDrawn="1"/>
            </p:nvSpPr>
            <p:spPr bwMode="gray">
              <a:xfrm>
                <a:off x="3484" y="1172"/>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7" name="Line 392"/>
              <p:cNvSpPr>
                <a:spLocks noChangeShapeType="1"/>
              </p:cNvSpPr>
              <p:nvPr userDrawn="1"/>
            </p:nvSpPr>
            <p:spPr bwMode="gray">
              <a:xfrm flipH="1" flipV="1">
                <a:off x="3412" y="1147"/>
                <a:ext cx="20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8" name="Line 393"/>
              <p:cNvSpPr>
                <a:spLocks noChangeShapeType="1"/>
              </p:cNvSpPr>
              <p:nvPr userDrawn="1"/>
            </p:nvSpPr>
            <p:spPr bwMode="gray">
              <a:xfrm flipH="1" flipV="1">
                <a:off x="3412" y="1149"/>
                <a:ext cx="198"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9" name="Freeform 394"/>
              <p:cNvSpPr>
                <a:spLocks/>
              </p:cNvSpPr>
              <p:nvPr userDrawn="1"/>
            </p:nvSpPr>
            <p:spPr bwMode="gray">
              <a:xfrm>
                <a:off x="3408" y="1149"/>
                <a:ext cx="4" cy="5"/>
              </a:xfrm>
              <a:custGeom>
                <a:avLst/>
                <a:gdLst>
                  <a:gd name="T0" fmla="*/ 4 w 4"/>
                  <a:gd name="T1" fmla="*/ 0 h 5"/>
                  <a:gd name="T2" fmla="*/ 4 w 4"/>
                  <a:gd name="T3" fmla="*/ 0 h 5"/>
                  <a:gd name="T4" fmla="*/ 4 w 4"/>
                  <a:gd name="T5" fmla="*/ 0 h 5"/>
                  <a:gd name="T6" fmla="*/ 2 w 4"/>
                  <a:gd name="T7" fmla="*/ 2 h 5"/>
                  <a:gd name="T8" fmla="*/ 2 w 4"/>
                  <a:gd name="T9" fmla="*/ 4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0" name="Line 395"/>
              <p:cNvSpPr>
                <a:spLocks noChangeShapeType="1"/>
              </p:cNvSpPr>
              <p:nvPr userDrawn="1"/>
            </p:nvSpPr>
            <p:spPr bwMode="gray">
              <a:xfrm>
                <a:off x="3408" y="1154"/>
                <a:ext cx="209"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1" name="Freeform 396"/>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2" name="Freeform 397"/>
              <p:cNvSpPr>
                <a:spLocks/>
              </p:cNvSpPr>
              <p:nvPr userDrawn="1"/>
            </p:nvSpPr>
            <p:spPr bwMode="gray">
              <a:xfrm>
                <a:off x="3613" y="1329"/>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3" name="Line 398"/>
              <p:cNvSpPr>
                <a:spLocks noChangeShapeType="1"/>
              </p:cNvSpPr>
              <p:nvPr userDrawn="1"/>
            </p:nvSpPr>
            <p:spPr bwMode="gray">
              <a:xfrm flipV="1">
                <a:off x="3618" y="1223"/>
                <a:ext cx="4" cy="1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4" name="Line 399"/>
              <p:cNvSpPr>
                <a:spLocks noChangeShapeType="1"/>
              </p:cNvSpPr>
              <p:nvPr userDrawn="1"/>
            </p:nvSpPr>
            <p:spPr bwMode="gray">
              <a:xfrm flipV="1">
                <a:off x="3615" y="1228"/>
                <a:ext cx="5"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5" name="Freeform 400"/>
              <p:cNvSpPr>
                <a:spLocks/>
              </p:cNvSpPr>
              <p:nvPr userDrawn="1"/>
            </p:nvSpPr>
            <p:spPr bwMode="gray">
              <a:xfrm>
                <a:off x="3617" y="1219"/>
                <a:ext cx="5" cy="9"/>
              </a:xfrm>
              <a:custGeom>
                <a:avLst/>
                <a:gdLst>
                  <a:gd name="T0" fmla="*/ 3 w 5"/>
                  <a:gd name="T1" fmla="*/ 9 h 9"/>
                  <a:gd name="T2" fmla="*/ 5 w 5"/>
                  <a:gd name="T3" fmla="*/ 7 h 9"/>
                  <a:gd name="T4" fmla="*/ 5 w 5"/>
                  <a:gd name="T5" fmla="*/ 5 h 9"/>
                  <a:gd name="T6" fmla="*/ 3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6" name="Line 401"/>
              <p:cNvSpPr>
                <a:spLocks noChangeShapeType="1"/>
              </p:cNvSpPr>
              <p:nvPr userDrawn="1"/>
            </p:nvSpPr>
            <p:spPr bwMode="gray">
              <a:xfrm flipH="1">
                <a:off x="3611" y="1219"/>
                <a:ext cx="6" cy="1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7" name="Freeform 402"/>
              <p:cNvSpPr>
                <a:spLocks/>
              </p:cNvSpPr>
              <p:nvPr userDrawn="1"/>
            </p:nvSpPr>
            <p:spPr bwMode="gray">
              <a:xfrm>
                <a:off x="2816" y="1207"/>
                <a:ext cx="19" cy="2"/>
              </a:xfrm>
              <a:custGeom>
                <a:avLst/>
                <a:gdLst>
                  <a:gd name="T0" fmla="*/ 19 w 19"/>
                  <a:gd name="T1" fmla="*/ 0 h 2"/>
                  <a:gd name="T2" fmla="*/ 14 w 19"/>
                  <a:gd name="T3" fmla="*/ 2 h 2"/>
                  <a:gd name="T4" fmla="*/ 10 w 19"/>
                  <a:gd name="T5" fmla="*/ 2 h 2"/>
                  <a:gd name="T6" fmla="*/ 5 w 19"/>
                  <a:gd name="T7" fmla="*/ 2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8" name="Line 403"/>
              <p:cNvSpPr>
                <a:spLocks noChangeShapeType="1"/>
              </p:cNvSpPr>
              <p:nvPr userDrawn="1"/>
            </p:nvSpPr>
            <p:spPr bwMode="gray">
              <a:xfrm flipV="1">
                <a:off x="2826" y="1202"/>
                <a:ext cx="1" cy="1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9" name="Line 404"/>
              <p:cNvSpPr>
                <a:spLocks noChangeShapeType="1"/>
              </p:cNvSpPr>
              <p:nvPr userDrawn="1"/>
            </p:nvSpPr>
            <p:spPr bwMode="gray">
              <a:xfrm flipV="1">
                <a:off x="2835" y="1196"/>
                <a:ext cx="1" cy="1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0" name="Line 405"/>
              <p:cNvSpPr>
                <a:spLocks noChangeShapeType="1"/>
              </p:cNvSpPr>
              <p:nvPr userDrawn="1"/>
            </p:nvSpPr>
            <p:spPr bwMode="gray">
              <a:xfrm>
                <a:off x="2816" y="1207"/>
                <a:ext cx="1" cy="10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1" name="Freeform 406"/>
              <p:cNvSpPr>
                <a:spLocks/>
              </p:cNvSpPr>
              <p:nvPr userDrawn="1"/>
            </p:nvSpPr>
            <p:spPr bwMode="gray">
              <a:xfrm>
                <a:off x="2816" y="1314"/>
                <a:ext cx="19" cy="3"/>
              </a:xfrm>
              <a:custGeom>
                <a:avLst/>
                <a:gdLst>
                  <a:gd name="T0" fmla="*/ 19 w 19"/>
                  <a:gd name="T1" fmla="*/ 0 h 3"/>
                  <a:gd name="T2" fmla="*/ 12 w 19"/>
                  <a:gd name="T3" fmla="*/ 3 h 3"/>
                  <a:gd name="T4" fmla="*/ 7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2" name="Freeform 407"/>
              <p:cNvSpPr>
                <a:spLocks/>
              </p:cNvSpPr>
              <p:nvPr userDrawn="1"/>
            </p:nvSpPr>
            <p:spPr bwMode="gray">
              <a:xfrm>
                <a:off x="2817"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3" name="Line 408"/>
              <p:cNvSpPr>
                <a:spLocks noChangeShapeType="1"/>
              </p:cNvSpPr>
              <p:nvPr userDrawn="1"/>
            </p:nvSpPr>
            <p:spPr bwMode="gray">
              <a:xfrm>
                <a:off x="2826" y="1202"/>
                <a:ext cx="1" cy="1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4" name="Line 409"/>
              <p:cNvSpPr>
                <a:spLocks noChangeShapeType="1"/>
              </p:cNvSpPr>
              <p:nvPr userDrawn="1"/>
            </p:nvSpPr>
            <p:spPr bwMode="gray">
              <a:xfrm>
                <a:off x="2837" y="1196"/>
                <a:ext cx="1"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5" name="Freeform 410"/>
              <p:cNvSpPr>
                <a:spLocks/>
              </p:cNvSpPr>
              <p:nvPr userDrawn="1"/>
            </p:nvSpPr>
            <p:spPr bwMode="gray">
              <a:xfrm>
                <a:off x="2817"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6" name="Line 411"/>
              <p:cNvSpPr>
                <a:spLocks noChangeShapeType="1"/>
              </p:cNvSpPr>
              <p:nvPr userDrawn="1"/>
            </p:nvSpPr>
            <p:spPr bwMode="gray">
              <a:xfrm flipV="1">
                <a:off x="2817" y="1205"/>
                <a:ext cx="1" cy="1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7" name="Freeform 412"/>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8" name="Line 413"/>
              <p:cNvSpPr>
                <a:spLocks noChangeShapeType="1"/>
              </p:cNvSpPr>
              <p:nvPr userDrawn="1"/>
            </p:nvSpPr>
            <p:spPr bwMode="gray">
              <a:xfrm flipH="1">
                <a:off x="3038" y="1406"/>
                <a:ext cx="1" cy="1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9" name="Line 414"/>
              <p:cNvSpPr>
                <a:spLocks noChangeShapeType="1"/>
              </p:cNvSpPr>
              <p:nvPr userDrawn="1"/>
            </p:nvSpPr>
            <p:spPr bwMode="gray">
              <a:xfrm flipH="1">
                <a:off x="3039" y="1408"/>
                <a:ext cx="2" cy="1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0" name="Line 415"/>
              <p:cNvSpPr>
                <a:spLocks noChangeShapeType="1"/>
              </p:cNvSpPr>
              <p:nvPr userDrawn="1"/>
            </p:nvSpPr>
            <p:spPr bwMode="gray">
              <a:xfrm flipV="1">
                <a:off x="3043" y="1405"/>
                <a:ext cx="2" cy="1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1" name="Freeform 416"/>
              <p:cNvSpPr>
                <a:spLocks/>
              </p:cNvSpPr>
              <p:nvPr userDrawn="1"/>
            </p:nvSpPr>
            <p:spPr bwMode="gray">
              <a:xfrm>
                <a:off x="3039" y="1405"/>
                <a:ext cx="6" cy="3"/>
              </a:xfrm>
              <a:custGeom>
                <a:avLst/>
                <a:gdLst>
                  <a:gd name="T0" fmla="*/ 2 w 6"/>
                  <a:gd name="T1" fmla="*/ 3 h 3"/>
                  <a:gd name="T2" fmla="*/ 0 w 6"/>
                  <a:gd name="T3" fmla="*/ 3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2" name="Freeform 417"/>
              <p:cNvSpPr>
                <a:spLocks/>
              </p:cNvSpPr>
              <p:nvPr userDrawn="1"/>
            </p:nvSpPr>
            <p:spPr bwMode="gray">
              <a:xfrm>
                <a:off x="3192"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3" name="Line 418"/>
              <p:cNvSpPr>
                <a:spLocks noChangeShapeType="1"/>
              </p:cNvSpPr>
              <p:nvPr userDrawn="1"/>
            </p:nvSpPr>
            <p:spPr bwMode="gray">
              <a:xfrm flipH="1">
                <a:off x="3185" y="840"/>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4" name="Line 419"/>
              <p:cNvSpPr>
                <a:spLocks noChangeShapeType="1"/>
              </p:cNvSpPr>
              <p:nvPr userDrawn="1"/>
            </p:nvSpPr>
            <p:spPr bwMode="gray">
              <a:xfrm flipV="1">
                <a:off x="3188" y="840"/>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5" name="Freeform 420"/>
              <p:cNvSpPr>
                <a:spLocks/>
              </p:cNvSpPr>
              <p:nvPr userDrawn="1"/>
            </p:nvSpPr>
            <p:spPr bwMode="gray">
              <a:xfrm>
                <a:off x="3192"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6" name="Freeform 421"/>
              <p:cNvSpPr>
                <a:spLocks/>
              </p:cNvSpPr>
              <p:nvPr userDrawn="1"/>
            </p:nvSpPr>
            <p:spPr bwMode="gray">
              <a:xfrm>
                <a:off x="3401" y="1016"/>
                <a:ext cx="6" cy="7"/>
              </a:xfrm>
              <a:custGeom>
                <a:avLst/>
                <a:gdLst>
                  <a:gd name="T0" fmla="*/ 2 w 6"/>
                  <a:gd name="T1" fmla="*/ 7 h 7"/>
                  <a:gd name="T2" fmla="*/ 6 w 6"/>
                  <a:gd name="T3" fmla="*/ 7 h 7"/>
                  <a:gd name="T4" fmla="*/ 6 w 6"/>
                  <a:gd name="T5" fmla="*/ 6 h 7"/>
                  <a:gd name="T6" fmla="*/ 4 w 6"/>
                  <a:gd name="T7" fmla="*/ 4 h 7"/>
                  <a:gd name="T8" fmla="*/ 2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7" name="Line 422"/>
              <p:cNvSpPr>
                <a:spLocks noChangeShapeType="1"/>
              </p:cNvSpPr>
              <p:nvPr userDrawn="1"/>
            </p:nvSpPr>
            <p:spPr bwMode="gray">
              <a:xfrm flipV="1">
                <a:off x="3403" y="910"/>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8" name="Line 423"/>
              <p:cNvSpPr>
                <a:spLocks noChangeShapeType="1"/>
              </p:cNvSpPr>
              <p:nvPr userDrawn="1"/>
            </p:nvSpPr>
            <p:spPr bwMode="gray">
              <a:xfrm flipV="1">
                <a:off x="3401" y="913"/>
                <a:ext cx="6"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9" name="Freeform 424"/>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0" name="Line 425"/>
              <p:cNvSpPr>
                <a:spLocks noChangeShapeType="1"/>
              </p:cNvSpPr>
              <p:nvPr userDrawn="1"/>
            </p:nvSpPr>
            <p:spPr bwMode="gray">
              <a:xfrm flipH="1">
                <a:off x="3398" y="906"/>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1" name="Freeform 426"/>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2" name="Freeform 427"/>
              <p:cNvSpPr>
                <a:spLocks/>
              </p:cNvSpPr>
              <p:nvPr userDrawn="1"/>
            </p:nvSpPr>
            <p:spPr bwMode="gray">
              <a:xfrm>
                <a:off x="3324" y="936"/>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3" name="Line 428"/>
              <p:cNvSpPr>
                <a:spLocks noChangeShapeType="1"/>
              </p:cNvSpPr>
              <p:nvPr userDrawn="1"/>
            </p:nvSpPr>
            <p:spPr bwMode="gray">
              <a:xfrm flipH="1">
                <a:off x="3312" y="904"/>
                <a:ext cx="91"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4" name="Line 429"/>
              <p:cNvSpPr>
                <a:spLocks noChangeShapeType="1"/>
              </p:cNvSpPr>
              <p:nvPr userDrawn="1"/>
            </p:nvSpPr>
            <p:spPr bwMode="gray">
              <a:xfrm flipH="1">
                <a:off x="3312" y="913"/>
                <a:ext cx="95"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5" name="Line 430"/>
              <p:cNvSpPr>
                <a:spLocks noChangeShapeType="1"/>
              </p:cNvSpPr>
              <p:nvPr userDrawn="1"/>
            </p:nvSpPr>
            <p:spPr bwMode="gray">
              <a:xfrm flipV="1">
                <a:off x="3314" y="897"/>
                <a:ext cx="82"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6" name="Freeform 431"/>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7" name="Freeform 432"/>
              <p:cNvSpPr>
                <a:spLocks/>
              </p:cNvSpPr>
              <p:nvPr userDrawn="1"/>
            </p:nvSpPr>
            <p:spPr bwMode="gray">
              <a:xfrm>
                <a:off x="3298" y="868"/>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8" name="Line 433"/>
              <p:cNvSpPr>
                <a:spLocks noChangeShapeType="1"/>
              </p:cNvSpPr>
              <p:nvPr userDrawn="1"/>
            </p:nvSpPr>
            <p:spPr bwMode="gray">
              <a:xfrm>
                <a:off x="3207" y="840"/>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9" name="Line 434"/>
              <p:cNvSpPr>
                <a:spLocks noChangeShapeType="1"/>
              </p:cNvSpPr>
              <p:nvPr userDrawn="1"/>
            </p:nvSpPr>
            <p:spPr bwMode="gray">
              <a:xfrm>
                <a:off x="3209" y="847"/>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0" name="Freeform 435"/>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1" name="Line 436"/>
              <p:cNvSpPr>
                <a:spLocks noChangeShapeType="1"/>
              </p:cNvSpPr>
              <p:nvPr userDrawn="1"/>
            </p:nvSpPr>
            <p:spPr bwMode="gray">
              <a:xfrm flipH="1" flipV="1">
                <a:off x="3202" y="840"/>
                <a:ext cx="194"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2" name="Freeform 437"/>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3" name="Freeform 438"/>
              <p:cNvSpPr>
                <a:spLocks/>
              </p:cNvSpPr>
              <p:nvPr userDrawn="1"/>
            </p:nvSpPr>
            <p:spPr bwMode="gray">
              <a:xfrm>
                <a:off x="3345" y="1823"/>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4" name="Freeform 439"/>
              <p:cNvSpPr>
                <a:spLocks/>
              </p:cNvSpPr>
              <p:nvPr userDrawn="1"/>
            </p:nvSpPr>
            <p:spPr bwMode="gray">
              <a:xfrm>
                <a:off x="2976" y="1826"/>
                <a:ext cx="11" cy="16"/>
              </a:xfrm>
              <a:custGeom>
                <a:avLst/>
                <a:gdLst>
                  <a:gd name="T0" fmla="*/ 11 w 11"/>
                  <a:gd name="T1" fmla="*/ 16 h 16"/>
                  <a:gd name="T2" fmla="*/ 7 w 11"/>
                  <a:gd name="T3" fmla="*/ 14 h 16"/>
                  <a:gd name="T4" fmla="*/ 4 w 11"/>
                  <a:gd name="T5" fmla="*/ 11 h 16"/>
                  <a:gd name="T6" fmla="*/ 0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5" name="Freeform 440"/>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6" name="Line 441"/>
              <p:cNvSpPr>
                <a:spLocks noChangeShapeType="1"/>
              </p:cNvSpPr>
              <p:nvPr userDrawn="1"/>
            </p:nvSpPr>
            <p:spPr bwMode="gray">
              <a:xfrm>
                <a:off x="2982" y="1842"/>
                <a:ext cx="204"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7" name="Line 442"/>
              <p:cNvSpPr>
                <a:spLocks noChangeShapeType="1"/>
              </p:cNvSpPr>
              <p:nvPr userDrawn="1"/>
            </p:nvSpPr>
            <p:spPr bwMode="gray">
              <a:xfrm>
                <a:off x="2987" y="1842"/>
                <a:ext cx="20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8" name="Freeform 443"/>
              <p:cNvSpPr>
                <a:spLocks/>
              </p:cNvSpPr>
              <p:nvPr userDrawn="1"/>
            </p:nvSpPr>
            <p:spPr bwMode="gray">
              <a:xfrm>
                <a:off x="3185" y="1910"/>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9" name="Line 444"/>
              <p:cNvSpPr>
                <a:spLocks noChangeShapeType="1"/>
              </p:cNvSpPr>
              <p:nvPr userDrawn="1"/>
            </p:nvSpPr>
            <p:spPr bwMode="gray">
              <a:xfrm flipH="1" flipV="1">
                <a:off x="2978" y="1835"/>
                <a:ext cx="20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0" name="Freeform 445"/>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1" name="Freeform 446"/>
              <p:cNvSpPr>
                <a:spLocks/>
              </p:cNvSpPr>
              <p:nvPr userDrawn="1"/>
            </p:nvSpPr>
            <p:spPr bwMode="gray">
              <a:xfrm>
                <a:off x="3290" y="1849"/>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2" name="Line 447"/>
              <p:cNvSpPr>
                <a:spLocks noChangeShapeType="1"/>
              </p:cNvSpPr>
              <p:nvPr userDrawn="1"/>
            </p:nvSpPr>
            <p:spPr bwMode="gray">
              <a:xfrm flipV="1">
                <a:off x="3202" y="1819"/>
                <a:ext cx="156"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3" name="Line 448"/>
              <p:cNvSpPr>
                <a:spLocks noChangeShapeType="1"/>
              </p:cNvSpPr>
              <p:nvPr userDrawn="1"/>
            </p:nvSpPr>
            <p:spPr bwMode="gray">
              <a:xfrm flipV="1">
                <a:off x="3193" y="1823"/>
                <a:ext cx="152"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4" name="Freeform 449"/>
              <p:cNvSpPr>
                <a:spLocks/>
              </p:cNvSpPr>
              <p:nvPr userDrawn="1"/>
            </p:nvSpPr>
            <p:spPr bwMode="gray">
              <a:xfrm>
                <a:off x="3345" y="1810"/>
                <a:ext cx="21" cy="13"/>
              </a:xfrm>
              <a:custGeom>
                <a:avLst/>
                <a:gdLst>
                  <a:gd name="T0" fmla="*/ 0 w 21"/>
                  <a:gd name="T1" fmla="*/ 13 h 13"/>
                  <a:gd name="T2" fmla="*/ 7 w 21"/>
                  <a:gd name="T3" fmla="*/ 13 h 13"/>
                  <a:gd name="T4" fmla="*/ 13 w 21"/>
                  <a:gd name="T5" fmla="*/ 9 h 13"/>
                  <a:gd name="T6" fmla="*/ 18 w 21"/>
                  <a:gd name="T7" fmla="*/ 6 h 13"/>
                  <a:gd name="T8" fmla="*/ 21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5" name="Line 450"/>
              <p:cNvSpPr>
                <a:spLocks noChangeShapeType="1"/>
              </p:cNvSpPr>
              <p:nvPr userDrawn="1"/>
            </p:nvSpPr>
            <p:spPr bwMode="gray">
              <a:xfrm flipH="1">
                <a:off x="3206" y="1810"/>
                <a:ext cx="160" cy="10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6" name="Freeform 451"/>
              <p:cNvSpPr>
                <a:spLocks/>
              </p:cNvSpPr>
              <p:nvPr userDrawn="1"/>
            </p:nvSpPr>
            <p:spPr bwMode="gray">
              <a:xfrm>
                <a:off x="3193" y="1910"/>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7" name="Freeform 452"/>
              <p:cNvSpPr>
                <a:spLocks/>
              </p:cNvSpPr>
              <p:nvPr userDrawn="1"/>
            </p:nvSpPr>
            <p:spPr bwMode="gray">
              <a:xfrm>
                <a:off x="3519" y="1711"/>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8" name="Freeform 453"/>
              <p:cNvSpPr>
                <a:spLocks/>
              </p:cNvSpPr>
              <p:nvPr userDrawn="1"/>
            </p:nvSpPr>
            <p:spPr bwMode="gray">
              <a:xfrm>
                <a:off x="3580" y="1670"/>
                <a:ext cx="12" cy="9"/>
              </a:xfrm>
              <a:custGeom>
                <a:avLst/>
                <a:gdLst>
                  <a:gd name="T0" fmla="*/ 0 w 12"/>
                  <a:gd name="T1" fmla="*/ 9 h 9"/>
                  <a:gd name="T2" fmla="*/ 3 w 12"/>
                  <a:gd name="T3" fmla="*/ 9 h 9"/>
                  <a:gd name="T4" fmla="*/ 9 w 12"/>
                  <a:gd name="T5" fmla="*/ 7 h 9"/>
                  <a:gd name="T6" fmla="*/ 10 w 12"/>
                  <a:gd name="T7" fmla="*/ 4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9" name="Line 454"/>
              <p:cNvSpPr>
                <a:spLocks noChangeShapeType="1"/>
              </p:cNvSpPr>
              <p:nvPr userDrawn="1"/>
            </p:nvSpPr>
            <p:spPr bwMode="gray">
              <a:xfrm flipV="1">
                <a:off x="3531" y="1621"/>
                <a:ext cx="147"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0" name="Line 455"/>
              <p:cNvSpPr>
                <a:spLocks noChangeShapeType="1"/>
              </p:cNvSpPr>
              <p:nvPr userDrawn="1"/>
            </p:nvSpPr>
            <p:spPr bwMode="gray">
              <a:xfrm flipV="1">
                <a:off x="3527" y="1623"/>
                <a:ext cx="142"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1" name="Freeform 456"/>
              <p:cNvSpPr>
                <a:spLocks/>
              </p:cNvSpPr>
              <p:nvPr userDrawn="1"/>
            </p:nvSpPr>
            <p:spPr bwMode="gray">
              <a:xfrm>
                <a:off x="3669"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2" name="Line 457"/>
              <p:cNvSpPr>
                <a:spLocks noChangeShapeType="1"/>
              </p:cNvSpPr>
              <p:nvPr userDrawn="1"/>
            </p:nvSpPr>
            <p:spPr bwMode="gray">
              <a:xfrm flipH="1">
                <a:off x="3531" y="1614"/>
                <a:ext cx="15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3" name="Freeform 458"/>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4" name="Freeform 459"/>
              <p:cNvSpPr>
                <a:spLocks/>
              </p:cNvSpPr>
              <p:nvPr userDrawn="1"/>
            </p:nvSpPr>
            <p:spPr bwMode="gray">
              <a:xfrm>
                <a:off x="3669" y="1606"/>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5" name="Freeform 460"/>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6" name="Line 461"/>
              <p:cNvSpPr>
                <a:spLocks noChangeShapeType="1"/>
              </p:cNvSpPr>
              <p:nvPr userDrawn="1"/>
            </p:nvSpPr>
            <p:spPr bwMode="gray">
              <a:xfrm flipH="1" flipV="1">
                <a:off x="3151" y="1490"/>
                <a:ext cx="20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7" name="Line 462"/>
              <p:cNvSpPr>
                <a:spLocks noChangeShapeType="1"/>
              </p:cNvSpPr>
              <p:nvPr userDrawn="1"/>
            </p:nvSpPr>
            <p:spPr bwMode="gray">
              <a:xfrm flipH="1" flipV="1">
                <a:off x="3144" y="1497"/>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8" name="Freeform 463"/>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9" name="Line 464"/>
              <p:cNvSpPr>
                <a:spLocks noChangeShapeType="1"/>
              </p:cNvSpPr>
              <p:nvPr userDrawn="1"/>
            </p:nvSpPr>
            <p:spPr bwMode="gray">
              <a:xfrm>
                <a:off x="3153" y="1480"/>
                <a:ext cx="20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0" name="Freeform 465"/>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1" name="Freeform 466"/>
              <p:cNvSpPr>
                <a:spLocks/>
              </p:cNvSpPr>
              <p:nvPr userDrawn="1"/>
            </p:nvSpPr>
            <p:spPr bwMode="gray">
              <a:xfrm>
                <a:off x="3076" y="1530"/>
                <a:ext cx="12" cy="9"/>
              </a:xfrm>
              <a:custGeom>
                <a:avLst/>
                <a:gdLst>
                  <a:gd name="T0" fmla="*/ 12 w 12"/>
                  <a:gd name="T1" fmla="*/ 0 h 9"/>
                  <a:gd name="T2" fmla="*/ 9 w 12"/>
                  <a:gd name="T3" fmla="*/ 0 h 9"/>
                  <a:gd name="T4" fmla="*/ 7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2" name="Line 467"/>
              <p:cNvSpPr>
                <a:spLocks noChangeShapeType="1"/>
              </p:cNvSpPr>
              <p:nvPr userDrawn="1"/>
            </p:nvSpPr>
            <p:spPr bwMode="gray">
              <a:xfrm flipH="1">
                <a:off x="2982" y="1497"/>
                <a:ext cx="159"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3" name="Line 468"/>
              <p:cNvSpPr>
                <a:spLocks noChangeShapeType="1"/>
              </p:cNvSpPr>
              <p:nvPr userDrawn="1"/>
            </p:nvSpPr>
            <p:spPr bwMode="gray">
              <a:xfrm flipH="1">
                <a:off x="2989" y="1497"/>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208" name="Group 469"/>
            <p:cNvGrpSpPr>
              <a:grpSpLocks/>
            </p:cNvGrpSpPr>
            <p:nvPr userDrawn="1"/>
          </p:nvGrpSpPr>
          <p:grpSpPr bwMode="auto">
            <a:xfrm>
              <a:off x="2282" y="873"/>
              <a:ext cx="1410" cy="1369"/>
              <a:chOff x="2282" y="873"/>
              <a:chExt cx="1410" cy="1369"/>
            </a:xfrm>
          </p:grpSpPr>
          <p:sp>
            <p:nvSpPr>
              <p:cNvPr id="464" name="Freeform 470"/>
              <p:cNvSpPr>
                <a:spLocks/>
              </p:cNvSpPr>
              <p:nvPr userDrawn="1"/>
            </p:nvSpPr>
            <p:spPr bwMode="gray">
              <a:xfrm>
                <a:off x="2978" y="1586"/>
                <a:ext cx="11" cy="11"/>
              </a:xfrm>
              <a:custGeom>
                <a:avLst/>
                <a:gdLst>
                  <a:gd name="T0" fmla="*/ 11 w 11"/>
                  <a:gd name="T1" fmla="*/ 2 h 11"/>
                  <a:gd name="T2" fmla="*/ 7 w 11"/>
                  <a:gd name="T3" fmla="*/ 0 h 11"/>
                  <a:gd name="T4" fmla="*/ 4 w 11"/>
                  <a:gd name="T5" fmla="*/ 2 h 11"/>
                  <a:gd name="T6" fmla="*/ 0 w 11"/>
                  <a:gd name="T7" fmla="*/ 6 h 11"/>
                  <a:gd name="T8" fmla="*/ 0 w 11"/>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5" name="Line 471"/>
              <p:cNvSpPr>
                <a:spLocks noChangeShapeType="1"/>
              </p:cNvSpPr>
              <p:nvPr userDrawn="1"/>
            </p:nvSpPr>
            <p:spPr bwMode="gray">
              <a:xfrm flipV="1">
                <a:off x="2978" y="1502"/>
                <a:ext cx="16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6" name="Freeform 472"/>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7" name="Freeform 473"/>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8" name="Freeform 474"/>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9" name="Freeform 475"/>
              <p:cNvSpPr>
                <a:spLocks/>
              </p:cNvSpPr>
              <p:nvPr userDrawn="1"/>
            </p:nvSpPr>
            <p:spPr bwMode="gray">
              <a:xfrm>
                <a:off x="3295" y="1602"/>
                <a:ext cx="12" cy="18"/>
              </a:xfrm>
              <a:custGeom>
                <a:avLst/>
                <a:gdLst>
                  <a:gd name="T0" fmla="*/ 0 w 12"/>
                  <a:gd name="T1" fmla="*/ 0 h 18"/>
                  <a:gd name="T2" fmla="*/ 5 w 12"/>
                  <a:gd name="T3" fmla="*/ 4 h 18"/>
                  <a:gd name="T4" fmla="*/ 8 w 12"/>
                  <a:gd name="T5" fmla="*/ 7 h 18"/>
                  <a:gd name="T6" fmla="*/ 10 w 12"/>
                  <a:gd name="T7" fmla="*/ 12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0" name="Line 476"/>
              <p:cNvSpPr>
                <a:spLocks noChangeShapeType="1"/>
              </p:cNvSpPr>
              <p:nvPr userDrawn="1"/>
            </p:nvSpPr>
            <p:spPr bwMode="gray">
              <a:xfrm flipV="1">
                <a:off x="3206" y="1572"/>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1" name="Line 477"/>
              <p:cNvSpPr>
                <a:spLocks noChangeShapeType="1"/>
              </p:cNvSpPr>
              <p:nvPr userDrawn="1"/>
            </p:nvSpPr>
            <p:spPr bwMode="gray">
              <a:xfrm flipV="1">
                <a:off x="3197" y="1569"/>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2" name="Freeform 478"/>
              <p:cNvSpPr>
                <a:spLocks/>
              </p:cNvSpPr>
              <p:nvPr userDrawn="1"/>
            </p:nvSpPr>
            <p:spPr bwMode="gray">
              <a:xfrm>
                <a:off x="3352" y="1569"/>
                <a:ext cx="20" cy="12"/>
              </a:xfrm>
              <a:custGeom>
                <a:avLst/>
                <a:gdLst>
                  <a:gd name="T0" fmla="*/ 0 w 20"/>
                  <a:gd name="T1" fmla="*/ 0 h 12"/>
                  <a:gd name="T2" fmla="*/ 6 w 20"/>
                  <a:gd name="T3" fmla="*/ 0 h 12"/>
                  <a:gd name="T4" fmla="*/ 11 w 20"/>
                  <a:gd name="T5" fmla="*/ 2 h 12"/>
                  <a:gd name="T6" fmla="*/ 16 w 20"/>
                  <a:gd name="T7" fmla="*/ 7 h 12"/>
                  <a:gd name="T8" fmla="*/ 20 w 20"/>
                  <a:gd name="T9" fmla="*/ 1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3" name="Line 479"/>
              <p:cNvSpPr>
                <a:spLocks noChangeShapeType="1"/>
              </p:cNvSpPr>
              <p:nvPr userDrawn="1"/>
            </p:nvSpPr>
            <p:spPr bwMode="gray">
              <a:xfrm flipH="1">
                <a:off x="3209" y="1581"/>
                <a:ext cx="163"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4" name="Freeform 480"/>
              <p:cNvSpPr>
                <a:spLocks/>
              </p:cNvSpPr>
              <p:nvPr userDrawn="1"/>
            </p:nvSpPr>
            <p:spPr bwMode="gray">
              <a:xfrm>
                <a:off x="3197" y="1660"/>
                <a:ext cx="12" cy="17"/>
              </a:xfrm>
              <a:custGeom>
                <a:avLst/>
                <a:gdLst>
                  <a:gd name="T0" fmla="*/ 12 w 12"/>
                  <a:gd name="T1" fmla="*/ 17 h 17"/>
                  <a:gd name="T2" fmla="*/ 10 w 12"/>
                  <a:gd name="T3" fmla="*/ 12 h 17"/>
                  <a:gd name="T4" fmla="*/ 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5" name="Freeform 481"/>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6" name="Freeform 482"/>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7" name="Line 483"/>
              <p:cNvSpPr>
                <a:spLocks noChangeShapeType="1"/>
              </p:cNvSpPr>
              <p:nvPr userDrawn="1"/>
            </p:nvSpPr>
            <p:spPr bwMode="gray">
              <a:xfrm flipV="1">
                <a:off x="3538" y="1382"/>
                <a:ext cx="149"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8" name="Line 484"/>
              <p:cNvSpPr>
                <a:spLocks noChangeShapeType="1"/>
              </p:cNvSpPr>
              <p:nvPr userDrawn="1"/>
            </p:nvSpPr>
            <p:spPr bwMode="gray">
              <a:xfrm flipV="1">
                <a:off x="3534" y="1375"/>
                <a:ext cx="14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9" name="Freeform 485"/>
              <p:cNvSpPr>
                <a:spLocks/>
              </p:cNvSpPr>
              <p:nvPr userDrawn="1"/>
            </p:nvSpPr>
            <p:spPr bwMode="gray">
              <a:xfrm>
                <a:off x="3678" y="1375"/>
                <a:ext cx="12" cy="16"/>
              </a:xfrm>
              <a:custGeom>
                <a:avLst/>
                <a:gdLst>
                  <a:gd name="T0" fmla="*/ 0 w 12"/>
                  <a:gd name="T1" fmla="*/ 0 h 16"/>
                  <a:gd name="T2" fmla="*/ 5 w 12"/>
                  <a:gd name="T3" fmla="*/ 2 h 16"/>
                  <a:gd name="T4" fmla="*/ 9 w 12"/>
                  <a:gd name="T5" fmla="*/ 7 h 16"/>
                  <a:gd name="T6" fmla="*/ 10 w 12"/>
                  <a:gd name="T7" fmla="*/ 10 h 16"/>
                  <a:gd name="T8" fmla="*/ 1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0" name="Line 486"/>
              <p:cNvSpPr>
                <a:spLocks noChangeShapeType="1"/>
              </p:cNvSpPr>
              <p:nvPr userDrawn="1"/>
            </p:nvSpPr>
            <p:spPr bwMode="gray">
              <a:xfrm flipH="1">
                <a:off x="3538" y="1391"/>
                <a:ext cx="152"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1" name="Freeform 487"/>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2" name="Freeform 488"/>
              <p:cNvSpPr>
                <a:spLocks/>
              </p:cNvSpPr>
              <p:nvPr userDrawn="1"/>
            </p:nvSpPr>
            <p:spPr bwMode="gray">
              <a:xfrm>
                <a:off x="3576" y="1340"/>
                <a:ext cx="7" cy="9"/>
              </a:xfrm>
              <a:custGeom>
                <a:avLst/>
                <a:gdLst>
                  <a:gd name="T0" fmla="*/ 0 w 7"/>
                  <a:gd name="T1" fmla="*/ 2 h 9"/>
                  <a:gd name="T2" fmla="*/ 2 w 7"/>
                  <a:gd name="T3" fmla="*/ 0 h 9"/>
                  <a:gd name="T4" fmla="*/ 4 w 7"/>
                  <a:gd name="T5" fmla="*/ 2 h 9"/>
                  <a:gd name="T6" fmla="*/ 6 w 7"/>
                  <a:gd name="T7" fmla="*/ 2 h 9"/>
                  <a:gd name="T8" fmla="*/ 7 w 7"/>
                  <a:gd name="T9" fmla="*/ 5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3" name="Line 489"/>
              <p:cNvSpPr>
                <a:spLocks noChangeShapeType="1"/>
              </p:cNvSpPr>
              <p:nvPr userDrawn="1"/>
            </p:nvSpPr>
            <p:spPr bwMode="gray">
              <a:xfrm flipH="1" flipV="1">
                <a:off x="3536" y="1328"/>
                <a:ext cx="149"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4" name="Line 490"/>
              <p:cNvSpPr>
                <a:spLocks noChangeShapeType="1"/>
              </p:cNvSpPr>
              <p:nvPr userDrawn="1"/>
            </p:nvSpPr>
            <p:spPr bwMode="gray">
              <a:xfrm flipH="1" flipV="1">
                <a:off x="3536" y="1329"/>
                <a:ext cx="142"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5" name="Line 491"/>
              <p:cNvSpPr>
                <a:spLocks noChangeShapeType="1"/>
              </p:cNvSpPr>
              <p:nvPr userDrawn="1"/>
            </p:nvSpPr>
            <p:spPr bwMode="gray">
              <a:xfrm>
                <a:off x="3536" y="1335"/>
                <a:ext cx="151"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6" name="Freeform 492"/>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7" name="Freeform 493"/>
              <p:cNvSpPr>
                <a:spLocks/>
              </p:cNvSpPr>
              <p:nvPr userDrawn="1"/>
            </p:nvSpPr>
            <p:spPr bwMode="gray">
              <a:xfrm>
                <a:off x="3186" y="1795"/>
                <a:ext cx="21" cy="1"/>
              </a:xfrm>
              <a:custGeom>
                <a:avLst/>
                <a:gdLst>
                  <a:gd name="T0" fmla="*/ 0 w 21"/>
                  <a:gd name="T1" fmla="*/ 0 h 1"/>
                  <a:gd name="T2" fmla="*/ 6 w 21"/>
                  <a:gd name="T3" fmla="*/ 1 h 1"/>
                  <a:gd name="T4" fmla="*/ 11 w 21"/>
                  <a:gd name="T5" fmla="*/ 1 h 1"/>
                  <a:gd name="T6" fmla="*/ 16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8" name="Line 494"/>
              <p:cNvSpPr>
                <a:spLocks noChangeShapeType="1"/>
              </p:cNvSpPr>
              <p:nvPr userDrawn="1"/>
            </p:nvSpPr>
            <p:spPr bwMode="gray">
              <a:xfrm flipV="1">
                <a:off x="3195" y="1679"/>
                <a:ext cx="4"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9" name="Line 495"/>
              <p:cNvSpPr>
                <a:spLocks noChangeShapeType="1"/>
              </p:cNvSpPr>
              <p:nvPr userDrawn="1"/>
            </p:nvSpPr>
            <p:spPr bwMode="gray">
              <a:xfrm flipV="1">
                <a:off x="3185" y="1679"/>
                <a:ext cx="3"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0" name="Freeform 496"/>
              <p:cNvSpPr>
                <a:spLocks/>
              </p:cNvSpPr>
              <p:nvPr userDrawn="1"/>
            </p:nvSpPr>
            <p:spPr bwMode="gray">
              <a:xfrm>
                <a:off x="3188" y="1677"/>
                <a:ext cx="21" cy="4"/>
              </a:xfrm>
              <a:custGeom>
                <a:avLst/>
                <a:gdLst>
                  <a:gd name="T0" fmla="*/ 0 w 21"/>
                  <a:gd name="T1" fmla="*/ 2 h 4"/>
                  <a:gd name="T2" fmla="*/ 5 w 21"/>
                  <a:gd name="T3" fmla="*/ 4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1" name="Line 497"/>
              <p:cNvSpPr>
                <a:spLocks noChangeShapeType="1"/>
              </p:cNvSpPr>
              <p:nvPr userDrawn="1"/>
            </p:nvSpPr>
            <p:spPr bwMode="gray">
              <a:xfrm flipH="1">
                <a:off x="3206" y="1677"/>
                <a:ext cx="3"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2" name="Freeform 498"/>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3" name="Freeform 499"/>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4" name="Line 500"/>
              <p:cNvSpPr>
                <a:spLocks noChangeShapeType="1"/>
              </p:cNvSpPr>
              <p:nvPr userDrawn="1"/>
            </p:nvSpPr>
            <p:spPr bwMode="gray">
              <a:xfrm flipV="1">
                <a:off x="3683" y="1387"/>
                <a:ext cx="9"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5" name="Line 501"/>
              <p:cNvSpPr>
                <a:spLocks noChangeShapeType="1"/>
              </p:cNvSpPr>
              <p:nvPr userDrawn="1"/>
            </p:nvSpPr>
            <p:spPr bwMode="gray">
              <a:xfrm flipV="1">
                <a:off x="3681" y="1391"/>
                <a:ext cx="9" cy="22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6" name="Freeform 502"/>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7" name="Line 503"/>
              <p:cNvSpPr>
                <a:spLocks noChangeShapeType="1"/>
              </p:cNvSpPr>
              <p:nvPr userDrawn="1"/>
            </p:nvSpPr>
            <p:spPr bwMode="gray">
              <a:xfrm flipH="1">
                <a:off x="3678" y="1382"/>
                <a:ext cx="9"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8" name="Freeform 504"/>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9" name="Freeform 505"/>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0" name="Line 506"/>
              <p:cNvSpPr>
                <a:spLocks noChangeShapeType="1"/>
              </p:cNvSpPr>
              <p:nvPr userDrawn="1"/>
            </p:nvSpPr>
            <p:spPr bwMode="gray">
              <a:xfrm flipH="1">
                <a:off x="3359" y="1826"/>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1" name="Line 507"/>
              <p:cNvSpPr>
                <a:spLocks noChangeShapeType="1"/>
              </p:cNvSpPr>
              <p:nvPr userDrawn="1"/>
            </p:nvSpPr>
            <p:spPr bwMode="gray">
              <a:xfrm flipH="1">
                <a:off x="3349" y="1831"/>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2" name="Freeform 508"/>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3" name="Line 509"/>
              <p:cNvSpPr>
                <a:spLocks noChangeShapeType="1"/>
              </p:cNvSpPr>
              <p:nvPr userDrawn="1"/>
            </p:nvSpPr>
            <p:spPr bwMode="gray">
              <a:xfrm flipV="1">
                <a:off x="3368" y="1817"/>
                <a:ext cx="5"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4" name="Freeform 510"/>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5" name="Freeform 511"/>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6" name="Line 512"/>
              <p:cNvSpPr>
                <a:spLocks noChangeShapeType="1"/>
              </p:cNvSpPr>
              <p:nvPr userDrawn="1"/>
            </p:nvSpPr>
            <p:spPr bwMode="gray">
              <a:xfrm flipH="1" flipV="1">
                <a:off x="3150" y="1987"/>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7" name="Line 513"/>
              <p:cNvSpPr>
                <a:spLocks noChangeShapeType="1"/>
              </p:cNvSpPr>
              <p:nvPr userDrawn="1"/>
            </p:nvSpPr>
            <p:spPr bwMode="gray">
              <a:xfrm flipH="1" flipV="1">
                <a:off x="3146" y="198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8" name="Freeform 514"/>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9" name="Line 515"/>
              <p:cNvSpPr>
                <a:spLocks noChangeShapeType="1"/>
              </p:cNvSpPr>
              <p:nvPr userDrawn="1"/>
            </p:nvSpPr>
            <p:spPr bwMode="gray">
              <a:xfrm>
                <a:off x="3155" y="1987"/>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0" name="Freeform 516"/>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1" name="Freeform 517"/>
              <p:cNvSpPr>
                <a:spLocks/>
              </p:cNvSpPr>
              <p:nvPr userDrawn="1"/>
            </p:nvSpPr>
            <p:spPr bwMode="gray">
              <a:xfrm>
                <a:off x="3150" y="1357"/>
                <a:ext cx="5" cy="7"/>
              </a:xfrm>
              <a:custGeom>
                <a:avLst/>
                <a:gdLst>
                  <a:gd name="T0" fmla="*/ 5 w 5"/>
                  <a:gd name="T1" fmla="*/ 7 h 7"/>
                  <a:gd name="T2" fmla="*/ 3 w 5"/>
                  <a:gd name="T3" fmla="*/ 7 h 7"/>
                  <a:gd name="T4" fmla="*/ 1 w 5"/>
                  <a:gd name="T5" fmla="*/ 6 h 7"/>
                  <a:gd name="T6" fmla="*/ 0 w 5"/>
                  <a:gd name="T7" fmla="*/ 4 h 7"/>
                  <a:gd name="T8" fmla="*/ 0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2" name="Line 518"/>
              <p:cNvSpPr>
                <a:spLocks noChangeShapeType="1"/>
              </p:cNvSpPr>
              <p:nvPr userDrawn="1"/>
            </p:nvSpPr>
            <p:spPr bwMode="gray">
              <a:xfrm flipV="1">
                <a:off x="3148" y="1245"/>
                <a:ext cx="3"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3" name="Line 519"/>
              <p:cNvSpPr>
                <a:spLocks noChangeShapeType="1"/>
              </p:cNvSpPr>
              <p:nvPr userDrawn="1"/>
            </p:nvSpPr>
            <p:spPr bwMode="gray">
              <a:xfrm flipV="1">
                <a:off x="3153" y="1249"/>
                <a:ext cx="4"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4" name="Freeform 520"/>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5" name="Line 521"/>
              <p:cNvSpPr>
                <a:spLocks noChangeShapeType="1"/>
              </p:cNvSpPr>
              <p:nvPr userDrawn="1"/>
            </p:nvSpPr>
            <p:spPr bwMode="gray">
              <a:xfrm flipH="1">
                <a:off x="3151" y="1240"/>
                <a:ext cx="4"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6" name="Freeform 522"/>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7" name="Freeform 523"/>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8" name="Line 524"/>
              <p:cNvSpPr>
                <a:spLocks noChangeShapeType="1"/>
              </p:cNvSpPr>
              <p:nvPr userDrawn="1"/>
            </p:nvSpPr>
            <p:spPr bwMode="gray">
              <a:xfrm>
                <a:off x="3160" y="1238"/>
                <a:ext cx="208"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9" name="Line 525"/>
              <p:cNvSpPr>
                <a:spLocks noChangeShapeType="1"/>
              </p:cNvSpPr>
              <p:nvPr userDrawn="1"/>
            </p:nvSpPr>
            <p:spPr bwMode="gray">
              <a:xfrm>
                <a:off x="3157" y="1249"/>
                <a:ext cx="209"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0" name="Freeform 526"/>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1" name="Line 527"/>
              <p:cNvSpPr>
                <a:spLocks noChangeShapeType="1"/>
              </p:cNvSpPr>
              <p:nvPr userDrawn="1"/>
            </p:nvSpPr>
            <p:spPr bwMode="gray">
              <a:xfrm flipH="1" flipV="1">
                <a:off x="3165" y="1231"/>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2" name="Freeform 528"/>
              <p:cNvSpPr>
                <a:spLocks/>
              </p:cNvSpPr>
              <p:nvPr userDrawn="1"/>
            </p:nvSpPr>
            <p:spPr bwMode="gray">
              <a:xfrm>
                <a:off x="3157" y="1231"/>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3" name="Freeform 529"/>
              <p:cNvSpPr>
                <a:spLocks/>
              </p:cNvSpPr>
              <p:nvPr userDrawn="1"/>
            </p:nvSpPr>
            <p:spPr bwMode="gray">
              <a:xfrm>
                <a:off x="3363" y="1433"/>
                <a:ext cx="21" cy="3"/>
              </a:xfrm>
              <a:custGeom>
                <a:avLst/>
                <a:gdLst>
                  <a:gd name="T0" fmla="*/ 0 w 21"/>
                  <a:gd name="T1" fmla="*/ 1 h 3"/>
                  <a:gd name="T2" fmla="*/ 5 w 21"/>
                  <a:gd name="T3" fmla="*/ 3 h 3"/>
                  <a:gd name="T4" fmla="*/ 10 w 21"/>
                  <a:gd name="T5" fmla="*/ 3 h 3"/>
                  <a:gd name="T6" fmla="*/ 16 w 21"/>
                  <a:gd name="T7" fmla="*/ 1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4" name="Line 530"/>
              <p:cNvSpPr>
                <a:spLocks noChangeShapeType="1"/>
              </p:cNvSpPr>
              <p:nvPr userDrawn="1"/>
            </p:nvSpPr>
            <p:spPr bwMode="gray">
              <a:xfrm flipH="1">
                <a:off x="3372" y="1319"/>
                <a:ext cx="5"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5" name="Line 531"/>
              <p:cNvSpPr>
                <a:spLocks noChangeShapeType="1"/>
              </p:cNvSpPr>
              <p:nvPr userDrawn="1"/>
            </p:nvSpPr>
            <p:spPr bwMode="gray">
              <a:xfrm flipH="1">
                <a:off x="3361" y="131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6" name="Freeform 532"/>
              <p:cNvSpPr>
                <a:spLocks/>
              </p:cNvSpPr>
              <p:nvPr userDrawn="1"/>
            </p:nvSpPr>
            <p:spPr bwMode="gray">
              <a:xfrm>
                <a:off x="3361" y="1551"/>
                <a:ext cx="19" cy="11"/>
              </a:xfrm>
              <a:custGeom>
                <a:avLst/>
                <a:gdLst>
                  <a:gd name="T0" fmla="*/ 0 w 19"/>
                  <a:gd name="T1" fmla="*/ 0 h 11"/>
                  <a:gd name="T2" fmla="*/ 5 w 19"/>
                  <a:gd name="T3" fmla="*/ 6 h 11"/>
                  <a:gd name="T4" fmla="*/ 12 w 19"/>
                  <a:gd name="T5" fmla="*/ 9 h 11"/>
                  <a:gd name="T6" fmla="*/ 19 w 19"/>
                  <a:gd name="T7" fmla="*/ 11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7" name="Line 533"/>
              <p:cNvSpPr>
                <a:spLocks noChangeShapeType="1"/>
              </p:cNvSpPr>
              <p:nvPr userDrawn="1"/>
            </p:nvSpPr>
            <p:spPr bwMode="gray">
              <a:xfrm flipV="1">
                <a:off x="3380" y="1315"/>
                <a:ext cx="6"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8" name="Freeform 534"/>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9" name="Freeform 535"/>
              <p:cNvSpPr>
                <a:spLocks/>
              </p:cNvSpPr>
              <p:nvPr userDrawn="1"/>
            </p:nvSpPr>
            <p:spPr bwMode="gray">
              <a:xfrm>
                <a:off x="3515" y="1840"/>
                <a:ext cx="5" cy="9"/>
              </a:xfrm>
              <a:custGeom>
                <a:avLst/>
                <a:gdLst>
                  <a:gd name="T0" fmla="*/ 0 w 5"/>
                  <a:gd name="T1" fmla="*/ 0 h 9"/>
                  <a:gd name="T2" fmla="*/ 2 w 5"/>
                  <a:gd name="T3" fmla="*/ 2 h 9"/>
                  <a:gd name="T4" fmla="*/ 5 w 5"/>
                  <a:gd name="T5" fmla="*/ 4 h 9"/>
                  <a:gd name="T6" fmla="*/ 5 w 5"/>
                  <a:gd name="T7" fmla="*/ 5 h 9"/>
                  <a:gd name="T8" fmla="*/ 5 w 5"/>
                  <a:gd name="T9" fmla="*/ 7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0" name="Line 536"/>
              <p:cNvSpPr>
                <a:spLocks noChangeShapeType="1"/>
              </p:cNvSpPr>
              <p:nvPr userDrawn="1"/>
            </p:nvSpPr>
            <p:spPr bwMode="gray">
              <a:xfrm flipH="1">
                <a:off x="3517" y="1726"/>
                <a:ext cx="7" cy="2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1" name="Line 537"/>
              <p:cNvSpPr>
                <a:spLocks noChangeShapeType="1"/>
              </p:cNvSpPr>
              <p:nvPr userDrawn="1"/>
            </p:nvSpPr>
            <p:spPr bwMode="gray">
              <a:xfrm flipH="1">
                <a:off x="3512" y="1728"/>
                <a:ext cx="7"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2" name="Freeform 538"/>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3" name="Line 539"/>
              <p:cNvSpPr>
                <a:spLocks noChangeShapeType="1"/>
              </p:cNvSpPr>
              <p:nvPr userDrawn="1"/>
            </p:nvSpPr>
            <p:spPr bwMode="gray">
              <a:xfrm flipV="1">
                <a:off x="3515" y="1725"/>
                <a:ext cx="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4" name="Freeform 540"/>
              <p:cNvSpPr>
                <a:spLocks/>
              </p:cNvSpPr>
              <p:nvPr userDrawn="1"/>
            </p:nvSpPr>
            <p:spPr bwMode="gray">
              <a:xfrm>
                <a:off x="3519" y="1725"/>
                <a:ext cx="5" cy="3"/>
              </a:xfrm>
              <a:custGeom>
                <a:avLst/>
                <a:gdLst>
                  <a:gd name="T0" fmla="*/ 0 w 5"/>
                  <a:gd name="T1" fmla="*/ 3 h 3"/>
                  <a:gd name="T2" fmla="*/ 1 w 5"/>
                  <a:gd name="T3" fmla="*/ 3 h 3"/>
                  <a:gd name="T4" fmla="*/ 3 w 5"/>
                  <a:gd name="T5" fmla="*/ 3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5" name="Freeform 541"/>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6" name="Freeform 542"/>
              <p:cNvSpPr>
                <a:spLocks/>
              </p:cNvSpPr>
              <p:nvPr userDrawn="1"/>
            </p:nvSpPr>
            <p:spPr bwMode="gray">
              <a:xfrm>
                <a:off x="3307" y="1154"/>
                <a:ext cx="19" cy="2"/>
              </a:xfrm>
              <a:custGeom>
                <a:avLst/>
                <a:gdLst>
                  <a:gd name="T0" fmla="*/ 19 w 19"/>
                  <a:gd name="T1" fmla="*/ 2 h 2"/>
                  <a:gd name="T2" fmla="*/ 14 w 19"/>
                  <a:gd name="T3" fmla="*/ 0 h 2"/>
                  <a:gd name="T4" fmla="*/ 9 w 19"/>
                  <a:gd name="T5" fmla="*/ 0 h 2"/>
                  <a:gd name="T6" fmla="*/ 3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7" name="Freeform 543"/>
              <p:cNvSpPr>
                <a:spLocks/>
              </p:cNvSpPr>
              <p:nvPr userDrawn="1"/>
            </p:nvSpPr>
            <p:spPr bwMode="gray">
              <a:xfrm>
                <a:off x="2347" y="1774"/>
                <a:ext cx="10" cy="17"/>
              </a:xfrm>
              <a:custGeom>
                <a:avLst/>
                <a:gdLst>
                  <a:gd name="T0" fmla="*/ 0 w 10"/>
                  <a:gd name="T1" fmla="*/ 0 h 17"/>
                  <a:gd name="T2" fmla="*/ 3 w 10"/>
                  <a:gd name="T3" fmla="*/ 3 h 17"/>
                  <a:gd name="T4" fmla="*/ 7 w 10"/>
                  <a:gd name="T5" fmla="*/ 7 h 17"/>
                  <a:gd name="T6" fmla="*/ 9 w 10"/>
                  <a:gd name="T7" fmla="*/ 12 h 17"/>
                  <a:gd name="T8" fmla="*/ 1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8" name="Freeform 544"/>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9" name="Line 545"/>
              <p:cNvSpPr>
                <a:spLocks noChangeShapeType="1"/>
              </p:cNvSpPr>
              <p:nvPr userDrawn="1"/>
            </p:nvSpPr>
            <p:spPr bwMode="gray">
              <a:xfrm flipH="1">
                <a:off x="3533" y="1226"/>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0" name="Line 546"/>
              <p:cNvSpPr>
                <a:spLocks noChangeShapeType="1"/>
              </p:cNvSpPr>
              <p:nvPr userDrawn="1"/>
            </p:nvSpPr>
            <p:spPr bwMode="gray">
              <a:xfrm flipH="1">
                <a:off x="3527" y="1221"/>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1" name="Freeform 547"/>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2" name="Line 548"/>
              <p:cNvSpPr>
                <a:spLocks noChangeShapeType="1"/>
              </p:cNvSpPr>
              <p:nvPr userDrawn="1"/>
            </p:nvSpPr>
            <p:spPr bwMode="gray">
              <a:xfrm flipV="1">
                <a:off x="3529" y="1230"/>
                <a:ext cx="7" cy="2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3" name="Freeform 549"/>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4" name="Freeform 550"/>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5" name="Freeform 551"/>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6" name="Line 552"/>
              <p:cNvSpPr>
                <a:spLocks noChangeShapeType="1"/>
              </p:cNvSpPr>
              <p:nvPr userDrawn="1"/>
            </p:nvSpPr>
            <p:spPr bwMode="gray">
              <a:xfrm flipV="1">
                <a:off x="3151" y="1147"/>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7" name="Line 553"/>
              <p:cNvSpPr>
                <a:spLocks noChangeShapeType="1"/>
              </p:cNvSpPr>
              <p:nvPr userDrawn="1"/>
            </p:nvSpPr>
            <p:spPr bwMode="gray">
              <a:xfrm flipV="1">
                <a:off x="3155" y="1156"/>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8" name="Freeform 554"/>
              <p:cNvSpPr>
                <a:spLocks/>
              </p:cNvSpPr>
              <p:nvPr userDrawn="1"/>
            </p:nvSpPr>
            <p:spPr bwMode="gray">
              <a:xfrm>
                <a:off x="3295" y="1140"/>
                <a:ext cx="12" cy="16"/>
              </a:xfrm>
              <a:custGeom>
                <a:avLst/>
                <a:gdLst>
                  <a:gd name="T0" fmla="*/ 12 w 12"/>
                  <a:gd name="T1" fmla="*/ 16 h 16"/>
                  <a:gd name="T2" fmla="*/ 10 w 12"/>
                  <a:gd name="T3" fmla="*/ 11 h 16"/>
                  <a:gd name="T4" fmla="*/ 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9" name="Line 555"/>
              <p:cNvSpPr>
                <a:spLocks noChangeShapeType="1"/>
              </p:cNvSpPr>
              <p:nvPr userDrawn="1"/>
            </p:nvSpPr>
            <p:spPr bwMode="gray">
              <a:xfrm flipH="1">
                <a:off x="3143" y="1140"/>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0" name="Freeform 556"/>
              <p:cNvSpPr>
                <a:spLocks/>
              </p:cNvSpPr>
              <p:nvPr userDrawn="1"/>
            </p:nvSpPr>
            <p:spPr bwMode="gray">
              <a:xfrm>
                <a:off x="3143" y="1223"/>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1" name="Freeform 557"/>
              <p:cNvSpPr>
                <a:spLocks/>
              </p:cNvSpPr>
              <p:nvPr userDrawn="1"/>
            </p:nvSpPr>
            <p:spPr bwMode="gray">
              <a:xfrm>
                <a:off x="3232" y="1172"/>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2" name="Line 558"/>
              <p:cNvSpPr>
                <a:spLocks noChangeShapeType="1"/>
              </p:cNvSpPr>
              <p:nvPr userDrawn="1"/>
            </p:nvSpPr>
            <p:spPr bwMode="gray">
              <a:xfrm flipH="1">
                <a:off x="3158" y="1140"/>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3" name="Line 559"/>
              <p:cNvSpPr>
                <a:spLocks noChangeShapeType="1"/>
              </p:cNvSpPr>
              <p:nvPr userDrawn="1"/>
            </p:nvSpPr>
            <p:spPr bwMode="gray">
              <a:xfrm flipH="1">
                <a:off x="3165" y="1147"/>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4" name="Freeform 560"/>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5" name="Line 561"/>
              <p:cNvSpPr>
                <a:spLocks noChangeShapeType="1"/>
              </p:cNvSpPr>
              <p:nvPr userDrawn="1"/>
            </p:nvSpPr>
            <p:spPr bwMode="gray">
              <a:xfrm flipV="1">
                <a:off x="3155" y="1132"/>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6" name="Freeform 562"/>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7" name="Freeform 563"/>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8" name="Line 564"/>
              <p:cNvSpPr>
                <a:spLocks noChangeShapeType="1"/>
              </p:cNvSpPr>
              <p:nvPr userDrawn="1"/>
            </p:nvSpPr>
            <p:spPr bwMode="gray">
              <a:xfrm flipV="1">
                <a:off x="3384" y="1219"/>
                <a:ext cx="150"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9" name="Line 565"/>
              <p:cNvSpPr>
                <a:spLocks noChangeShapeType="1"/>
              </p:cNvSpPr>
              <p:nvPr userDrawn="1"/>
            </p:nvSpPr>
            <p:spPr bwMode="gray">
              <a:xfrm flipV="1">
                <a:off x="3375" y="1214"/>
                <a:ext cx="151"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0" name="Freeform 566"/>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1" name="Line 567"/>
              <p:cNvSpPr>
                <a:spLocks noChangeShapeType="1"/>
              </p:cNvSpPr>
              <p:nvPr userDrawn="1"/>
            </p:nvSpPr>
            <p:spPr bwMode="gray">
              <a:xfrm flipH="1">
                <a:off x="3386" y="1230"/>
                <a:ext cx="150"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2" name="Freeform 568"/>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3" name="Freeform 569"/>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4" name="Line 570"/>
              <p:cNvSpPr>
                <a:spLocks noChangeShapeType="1"/>
              </p:cNvSpPr>
              <p:nvPr userDrawn="1"/>
            </p:nvSpPr>
            <p:spPr bwMode="gray">
              <a:xfrm flipV="1">
                <a:off x="3365" y="1966"/>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5" name="Line 571"/>
              <p:cNvSpPr>
                <a:spLocks noChangeShapeType="1"/>
              </p:cNvSpPr>
              <p:nvPr userDrawn="1"/>
            </p:nvSpPr>
            <p:spPr bwMode="gray">
              <a:xfrm flipV="1">
                <a:off x="3368" y="1959"/>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6" name="Freeform 572"/>
              <p:cNvSpPr>
                <a:spLocks/>
              </p:cNvSpPr>
              <p:nvPr userDrawn="1"/>
            </p:nvSpPr>
            <p:spPr bwMode="gray">
              <a:xfrm>
                <a:off x="3503" y="1959"/>
                <a:ext cx="12" cy="9"/>
              </a:xfrm>
              <a:custGeom>
                <a:avLst/>
                <a:gdLst>
                  <a:gd name="T0" fmla="*/ 12 w 12"/>
                  <a:gd name="T1" fmla="*/ 0 h 9"/>
                  <a:gd name="T2" fmla="*/ 10 w 12"/>
                  <a:gd name="T3" fmla="*/ 5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7" name="Line 573"/>
              <p:cNvSpPr>
                <a:spLocks noChangeShapeType="1"/>
              </p:cNvSpPr>
              <p:nvPr userDrawn="1"/>
            </p:nvSpPr>
            <p:spPr bwMode="gray">
              <a:xfrm flipH="1">
                <a:off x="3358" y="1968"/>
                <a:ext cx="145"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8" name="Freeform 574"/>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9" name="Freeform 575"/>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0" name="Line 576"/>
              <p:cNvSpPr>
                <a:spLocks noChangeShapeType="1"/>
              </p:cNvSpPr>
              <p:nvPr userDrawn="1"/>
            </p:nvSpPr>
            <p:spPr bwMode="gray">
              <a:xfrm flipH="1" flipV="1">
                <a:off x="2289" y="1196"/>
                <a:ext cx="124"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1" name="Line 577"/>
              <p:cNvSpPr>
                <a:spLocks noChangeShapeType="1"/>
              </p:cNvSpPr>
              <p:nvPr userDrawn="1"/>
            </p:nvSpPr>
            <p:spPr bwMode="gray">
              <a:xfrm flipH="1" flipV="1">
                <a:off x="2293" y="1188"/>
                <a:ext cx="133"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2" name="Freeform 578"/>
              <p:cNvSpPr>
                <a:spLocks/>
              </p:cNvSpPr>
              <p:nvPr userDrawn="1"/>
            </p:nvSpPr>
            <p:spPr bwMode="gray">
              <a:xfrm>
                <a:off x="2284" y="1188"/>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3" name="Line 579"/>
              <p:cNvSpPr>
                <a:spLocks noChangeShapeType="1"/>
              </p:cNvSpPr>
              <p:nvPr userDrawn="1"/>
            </p:nvSpPr>
            <p:spPr bwMode="gray">
              <a:xfrm>
                <a:off x="2284" y="1203"/>
                <a:ext cx="119"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4" name="Freeform 580"/>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5" name="Line 581"/>
              <p:cNvSpPr>
                <a:spLocks noChangeShapeType="1"/>
              </p:cNvSpPr>
              <p:nvPr userDrawn="1"/>
            </p:nvSpPr>
            <p:spPr bwMode="gray">
              <a:xfrm flipH="1" flipV="1">
                <a:off x="2282" y="960"/>
                <a:ext cx="5"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6" name="Line 582"/>
              <p:cNvSpPr>
                <a:spLocks noChangeShapeType="1"/>
              </p:cNvSpPr>
              <p:nvPr userDrawn="1"/>
            </p:nvSpPr>
            <p:spPr bwMode="gray">
              <a:xfrm flipH="1" flipV="1">
                <a:off x="2287" y="966"/>
                <a:ext cx="6"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7" name="Freeform 583"/>
              <p:cNvSpPr>
                <a:spLocks/>
              </p:cNvSpPr>
              <p:nvPr userDrawn="1"/>
            </p:nvSpPr>
            <p:spPr bwMode="gray">
              <a:xfrm>
                <a:off x="2284" y="957"/>
                <a:ext cx="3" cy="9"/>
              </a:xfrm>
              <a:custGeom>
                <a:avLst/>
                <a:gdLst>
                  <a:gd name="T0" fmla="*/ 3 w 3"/>
                  <a:gd name="T1" fmla="*/ 9 h 9"/>
                  <a:gd name="T2" fmla="*/ 0 w 3"/>
                  <a:gd name="T3" fmla="*/ 7 h 9"/>
                  <a:gd name="T4" fmla="*/ 0 w 3"/>
                  <a:gd name="T5" fmla="*/ 5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8" name="Line 584"/>
              <p:cNvSpPr>
                <a:spLocks noChangeShapeType="1"/>
              </p:cNvSpPr>
              <p:nvPr userDrawn="1"/>
            </p:nvSpPr>
            <p:spPr bwMode="gray">
              <a:xfrm>
                <a:off x="2286" y="95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9" name="Freeform 585"/>
              <p:cNvSpPr>
                <a:spLocks/>
              </p:cNvSpPr>
              <p:nvPr userDrawn="1"/>
            </p:nvSpPr>
            <p:spPr bwMode="gray">
              <a:xfrm>
                <a:off x="2287" y="1188"/>
                <a:ext cx="6" cy="3"/>
              </a:xfrm>
              <a:custGeom>
                <a:avLst/>
                <a:gdLst>
                  <a:gd name="T0" fmla="*/ 6 w 6"/>
                  <a:gd name="T1" fmla="*/ 0 h 3"/>
                  <a:gd name="T2" fmla="*/ 2 w 6"/>
                  <a:gd name="T3" fmla="*/ 0 h 3"/>
                  <a:gd name="T4" fmla="*/ 0 w 6"/>
                  <a:gd name="T5" fmla="*/ 1 h 3"/>
                  <a:gd name="T6" fmla="*/ 0 w 6"/>
                  <a:gd name="T7" fmla="*/ 1 h 3"/>
                  <a:gd name="T8" fmla="*/ 0 w 6"/>
                  <a:gd name="T9" fmla="*/ 3 h 3"/>
                  <a:gd name="T10" fmla="*/ 2 w 6"/>
                  <a:gd name="T11" fmla="*/ 3 h 3"/>
                  <a:gd name="T12" fmla="*/ 4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0" name="Freeform 586"/>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1" name="Line 587"/>
              <p:cNvSpPr>
                <a:spLocks noChangeShapeType="1"/>
              </p:cNvSpPr>
              <p:nvPr userDrawn="1"/>
            </p:nvSpPr>
            <p:spPr bwMode="gray">
              <a:xfrm>
                <a:off x="2289" y="955"/>
                <a:ext cx="189"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2" name="Line 588"/>
              <p:cNvSpPr>
                <a:spLocks noChangeShapeType="1"/>
              </p:cNvSpPr>
              <p:nvPr userDrawn="1"/>
            </p:nvSpPr>
            <p:spPr bwMode="gray">
              <a:xfrm>
                <a:off x="2287" y="966"/>
                <a:ext cx="188"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3" name="Freeform 589"/>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4" name="Line 590"/>
              <p:cNvSpPr>
                <a:spLocks noChangeShapeType="1"/>
              </p:cNvSpPr>
              <p:nvPr userDrawn="1"/>
            </p:nvSpPr>
            <p:spPr bwMode="gray">
              <a:xfrm flipH="1" flipV="1">
                <a:off x="2296" y="948"/>
                <a:ext cx="187"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5" name="Freeform 591"/>
              <p:cNvSpPr>
                <a:spLocks/>
              </p:cNvSpPr>
              <p:nvPr userDrawn="1"/>
            </p:nvSpPr>
            <p:spPr bwMode="gray">
              <a:xfrm>
                <a:off x="2287"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6" name="Freeform 592"/>
              <p:cNvSpPr>
                <a:spLocks/>
              </p:cNvSpPr>
              <p:nvPr userDrawn="1"/>
            </p:nvSpPr>
            <p:spPr bwMode="gray">
              <a:xfrm>
                <a:off x="2476" y="1167"/>
                <a:ext cx="20" cy="1"/>
              </a:xfrm>
              <a:custGeom>
                <a:avLst/>
                <a:gdLst>
                  <a:gd name="T0" fmla="*/ 0 w 20"/>
                  <a:gd name="T1" fmla="*/ 1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7" name="Line 593"/>
              <p:cNvSpPr>
                <a:spLocks noChangeShapeType="1"/>
              </p:cNvSpPr>
              <p:nvPr userDrawn="1"/>
            </p:nvSpPr>
            <p:spPr bwMode="gray">
              <a:xfrm>
                <a:off x="2485" y="1027"/>
                <a:ext cx="4" cy="1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8" name="Line 594"/>
              <p:cNvSpPr>
                <a:spLocks noChangeShapeType="1"/>
              </p:cNvSpPr>
              <p:nvPr userDrawn="1"/>
            </p:nvSpPr>
            <p:spPr bwMode="gray">
              <a:xfrm>
                <a:off x="2475" y="1027"/>
                <a:ext cx="3" cy="1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9" name="Line 595"/>
              <p:cNvSpPr>
                <a:spLocks noChangeShapeType="1"/>
              </p:cNvSpPr>
              <p:nvPr userDrawn="1"/>
            </p:nvSpPr>
            <p:spPr bwMode="gray">
              <a:xfrm flipH="1" flipV="1">
                <a:off x="2494" y="1025"/>
                <a:ext cx="3" cy="1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0" name="Freeform 596"/>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1" name="Freeform 597"/>
              <p:cNvSpPr>
                <a:spLocks/>
              </p:cNvSpPr>
              <p:nvPr userDrawn="1"/>
            </p:nvSpPr>
            <p:spPr bwMode="gray">
              <a:xfrm>
                <a:off x="2443" y="880"/>
                <a:ext cx="19" cy="2"/>
              </a:xfrm>
              <a:custGeom>
                <a:avLst/>
                <a:gdLst>
                  <a:gd name="T0" fmla="*/ 19 w 19"/>
                  <a:gd name="T1" fmla="*/ 2 h 2"/>
                  <a:gd name="T2" fmla="*/ 12 w 19"/>
                  <a:gd name="T3" fmla="*/ 0 h 2"/>
                  <a:gd name="T4" fmla="*/ 5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2" name="Line 598"/>
              <p:cNvSpPr>
                <a:spLocks noChangeShapeType="1"/>
              </p:cNvSpPr>
              <p:nvPr userDrawn="1"/>
            </p:nvSpPr>
            <p:spPr bwMode="gray">
              <a:xfrm>
                <a:off x="2459" y="873"/>
                <a:ext cx="31"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3" name="Line 599"/>
              <p:cNvSpPr>
                <a:spLocks noChangeShapeType="1"/>
              </p:cNvSpPr>
              <p:nvPr userDrawn="1"/>
            </p:nvSpPr>
            <p:spPr bwMode="gray">
              <a:xfrm>
                <a:off x="2462" y="882"/>
                <a:ext cx="28" cy="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4" name="Line 600"/>
              <p:cNvSpPr>
                <a:spLocks noChangeShapeType="1"/>
              </p:cNvSpPr>
              <p:nvPr userDrawn="1"/>
            </p:nvSpPr>
            <p:spPr bwMode="gray">
              <a:xfrm flipH="1" flipV="1">
                <a:off x="2454" y="873"/>
                <a:ext cx="36"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5" name="Freeform 601"/>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6" name="Freeform 602"/>
              <p:cNvSpPr>
                <a:spLocks/>
              </p:cNvSpPr>
              <p:nvPr userDrawn="1"/>
            </p:nvSpPr>
            <p:spPr bwMode="gray">
              <a:xfrm>
                <a:off x="2364" y="910"/>
                <a:ext cx="11" cy="10"/>
              </a:xfrm>
              <a:custGeom>
                <a:avLst/>
                <a:gdLst>
                  <a:gd name="T0" fmla="*/ 0 w 11"/>
                  <a:gd name="T1" fmla="*/ 10 h 10"/>
                  <a:gd name="T2" fmla="*/ 2 w 11"/>
                  <a:gd name="T3" fmla="*/ 5 h 10"/>
                  <a:gd name="T4" fmla="*/ 4 w 11"/>
                  <a:gd name="T5" fmla="*/ 1 h 10"/>
                  <a:gd name="T6" fmla="*/ 6 w 11"/>
                  <a:gd name="T7" fmla="*/ 0 h 10"/>
                  <a:gd name="T8" fmla="*/ 9 w 11"/>
                  <a:gd name="T9" fmla="*/ 0 h 10"/>
                  <a:gd name="T10" fmla="*/ 11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7" name="Line 603"/>
              <p:cNvSpPr>
                <a:spLocks noChangeShapeType="1"/>
              </p:cNvSpPr>
              <p:nvPr userDrawn="1"/>
            </p:nvSpPr>
            <p:spPr bwMode="gray">
              <a:xfrm flipV="1">
                <a:off x="2289" y="875"/>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8" name="Line 604"/>
              <p:cNvSpPr>
                <a:spLocks noChangeShapeType="1"/>
              </p:cNvSpPr>
              <p:nvPr userDrawn="1"/>
            </p:nvSpPr>
            <p:spPr bwMode="gray">
              <a:xfrm flipV="1">
                <a:off x="2286" y="882"/>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9" name="Freeform 605"/>
              <p:cNvSpPr>
                <a:spLocks/>
              </p:cNvSpPr>
              <p:nvPr userDrawn="1"/>
            </p:nvSpPr>
            <p:spPr bwMode="gray">
              <a:xfrm>
                <a:off x="2443" y="873"/>
                <a:ext cx="11" cy="9"/>
              </a:xfrm>
              <a:custGeom>
                <a:avLst/>
                <a:gdLst>
                  <a:gd name="T0" fmla="*/ 0 w 11"/>
                  <a:gd name="T1" fmla="*/ 9 h 9"/>
                  <a:gd name="T2" fmla="*/ 0 w 11"/>
                  <a:gd name="T3" fmla="*/ 5 h 9"/>
                  <a:gd name="T4" fmla="*/ 2 w 11"/>
                  <a:gd name="T5" fmla="*/ 3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0" name="Line 606"/>
              <p:cNvSpPr>
                <a:spLocks noChangeShapeType="1"/>
              </p:cNvSpPr>
              <p:nvPr userDrawn="1"/>
            </p:nvSpPr>
            <p:spPr bwMode="gray">
              <a:xfrm flipH="1">
                <a:off x="2296" y="873"/>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1" name="Freeform 607"/>
              <p:cNvSpPr>
                <a:spLocks/>
              </p:cNvSpPr>
              <p:nvPr userDrawn="1"/>
            </p:nvSpPr>
            <p:spPr bwMode="gray">
              <a:xfrm>
                <a:off x="2286" y="94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2" name="Freeform 608"/>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3" name="Line 609"/>
              <p:cNvSpPr>
                <a:spLocks noChangeShapeType="1"/>
              </p:cNvSpPr>
              <p:nvPr userDrawn="1"/>
            </p:nvSpPr>
            <p:spPr bwMode="gray">
              <a:xfrm flipH="1">
                <a:off x="2494" y="101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4" name="Freeform 610"/>
              <p:cNvSpPr>
                <a:spLocks/>
              </p:cNvSpPr>
              <p:nvPr userDrawn="1"/>
            </p:nvSpPr>
            <p:spPr bwMode="gray">
              <a:xfrm>
                <a:off x="2494" y="1016"/>
                <a:ext cx="10" cy="9"/>
              </a:xfrm>
              <a:custGeom>
                <a:avLst/>
                <a:gdLst>
                  <a:gd name="T0" fmla="*/ 0 w 10"/>
                  <a:gd name="T1" fmla="*/ 9 h 9"/>
                  <a:gd name="T2" fmla="*/ 2 w 10"/>
                  <a:gd name="T3" fmla="*/ 6 h 9"/>
                  <a:gd name="T4" fmla="*/ 2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5" name="Freeform 611"/>
              <p:cNvSpPr>
                <a:spLocks/>
              </p:cNvSpPr>
              <p:nvPr userDrawn="1"/>
            </p:nvSpPr>
            <p:spPr bwMode="gray">
              <a:xfrm>
                <a:off x="2906" y="2029"/>
                <a:ext cx="20" cy="3"/>
              </a:xfrm>
              <a:custGeom>
                <a:avLst/>
                <a:gdLst>
                  <a:gd name="T0" fmla="*/ 20 w 20"/>
                  <a:gd name="T1" fmla="*/ 2 h 3"/>
                  <a:gd name="T2" fmla="*/ 16 w 20"/>
                  <a:gd name="T3" fmla="*/ 0 h 3"/>
                  <a:gd name="T4" fmla="*/ 11 w 20"/>
                  <a:gd name="T5" fmla="*/ 0 h 3"/>
                  <a:gd name="T6" fmla="*/ 6 w 20"/>
                  <a:gd name="T7" fmla="*/ 2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6" name="Line 612"/>
              <p:cNvSpPr>
                <a:spLocks noChangeShapeType="1"/>
              </p:cNvSpPr>
              <p:nvPr userDrawn="1"/>
            </p:nvSpPr>
            <p:spPr bwMode="gray">
              <a:xfrm flipV="1">
                <a:off x="2915" y="1920"/>
                <a:ext cx="2"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7" name="Line 613"/>
              <p:cNvSpPr>
                <a:spLocks noChangeShapeType="1"/>
              </p:cNvSpPr>
              <p:nvPr userDrawn="1"/>
            </p:nvSpPr>
            <p:spPr bwMode="gray">
              <a:xfrm flipV="1">
                <a:off x="2926" y="1922"/>
                <a:ext cx="1"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8" name="Freeform 614"/>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9" name="Line 615"/>
              <p:cNvSpPr>
                <a:spLocks noChangeShapeType="1"/>
              </p:cNvSpPr>
              <p:nvPr userDrawn="1"/>
            </p:nvSpPr>
            <p:spPr bwMode="gray">
              <a:xfrm flipH="1">
                <a:off x="2906" y="1924"/>
                <a:ext cx="2"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0" name="Freeform 616"/>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1" name="Freeform 617"/>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2" name="Line 618"/>
              <p:cNvSpPr>
                <a:spLocks noChangeShapeType="1"/>
              </p:cNvSpPr>
              <p:nvPr userDrawn="1"/>
            </p:nvSpPr>
            <p:spPr bwMode="gray">
              <a:xfrm>
                <a:off x="2924" y="191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3" name="Line 619"/>
              <p:cNvSpPr>
                <a:spLocks noChangeShapeType="1"/>
              </p:cNvSpPr>
              <p:nvPr userDrawn="1"/>
            </p:nvSpPr>
            <p:spPr bwMode="gray">
              <a:xfrm>
                <a:off x="2927" y="1922"/>
                <a:ext cx="19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4" name="Freeform 620"/>
              <p:cNvSpPr>
                <a:spLocks/>
              </p:cNvSpPr>
              <p:nvPr userDrawn="1"/>
            </p:nvSpPr>
            <p:spPr bwMode="gray">
              <a:xfrm>
                <a:off x="3123" y="1978"/>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5" name="Line 621"/>
              <p:cNvSpPr>
                <a:spLocks noChangeShapeType="1"/>
              </p:cNvSpPr>
              <p:nvPr userDrawn="1"/>
            </p:nvSpPr>
            <p:spPr bwMode="gray">
              <a:xfrm flipH="1" flipV="1">
                <a:off x="2924" y="1901"/>
                <a:ext cx="20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6" name="Freeform 622"/>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7" name="Freeform 623"/>
              <p:cNvSpPr>
                <a:spLocks/>
              </p:cNvSpPr>
              <p:nvPr userDrawn="1"/>
            </p:nvSpPr>
            <p:spPr bwMode="gray">
              <a:xfrm>
                <a:off x="3122"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8" name="Line 624"/>
              <p:cNvSpPr>
                <a:spLocks noChangeShapeType="1"/>
              </p:cNvSpPr>
              <p:nvPr userDrawn="1"/>
            </p:nvSpPr>
            <p:spPr bwMode="gray">
              <a:xfrm flipH="1">
                <a:off x="3130" y="1997"/>
                <a:ext cx="4"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9" name="Line 625"/>
              <p:cNvSpPr>
                <a:spLocks noChangeShapeType="1"/>
              </p:cNvSpPr>
              <p:nvPr userDrawn="1"/>
            </p:nvSpPr>
            <p:spPr bwMode="gray">
              <a:xfrm flipH="1">
                <a:off x="3122" y="1996"/>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0" name="Freeform 626"/>
              <p:cNvSpPr>
                <a:spLocks/>
              </p:cNvSpPr>
              <p:nvPr userDrawn="1"/>
            </p:nvSpPr>
            <p:spPr bwMode="gray">
              <a:xfrm>
                <a:off x="3122" y="2213"/>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1" name="Line 627"/>
              <p:cNvSpPr>
                <a:spLocks noChangeShapeType="1"/>
              </p:cNvSpPr>
              <p:nvPr userDrawn="1"/>
            </p:nvSpPr>
            <p:spPr bwMode="gray">
              <a:xfrm flipV="1">
                <a:off x="3141" y="1994"/>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2" name="Freeform 628"/>
              <p:cNvSpPr>
                <a:spLocks/>
              </p:cNvSpPr>
              <p:nvPr userDrawn="1"/>
            </p:nvSpPr>
            <p:spPr bwMode="gray">
              <a:xfrm>
                <a:off x="3123" y="1994"/>
                <a:ext cx="20" cy="3"/>
              </a:xfrm>
              <a:custGeom>
                <a:avLst/>
                <a:gdLst>
                  <a:gd name="T0" fmla="*/ 0 w 20"/>
                  <a:gd name="T1" fmla="*/ 2 h 3"/>
                  <a:gd name="T2" fmla="*/ 6 w 20"/>
                  <a:gd name="T3" fmla="*/ 3 h 3"/>
                  <a:gd name="T4" fmla="*/ 11 w 20"/>
                  <a:gd name="T5" fmla="*/ 3 h 3"/>
                  <a:gd name="T6" fmla="*/ 16 w 20"/>
                  <a:gd name="T7" fmla="*/ 3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3" name="Freeform 629"/>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4" name="Line 630"/>
              <p:cNvSpPr>
                <a:spLocks noChangeShapeType="1"/>
              </p:cNvSpPr>
              <p:nvPr userDrawn="1"/>
            </p:nvSpPr>
            <p:spPr bwMode="gray">
              <a:xfrm flipH="1" flipV="1">
                <a:off x="2922" y="2143"/>
                <a:ext cx="201"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5" name="Line 631"/>
              <p:cNvSpPr>
                <a:spLocks noChangeShapeType="1"/>
              </p:cNvSpPr>
              <p:nvPr userDrawn="1"/>
            </p:nvSpPr>
            <p:spPr bwMode="gray">
              <a:xfrm flipH="1" flipV="1">
                <a:off x="2926" y="2137"/>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6" name="Freeform 632"/>
              <p:cNvSpPr>
                <a:spLocks/>
              </p:cNvSpPr>
              <p:nvPr userDrawn="1"/>
            </p:nvSpPr>
            <p:spPr bwMode="gray">
              <a:xfrm>
                <a:off x="2922"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7" name="Line 633"/>
              <p:cNvSpPr>
                <a:spLocks noChangeShapeType="1"/>
              </p:cNvSpPr>
              <p:nvPr userDrawn="1"/>
            </p:nvSpPr>
            <p:spPr bwMode="gray">
              <a:xfrm>
                <a:off x="2924" y="2141"/>
                <a:ext cx="205"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8" name="Freeform 634"/>
              <p:cNvSpPr>
                <a:spLocks/>
              </p:cNvSpPr>
              <p:nvPr userDrawn="1"/>
            </p:nvSpPr>
            <p:spPr bwMode="gray">
              <a:xfrm>
                <a:off x="3122" y="2213"/>
                <a:ext cx="7" cy="8"/>
              </a:xfrm>
              <a:custGeom>
                <a:avLst/>
                <a:gdLst>
                  <a:gd name="T0" fmla="*/ 7 w 7"/>
                  <a:gd name="T1" fmla="*/ 7 h 8"/>
                  <a:gd name="T2" fmla="*/ 5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9" name="Freeform 635"/>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0" name="Line 636"/>
              <p:cNvSpPr>
                <a:spLocks noChangeShapeType="1"/>
              </p:cNvSpPr>
              <p:nvPr userDrawn="1"/>
            </p:nvSpPr>
            <p:spPr bwMode="gray">
              <a:xfrm flipH="1">
                <a:off x="3290" y="2039"/>
                <a:ext cx="1"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1" name="Line 637"/>
              <p:cNvSpPr>
                <a:spLocks noChangeShapeType="1"/>
              </p:cNvSpPr>
              <p:nvPr userDrawn="1"/>
            </p:nvSpPr>
            <p:spPr bwMode="gray">
              <a:xfrm>
                <a:off x="3284" y="2038"/>
                <a:ext cx="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2" name="Freeform 638"/>
              <p:cNvSpPr>
                <a:spLocks/>
              </p:cNvSpPr>
              <p:nvPr userDrawn="1"/>
            </p:nvSpPr>
            <p:spPr bwMode="gray">
              <a:xfrm>
                <a:off x="3284" y="2108"/>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3" name="Line 639"/>
              <p:cNvSpPr>
                <a:spLocks noChangeShapeType="1"/>
              </p:cNvSpPr>
              <p:nvPr userDrawn="1"/>
            </p:nvSpPr>
            <p:spPr bwMode="gray">
              <a:xfrm flipV="1">
                <a:off x="3286" y="2038"/>
                <a:ext cx="2"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4" name="Freeform 640"/>
              <p:cNvSpPr>
                <a:spLocks/>
              </p:cNvSpPr>
              <p:nvPr userDrawn="1"/>
            </p:nvSpPr>
            <p:spPr bwMode="gray">
              <a:xfrm>
                <a:off x="3276" y="2108"/>
                <a:ext cx="8" cy="17"/>
              </a:xfrm>
              <a:custGeom>
                <a:avLst/>
                <a:gdLst>
                  <a:gd name="T0" fmla="*/ 0 w 8"/>
                  <a:gd name="T1" fmla="*/ 17 h 17"/>
                  <a:gd name="T2" fmla="*/ 3 w 8"/>
                  <a:gd name="T3" fmla="*/ 14 h 17"/>
                  <a:gd name="T4" fmla="*/ 7 w 8"/>
                  <a:gd name="T5" fmla="*/ 10 h 17"/>
                  <a:gd name="T6" fmla="*/ 7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5" name="Freeform 641"/>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6" name="Line 642"/>
              <p:cNvSpPr>
                <a:spLocks noChangeShapeType="1"/>
              </p:cNvSpPr>
              <p:nvPr userDrawn="1"/>
            </p:nvSpPr>
            <p:spPr bwMode="gray">
              <a:xfrm flipV="1">
                <a:off x="3137" y="2125"/>
                <a:ext cx="146"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7" name="Line 643"/>
              <p:cNvSpPr>
                <a:spLocks noChangeShapeType="1"/>
              </p:cNvSpPr>
              <p:nvPr userDrawn="1"/>
            </p:nvSpPr>
            <p:spPr bwMode="gray">
              <a:xfrm flipV="1">
                <a:off x="3141" y="2118"/>
                <a:ext cx="14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8" name="Freeform 644"/>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9" name="Line 645"/>
              <p:cNvSpPr>
                <a:spLocks noChangeShapeType="1"/>
              </p:cNvSpPr>
              <p:nvPr userDrawn="1"/>
            </p:nvSpPr>
            <p:spPr bwMode="gray">
              <a:xfrm flipH="1">
                <a:off x="3129" y="2125"/>
                <a:ext cx="147"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0" name="Freeform 646"/>
              <p:cNvSpPr>
                <a:spLocks/>
              </p:cNvSpPr>
              <p:nvPr userDrawn="1"/>
            </p:nvSpPr>
            <p:spPr bwMode="gray">
              <a:xfrm>
                <a:off x="3129" y="2213"/>
                <a:ext cx="12" cy="8"/>
              </a:xfrm>
              <a:custGeom>
                <a:avLst/>
                <a:gdLst>
                  <a:gd name="T0" fmla="*/ 0 w 12"/>
                  <a:gd name="T1" fmla="*/ 7 h 8"/>
                  <a:gd name="T2" fmla="*/ 5 w 12"/>
                  <a:gd name="T3" fmla="*/ 8 h 8"/>
                  <a:gd name="T4" fmla="*/ 8 w 12"/>
                  <a:gd name="T5" fmla="*/ 7 h 8"/>
                  <a:gd name="T6" fmla="*/ 10 w 12"/>
                  <a:gd name="T7" fmla="*/ 3 h 8"/>
                  <a:gd name="T8" fmla="*/ 1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1" name="Line 647"/>
              <p:cNvSpPr>
                <a:spLocks noChangeShapeType="1"/>
              </p:cNvSpPr>
              <p:nvPr userDrawn="1"/>
            </p:nvSpPr>
            <p:spPr bwMode="gray">
              <a:xfrm>
                <a:off x="2537" y="2097"/>
                <a:ext cx="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2" name="Line 648"/>
              <p:cNvSpPr>
                <a:spLocks noChangeShapeType="1"/>
              </p:cNvSpPr>
              <p:nvPr userDrawn="1"/>
            </p:nvSpPr>
            <p:spPr bwMode="gray">
              <a:xfrm>
                <a:off x="2541" y="2099"/>
                <a:ext cx="1"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3" name="Freeform 649"/>
              <p:cNvSpPr>
                <a:spLocks/>
              </p:cNvSpPr>
              <p:nvPr userDrawn="1"/>
            </p:nvSpPr>
            <p:spPr bwMode="gray">
              <a:xfrm>
                <a:off x="2539" y="2150"/>
                <a:ext cx="5" cy="10"/>
              </a:xfrm>
              <a:custGeom>
                <a:avLst/>
                <a:gdLst>
                  <a:gd name="T0" fmla="*/ 2 w 5"/>
                  <a:gd name="T1" fmla="*/ 0 h 10"/>
                  <a:gd name="T2" fmla="*/ 0 w 5"/>
                  <a:gd name="T3" fmla="*/ 3 h 10"/>
                  <a:gd name="T4" fmla="*/ 0 w 5"/>
                  <a:gd name="T5" fmla="*/ 5 h 10"/>
                  <a:gd name="T6" fmla="*/ 2 w 5"/>
                  <a:gd name="T7" fmla="*/ 8 h 10"/>
                  <a:gd name="T8" fmla="*/ 5 w 5"/>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4" name="Line 650"/>
              <p:cNvSpPr>
                <a:spLocks noChangeShapeType="1"/>
              </p:cNvSpPr>
              <p:nvPr userDrawn="1"/>
            </p:nvSpPr>
            <p:spPr bwMode="gray">
              <a:xfrm flipH="1" flipV="1">
                <a:off x="2543" y="2099"/>
                <a:ext cx="1"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5" name="Freeform 651"/>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6" name="Freeform 652"/>
              <p:cNvSpPr>
                <a:spLocks/>
              </p:cNvSpPr>
              <p:nvPr userDrawn="1"/>
            </p:nvSpPr>
            <p:spPr bwMode="gray">
              <a:xfrm>
                <a:off x="2821" y="1954"/>
                <a:ext cx="10" cy="15"/>
              </a:xfrm>
              <a:custGeom>
                <a:avLst/>
                <a:gdLst>
                  <a:gd name="T0" fmla="*/ 10 w 10"/>
                  <a:gd name="T1" fmla="*/ 15 h 15"/>
                  <a:gd name="T2" fmla="*/ 10 w 10"/>
                  <a:gd name="T3" fmla="*/ 10 h 15"/>
                  <a:gd name="T4" fmla="*/ 7 w 10"/>
                  <a:gd name="T5" fmla="*/ 7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7" name="Line 653"/>
              <p:cNvSpPr>
                <a:spLocks noChangeShapeType="1"/>
              </p:cNvSpPr>
              <p:nvPr userDrawn="1"/>
            </p:nvSpPr>
            <p:spPr bwMode="gray">
              <a:xfrm flipH="1">
                <a:off x="2751" y="1912"/>
                <a:ext cx="15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8" name="Line 654"/>
              <p:cNvSpPr>
                <a:spLocks noChangeShapeType="1"/>
              </p:cNvSpPr>
              <p:nvPr userDrawn="1"/>
            </p:nvSpPr>
            <p:spPr bwMode="gray">
              <a:xfrm flipH="1">
                <a:off x="2754" y="1924"/>
                <a:ext cx="154"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9" name="Freeform 655"/>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0" name="Line 656"/>
              <p:cNvSpPr>
                <a:spLocks noChangeShapeType="1"/>
              </p:cNvSpPr>
              <p:nvPr userDrawn="1"/>
            </p:nvSpPr>
            <p:spPr bwMode="gray">
              <a:xfrm flipV="1">
                <a:off x="2744" y="1903"/>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1" name="Freeform 657"/>
              <p:cNvSpPr>
                <a:spLocks/>
              </p:cNvSpPr>
              <p:nvPr userDrawn="1"/>
            </p:nvSpPr>
            <p:spPr bwMode="gray">
              <a:xfrm>
                <a:off x="2905" y="1903"/>
                <a:ext cx="5" cy="21"/>
              </a:xfrm>
              <a:custGeom>
                <a:avLst/>
                <a:gdLst>
                  <a:gd name="T0" fmla="*/ 3 w 5"/>
                  <a:gd name="T1" fmla="*/ 21 h 21"/>
                  <a:gd name="T2" fmla="*/ 5 w 5"/>
                  <a:gd name="T3" fmla="*/ 16 h 21"/>
                  <a:gd name="T4" fmla="*/ 5 w 5"/>
                  <a:gd name="T5" fmla="*/ 10 h 21"/>
                  <a:gd name="T6" fmla="*/ 3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2" name="Freeform 658"/>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3" name="Line 659"/>
              <p:cNvSpPr>
                <a:spLocks noChangeShapeType="1"/>
              </p:cNvSpPr>
              <p:nvPr userDrawn="1"/>
            </p:nvSpPr>
            <p:spPr bwMode="gray">
              <a:xfrm>
                <a:off x="2744" y="2018"/>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4" name="Line 660"/>
              <p:cNvSpPr>
                <a:spLocks noChangeShapeType="1"/>
              </p:cNvSpPr>
              <p:nvPr userDrawn="1"/>
            </p:nvSpPr>
            <p:spPr bwMode="gray">
              <a:xfrm>
                <a:off x="2754" y="2017"/>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5" name="Freeform 661"/>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6" name="Line 662"/>
              <p:cNvSpPr>
                <a:spLocks noChangeShapeType="1"/>
              </p:cNvSpPr>
              <p:nvPr userDrawn="1"/>
            </p:nvSpPr>
            <p:spPr bwMode="gray">
              <a:xfrm flipV="1">
                <a:off x="2735" y="2017"/>
                <a:ext cx="1" cy="2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7" name="Freeform 663"/>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8" name="Freeform 664"/>
              <p:cNvSpPr>
                <a:spLocks/>
              </p:cNvSpPr>
              <p:nvPr userDrawn="1"/>
            </p:nvSpPr>
            <p:spPr bwMode="gray">
              <a:xfrm>
                <a:off x="2821" y="2186"/>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9" name="Line 665"/>
              <p:cNvSpPr>
                <a:spLocks noChangeShapeType="1"/>
              </p:cNvSpPr>
              <p:nvPr userDrawn="1"/>
            </p:nvSpPr>
            <p:spPr bwMode="gray">
              <a:xfrm flipV="1">
                <a:off x="2751" y="2144"/>
                <a:ext cx="157"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0" name="Line 666"/>
              <p:cNvSpPr>
                <a:spLocks noChangeShapeType="1"/>
              </p:cNvSpPr>
              <p:nvPr userDrawn="1"/>
            </p:nvSpPr>
            <p:spPr bwMode="gray">
              <a:xfrm flipV="1">
                <a:off x="2754" y="2139"/>
                <a:ext cx="152"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1" name="Freeform 667"/>
              <p:cNvSpPr>
                <a:spLocks/>
              </p:cNvSpPr>
              <p:nvPr userDrawn="1"/>
            </p:nvSpPr>
            <p:spPr bwMode="gray">
              <a:xfrm>
                <a:off x="2905"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2" name="Line 668"/>
              <p:cNvSpPr>
                <a:spLocks noChangeShapeType="1"/>
              </p:cNvSpPr>
              <p:nvPr userDrawn="1"/>
            </p:nvSpPr>
            <p:spPr bwMode="gray">
              <a:xfrm flipH="1">
                <a:off x="2744" y="2141"/>
                <a:ext cx="161" cy="10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3" name="Freeform 669"/>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209" name="Group 670"/>
            <p:cNvGrpSpPr>
              <a:grpSpLocks/>
            </p:cNvGrpSpPr>
            <p:nvPr userDrawn="1"/>
          </p:nvGrpSpPr>
          <p:grpSpPr bwMode="auto">
            <a:xfrm>
              <a:off x="2111" y="670"/>
              <a:ext cx="1572" cy="1574"/>
              <a:chOff x="2111" y="670"/>
              <a:chExt cx="1572" cy="1574"/>
            </a:xfrm>
          </p:grpSpPr>
          <p:sp>
            <p:nvSpPr>
              <p:cNvPr id="264" name="Freeform 671"/>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5" name="Line 672"/>
              <p:cNvSpPr>
                <a:spLocks noChangeShapeType="1"/>
              </p:cNvSpPr>
              <p:nvPr userDrawn="1"/>
            </p:nvSpPr>
            <p:spPr bwMode="gray">
              <a:xfrm>
                <a:off x="2546"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6" name="Line 673"/>
              <p:cNvSpPr>
                <a:spLocks noChangeShapeType="1"/>
              </p:cNvSpPr>
              <p:nvPr userDrawn="1"/>
            </p:nvSpPr>
            <p:spPr bwMode="gray">
              <a:xfrm>
                <a:off x="2544" y="2160"/>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7" name="Freeform 674"/>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8" name="Line 675"/>
              <p:cNvSpPr>
                <a:spLocks noChangeShapeType="1"/>
              </p:cNvSpPr>
              <p:nvPr userDrawn="1"/>
            </p:nvSpPr>
            <p:spPr bwMode="gray">
              <a:xfrm flipH="1" flipV="1">
                <a:off x="2553"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9" name="Freeform 676"/>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0" name="Freeform 677"/>
              <p:cNvSpPr>
                <a:spLocks/>
              </p:cNvSpPr>
              <p:nvPr userDrawn="1"/>
            </p:nvSpPr>
            <p:spPr bwMode="gray">
              <a:xfrm>
                <a:off x="2688" y="840"/>
                <a:ext cx="3" cy="7"/>
              </a:xfrm>
              <a:custGeom>
                <a:avLst/>
                <a:gdLst>
                  <a:gd name="T0" fmla="*/ 2 w 3"/>
                  <a:gd name="T1" fmla="*/ 7 h 7"/>
                  <a:gd name="T2" fmla="*/ 3 w 3"/>
                  <a:gd name="T3" fmla="*/ 5 h 7"/>
                  <a:gd name="T4" fmla="*/ 3 w 3"/>
                  <a:gd name="T5" fmla="*/ 3 h 7"/>
                  <a:gd name="T6" fmla="*/ 3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1" name="Freeform 678"/>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2" name="Line 679"/>
              <p:cNvSpPr>
                <a:spLocks noChangeShapeType="1"/>
              </p:cNvSpPr>
              <p:nvPr userDrawn="1"/>
            </p:nvSpPr>
            <p:spPr bwMode="gray">
              <a:xfrm flipH="1">
                <a:off x="2530" y="836"/>
                <a:ext cx="167"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3" name="Line 680"/>
              <p:cNvSpPr>
                <a:spLocks noChangeShapeType="1"/>
              </p:cNvSpPr>
              <p:nvPr userDrawn="1"/>
            </p:nvSpPr>
            <p:spPr bwMode="gray">
              <a:xfrm flipH="1">
                <a:off x="2529" y="847"/>
                <a:ext cx="161"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4" name="Freeform 681"/>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5" name="Line 682"/>
              <p:cNvSpPr>
                <a:spLocks noChangeShapeType="1"/>
              </p:cNvSpPr>
              <p:nvPr userDrawn="1"/>
            </p:nvSpPr>
            <p:spPr bwMode="gray">
              <a:xfrm flipV="1">
                <a:off x="2539" y="833"/>
                <a:ext cx="170"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6" name="Freeform 683"/>
              <p:cNvSpPr>
                <a:spLocks/>
              </p:cNvSpPr>
              <p:nvPr userDrawn="1"/>
            </p:nvSpPr>
            <p:spPr bwMode="gray">
              <a:xfrm>
                <a:off x="2690" y="833"/>
                <a:ext cx="19" cy="14"/>
              </a:xfrm>
              <a:custGeom>
                <a:avLst/>
                <a:gdLst>
                  <a:gd name="T0" fmla="*/ 0 w 19"/>
                  <a:gd name="T1" fmla="*/ 14 h 14"/>
                  <a:gd name="T2" fmla="*/ 3 w 19"/>
                  <a:gd name="T3" fmla="*/ 8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7" name="Freeform 684"/>
              <p:cNvSpPr>
                <a:spLocks/>
              </p:cNvSpPr>
              <p:nvPr userDrawn="1"/>
            </p:nvSpPr>
            <p:spPr bwMode="gray">
              <a:xfrm>
                <a:off x="2527" y="1043"/>
                <a:ext cx="5" cy="8"/>
              </a:xfrm>
              <a:custGeom>
                <a:avLst/>
                <a:gdLst>
                  <a:gd name="T0" fmla="*/ 2 w 5"/>
                  <a:gd name="T1" fmla="*/ 0 h 8"/>
                  <a:gd name="T2" fmla="*/ 0 w 5"/>
                  <a:gd name="T3" fmla="*/ 3 h 8"/>
                  <a:gd name="T4" fmla="*/ 0 w 5"/>
                  <a:gd name="T5" fmla="*/ 5 h 8"/>
                  <a:gd name="T6" fmla="*/ 2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8" name="Line 685"/>
              <p:cNvSpPr>
                <a:spLocks noChangeShapeType="1"/>
              </p:cNvSpPr>
              <p:nvPr userDrawn="1"/>
            </p:nvSpPr>
            <p:spPr bwMode="gray">
              <a:xfrm>
                <a:off x="2525" y="929"/>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9" name="Line 686"/>
              <p:cNvSpPr>
                <a:spLocks noChangeShapeType="1"/>
              </p:cNvSpPr>
              <p:nvPr userDrawn="1"/>
            </p:nvSpPr>
            <p:spPr bwMode="gray">
              <a:xfrm>
                <a:off x="2529" y="925"/>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0" name="Freeform 687"/>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1" name="Line 688"/>
              <p:cNvSpPr>
                <a:spLocks noChangeShapeType="1"/>
              </p:cNvSpPr>
              <p:nvPr userDrawn="1"/>
            </p:nvSpPr>
            <p:spPr bwMode="gray">
              <a:xfrm flipH="1" flipV="1">
                <a:off x="253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2" name="Freeform 689"/>
              <p:cNvSpPr>
                <a:spLocks/>
              </p:cNvSpPr>
              <p:nvPr userDrawn="1"/>
            </p:nvSpPr>
            <p:spPr bwMode="gray">
              <a:xfrm>
                <a:off x="2525" y="925"/>
                <a:ext cx="5" cy="9"/>
              </a:xfrm>
              <a:custGeom>
                <a:avLst/>
                <a:gdLst>
                  <a:gd name="T0" fmla="*/ 5 w 5"/>
                  <a:gd name="T1" fmla="*/ 9 h 9"/>
                  <a:gd name="T2" fmla="*/ 2 w 5"/>
                  <a:gd name="T3" fmla="*/ 7 h 9"/>
                  <a:gd name="T4" fmla="*/ 0 w 5"/>
                  <a:gd name="T5" fmla="*/ 4 h 9"/>
                  <a:gd name="T6" fmla="*/ 0 w 5"/>
                  <a:gd name="T7" fmla="*/ 2 h 9"/>
                  <a:gd name="T8" fmla="*/ 4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3" name="Freeform 690"/>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4" name="Freeform 691"/>
              <p:cNvSpPr>
                <a:spLocks/>
              </p:cNvSpPr>
              <p:nvPr userDrawn="1"/>
            </p:nvSpPr>
            <p:spPr bwMode="gray">
              <a:xfrm>
                <a:off x="2861" y="754"/>
                <a:ext cx="19" cy="2"/>
              </a:xfrm>
              <a:custGeom>
                <a:avLst/>
                <a:gdLst>
                  <a:gd name="T0" fmla="*/ 19 w 19"/>
                  <a:gd name="T1" fmla="*/ 0 h 2"/>
                  <a:gd name="T2" fmla="*/ 14 w 19"/>
                  <a:gd name="T3" fmla="*/ 2 h 2"/>
                  <a:gd name="T4" fmla="*/ 7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5" name="Freeform 692"/>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6" name="Freeform 693"/>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7" name="Line 694"/>
              <p:cNvSpPr>
                <a:spLocks noChangeShapeType="1"/>
              </p:cNvSpPr>
              <p:nvPr userDrawn="1"/>
            </p:nvSpPr>
            <p:spPr bwMode="gray">
              <a:xfrm flipH="1">
                <a:off x="2880" y="672"/>
                <a:ext cx="15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8" name="Line 695"/>
              <p:cNvSpPr>
                <a:spLocks noChangeShapeType="1"/>
              </p:cNvSpPr>
              <p:nvPr userDrawn="1"/>
            </p:nvSpPr>
            <p:spPr bwMode="gray">
              <a:xfrm flipH="1">
                <a:off x="2880" y="680"/>
                <a:ext cx="15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9" name="Freeform 696"/>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0" name="Line 697"/>
              <p:cNvSpPr>
                <a:spLocks noChangeShapeType="1"/>
              </p:cNvSpPr>
              <p:nvPr userDrawn="1"/>
            </p:nvSpPr>
            <p:spPr bwMode="gray">
              <a:xfrm flipV="1">
                <a:off x="2884" y="670"/>
                <a:ext cx="159"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1" name="Freeform 698"/>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2" name="Freeform 699"/>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3" name="Line 700"/>
              <p:cNvSpPr>
                <a:spLocks noChangeShapeType="1"/>
              </p:cNvSpPr>
              <p:nvPr userDrawn="1"/>
            </p:nvSpPr>
            <p:spPr bwMode="gray">
              <a:xfrm flipV="1">
                <a:off x="2920" y="913"/>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4" name="Line 701"/>
              <p:cNvSpPr>
                <a:spLocks noChangeShapeType="1"/>
              </p:cNvSpPr>
              <p:nvPr userDrawn="1"/>
            </p:nvSpPr>
            <p:spPr bwMode="gray">
              <a:xfrm flipV="1">
                <a:off x="2912" y="917"/>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5" name="Freeform 702"/>
              <p:cNvSpPr>
                <a:spLocks/>
              </p:cNvSpPr>
              <p:nvPr userDrawn="1"/>
            </p:nvSpPr>
            <p:spPr bwMode="gray">
              <a:xfrm>
                <a:off x="2912" y="913"/>
                <a:ext cx="21" cy="4"/>
              </a:xfrm>
              <a:custGeom>
                <a:avLst/>
                <a:gdLst>
                  <a:gd name="T0" fmla="*/ 0 w 21"/>
                  <a:gd name="T1" fmla="*/ 4 h 4"/>
                  <a:gd name="T2" fmla="*/ 7 w 21"/>
                  <a:gd name="T3" fmla="*/ 0 h 4"/>
                  <a:gd name="T4" fmla="*/ 14 w 21"/>
                  <a:gd name="T5" fmla="*/ 0 h 4"/>
                  <a:gd name="T6" fmla="*/ 21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6" name="Line 703"/>
              <p:cNvSpPr>
                <a:spLocks noChangeShapeType="1"/>
              </p:cNvSpPr>
              <p:nvPr userDrawn="1"/>
            </p:nvSpPr>
            <p:spPr bwMode="gray">
              <a:xfrm flipH="1">
                <a:off x="2931" y="915"/>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7" name="Freeform 704"/>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8" name="Freeform 705"/>
              <p:cNvSpPr>
                <a:spLocks/>
              </p:cNvSpPr>
              <p:nvPr userDrawn="1"/>
            </p:nvSpPr>
            <p:spPr bwMode="gray">
              <a:xfrm>
                <a:off x="2842" y="929"/>
                <a:ext cx="12" cy="16"/>
              </a:xfrm>
              <a:custGeom>
                <a:avLst/>
                <a:gdLst>
                  <a:gd name="T0" fmla="*/ 12 w 12"/>
                  <a:gd name="T1" fmla="*/ 16 h 16"/>
                  <a:gd name="T2" fmla="*/ 10 w 12"/>
                  <a:gd name="T3" fmla="*/ 10 h 16"/>
                  <a:gd name="T4" fmla="*/ 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9" name="Line 706"/>
              <p:cNvSpPr>
                <a:spLocks noChangeShapeType="1"/>
              </p:cNvSpPr>
              <p:nvPr userDrawn="1"/>
            </p:nvSpPr>
            <p:spPr bwMode="gray">
              <a:xfrm flipH="1">
                <a:off x="2749" y="903"/>
                <a:ext cx="164"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0" name="Line 707"/>
              <p:cNvSpPr>
                <a:spLocks noChangeShapeType="1"/>
              </p:cNvSpPr>
              <p:nvPr userDrawn="1"/>
            </p:nvSpPr>
            <p:spPr bwMode="gray">
              <a:xfrm flipH="1">
                <a:off x="2753" y="917"/>
                <a:ext cx="159"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1" name="Freeform 708"/>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2" name="Line 709"/>
              <p:cNvSpPr>
                <a:spLocks noChangeShapeType="1"/>
              </p:cNvSpPr>
              <p:nvPr userDrawn="1"/>
            </p:nvSpPr>
            <p:spPr bwMode="gray">
              <a:xfrm flipV="1">
                <a:off x="2740" y="896"/>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3" name="Freeform 710"/>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4" name="Freeform 711"/>
              <p:cNvSpPr>
                <a:spLocks/>
              </p:cNvSpPr>
              <p:nvPr userDrawn="1"/>
            </p:nvSpPr>
            <p:spPr bwMode="gray">
              <a:xfrm>
                <a:off x="2732" y="1116"/>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5" name="Line 712"/>
              <p:cNvSpPr>
                <a:spLocks noChangeShapeType="1"/>
              </p:cNvSpPr>
              <p:nvPr userDrawn="1"/>
            </p:nvSpPr>
            <p:spPr bwMode="gray">
              <a:xfrm>
                <a:off x="2742" y="999"/>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6" name="Line 713"/>
              <p:cNvSpPr>
                <a:spLocks noChangeShapeType="1"/>
              </p:cNvSpPr>
              <p:nvPr userDrawn="1"/>
            </p:nvSpPr>
            <p:spPr bwMode="gray">
              <a:xfrm>
                <a:off x="2753" y="997"/>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7" name="Freeform 714"/>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8" name="Line 715"/>
              <p:cNvSpPr>
                <a:spLocks noChangeShapeType="1"/>
              </p:cNvSpPr>
              <p:nvPr userDrawn="1"/>
            </p:nvSpPr>
            <p:spPr bwMode="gray">
              <a:xfrm flipV="1">
                <a:off x="2732" y="997"/>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9" name="Freeform 716"/>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0" name="Freeform 717"/>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1" name="Line 718"/>
              <p:cNvSpPr>
                <a:spLocks noChangeShapeType="1"/>
              </p:cNvSpPr>
              <p:nvPr userDrawn="1"/>
            </p:nvSpPr>
            <p:spPr bwMode="gray">
              <a:xfrm flipV="1">
                <a:off x="2749" y="1156"/>
                <a:ext cx="163"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2" name="Line 719"/>
              <p:cNvSpPr>
                <a:spLocks noChangeShapeType="1"/>
              </p:cNvSpPr>
              <p:nvPr userDrawn="1"/>
            </p:nvSpPr>
            <p:spPr bwMode="gray">
              <a:xfrm flipV="1">
                <a:off x="2753" y="1149"/>
                <a:ext cx="159"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3" name="Freeform 720"/>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4" name="Line 721"/>
              <p:cNvSpPr>
                <a:spLocks noChangeShapeType="1"/>
              </p:cNvSpPr>
              <p:nvPr userDrawn="1"/>
            </p:nvSpPr>
            <p:spPr bwMode="gray">
              <a:xfrm flipH="1">
                <a:off x="2740" y="1154"/>
                <a:ext cx="168"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5" name="Freeform 722"/>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6" name="Freeform 723"/>
              <p:cNvSpPr>
                <a:spLocks/>
              </p:cNvSpPr>
              <p:nvPr userDrawn="1"/>
            </p:nvSpPr>
            <p:spPr bwMode="gray">
              <a:xfrm>
                <a:off x="3099" y="820"/>
                <a:ext cx="5" cy="7"/>
              </a:xfrm>
              <a:custGeom>
                <a:avLst/>
                <a:gdLst>
                  <a:gd name="T0" fmla="*/ 3 w 5"/>
                  <a:gd name="T1" fmla="*/ 0 h 7"/>
                  <a:gd name="T2" fmla="*/ 0 w 5"/>
                  <a:gd name="T3" fmla="*/ 2 h 7"/>
                  <a:gd name="T4" fmla="*/ 0 w 5"/>
                  <a:gd name="T5" fmla="*/ 4 h 7"/>
                  <a:gd name="T6" fmla="*/ 2 w 5"/>
                  <a:gd name="T7" fmla="*/ 6 h 7"/>
                  <a:gd name="T8" fmla="*/ 3 w 5"/>
                  <a:gd name="T9" fmla="*/ 7 h 7"/>
                  <a:gd name="T10" fmla="*/ 5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7" name="Line 724"/>
              <p:cNvSpPr>
                <a:spLocks noChangeShapeType="1"/>
              </p:cNvSpPr>
              <p:nvPr userDrawn="1"/>
            </p:nvSpPr>
            <p:spPr bwMode="gray">
              <a:xfrm flipV="1">
                <a:off x="3253" y="742"/>
                <a:ext cx="2" cy="1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8" name="Line 725"/>
              <p:cNvSpPr>
                <a:spLocks noChangeShapeType="1"/>
              </p:cNvSpPr>
              <p:nvPr userDrawn="1"/>
            </p:nvSpPr>
            <p:spPr bwMode="gray">
              <a:xfrm flipV="1">
                <a:off x="3249" y="745"/>
                <a:ext cx="2" cy="10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9" name="Freeform 726"/>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0" name="Line 727"/>
              <p:cNvSpPr>
                <a:spLocks noChangeShapeType="1"/>
              </p:cNvSpPr>
              <p:nvPr userDrawn="1"/>
            </p:nvSpPr>
            <p:spPr bwMode="gray">
              <a:xfrm flipH="1">
                <a:off x="3246" y="738"/>
                <a:ext cx="3" cy="1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1" name="Freeform 728"/>
              <p:cNvSpPr>
                <a:spLocks/>
              </p:cNvSpPr>
              <p:nvPr userDrawn="1"/>
            </p:nvSpPr>
            <p:spPr bwMode="gray">
              <a:xfrm>
                <a:off x="3146" y="777"/>
                <a:ext cx="12" cy="15"/>
              </a:xfrm>
              <a:custGeom>
                <a:avLst/>
                <a:gdLst>
                  <a:gd name="T0" fmla="*/ 12 w 12"/>
                  <a:gd name="T1" fmla="*/ 15 h 15"/>
                  <a:gd name="T2" fmla="*/ 11 w 12"/>
                  <a:gd name="T3" fmla="*/ 10 h 15"/>
                  <a:gd name="T4" fmla="*/ 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2" name="Line 729"/>
              <p:cNvSpPr>
                <a:spLocks noChangeShapeType="1"/>
              </p:cNvSpPr>
              <p:nvPr userDrawn="1"/>
            </p:nvSpPr>
            <p:spPr bwMode="gray">
              <a:xfrm flipH="1">
                <a:off x="3094" y="735"/>
                <a:ext cx="15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3" name="Line 730"/>
              <p:cNvSpPr>
                <a:spLocks noChangeShapeType="1"/>
              </p:cNvSpPr>
              <p:nvPr userDrawn="1"/>
            </p:nvSpPr>
            <p:spPr bwMode="gray">
              <a:xfrm flipH="1">
                <a:off x="3102" y="745"/>
                <a:ext cx="14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4" name="Freeform 731"/>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5" name="Line 732"/>
              <p:cNvSpPr>
                <a:spLocks noChangeShapeType="1"/>
              </p:cNvSpPr>
              <p:nvPr userDrawn="1"/>
            </p:nvSpPr>
            <p:spPr bwMode="gray">
              <a:xfrm flipV="1">
                <a:off x="3081" y="729"/>
                <a:ext cx="160"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6" name="Freeform 733"/>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7" name="Freeform 734"/>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8" name="Line 735"/>
              <p:cNvSpPr>
                <a:spLocks noChangeShapeType="1"/>
              </p:cNvSpPr>
              <p:nvPr userDrawn="1"/>
            </p:nvSpPr>
            <p:spPr bwMode="gray">
              <a:xfrm>
                <a:off x="3048" y="672"/>
                <a:ext cx="198"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9" name="Line 736"/>
              <p:cNvSpPr>
                <a:spLocks noChangeShapeType="1"/>
              </p:cNvSpPr>
              <p:nvPr userDrawn="1"/>
            </p:nvSpPr>
            <p:spPr bwMode="gray">
              <a:xfrm>
                <a:off x="3052" y="679"/>
                <a:ext cx="197"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0" name="Freeform 737"/>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1" name="Line 738"/>
              <p:cNvSpPr>
                <a:spLocks noChangeShapeType="1"/>
              </p:cNvSpPr>
              <p:nvPr userDrawn="1"/>
            </p:nvSpPr>
            <p:spPr bwMode="gray">
              <a:xfrm flipH="1" flipV="1">
                <a:off x="3043" y="670"/>
                <a:ext cx="198"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2" name="Freeform 739"/>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3" name="Freeform 740"/>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4" name="Line 741"/>
              <p:cNvSpPr>
                <a:spLocks noChangeShapeType="1"/>
              </p:cNvSpPr>
              <p:nvPr userDrawn="1"/>
            </p:nvSpPr>
            <p:spPr bwMode="gray">
              <a:xfrm>
                <a:off x="2532" y="922"/>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5" name="Line 742"/>
              <p:cNvSpPr>
                <a:spLocks noChangeShapeType="1"/>
              </p:cNvSpPr>
              <p:nvPr userDrawn="1"/>
            </p:nvSpPr>
            <p:spPr bwMode="gray">
              <a:xfrm>
                <a:off x="2539" y="915"/>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6" name="Freeform 743"/>
              <p:cNvSpPr>
                <a:spLocks/>
              </p:cNvSpPr>
              <p:nvPr userDrawn="1"/>
            </p:nvSpPr>
            <p:spPr bwMode="gray">
              <a:xfrm>
                <a:off x="2732" y="980"/>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7" name="Line 744"/>
              <p:cNvSpPr>
                <a:spLocks noChangeShapeType="1"/>
              </p:cNvSpPr>
              <p:nvPr userDrawn="1"/>
            </p:nvSpPr>
            <p:spPr bwMode="gray">
              <a:xfrm flipH="1" flipV="1">
                <a:off x="2530" y="934"/>
                <a:ext cx="20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8" name="Freeform 745"/>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9" name="Line 746"/>
              <p:cNvSpPr>
                <a:spLocks noChangeShapeType="1"/>
              </p:cNvSpPr>
              <p:nvPr userDrawn="1"/>
            </p:nvSpPr>
            <p:spPr bwMode="gray">
              <a:xfrm flipH="1" flipV="1">
                <a:off x="2503" y="1016"/>
                <a:ext cx="22" cy="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0" name="Line 747"/>
              <p:cNvSpPr>
                <a:spLocks noChangeShapeType="1"/>
              </p:cNvSpPr>
              <p:nvPr userDrawn="1"/>
            </p:nvSpPr>
            <p:spPr bwMode="gray">
              <a:xfrm flipH="1" flipV="1">
                <a:off x="2496" y="1008"/>
                <a:ext cx="29"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1" name="Freeform 748"/>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2" name="Freeform 749"/>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3" name="Line 750"/>
              <p:cNvSpPr>
                <a:spLocks noChangeShapeType="1"/>
              </p:cNvSpPr>
              <p:nvPr userDrawn="1"/>
            </p:nvSpPr>
            <p:spPr bwMode="gray">
              <a:xfrm flipH="1" flipV="1">
                <a:off x="2489" y="775"/>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4" name="Line 751"/>
              <p:cNvSpPr>
                <a:spLocks noChangeShapeType="1"/>
              </p:cNvSpPr>
              <p:nvPr userDrawn="1"/>
            </p:nvSpPr>
            <p:spPr bwMode="gray">
              <a:xfrm flipH="1" flipV="1">
                <a:off x="2494" y="778"/>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5" name="Freeform 752"/>
              <p:cNvSpPr>
                <a:spLocks/>
              </p:cNvSpPr>
              <p:nvPr userDrawn="1"/>
            </p:nvSpPr>
            <p:spPr bwMode="gray">
              <a:xfrm>
                <a:off x="2489" y="771"/>
                <a:ext cx="5" cy="7"/>
              </a:xfrm>
              <a:custGeom>
                <a:avLst/>
                <a:gdLst>
                  <a:gd name="T0" fmla="*/ 5 w 5"/>
                  <a:gd name="T1" fmla="*/ 7 h 7"/>
                  <a:gd name="T2" fmla="*/ 1 w 5"/>
                  <a:gd name="T3" fmla="*/ 6 h 7"/>
                  <a:gd name="T4" fmla="*/ 0 w 5"/>
                  <a:gd name="T5" fmla="*/ 4 h 7"/>
                  <a:gd name="T6" fmla="*/ 0 w 5"/>
                  <a:gd name="T7" fmla="*/ 2 h 7"/>
                  <a:gd name="T8" fmla="*/ 3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6" name="Line 753"/>
              <p:cNvSpPr>
                <a:spLocks noChangeShapeType="1"/>
              </p:cNvSpPr>
              <p:nvPr userDrawn="1"/>
            </p:nvSpPr>
            <p:spPr bwMode="gray">
              <a:xfrm>
                <a:off x="2492" y="771"/>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7" name="Freeform 754"/>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8" name="Freeform 755"/>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9" name="Line 756"/>
              <p:cNvSpPr>
                <a:spLocks noChangeShapeType="1"/>
              </p:cNvSpPr>
              <p:nvPr userDrawn="1"/>
            </p:nvSpPr>
            <p:spPr bwMode="gray">
              <a:xfrm>
                <a:off x="2496" y="768"/>
                <a:ext cx="201"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0" name="Line 757"/>
              <p:cNvSpPr>
                <a:spLocks noChangeShapeType="1"/>
              </p:cNvSpPr>
              <p:nvPr userDrawn="1"/>
            </p:nvSpPr>
            <p:spPr bwMode="gray">
              <a:xfrm>
                <a:off x="2494" y="778"/>
                <a:ext cx="194"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1" name="Freeform 758"/>
              <p:cNvSpPr>
                <a:spLocks/>
              </p:cNvSpPr>
              <p:nvPr userDrawn="1"/>
            </p:nvSpPr>
            <p:spPr bwMode="gray">
              <a:xfrm>
                <a:off x="2688" y="826"/>
                <a:ext cx="19" cy="14"/>
              </a:xfrm>
              <a:custGeom>
                <a:avLst/>
                <a:gdLst>
                  <a:gd name="T0" fmla="*/ 0 w 19"/>
                  <a:gd name="T1" fmla="*/ 14 h 14"/>
                  <a:gd name="T2" fmla="*/ 3 w 19"/>
                  <a:gd name="T3" fmla="*/ 8 h 14"/>
                  <a:gd name="T4" fmla="*/ 9 w 19"/>
                  <a:gd name="T5" fmla="*/ 3 h 14"/>
                  <a:gd name="T6" fmla="*/ 14 w 19"/>
                  <a:gd name="T7" fmla="*/ 1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2" name="Line 759"/>
              <p:cNvSpPr>
                <a:spLocks noChangeShapeType="1"/>
              </p:cNvSpPr>
              <p:nvPr userDrawn="1"/>
            </p:nvSpPr>
            <p:spPr bwMode="gray">
              <a:xfrm flipH="1" flipV="1">
                <a:off x="2503" y="761"/>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3" name="Freeform 760"/>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4" name="Freeform 761"/>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5" name="Line 762"/>
              <p:cNvSpPr>
                <a:spLocks noChangeShapeType="1"/>
              </p:cNvSpPr>
              <p:nvPr userDrawn="1"/>
            </p:nvSpPr>
            <p:spPr bwMode="gray">
              <a:xfrm>
                <a:off x="2929" y="903"/>
                <a:ext cx="212" cy="6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6" name="Line 763"/>
              <p:cNvSpPr>
                <a:spLocks noChangeShapeType="1"/>
              </p:cNvSpPr>
              <p:nvPr userDrawn="1"/>
            </p:nvSpPr>
            <p:spPr bwMode="gray">
              <a:xfrm>
                <a:off x="2933" y="915"/>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7" name="Freeform 764"/>
              <p:cNvSpPr>
                <a:spLocks/>
              </p:cNvSpPr>
              <p:nvPr userDrawn="1"/>
            </p:nvSpPr>
            <p:spPr bwMode="gray">
              <a:xfrm>
                <a:off x="3137" y="960"/>
                <a:ext cx="9" cy="20"/>
              </a:xfrm>
              <a:custGeom>
                <a:avLst/>
                <a:gdLst>
                  <a:gd name="T0" fmla="*/ 0 w 9"/>
                  <a:gd name="T1" fmla="*/ 20 h 20"/>
                  <a:gd name="T2" fmla="*/ 2 w 9"/>
                  <a:gd name="T3" fmla="*/ 14 h 20"/>
                  <a:gd name="T4" fmla="*/ 4 w 9"/>
                  <a:gd name="T5" fmla="*/ 9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8" name="Line 765"/>
              <p:cNvSpPr>
                <a:spLocks noChangeShapeType="1"/>
              </p:cNvSpPr>
              <p:nvPr userDrawn="1"/>
            </p:nvSpPr>
            <p:spPr bwMode="gray">
              <a:xfrm flipH="1" flipV="1">
                <a:off x="2929" y="894"/>
                <a:ext cx="21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9" name="Freeform 766"/>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0" name="Freeform 767"/>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1" name="Line 768"/>
              <p:cNvSpPr>
                <a:spLocks noChangeShapeType="1"/>
              </p:cNvSpPr>
              <p:nvPr userDrawn="1"/>
            </p:nvSpPr>
            <p:spPr bwMode="gray">
              <a:xfrm flipH="1">
                <a:off x="3144" y="980"/>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2" name="Line 769"/>
              <p:cNvSpPr>
                <a:spLocks noChangeShapeType="1"/>
              </p:cNvSpPr>
              <p:nvPr userDrawn="1"/>
            </p:nvSpPr>
            <p:spPr bwMode="gray">
              <a:xfrm flipH="1">
                <a:off x="3134" y="980"/>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3" name="Freeform 770"/>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4" name="Line 771"/>
              <p:cNvSpPr>
                <a:spLocks noChangeShapeType="1"/>
              </p:cNvSpPr>
              <p:nvPr userDrawn="1"/>
            </p:nvSpPr>
            <p:spPr bwMode="gray">
              <a:xfrm flipV="1">
                <a:off x="3155" y="978"/>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5" name="Freeform 772"/>
              <p:cNvSpPr>
                <a:spLocks/>
              </p:cNvSpPr>
              <p:nvPr userDrawn="1"/>
            </p:nvSpPr>
            <p:spPr bwMode="gray">
              <a:xfrm>
                <a:off x="3137" y="978"/>
                <a:ext cx="21" cy="3"/>
              </a:xfrm>
              <a:custGeom>
                <a:avLst/>
                <a:gdLst>
                  <a:gd name="T0" fmla="*/ 21 w 21"/>
                  <a:gd name="T1" fmla="*/ 0 h 3"/>
                  <a:gd name="T2" fmla="*/ 16 w 21"/>
                  <a:gd name="T3" fmla="*/ 2 h 3"/>
                  <a:gd name="T4" fmla="*/ 11 w 21"/>
                  <a:gd name="T5" fmla="*/ 3 h 3"/>
                  <a:gd name="T6" fmla="*/ 6 w 21"/>
                  <a:gd name="T7" fmla="*/ 2 h 3"/>
                  <a:gd name="T8" fmla="*/ 0 w 21"/>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6" name="Freeform 773"/>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7" name="Line 774"/>
              <p:cNvSpPr>
                <a:spLocks noChangeShapeType="1"/>
              </p:cNvSpPr>
              <p:nvPr userDrawn="1"/>
            </p:nvSpPr>
            <p:spPr bwMode="gray">
              <a:xfrm flipH="1" flipV="1">
                <a:off x="2927" y="1154"/>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8" name="Line 775"/>
              <p:cNvSpPr>
                <a:spLocks noChangeShapeType="1"/>
              </p:cNvSpPr>
              <p:nvPr userDrawn="1"/>
            </p:nvSpPr>
            <p:spPr bwMode="gray">
              <a:xfrm flipH="1" flipV="1">
                <a:off x="2931" y="1149"/>
                <a:ext cx="203"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9" name="Freeform 776"/>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0" name="Line 777"/>
              <p:cNvSpPr>
                <a:spLocks noChangeShapeType="1"/>
              </p:cNvSpPr>
              <p:nvPr userDrawn="1"/>
            </p:nvSpPr>
            <p:spPr bwMode="gray">
              <a:xfrm>
                <a:off x="2929" y="1154"/>
                <a:ext cx="214"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1" name="Freeform 778"/>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2" name="Freeform 779"/>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3" name="Freeform 780"/>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4" name="Line 781"/>
              <p:cNvSpPr>
                <a:spLocks noChangeShapeType="1"/>
              </p:cNvSpPr>
              <p:nvPr userDrawn="1"/>
            </p:nvSpPr>
            <p:spPr bwMode="gray">
              <a:xfrm>
                <a:off x="2665" y="687"/>
                <a:ext cx="200"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5" name="Line 782"/>
              <p:cNvSpPr>
                <a:spLocks noChangeShapeType="1"/>
              </p:cNvSpPr>
              <p:nvPr userDrawn="1"/>
            </p:nvSpPr>
            <p:spPr bwMode="gray">
              <a:xfrm>
                <a:off x="2669" y="696"/>
                <a:ext cx="19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6" name="Freeform 783"/>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7" name="Line 784"/>
              <p:cNvSpPr>
                <a:spLocks noChangeShapeType="1"/>
              </p:cNvSpPr>
              <p:nvPr userDrawn="1"/>
            </p:nvSpPr>
            <p:spPr bwMode="gray">
              <a:xfrm flipH="1" flipV="1">
                <a:off x="2660" y="687"/>
                <a:ext cx="205"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8" name="Freeform 785"/>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9" name="Freeform 786"/>
              <p:cNvSpPr>
                <a:spLocks/>
              </p:cNvSpPr>
              <p:nvPr userDrawn="1"/>
            </p:nvSpPr>
            <p:spPr bwMode="gray">
              <a:xfrm>
                <a:off x="3197" y="848"/>
                <a:ext cx="9" cy="11"/>
              </a:xfrm>
              <a:custGeom>
                <a:avLst/>
                <a:gdLst>
                  <a:gd name="T0" fmla="*/ 9 w 9"/>
                  <a:gd name="T1" fmla="*/ 11 h 11"/>
                  <a:gd name="T2" fmla="*/ 9 w 9"/>
                  <a:gd name="T3" fmla="*/ 6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0" name="Line 787"/>
              <p:cNvSpPr>
                <a:spLocks noChangeShapeType="1"/>
              </p:cNvSpPr>
              <p:nvPr userDrawn="1"/>
            </p:nvSpPr>
            <p:spPr bwMode="gray">
              <a:xfrm>
                <a:off x="3097" y="819"/>
                <a:ext cx="210"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1" name="Line 788"/>
              <p:cNvSpPr>
                <a:spLocks noChangeShapeType="1"/>
              </p:cNvSpPr>
              <p:nvPr userDrawn="1"/>
            </p:nvSpPr>
            <p:spPr bwMode="gray">
              <a:xfrm>
                <a:off x="3104" y="827"/>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2" name="Freeform 789"/>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3" name="Line 790"/>
              <p:cNvSpPr>
                <a:spLocks noChangeShapeType="1"/>
              </p:cNvSpPr>
              <p:nvPr userDrawn="1"/>
            </p:nvSpPr>
            <p:spPr bwMode="gray">
              <a:xfrm flipH="1" flipV="1">
                <a:off x="3085" y="815"/>
                <a:ext cx="215"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4" name="Freeform 791"/>
              <p:cNvSpPr>
                <a:spLocks/>
              </p:cNvSpPr>
              <p:nvPr userDrawn="1"/>
            </p:nvSpPr>
            <p:spPr bwMode="gray">
              <a:xfrm>
                <a:off x="3307" y="1008"/>
                <a:ext cx="5" cy="7"/>
              </a:xfrm>
              <a:custGeom>
                <a:avLst/>
                <a:gdLst>
                  <a:gd name="T0" fmla="*/ 0 w 5"/>
                  <a:gd name="T1" fmla="*/ 0 h 7"/>
                  <a:gd name="T2" fmla="*/ 2 w 5"/>
                  <a:gd name="T3" fmla="*/ 0 h 7"/>
                  <a:gd name="T4" fmla="*/ 3 w 5"/>
                  <a:gd name="T5" fmla="*/ 1 h 7"/>
                  <a:gd name="T6" fmla="*/ 5 w 5"/>
                  <a:gd name="T7" fmla="*/ 3 h 7"/>
                  <a:gd name="T8" fmla="*/ 3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5" name="Line 792"/>
              <p:cNvSpPr>
                <a:spLocks noChangeShapeType="1"/>
              </p:cNvSpPr>
              <p:nvPr userDrawn="1"/>
            </p:nvSpPr>
            <p:spPr bwMode="gray">
              <a:xfrm flipH="1">
                <a:off x="3309" y="894"/>
                <a:ext cx="5"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6" name="Line 793"/>
              <p:cNvSpPr>
                <a:spLocks noChangeShapeType="1"/>
              </p:cNvSpPr>
              <p:nvPr userDrawn="1"/>
            </p:nvSpPr>
            <p:spPr bwMode="gray">
              <a:xfrm flipH="1">
                <a:off x="3303" y="890"/>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7" name="Freeform 794"/>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8" name="Line 795"/>
              <p:cNvSpPr>
                <a:spLocks noChangeShapeType="1"/>
              </p:cNvSpPr>
              <p:nvPr userDrawn="1"/>
            </p:nvSpPr>
            <p:spPr bwMode="gray">
              <a:xfrm flipV="1">
                <a:off x="3307" y="897"/>
                <a:ext cx="5"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9" name="Freeform 796"/>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0" name="Freeform 797"/>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1" name="Freeform 798"/>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2" name="Line 799"/>
              <p:cNvSpPr>
                <a:spLocks noChangeShapeType="1"/>
              </p:cNvSpPr>
              <p:nvPr userDrawn="1"/>
            </p:nvSpPr>
            <p:spPr bwMode="gray">
              <a:xfrm flipV="1">
                <a:off x="2494" y="689"/>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3" name="Line 800"/>
              <p:cNvSpPr>
                <a:spLocks noChangeShapeType="1"/>
              </p:cNvSpPr>
              <p:nvPr userDrawn="1"/>
            </p:nvSpPr>
            <p:spPr bwMode="gray">
              <a:xfrm flipV="1">
                <a:off x="2492" y="696"/>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4" name="Freeform 801"/>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5" name="Line 802"/>
              <p:cNvSpPr>
                <a:spLocks noChangeShapeType="1"/>
              </p:cNvSpPr>
              <p:nvPr userDrawn="1"/>
            </p:nvSpPr>
            <p:spPr bwMode="gray">
              <a:xfrm flipH="1">
                <a:off x="2503" y="687"/>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6" name="Freeform 803"/>
              <p:cNvSpPr>
                <a:spLocks/>
              </p:cNvSpPr>
              <p:nvPr userDrawn="1"/>
            </p:nvSpPr>
            <p:spPr bwMode="gray">
              <a:xfrm>
                <a:off x="2492" y="761"/>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7" name="Freeform 804"/>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8" name="Line 805"/>
              <p:cNvSpPr>
                <a:spLocks noChangeShapeType="1"/>
              </p:cNvSpPr>
              <p:nvPr userDrawn="1"/>
            </p:nvSpPr>
            <p:spPr bwMode="gray">
              <a:xfrm flipV="1">
                <a:off x="3155" y="887"/>
                <a:ext cx="154"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9" name="Line 806"/>
              <p:cNvSpPr>
                <a:spLocks noChangeShapeType="1"/>
              </p:cNvSpPr>
              <p:nvPr userDrawn="1"/>
            </p:nvSpPr>
            <p:spPr bwMode="gray">
              <a:xfrm flipV="1">
                <a:off x="3146" y="882"/>
                <a:ext cx="154"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0" name="Freeform 807"/>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1" name="Line 808"/>
              <p:cNvSpPr>
                <a:spLocks noChangeShapeType="1"/>
              </p:cNvSpPr>
              <p:nvPr userDrawn="1"/>
            </p:nvSpPr>
            <p:spPr bwMode="gray">
              <a:xfrm flipH="1">
                <a:off x="3158" y="897"/>
                <a:ext cx="15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2" name="Freeform 809"/>
              <p:cNvSpPr>
                <a:spLocks/>
              </p:cNvSpPr>
              <p:nvPr userDrawn="1"/>
            </p:nvSpPr>
            <p:spPr bwMode="gray">
              <a:xfrm>
                <a:off x="3146" y="960"/>
                <a:ext cx="12" cy="18"/>
              </a:xfrm>
              <a:custGeom>
                <a:avLst/>
                <a:gdLst>
                  <a:gd name="T0" fmla="*/ 12 w 12"/>
                  <a:gd name="T1" fmla="*/ 18 h 18"/>
                  <a:gd name="T2" fmla="*/ 11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3" name="Freeform 810"/>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4" name="Line 811"/>
              <p:cNvSpPr>
                <a:spLocks noChangeShapeType="1"/>
              </p:cNvSpPr>
              <p:nvPr userDrawn="1"/>
            </p:nvSpPr>
            <p:spPr bwMode="gray">
              <a:xfrm>
                <a:off x="2123" y="1529"/>
                <a:ext cx="14"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5" name="Line 812"/>
              <p:cNvSpPr>
                <a:spLocks noChangeShapeType="1"/>
              </p:cNvSpPr>
              <p:nvPr userDrawn="1"/>
            </p:nvSpPr>
            <p:spPr bwMode="gray">
              <a:xfrm>
                <a:off x="2130" y="1529"/>
                <a:ext cx="7"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6" name="Line 813"/>
              <p:cNvSpPr>
                <a:spLocks noChangeShapeType="1"/>
              </p:cNvSpPr>
              <p:nvPr userDrawn="1"/>
            </p:nvSpPr>
            <p:spPr bwMode="gray">
              <a:xfrm flipH="1" flipV="1">
                <a:off x="2121" y="1522"/>
                <a:ext cx="16"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7" name="Freeform 814"/>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8" name="Freeform 815"/>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9" name="Line 816"/>
              <p:cNvSpPr>
                <a:spLocks noChangeShapeType="1"/>
              </p:cNvSpPr>
              <p:nvPr userDrawn="1"/>
            </p:nvSpPr>
            <p:spPr bwMode="gray">
              <a:xfrm flipV="1">
                <a:off x="2739" y="1329"/>
                <a:ext cx="77"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0" name="Line 817"/>
              <p:cNvSpPr>
                <a:spLocks noChangeShapeType="1"/>
              </p:cNvSpPr>
              <p:nvPr userDrawn="1"/>
            </p:nvSpPr>
            <p:spPr bwMode="gray">
              <a:xfrm flipV="1">
                <a:off x="2737" y="1331"/>
                <a:ext cx="70" cy="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1" name="Freeform 818"/>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2" name="Line 819"/>
              <p:cNvSpPr>
                <a:spLocks noChangeShapeType="1"/>
              </p:cNvSpPr>
              <p:nvPr userDrawn="1"/>
            </p:nvSpPr>
            <p:spPr bwMode="gray">
              <a:xfrm flipH="1">
                <a:off x="2737" y="1322"/>
                <a:ext cx="80"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3" name="Freeform 820"/>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4" name="Freeform 821"/>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5" name="Line 822"/>
              <p:cNvSpPr>
                <a:spLocks noChangeShapeType="1"/>
              </p:cNvSpPr>
              <p:nvPr userDrawn="1"/>
            </p:nvSpPr>
            <p:spPr bwMode="gray">
              <a:xfrm flipH="1">
                <a:off x="2116" y="1203"/>
                <a:ext cx="164"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6" name="Line 823"/>
              <p:cNvSpPr>
                <a:spLocks noChangeShapeType="1"/>
              </p:cNvSpPr>
              <p:nvPr userDrawn="1"/>
            </p:nvSpPr>
            <p:spPr bwMode="gray">
              <a:xfrm flipH="1">
                <a:off x="2123" y="1203"/>
                <a:ext cx="161"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7" name="Freeform 824"/>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8" name="Line 825"/>
              <p:cNvSpPr>
                <a:spLocks noChangeShapeType="1"/>
              </p:cNvSpPr>
              <p:nvPr userDrawn="1"/>
            </p:nvSpPr>
            <p:spPr bwMode="gray">
              <a:xfrm flipV="1">
                <a:off x="2112" y="1209"/>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9" name="Freeform 826"/>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0" name="Freeform 827"/>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1" name="Line 828"/>
              <p:cNvSpPr>
                <a:spLocks noChangeShapeType="1"/>
              </p:cNvSpPr>
              <p:nvPr userDrawn="1"/>
            </p:nvSpPr>
            <p:spPr bwMode="gray">
              <a:xfrm>
                <a:off x="2118" y="1291"/>
                <a:ext cx="185"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2" name="Line 829"/>
              <p:cNvSpPr>
                <a:spLocks noChangeShapeType="1"/>
              </p:cNvSpPr>
              <p:nvPr userDrawn="1"/>
            </p:nvSpPr>
            <p:spPr bwMode="gray">
              <a:xfrm>
                <a:off x="2123" y="1284"/>
                <a:ext cx="18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3" name="Freeform 830"/>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4" name="Line 831"/>
              <p:cNvSpPr>
                <a:spLocks noChangeShapeType="1"/>
              </p:cNvSpPr>
              <p:nvPr userDrawn="1"/>
            </p:nvSpPr>
            <p:spPr bwMode="gray">
              <a:xfrm flipH="1" flipV="1">
                <a:off x="2114" y="1301"/>
                <a:ext cx="18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5" name="Freeform 832"/>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6" name="Line 833"/>
              <p:cNvSpPr>
                <a:spLocks noChangeShapeType="1"/>
              </p:cNvSpPr>
              <p:nvPr userDrawn="1"/>
            </p:nvSpPr>
            <p:spPr bwMode="gray">
              <a:xfrm flipV="1">
                <a:off x="2317" y="1342"/>
                <a:ext cx="28"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7" name="Line 834"/>
              <p:cNvSpPr>
                <a:spLocks noChangeShapeType="1"/>
              </p:cNvSpPr>
              <p:nvPr userDrawn="1"/>
            </p:nvSpPr>
            <p:spPr bwMode="gray">
              <a:xfrm flipV="1">
                <a:off x="2310" y="1331"/>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8" name="Line 835"/>
              <p:cNvSpPr>
                <a:spLocks noChangeShapeType="1"/>
              </p:cNvSpPr>
              <p:nvPr userDrawn="1"/>
            </p:nvSpPr>
            <p:spPr bwMode="gray">
              <a:xfrm flipH="1">
                <a:off x="2321" y="1354"/>
                <a:ext cx="24"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9" name="Freeform 836"/>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0" name="Freeform 837"/>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1" name="Line 838"/>
              <p:cNvSpPr>
                <a:spLocks noChangeShapeType="1"/>
              </p:cNvSpPr>
              <p:nvPr userDrawn="1"/>
            </p:nvSpPr>
            <p:spPr bwMode="gray">
              <a:xfrm flipH="1" flipV="1">
                <a:off x="2111" y="1298"/>
                <a:ext cx="5"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2" name="Line 839"/>
              <p:cNvSpPr>
                <a:spLocks noChangeShapeType="1"/>
              </p:cNvSpPr>
              <p:nvPr userDrawn="1"/>
            </p:nvSpPr>
            <p:spPr bwMode="gray">
              <a:xfrm flipH="1" flipV="1">
                <a:off x="2112" y="1293"/>
                <a:ext cx="7"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3" name="Freeform 840"/>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4" name="Line 841"/>
              <p:cNvSpPr>
                <a:spLocks noChangeShapeType="1"/>
              </p:cNvSpPr>
              <p:nvPr userDrawn="1"/>
            </p:nvSpPr>
            <p:spPr bwMode="gray">
              <a:xfrm>
                <a:off x="2114" y="1301"/>
                <a:ext cx="7" cy="22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5" name="Freeform 842"/>
              <p:cNvSpPr>
                <a:spLocks/>
              </p:cNvSpPr>
              <p:nvPr userDrawn="1"/>
            </p:nvSpPr>
            <p:spPr bwMode="gray">
              <a:xfrm>
                <a:off x="2116" y="1513"/>
                <a:ext cx="5" cy="9"/>
              </a:xfrm>
              <a:custGeom>
                <a:avLst/>
                <a:gdLst>
                  <a:gd name="T0" fmla="*/ 5 w 5"/>
                  <a:gd name="T1" fmla="*/ 9 h 9"/>
                  <a:gd name="T2" fmla="*/ 2 w 5"/>
                  <a:gd name="T3" fmla="*/ 7 h 9"/>
                  <a:gd name="T4" fmla="*/ 0 w 5"/>
                  <a:gd name="T5" fmla="*/ 5 h 9"/>
                  <a:gd name="T6" fmla="*/ 2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6" name="Freeform 843"/>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7" name="Freeform 844"/>
              <p:cNvSpPr>
                <a:spLocks/>
              </p:cNvSpPr>
              <p:nvPr userDrawn="1"/>
            </p:nvSpPr>
            <p:spPr bwMode="gray">
              <a:xfrm>
                <a:off x="3533" y="1216"/>
                <a:ext cx="5" cy="8"/>
              </a:xfrm>
              <a:custGeom>
                <a:avLst/>
                <a:gdLst>
                  <a:gd name="T0" fmla="*/ 0 w 5"/>
                  <a:gd name="T1" fmla="*/ 0 h 8"/>
                  <a:gd name="T2" fmla="*/ 1 w 5"/>
                  <a:gd name="T3" fmla="*/ 0 h 8"/>
                  <a:gd name="T4" fmla="*/ 3 w 5"/>
                  <a:gd name="T5" fmla="*/ 1 h 8"/>
                  <a:gd name="T6" fmla="*/ 3 w 5"/>
                  <a:gd name="T7" fmla="*/ 3 h 8"/>
                  <a:gd name="T8" fmla="*/ 5 w 5"/>
                  <a:gd name="T9" fmla="*/ 5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8" name="Freeform 845"/>
              <p:cNvSpPr>
                <a:spLocks/>
              </p:cNvSpPr>
              <p:nvPr userDrawn="1"/>
            </p:nvSpPr>
            <p:spPr bwMode="gray">
              <a:xfrm>
                <a:off x="2142" y="1686"/>
                <a:ext cx="7" cy="16"/>
              </a:xfrm>
              <a:custGeom>
                <a:avLst/>
                <a:gdLst>
                  <a:gd name="T0" fmla="*/ 2 w 7"/>
                  <a:gd name="T1" fmla="*/ 0 h 16"/>
                  <a:gd name="T2" fmla="*/ 0 w 7"/>
                  <a:gd name="T3" fmla="*/ 4 h 16"/>
                  <a:gd name="T4" fmla="*/ 0 w 7"/>
                  <a:gd name="T5" fmla="*/ 7 h 16"/>
                  <a:gd name="T6" fmla="*/ 2 w 7"/>
                  <a:gd name="T7" fmla="*/ 12 h 16"/>
                  <a:gd name="T8" fmla="*/ 4 w 7"/>
                  <a:gd name="T9" fmla="*/ 14 h 16"/>
                  <a:gd name="T10" fmla="*/ 7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9" name="Freeform 846"/>
              <p:cNvSpPr>
                <a:spLocks/>
              </p:cNvSpPr>
              <p:nvPr userDrawn="1"/>
            </p:nvSpPr>
            <p:spPr bwMode="gray">
              <a:xfrm>
                <a:off x="2142" y="1693"/>
                <a:ext cx="9" cy="5"/>
              </a:xfrm>
              <a:custGeom>
                <a:avLst/>
                <a:gdLst>
                  <a:gd name="T0" fmla="*/ 9 w 9"/>
                  <a:gd name="T1" fmla="*/ 5 h 5"/>
                  <a:gd name="T2" fmla="*/ 5 w 9"/>
                  <a:gd name="T3" fmla="*/ 5 h 5"/>
                  <a:gd name="T4" fmla="*/ 2 w 9"/>
                  <a:gd name="T5" fmla="*/ 5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0" name="Freeform 847"/>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1" name="Freeform 848"/>
              <p:cNvSpPr>
                <a:spLocks/>
              </p:cNvSpPr>
              <p:nvPr userDrawn="1"/>
            </p:nvSpPr>
            <p:spPr bwMode="gray">
              <a:xfrm>
                <a:off x="2784" y="1933"/>
                <a:ext cx="11" cy="8"/>
              </a:xfrm>
              <a:custGeom>
                <a:avLst/>
                <a:gdLst>
                  <a:gd name="T0" fmla="*/ 0 w 11"/>
                  <a:gd name="T1" fmla="*/ 8 h 8"/>
                  <a:gd name="T2" fmla="*/ 2 w 11"/>
                  <a:gd name="T3" fmla="*/ 8 h 8"/>
                  <a:gd name="T4" fmla="*/ 5 w 11"/>
                  <a:gd name="T5" fmla="*/ 7 h 8"/>
                  <a:gd name="T6" fmla="*/ 7 w 11"/>
                  <a:gd name="T7" fmla="*/ 5 h 8"/>
                  <a:gd name="T8" fmla="*/ 11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2" name="Freeform 849"/>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3" name="Freeform 850"/>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4" name="Freeform 851"/>
              <p:cNvSpPr>
                <a:spLocks/>
              </p:cNvSpPr>
              <p:nvPr userDrawn="1"/>
            </p:nvSpPr>
            <p:spPr bwMode="gray">
              <a:xfrm>
                <a:off x="2788" y="1683"/>
                <a:ext cx="1" cy="19"/>
              </a:xfrm>
              <a:custGeom>
                <a:avLst/>
                <a:gdLst>
                  <a:gd name="T0" fmla="*/ 1 w 1"/>
                  <a:gd name="T1" fmla="*/ 19 h 19"/>
                  <a:gd name="T2" fmla="*/ 1 w 1"/>
                  <a:gd name="T3" fmla="*/ 14 h 19"/>
                  <a:gd name="T4" fmla="*/ 1 w 1"/>
                  <a:gd name="T5" fmla="*/ 10 h 19"/>
                  <a:gd name="T6" fmla="*/ 0 w 1"/>
                  <a:gd name="T7" fmla="*/ 5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5" name="Freeform 852"/>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6" name="Freeform 853"/>
              <p:cNvSpPr>
                <a:spLocks/>
              </p:cNvSpPr>
              <p:nvPr userDrawn="1"/>
            </p:nvSpPr>
            <p:spPr bwMode="gray">
              <a:xfrm>
                <a:off x="2359" y="2013"/>
                <a:ext cx="7" cy="18"/>
              </a:xfrm>
              <a:custGeom>
                <a:avLst/>
                <a:gdLst>
                  <a:gd name="T0" fmla="*/ 2 w 7"/>
                  <a:gd name="T1" fmla="*/ 0 h 18"/>
                  <a:gd name="T2" fmla="*/ 0 w 7"/>
                  <a:gd name="T3" fmla="*/ 5 h 18"/>
                  <a:gd name="T4" fmla="*/ 0 w 7"/>
                  <a:gd name="T5" fmla="*/ 9 h 18"/>
                  <a:gd name="T6" fmla="*/ 2 w 7"/>
                  <a:gd name="T7" fmla="*/ 12 h 18"/>
                  <a:gd name="T8" fmla="*/ 4 w 7"/>
                  <a:gd name="T9" fmla="*/ 16 h 18"/>
                  <a:gd name="T10" fmla="*/ 7 w 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7" name="Freeform 854"/>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8" name="Freeform 855"/>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9" name="Freeform 856"/>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0" name="Freeform 857"/>
              <p:cNvSpPr>
                <a:spLocks/>
              </p:cNvSpPr>
              <p:nvPr userDrawn="1"/>
            </p:nvSpPr>
            <p:spPr bwMode="gray">
              <a:xfrm>
                <a:off x="2565" y="2101"/>
                <a:ext cx="2" cy="7"/>
              </a:xfrm>
              <a:custGeom>
                <a:avLst/>
                <a:gdLst>
                  <a:gd name="T0" fmla="*/ 0 w 2"/>
                  <a:gd name="T1" fmla="*/ 5 h 7"/>
                  <a:gd name="T2" fmla="*/ 2 w 2"/>
                  <a:gd name="T3" fmla="*/ 7 h 7"/>
                  <a:gd name="T4" fmla="*/ 2 w 2"/>
                  <a:gd name="T5" fmla="*/ 7 h 7"/>
                  <a:gd name="T6" fmla="*/ 2 w 2"/>
                  <a:gd name="T7" fmla="*/ 7 h 7"/>
                  <a:gd name="T8" fmla="*/ 2 w 2"/>
                  <a:gd name="T9" fmla="*/ 7 h 7"/>
                  <a:gd name="T10" fmla="*/ 2 w 2"/>
                  <a:gd name="T11" fmla="*/ 5 h 7"/>
                  <a:gd name="T12" fmla="*/ 2 w 2"/>
                  <a:gd name="T13" fmla="*/ 3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1" name="Freeform 858"/>
              <p:cNvSpPr>
                <a:spLocks/>
              </p:cNvSpPr>
              <p:nvPr userDrawn="1"/>
            </p:nvSpPr>
            <p:spPr bwMode="gray">
              <a:xfrm>
                <a:off x="2558" y="2102"/>
                <a:ext cx="18" cy="4"/>
              </a:xfrm>
              <a:custGeom>
                <a:avLst/>
                <a:gdLst>
                  <a:gd name="T0" fmla="*/ 18 w 18"/>
                  <a:gd name="T1" fmla="*/ 0 h 4"/>
                  <a:gd name="T2" fmla="*/ 14 w 18"/>
                  <a:gd name="T3" fmla="*/ 4 h 4"/>
                  <a:gd name="T4" fmla="*/ 9 w 18"/>
                  <a:gd name="T5" fmla="*/ 4 h 4"/>
                  <a:gd name="T6" fmla="*/ 4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2" name="Freeform 859"/>
              <p:cNvSpPr>
                <a:spLocks/>
              </p:cNvSpPr>
              <p:nvPr userDrawn="1"/>
            </p:nvSpPr>
            <p:spPr bwMode="gray">
              <a:xfrm>
                <a:off x="2558" y="1340"/>
                <a:ext cx="2" cy="19"/>
              </a:xfrm>
              <a:custGeom>
                <a:avLst/>
                <a:gdLst>
                  <a:gd name="T0" fmla="*/ 2 w 2"/>
                  <a:gd name="T1" fmla="*/ 19 h 19"/>
                  <a:gd name="T2" fmla="*/ 2 w 2"/>
                  <a:gd name="T3" fmla="*/ 14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3" name="Freeform 860"/>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4" name="Freeform 861"/>
              <p:cNvSpPr>
                <a:spLocks/>
              </p:cNvSpPr>
              <p:nvPr userDrawn="1"/>
            </p:nvSpPr>
            <p:spPr bwMode="gray">
              <a:xfrm>
                <a:off x="3610" y="1212"/>
                <a:ext cx="12" cy="11"/>
              </a:xfrm>
              <a:custGeom>
                <a:avLst/>
                <a:gdLst>
                  <a:gd name="T0" fmla="*/ 12 w 12"/>
                  <a:gd name="T1" fmla="*/ 11 h 11"/>
                  <a:gd name="T2" fmla="*/ 12 w 12"/>
                  <a:gd name="T3" fmla="*/ 7 h 11"/>
                  <a:gd name="T4" fmla="*/ 10 w 12"/>
                  <a:gd name="T5" fmla="*/ 4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5" name="Freeform 862"/>
              <p:cNvSpPr>
                <a:spLocks/>
              </p:cNvSpPr>
              <p:nvPr userDrawn="1"/>
            </p:nvSpPr>
            <p:spPr bwMode="gray">
              <a:xfrm>
                <a:off x="3617" y="1214"/>
                <a:ext cx="3" cy="7"/>
              </a:xfrm>
              <a:custGeom>
                <a:avLst/>
                <a:gdLst>
                  <a:gd name="T0" fmla="*/ 0 w 3"/>
                  <a:gd name="T1" fmla="*/ 0 h 7"/>
                  <a:gd name="T2" fmla="*/ 0 w 3"/>
                  <a:gd name="T3" fmla="*/ 0 h 7"/>
                  <a:gd name="T4" fmla="*/ 1 w 3"/>
                  <a:gd name="T5" fmla="*/ 2 h 7"/>
                  <a:gd name="T6" fmla="*/ 3 w 3"/>
                  <a:gd name="T7" fmla="*/ 2 h 7"/>
                  <a:gd name="T8" fmla="*/ 3 w 3"/>
                  <a:gd name="T9" fmla="*/ 5 h 7"/>
                  <a:gd name="T10" fmla="*/ 1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6" name="Freeform 863"/>
              <p:cNvSpPr>
                <a:spLocks/>
              </p:cNvSpPr>
              <p:nvPr userDrawn="1"/>
            </p:nvSpPr>
            <p:spPr bwMode="gray">
              <a:xfrm>
                <a:off x="3195" y="840"/>
                <a:ext cx="14" cy="7"/>
              </a:xfrm>
              <a:custGeom>
                <a:avLst/>
                <a:gdLst>
                  <a:gd name="T0" fmla="*/ 0 w 14"/>
                  <a:gd name="T1" fmla="*/ 0 h 7"/>
                  <a:gd name="T2" fmla="*/ 4 w 14"/>
                  <a:gd name="T3" fmla="*/ 0 h 7"/>
                  <a:gd name="T4" fmla="*/ 9 w 14"/>
                  <a:gd name="T5" fmla="*/ 1 h 7"/>
                  <a:gd name="T6" fmla="*/ 12 w 14"/>
                  <a:gd name="T7" fmla="*/ 5 h 7"/>
                  <a:gd name="T8" fmla="*/ 14 w 14"/>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7" name="Freeform 864"/>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8" name="Freeform 865"/>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9" name="Freeform 866"/>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0" name="Freeform 867"/>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1" name="Freeform 868"/>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2" name="Freeform 869"/>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3" name="Freeform 870"/>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sp>
          <p:nvSpPr>
            <p:cNvPr id="210" name="Freeform 871"/>
            <p:cNvSpPr>
              <a:spLocks/>
            </p:cNvSpPr>
            <p:nvPr userDrawn="1"/>
          </p:nvSpPr>
          <p:spPr bwMode="gray">
            <a:xfrm>
              <a:off x="3197" y="1660"/>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1" name="Freeform 872"/>
            <p:cNvSpPr>
              <a:spLocks/>
            </p:cNvSpPr>
            <p:nvPr userDrawn="1"/>
          </p:nvSpPr>
          <p:spPr bwMode="gray">
            <a:xfrm>
              <a:off x="3190" y="1670"/>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2" name="Freeform 873"/>
            <p:cNvSpPr>
              <a:spLocks/>
            </p:cNvSpPr>
            <p:nvPr userDrawn="1"/>
          </p:nvSpPr>
          <p:spPr bwMode="gray">
            <a:xfrm>
              <a:off x="3687" y="1380"/>
              <a:ext cx="3" cy="2"/>
            </a:xfrm>
            <a:custGeom>
              <a:avLst/>
              <a:gdLst>
                <a:gd name="T0" fmla="*/ 0 w 3"/>
                <a:gd name="T1" fmla="*/ 2 h 2"/>
                <a:gd name="T2" fmla="*/ 1 w 3"/>
                <a:gd name="T3" fmla="*/ 0 h 2"/>
                <a:gd name="T4" fmla="*/ 3 w 3"/>
                <a:gd name="T5" fmla="*/ 0 h 2"/>
                <a:gd name="T6" fmla="*/ 3 w 3"/>
                <a:gd name="T7" fmla="*/ 0 h 2"/>
                <a:gd name="T8" fmla="*/ 3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3" name="Freeform 874"/>
            <p:cNvSpPr>
              <a:spLocks/>
            </p:cNvSpPr>
            <p:nvPr userDrawn="1"/>
          </p:nvSpPr>
          <p:spPr bwMode="gray">
            <a:xfrm>
              <a:off x="3681" y="1375"/>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4" name="Freeform 875"/>
            <p:cNvSpPr>
              <a:spLocks/>
            </p:cNvSpPr>
            <p:nvPr userDrawn="1"/>
          </p:nvSpPr>
          <p:spPr bwMode="gray">
            <a:xfrm>
              <a:off x="3349" y="2055"/>
              <a:ext cx="16" cy="7"/>
            </a:xfrm>
            <a:custGeom>
              <a:avLst/>
              <a:gdLst>
                <a:gd name="T0" fmla="*/ 0 w 16"/>
                <a:gd name="T1" fmla="*/ 0 h 7"/>
                <a:gd name="T2" fmla="*/ 2 w 16"/>
                <a:gd name="T3" fmla="*/ 4 h 7"/>
                <a:gd name="T4" fmla="*/ 5 w 16"/>
                <a:gd name="T5" fmla="*/ 5 h 7"/>
                <a:gd name="T6" fmla="*/ 10 w 16"/>
                <a:gd name="T7" fmla="*/ 7 h 7"/>
                <a:gd name="T8" fmla="*/ 12 w 16"/>
                <a:gd name="T9" fmla="*/ 7 h 7"/>
                <a:gd name="T10" fmla="*/ 16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5" name="Freeform 876"/>
            <p:cNvSpPr>
              <a:spLocks/>
            </p:cNvSpPr>
            <p:nvPr userDrawn="1"/>
          </p:nvSpPr>
          <p:spPr bwMode="gray">
            <a:xfrm>
              <a:off x="3352" y="2055"/>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6" name="Freeform 877"/>
            <p:cNvSpPr>
              <a:spLocks/>
            </p:cNvSpPr>
            <p:nvPr userDrawn="1"/>
          </p:nvSpPr>
          <p:spPr bwMode="gray">
            <a:xfrm>
              <a:off x="3366" y="1305"/>
              <a:ext cx="18" cy="12"/>
            </a:xfrm>
            <a:custGeom>
              <a:avLst/>
              <a:gdLst>
                <a:gd name="T0" fmla="*/ 0 w 18"/>
                <a:gd name="T1" fmla="*/ 12 h 12"/>
                <a:gd name="T2" fmla="*/ 9 w 18"/>
                <a:gd name="T3" fmla="*/ 5 h 12"/>
                <a:gd name="T4" fmla="*/ 18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7" name="Freeform 878"/>
            <p:cNvSpPr>
              <a:spLocks/>
            </p:cNvSpPr>
            <p:nvPr userDrawn="1"/>
          </p:nvSpPr>
          <p:spPr bwMode="gray">
            <a:xfrm>
              <a:off x="3372" y="1303"/>
              <a:ext cx="10" cy="14"/>
            </a:xfrm>
            <a:custGeom>
              <a:avLst/>
              <a:gdLst>
                <a:gd name="T0" fmla="*/ 10 w 10"/>
                <a:gd name="T1" fmla="*/ 14 h 14"/>
                <a:gd name="T2" fmla="*/ 7 w 10"/>
                <a:gd name="T3" fmla="*/ 11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8" name="Freeform 879"/>
            <p:cNvSpPr>
              <a:spLocks/>
            </p:cNvSpPr>
            <p:nvPr userDrawn="1"/>
          </p:nvSpPr>
          <p:spPr bwMode="gray">
            <a:xfrm>
              <a:off x="3503" y="1954"/>
              <a:ext cx="14" cy="14"/>
            </a:xfrm>
            <a:custGeom>
              <a:avLst/>
              <a:gdLst>
                <a:gd name="T0" fmla="*/ 0 w 14"/>
                <a:gd name="T1" fmla="*/ 14 h 14"/>
                <a:gd name="T2" fmla="*/ 5 w 14"/>
                <a:gd name="T3" fmla="*/ 12 h 14"/>
                <a:gd name="T4" fmla="*/ 10 w 14"/>
                <a:gd name="T5" fmla="*/ 10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9" name="Freeform 880"/>
            <p:cNvSpPr>
              <a:spLocks/>
            </p:cNvSpPr>
            <p:nvPr userDrawn="1"/>
          </p:nvSpPr>
          <p:spPr bwMode="gray">
            <a:xfrm>
              <a:off x="3510" y="1955"/>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0" name="Freeform 881"/>
            <p:cNvSpPr>
              <a:spLocks/>
            </p:cNvSpPr>
            <p:nvPr userDrawn="1"/>
          </p:nvSpPr>
          <p:spPr bwMode="gray">
            <a:xfrm>
              <a:off x="2284" y="950"/>
              <a:ext cx="5" cy="16"/>
            </a:xfrm>
            <a:custGeom>
              <a:avLst/>
              <a:gdLst>
                <a:gd name="T0" fmla="*/ 3 w 5"/>
                <a:gd name="T1" fmla="*/ 16 h 16"/>
                <a:gd name="T2" fmla="*/ 2 w 5"/>
                <a:gd name="T3" fmla="*/ 12 h 16"/>
                <a:gd name="T4" fmla="*/ 0 w 5"/>
                <a:gd name="T5" fmla="*/ 9 h 16"/>
                <a:gd name="T6" fmla="*/ 2 w 5"/>
                <a:gd name="T7" fmla="*/ 3 h 16"/>
                <a:gd name="T8" fmla="*/ 2 w 5"/>
                <a:gd name="T9" fmla="*/ 2 h 16"/>
                <a:gd name="T10" fmla="*/ 5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1" name="Freeform 882"/>
            <p:cNvSpPr>
              <a:spLocks/>
            </p:cNvSpPr>
            <p:nvPr userDrawn="1"/>
          </p:nvSpPr>
          <p:spPr bwMode="gray">
            <a:xfrm>
              <a:off x="2284" y="952"/>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2" name="Freeform 883"/>
            <p:cNvSpPr>
              <a:spLocks/>
            </p:cNvSpPr>
            <p:nvPr userDrawn="1"/>
          </p:nvSpPr>
          <p:spPr bwMode="gray">
            <a:xfrm>
              <a:off x="2452" y="873"/>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3" name="Freeform 884"/>
            <p:cNvSpPr>
              <a:spLocks/>
            </p:cNvSpPr>
            <p:nvPr userDrawn="1"/>
          </p:nvSpPr>
          <p:spPr bwMode="gray">
            <a:xfrm>
              <a:off x="2443" y="875"/>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4" name="Freeform 885"/>
            <p:cNvSpPr>
              <a:spLocks/>
            </p:cNvSpPr>
            <p:nvPr userDrawn="1"/>
          </p:nvSpPr>
          <p:spPr bwMode="gray">
            <a:xfrm>
              <a:off x="3123" y="2213"/>
              <a:ext cx="18" cy="8"/>
            </a:xfrm>
            <a:custGeom>
              <a:avLst/>
              <a:gdLst>
                <a:gd name="T0" fmla="*/ 0 w 18"/>
                <a:gd name="T1" fmla="*/ 7 h 8"/>
                <a:gd name="T2" fmla="*/ 6 w 18"/>
                <a:gd name="T3" fmla="*/ 8 h 8"/>
                <a:gd name="T4" fmla="*/ 11 w 18"/>
                <a:gd name="T5" fmla="*/ 7 h 8"/>
                <a:gd name="T6" fmla="*/ 14 w 18"/>
                <a:gd name="T7" fmla="*/ 3 h 8"/>
                <a:gd name="T8" fmla="*/ 18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5" name="Freeform 886"/>
            <p:cNvSpPr>
              <a:spLocks/>
            </p:cNvSpPr>
            <p:nvPr userDrawn="1"/>
          </p:nvSpPr>
          <p:spPr bwMode="gray">
            <a:xfrm>
              <a:off x="3127" y="2214"/>
              <a:ext cx="7" cy="7"/>
            </a:xfrm>
            <a:custGeom>
              <a:avLst/>
              <a:gdLst>
                <a:gd name="T0" fmla="*/ 7 w 7"/>
                <a:gd name="T1" fmla="*/ 6 h 7"/>
                <a:gd name="T2" fmla="*/ 5 w 7"/>
                <a:gd name="T3" fmla="*/ 7 h 7"/>
                <a:gd name="T4" fmla="*/ 3 w 7"/>
                <a:gd name="T5" fmla="*/ 6 h 7"/>
                <a:gd name="T6" fmla="*/ 2 w 7"/>
                <a:gd name="T7" fmla="*/ 4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6" name="Freeform 887"/>
            <p:cNvSpPr>
              <a:spLocks/>
            </p:cNvSpPr>
            <p:nvPr userDrawn="1"/>
          </p:nvSpPr>
          <p:spPr bwMode="gray">
            <a:xfrm>
              <a:off x="3283" y="2108"/>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7" name="Freeform 888"/>
            <p:cNvSpPr>
              <a:spLocks/>
            </p:cNvSpPr>
            <p:nvPr userDrawn="1"/>
          </p:nvSpPr>
          <p:spPr bwMode="gray">
            <a:xfrm>
              <a:off x="3279" y="2115"/>
              <a:ext cx="11" cy="7"/>
            </a:xfrm>
            <a:custGeom>
              <a:avLst/>
              <a:gdLst>
                <a:gd name="T0" fmla="*/ 0 w 11"/>
                <a:gd name="T1" fmla="*/ 7 h 7"/>
                <a:gd name="T2" fmla="*/ 4 w 11"/>
                <a:gd name="T3" fmla="*/ 7 h 7"/>
                <a:gd name="T4" fmla="*/ 7 w 11"/>
                <a:gd name="T5" fmla="*/ 5 h 7"/>
                <a:gd name="T6" fmla="*/ 9 w 11"/>
                <a:gd name="T7" fmla="*/ 3 h 7"/>
                <a:gd name="T8" fmla="*/ 11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8" name="Freeform 889"/>
            <p:cNvSpPr>
              <a:spLocks/>
            </p:cNvSpPr>
            <p:nvPr userDrawn="1"/>
          </p:nvSpPr>
          <p:spPr bwMode="gray">
            <a:xfrm>
              <a:off x="2541" y="2150"/>
              <a:ext cx="5"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5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9" name="Freeform 890"/>
            <p:cNvSpPr>
              <a:spLocks/>
            </p:cNvSpPr>
            <p:nvPr userDrawn="1"/>
          </p:nvSpPr>
          <p:spPr bwMode="gray">
            <a:xfrm>
              <a:off x="2539" y="2157"/>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0" name="Freeform 891"/>
            <p:cNvSpPr>
              <a:spLocks/>
            </p:cNvSpPr>
            <p:nvPr userDrawn="1"/>
          </p:nvSpPr>
          <p:spPr bwMode="gray">
            <a:xfrm>
              <a:off x="2744" y="2237"/>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1" name="Freeform 892"/>
            <p:cNvSpPr>
              <a:spLocks/>
            </p:cNvSpPr>
            <p:nvPr userDrawn="1"/>
          </p:nvSpPr>
          <p:spPr bwMode="gray">
            <a:xfrm>
              <a:off x="2735" y="2239"/>
              <a:ext cx="18" cy="3"/>
            </a:xfrm>
            <a:custGeom>
              <a:avLst/>
              <a:gdLst>
                <a:gd name="T0" fmla="*/ 18 w 18"/>
                <a:gd name="T1" fmla="*/ 0 h 3"/>
                <a:gd name="T2" fmla="*/ 14 w 18"/>
                <a:gd name="T3" fmla="*/ 3 h 3"/>
                <a:gd name="T4" fmla="*/ 11 w 18"/>
                <a:gd name="T5" fmla="*/ 3 h 3"/>
                <a:gd name="T6" fmla="*/ 5 w 18"/>
                <a:gd name="T7" fmla="*/ 3 h 3"/>
                <a:gd name="T8" fmla="*/ 0 w 18"/>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2" name="Freeform 893"/>
            <p:cNvSpPr>
              <a:spLocks/>
            </p:cNvSpPr>
            <p:nvPr userDrawn="1"/>
          </p:nvSpPr>
          <p:spPr bwMode="gray">
            <a:xfrm>
              <a:off x="2527" y="922"/>
              <a:ext cx="5" cy="3"/>
            </a:xfrm>
            <a:custGeom>
              <a:avLst/>
              <a:gdLst>
                <a:gd name="T0" fmla="*/ 2 w 5"/>
                <a:gd name="T1" fmla="*/ 3 h 3"/>
                <a:gd name="T2" fmla="*/ 0 w 5"/>
                <a:gd name="T3" fmla="*/ 2 h 3"/>
                <a:gd name="T4" fmla="*/ 0 w 5"/>
                <a:gd name="T5" fmla="*/ 2 h 3"/>
                <a:gd name="T6" fmla="*/ 0 w 5"/>
                <a:gd name="T7" fmla="*/ 0 h 3"/>
                <a:gd name="T8" fmla="*/ 0 w 5"/>
                <a:gd name="T9" fmla="*/ 0 h 3"/>
                <a:gd name="T10" fmla="*/ 3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3" name="Freeform 894"/>
            <p:cNvSpPr>
              <a:spLocks/>
            </p:cNvSpPr>
            <p:nvPr userDrawn="1"/>
          </p:nvSpPr>
          <p:spPr bwMode="gray">
            <a:xfrm>
              <a:off x="2525" y="915"/>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4" name="Freeform 895"/>
            <p:cNvSpPr>
              <a:spLocks/>
            </p:cNvSpPr>
            <p:nvPr userDrawn="1"/>
          </p:nvSpPr>
          <p:spPr bwMode="gray">
            <a:xfrm>
              <a:off x="3041" y="670"/>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5" name="Freeform 896"/>
            <p:cNvSpPr>
              <a:spLocks/>
            </p:cNvSpPr>
            <p:nvPr userDrawn="1"/>
          </p:nvSpPr>
          <p:spPr bwMode="gray">
            <a:xfrm>
              <a:off x="3034" y="672"/>
              <a:ext cx="16" cy="3"/>
            </a:xfrm>
            <a:custGeom>
              <a:avLst/>
              <a:gdLst>
                <a:gd name="T0" fmla="*/ 0 w 16"/>
                <a:gd name="T1" fmla="*/ 3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6" name="Freeform 897"/>
            <p:cNvSpPr>
              <a:spLocks/>
            </p:cNvSpPr>
            <p:nvPr userDrawn="1"/>
          </p:nvSpPr>
          <p:spPr bwMode="gray">
            <a:xfrm>
              <a:off x="2740" y="980"/>
              <a:ext cx="2" cy="19"/>
            </a:xfrm>
            <a:custGeom>
              <a:avLst/>
              <a:gdLst>
                <a:gd name="T0" fmla="*/ 2 w 2"/>
                <a:gd name="T1" fmla="*/ 19 h 19"/>
                <a:gd name="T2" fmla="*/ 2 w 2"/>
                <a:gd name="T3" fmla="*/ 15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7" name="Freeform 898"/>
            <p:cNvSpPr>
              <a:spLocks/>
            </p:cNvSpPr>
            <p:nvPr userDrawn="1"/>
          </p:nvSpPr>
          <p:spPr bwMode="gray">
            <a:xfrm>
              <a:off x="2732" y="990"/>
              <a:ext cx="19" cy="2"/>
            </a:xfrm>
            <a:custGeom>
              <a:avLst/>
              <a:gdLst>
                <a:gd name="T0" fmla="*/ 19 w 19"/>
                <a:gd name="T1" fmla="*/ 0 h 2"/>
                <a:gd name="T2" fmla="*/ 14 w 19"/>
                <a:gd name="T3" fmla="*/ 0 h 2"/>
                <a:gd name="T4" fmla="*/ 10 w 19"/>
                <a:gd name="T5" fmla="*/ 0 h 2"/>
                <a:gd name="T6" fmla="*/ 5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8" name="Freeform 899"/>
            <p:cNvSpPr>
              <a:spLocks/>
            </p:cNvSpPr>
            <p:nvPr userDrawn="1"/>
          </p:nvSpPr>
          <p:spPr bwMode="gray">
            <a:xfrm>
              <a:off x="3249" y="733"/>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9" name="Freeform 900"/>
            <p:cNvSpPr>
              <a:spLocks/>
            </p:cNvSpPr>
            <p:nvPr userDrawn="1"/>
          </p:nvSpPr>
          <p:spPr bwMode="gray">
            <a:xfrm>
              <a:off x="3244" y="728"/>
              <a:ext cx="11" cy="15"/>
            </a:xfrm>
            <a:custGeom>
              <a:avLst/>
              <a:gdLst>
                <a:gd name="T0" fmla="*/ 11 w 11"/>
                <a:gd name="T1" fmla="*/ 15 h 15"/>
                <a:gd name="T2" fmla="*/ 11 w 11"/>
                <a:gd name="T3" fmla="*/ 10 h 15"/>
                <a:gd name="T4" fmla="*/ 7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0" name="Freeform 901"/>
            <p:cNvSpPr>
              <a:spLocks/>
            </p:cNvSpPr>
            <p:nvPr userDrawn="1"/>
          </p:nvSpPr>
          <p:spPr bwMode="gray">
            <a:xfrm>
              <a:off x="2490" y="763"/>
              <a:ext cx="4" cy="15"/>
            </a:xfrm>
            <a:custGeom>
              <a:avLst/>
              <a:gdLst>
                <a:gd name="T0" fmla="*/ 4 w 4"/>
                <a:gd name="T1" fmla="*/ 15 h 15"/>
                <a:gd name="T2" fmla="*/ 0 w 4"/>
                <a:gd name="T3" fmla="*/ 12 h 15"/>
                <a:gd name="T4" fmla="*/ 0 w 4"/>
                <a:gd name="T5" fmla="*/ 8 h 15"/>
                <a:gd name="T6" fmla="*/ 0 w 4"/>
                <a:gd name="T7" fmla="*/ 5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1" name="Freeform 902"/>
            <p:cNvSpPr>
              <a:spLocks/>
            </p:cNvSpPr>
            <p:nvPr userDrawn="1"/>
          </p:nvSpPr>
          <p:spPr bwMode="gray">
            <a:xfrm>
              <a:off x="2489" y="764"/>
              <a:ext cx="8" cy="9"/>
            </a:xfrm>
            <a:custGeom>
              <a:avLst/>
              <a:gdLst>
                <a:gd name="T0" fmla="*/ 8 w 8"/>
                <a:gd name="T1" fmla="*/ 0 h 9"/>
                <a:gd name="T2" fmla="*/ 5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2" name="Freeform 903"/>
            <p:cNvSpPr>
              <a:spLocks/>
            </p:cNvSpPr>
            <p:nvPr userDrawn="1"/>
          </p:nvSpPr>
          <p:spPr bwMode="gray">
            <a:xfrm>
              <a:off x="3146" y="960"/>
              <a:ext cx="2" cy="20"/>
            </a:xfrm>
            <a:custGeom>
              <a:avLst/>
              <a:gdLst>
                <a:gd name="T0" fmla="*/ 2 w 2"/>
                <a:gd name="T1" fmla="*/ 20 h 20"/>
                <a:gd name="T2" fmla="*/ 2 w 2"/>
                <a:gd name="T3" fmla="*/ 16 h 20"/>
                <a:gd name="T4" fmla="*/ 2 w 2"/>
                <a:gd name="T5" fmla="*/ 11 h 20"/>
                <a:gd name="T6" fmla="*/ 2 w 2"/>
                <a:gd name="T7" fmla="*/ 6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3" name="Freeform 904"/>
            <p:cNvSpPr>
              <a:spLocks/>
            </p:cNvSpPr>
            <p:nvPr userDrawn="1"/>
          </p:nvSpPr>
          <p:spPr bwMode="gray">
            <a:xfrm>
              <a:off x="3139" y="971"/>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4" name="Freeform 905"/>
            <p:cNvSpPr>
              <a:spLocks/>
            </p:cNvSpPr>
            <p:nvPr userDrawn="1"/>
          </p:nvSpPr>
          <p:spPr bwMode="gray">
            <a:xfrm>
              <a:off x="2651" y="687"/>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5" name="Freeform 906"/>
            <p:cNvSpPr>
              <a:spLocks/>
            </p:cNvSpPr>
            <p:nvPr userDrawn="1"/>
          </p:nvSpPr>
          <p:spPr bwMode="gray">
            <a:xfrm>
              <a:off x="2653" y="687"/>
              <a:ext cx="10" cy="9"/>
            </a:xfrm>
            <a:custGeom>
              <a:avLst/>
              <a:gdLst>
                <a:gd name="T0" fmla="*/ 10 w 10"/>
                <a:gd name="T1" fmla="*/ 0 h 9"/>
                <a:gd name="T2" fmla="*/ 7 w 10"/>
                <a:gd name="T3" fmla="*/ 0 h 9"/>
                <a:gd name="T4" fmla="*/ 5 w 10"/>
                <a:gd name="T5" fmla="*/ 2 h 9"/>
                <a:gd name="T6" fmla="*/ 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6" name="Freeform 907"/>
            <p:cNvSpPr>
              <a:spLocks/>
            </p:cNvSpPr>
            <p:nvPr userDrawn="1"/>
          </p:nvSpPr>
          <p:spPr bwMode="gray">
            <a:xfrm>
              <a:off x="3300" y="882"/>
              <a:ext cx="14" cy="12"/>
            </a:xfrm>
            <a:custGeom>
              <a:avLst/>
              <a:gdLst>
                <a:gd name="T0" fmla="*/ 14 w 14"/>
                <a:gd name="T1" fmla="*/ 12 h 12"/>
                <a:gd name="T2" fmla="*/ 14 w 14"/>
                <a:gd name="T3" fmla="*/ 7 h 12"/>
                <a:gd name="T4" fmla="*/ 12 w 14"/>
                <a:gd name="T5" fmla="*/ 3 h 12"/>
                <a:gd name="T6" fmla="*/ 9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7" name="Freeform 908"/>
            <p:cNvSpPr>
              <a:spLocks/>
            </p:cNvSpPr>
            <p:nvPr userDrawn="1"/>
          </p:nvSpPr>
          <p:spPr bwMode="gray">
            <a:xfrm>
              <a:off x="3307" y="885"/>
              <a:ext cx="5" cy="7"/>
            </a:xfrm>
            <a:custGeom>
              <a:avLst/>
              <a:gdLst>
                <a:gd name="T0" fmla="*/ 0 w 5"/>
                <a:gd name="T1" fmla="*/ 0 h 7"/>
                <a:gd name="T2" fmla="*/ 3 w 5"/>
                <a:gd name="T3" fmla="*/ 0 h 7"/>
                <a:gd name="T4" fmla="*/ 5 w 5"/>
                <a:gd name="T5" fmla="*/ 2 h 7"/>
                <a:gd name="T6" fmla="*/ 5 w 5"/>
                <a:gd name="T7" fmla="*/ 4 h 7"/>
                <a:gd name="T8" fmla="*/ 3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8" name="Freeform 909"/>
            <p:cNvSpPr>
              <a:spLocks/>
            </p:cNvSpPr>
            <p:nvPr userDrawn="1"/>
          </p:nvSpPr>
          <p:spPr bwMode="gray">
            <a:xfrm>
              <a:off x="2118" y="1513"/>
              <a:ext cx="5" cy="16"/>
            </a:xfrm>
            <a:custGeom>
              <a:avLst/>
              <a:gdLst>
                <a:gd name="T0" fmla="*/ 1 w 5"/>
                <a:gd name="T1" fmla="*/ 0 h 16"/>
                <a:gd name="T2" fmla="*/ 0 w 5"/>
                <a:gd name="T3" fmla="*/ 3 h 16"/>
                <a:gd name="T4" fmla="*/ 0 w 5"/>
                <a:gd name="T5" fmla="*/ 7 h 16"/>
                <a:gd name="T6" fmla="*/ 1 w 5"/>
                <a:gd name="T7" fmla="*/ 12 h 16"/>
                <a:gd name="T8" fmla="*/ 3 w 5"/>
                <a:gd name="T9" fmla="*/ 14 h 16"/>
                <a:gd name="T10" fmla="*/ 5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9" name="Freeform 910"/>
            <p:cNvSpPr>
              <a:spLocks/>
            </p:cNvSpPr>
            <p:nvPr userDrawn="1"/>
          </p:nvSpPr>
          <p:spPr bwMode="gray">
            <a:xfrm>
              <a:off x="2118" y="1520"/>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0" name="Freeform 911"/>
            <p:cNvSpPr>
              <a:spLocks/>
            </p:cNvSpPr>
            <p:nvPr userDrawn="1"/>
          </p:nvSpPr>
          <p:spPr bwMode="gray">
            <a:xfrm>
              <a:off x="2111" y="1284"/>
              <a:ext cx="12" cy="14"/>
            </a:xfrm>
            <a:custGeom>
              <a:avLst/>
              <a:gdLst>
                <a:gd name="T0" fmla="*/ 0 w 12"/>
                <a:gd name="T1" fmla="*/ 14 h 14"/>
                <a:gd name="T2" fmla="*/ 0 w 12"/>
                <a:gd name="T3" fmla="*/ 9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1" name="Freeform 912"/>
            <p:cNvSpPr>
              <a:spLocks/>
            </p:cNvSpPr>
            <p:nvPr userDrawn="1"/>
          </p:nvSpPr>
          <p:spPr bwMode="gray">
            <a:xfrm>
              <a:off x="2112" y="1287"/>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2" name="Line 913"/>
            <p:cNvSpPr>
              <a:spLocks noChangeShapeType="1"/>
            </p:cNvSpPr>
            <p:nvPr userDrawn="1"/>
          </p:nvSpPr>
          <p:spPr bwMode="gray">
            <a:xfrm flipH="1" flipV="1">
              <a:off x="3314" y="93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3" name="Line 914"/>
            <p:cNvSpPr>
              <a:spLocks noChangeShapeType="1"/>
            </p:cNvSpPr>
            <p:nvPr userDrawn="1"/>
          </p:nvSpPr>
          <p:spPr bwMode="gray">
            <a:xfrm flipV="1">
              <a:off x="3248" y="1887"/>
              <a:ext cx="1"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4" name="Freeform 915"/>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5" name="Line 916"/>
            <p:cNvSpPr>
              <a:spLocks noChangeShapeType="1"/>
            </p:cNvSpPr>
            <p:nvPr userDrawn="1"/>
          </p:nvSpPr>
          <p:spPr bwMode="gray">
            <a:xfrm flipV="1">
              <a:off x="3141" y="1901"/>
              <a:ext cx="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6" name="Line 917"/>
            <p:cNvSpPr>
              <a:spLocks noChangeShapeType="1"/>
            </p:cNvSpPr>
            <p:nvPr userDrawn="1"/>
          </p:nvSpPr>
          <p:spPr bwMode="gray">
            <a:xfrm flipV="1">
              <a:off x="3146" y="1903"/>
              <a:ext cx="2"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7" name="Line 918"/>
            <p:cNvSpPr>
              <a:spLocks noChangeShapeType="1"/>
            </p:cNvSpPr>
            <p:nvPr userDrawn="1"/>
          </p:nvSpPr>
          <p:spPr bwMode="gray">
            <a:xfrm>
              <a:off x="3144" y="1903"/>
              <a:ext cx="1"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8" name="Freeform 919"/>
            <p:cNvSpPr>
              <a:spLocks/>
            </p:cNvSpPr>
            <p:nvPr userDrawn="1"/>
          </p:nvSpPr>
          <p:spPr bwMode="gray">
            <a:xfrm>
              <a:off x="3141" y="1971"/>
              <a:ext cx="5" cy="9"/>
            </a:xfrm>
            <a:custGeom>
              <a:avLst/>
              <a:gdLst>
                <a:gd name="T0" fmla="*/ 5 w 5"/>
                <a:gd name="T1" fmla="*/ 9 h 9"/>
                <a:gd name="T2" fmla="*/ 2 w 5"/>
                <a:gd name="T3" fmla="*/ 7 h 9"/>
                <a:gd name="T4" fmla="*/ 0 w 5"/>
                <a:gd name="T5" fmla="*/ 5 h 9"/>
                <a:gd name="T6" fmla="*/ 0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9" name="Freeform 920"/>
            <p:cNvSpPr>
              <a:spLocks/>
            </p:cNvSpPr>
            <p:nvPr userDrawn="1"/>
          </p:nvSpPr>
          <p:spPr bwMode="gray">
            <a:xfrm>
              <a:off x="3143" y="1985"/>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0" name="Freeform 921"/>
            <p:cNvSpPr>
              <a:spLocks/>
            </p:cNvSpPr>
            <p:nvPr userDrawn="1"/>
          </p:nvSpPr>
          <p:spPr bwMode="gray">
            <a:xfrm>
              <a:off x="3132" y="1971"/>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1" name="Freeform 922"/>
            <p:cNvSpPr>
              <a:spLocks/>
            </p:cNvSpPr>
            <p:nvPr userDrawn="1"/>
          </p:nvSpPr>
          <p:spPr bwMode="gray">
            <a:xfrm>
              <a:off x="3123" y="1978"/>
              <a:ext cx="9" cy="18"/>
            </a:xfrm>
            <a:custGeom>
              <a:avLst/>
              <a:gdLst>
                <a:gd name="T0" fmla="*/ 0 w 9"/>
                <a:gd name="T1" fmla="*/ 18 h 18"/>
                <a:gd name="T2" fmla="*/ 2 w 9"/>
                <a:gd name="T3" fmla="*/ 14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2" name="Freeform 923"/>
            <p:cNvSpPr>
              <a:spLocks/>
            </p:cNvSpPr>
            <p:nvPr userDrawn="1"/>
          </p:nvSpPr>
          <p:spPr bwMode="gray">
            <a:xfrm>
              <a:off x="3123" y="1996"/>
              <a:ext cx="20" cy="1"/>
            </a:xfrm>
            <a:custGeom>
              <a:avLst/>
              <a:gdLst>
                <a:gd name="T0" fmla="*/ 0 w 20"/>
                <a:gd name="T1" fmla="*/ 0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3" name="Line 924"/>
            <p:cNvSpPr>
              <a:spLocks noChangeShapeType="1"/>
            </p:cNvSpPr>
            <p:nvPr userDrawn="1"/>
          </p:nvSpPr>
          <p:spPr bwMode="gray">
            <a:xfrm>
              <a:off x="2837" y="1216"/>
              <a:ext cx="314" cy="10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864" name="Group 925"/>
          <p:cNvGrpSpPr>
            <a:grpSpLocks/>
          </p:cNvGrpSpPr>
          <p:nvPr userDrawn="1"/>
        </p:nvGrpSpPr>
        <p:grpSpPr bwMode="auto">
          <a:xfrm>
            <a:off x="5867400" y="3789363"/>
            <a:ext cx="2798763" cy="2786062"/>
            <a:chOff x="4059" y="2614"/>
            <a:chExt cx="1581" cy="1574"/>
          </a:xfrm>
        </p:grpSpPr>
        <p:sp>
          <p:nvSpPr>
            <p:cNvPr id="865" name="Line 926"/>
            <p:cNvSpPr>
              <a:spLocks noChangeShapeType="1"/>
            </p:cNvSpPr>
            <p:nvPr userDrawn="1"/>
          </p:nvSpPr>
          <p:spPr bwMode="gray">
            <a:xfrm flipH="1">
              <a:off x="5040" y="3476"/>
              <a:ext cx="156"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6" name="Line 927"/>
            <p:cNvSpPr>
              <a:spLocks noChangeShapeType="1"/>
            </p:cNvSpPr>
            <p:nvPr userDrawn="1"/>
          </p:nvSpPr>
          <p:spPr bwMode="gray">
            <a:xfrm flipH="1" flipV="1">
              <a:off x="5049" y="3467"/>
              <a:ext cx="206"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7" name="Line 928"/>
            <p:cNvSpPr>
              <a:spLocks noChangeShapeType="1"/>
            </p:cNvSpPr>
            <p:nvPr userDrawn="1"/>
          </p:nvSpPr>
          <p:spPr bwMode="gray">
            <a:xfrm flipV="1">
              <a:off x="5029" y="358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8" name="Line 929"/>
            <p:cNvSpPr>
              <a:spLocks noChangeShapeType="1"/>
            </p:cNvSpPr>
            <p:nvPr userDrawn="1"/>
          </p:nvSpPr>
          <p:spPr bwMode="gray">
            <a:xfrm flipV="1">
              <a:off x="5397" y="3462"/>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9" name="Line 930"/>
            <p:cNvSpPr>
              <a:spLocks noChangeShapeType="1"/>
            </p:cNvSpPr>
            <p:nvPr userDrawn="1"/>
          </p:nvSpPr>
          <p:spPr bwMode="gray">
            <a:xfrm flipH="1">
              <a:off x="5404" y="3217"/>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0" name="Line 931"/>
            <p:cNvSpPr>
              <a:spLocks noChangeShapeType="1"/>
            </p:cNvSpPr>
            <p:nvPr userDrawn="1"/>
          </p:nvSpPr>
          <p:spPr bwMode="gray">
            <a:xfrm flipV="1">
              <a:off x="4938" y="2878"/>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1" name="Freeform 932"/>
            <p:cNvSpPr>
              <a:spLocks/>
            </p:cNvSpPr>
            <p:nvPr userDrawn="1"/>
          </p:nvSpPr>
          <p:spPr bwMode="gray">
            <a:xfrm>
              <a:off x="5031" y="3567"/>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2" name="Line 933"/>
            <p:cNvSpPr>
              <a:spLocks noChangeShapeType="1"/>
            </p:cNvSpPr>
            <p:nvPr userDrawn="1"/>
          </p:nvSpPr>
          <p:spPr bwMode="gray">
            <a:xfrm>
              <a:off x="4931" y="3539"/>
              <a:ext cx="20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3" name="Line 934"/>
            <p:cNvSpPr>
              <a:spLocks noChangeShapeType="1"/>
            </p:cNvSpPr>
            <p:nvPr userDrawn="1"/>
          </p:nvSpPr>
          <p:spPr bwMode="gray">
            <a:xfrm>
              <a:off x="4937" y="3532"/>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4" name="Line 935"/>
            <p:cNvSpPr>
              <a:spLocks noChangeShapeType="1"/>
            </p:cNvSpPr>
            <p:nvPr userDrawn="1"/>
          </p:nvSpPr>
          <p:spPr bwMode="gray">
            <a:xfrm flipH="1" flipV="1">
              <a:off x="4928" y="3550"/>
              <a:ext cx="208"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5" name="Line 936"/>
            <p:cNvSpPr>
              <a:spLocks noChangeShapeType="1"/>
            </p:cNvSpPr>
            <p:nvPr userDrawn="1"/>
          </p:nvSpPr>
          <p:spPr bwMode="gray">
            <a:xfrm>
              <a:off x="4905" y="3786"/>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6" name="Line 937"/>
            <p:cNvSpPr>
              <a:spLocks noChangeShapeType="1"/>
            </p:cNvSpPr>
            <p:nvPr userDrawn="1"/>
          </p:nvSpPr>
          <p:spPr bwMode="gray">
            <a:xfrm flipH="1" flipV="1">
              <a:off x="4179" y="3352"/>
              <a:ext cx="116"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7" name="Line 938"/>
            <p:cNvSpPr>
              <a:spLocks noChangeShapeType="1"/>
            </p:cNvSpPr>
            <p:nvPr userDrawn="1"/>
          </p:nvSpPr>
          <p:spPr bwMode="gray">
            <a:xfrm flipV="1">
              <a:off x="4232" y="3411"/>
              <a:ext cx="63" cy="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8" name="Line 939"/>
            <p:cNvSpPr>
              <a:spLocks noChangeShapeType="1"/>
            </p:cNvSpPr>
            <p:nvPr userDrawn="1"/>
          </p:nvSpPr>
          <p:spPr bwMode="gray">
            <a:xfrm flipH="1" flipV="1">
              <a:off x="4613" y="3508"/>
              <a:ext cx="203"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9" name="Line 940"/>
            <p:cNvSpPr>
              <a:spLocks noChangeShapeType="1"/>
            </p:cNvSpPr>
            <p:nvPr userDrawn="1"/>
          </p:nvSpPr>
          <p:spPr bwMode="gray">
            <a:xfrm flipV="1">
              <a:off x="4590" y="3483"/>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0" name="Line 941"/>
            <p:cNvSpPr>
              <a:spLocks noChangeShapeType="1"/>
            </p:cNvSpPr>
            <p:nvPr userDrawn="1"/>
          </p:nvSpPr>
          <p:spPr bwMode="gray">
            <a:xfrm flipV="1">
              <a:off x="4828" y="3597"/>
              <a:ext cx="1"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1" name="Line 942"/>
            <p:cNvSpPr>
              <a:spLocks noChangeShapeType="1"/>
            </p:cNvSpPr>
            <p:nvPr userDrawn="1"/>
          </p:nvSpPr>
          <p:spPr bwMode="gray">
            <a:xfrm flipV="1">
              <a:off x="4746" y="3665"/>
              <a:ext cx="161"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2" name="Line 943"/>
            <p:cNvSpPr>
              <a:spLocks noChangeShapeType="1"/>
            </p:cNvSpPr>
            <p:nvPr userDrawn="1"/>
          </p:nvSpPr>
          <p:spPr bwMode="gray">
            <a:xfrm>
              <a:off x="4681" y="3450"/>
              <a:ext cx="11"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3" name="Line 944"/>
            <p:cNvSpPr>
              <a:spLocks noChangeShapeType="1"/>
            </p:cNvSpPr>
            <p:nvPr userDrawn="1"/>
          </p:nvSpPr>
          <p:spPr bwMode="gray">
            <a:xfrm flipV="1">
              <a:off x="4692" y="3453"/>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4" name="Line 945"/>
            <p:cNvSpPr>
              <a:spLocks noChangeShapeType="1"/>
            </p:cNvSpPr>
            <p:nvPr userDrawn="1"/>
          </p:nvSpPr>
          <p:spPr bwMode="gray">
            <a:xfrm flipH="1" flipV="1">
              <a:off x="4400" y="3513"/>
              <a:ext cx="4" cy="2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5" name="Line 946"/>
            <p:cNvSpPr>
              <a:spLocks noChangeShapeType="1"/>
            </p:cNvSpPr>
            <p:nvPr userDrawn="1"/>
          </p:nvSpPr>
          <p:spPr bwMode="gray">
            <a:xfrm>
              <a:off x="4090" y="3527"/>
              <a:ext cx="637"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6" name="Line 947"/>
            <p:cNvSpPr>
              <a:spLocks noChangeShapeType="1"/>
            </p:cNvSpPr>
            <p:nvPr userDrawn="1"/>
          </p:nvSpPr>
          <p:spPr bwMode="gray">
            <a:xfrm flipV="1">
              <a:off x="4512" y="3553"/>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7" name="Line 948"/>
            <p:cNvSpPr>
              <a:spLocks noChangeShapeType="1"/>
            </p:cNvSpPr>
            <p:nvPr userDrawn="1"/>
          </p:nvSpPr>
          <p:spPr bwMode="gray">
            <a:xfrm flipH="1" flipV="1">
              <a:off x="4499" y="3550"/>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8" name="Line 949"/>
            <p:cNvSpPr>
              <a:spLocks noChangeShapeType="1"/>
            </p:cNvSpPr>
            <p:nvPr userDrawn="1"/>
          </p:nvSpPr>
          <p:spPr bwMode="gray">
            <a:xfrm flipH="1" flipV="1">
              <a:off x="4302" y="3478"/>
              <a:ext cx="19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9" name="Line 950"/>
            <p:cNvSpPr>
              <a:spLocks noChangeShapeType="1"/>
            </p:cNvSpPr>
            <p:nvPr userDrawn="1"/>
          </p:nvSpPr>
          <p:spPr bwMode="gray">
            <a:xfrm flipH="1" flipV="1">
              <a:off x="4291" y="3474"/>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0" name="Line 951"/>
            <p:cNvSpPr>
              <a:spLocks noChangeShapeType="1"/>
            </p:cNvSpPr>
            <p:nvPr userDrawn="1"/>
          </p:nvSpPr>
          <p:spPr bwMode="gray">
            <a:xfrm flipV="1">
              <a:off x="4291" y="3474"/>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1" name="Line 952"/>
            <p:cNvSpPr>
              <a:spLocks noChangeShapeType="1"/>
            </p:cNvSpPr>
            <p:nvPr userDrawn="1"/>
          </p:nvSpPr>
          <p:spPr bwMode="gray">
            <a:xfrm>
              <a:off x="4295" y="3714"/>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2" name="Line 953"/>
            <p:cNvSpPr>
              <a:spLocks noChangeShapeType="1"/>
            </p:cNvSpPr>
            <p:nvPr userDrawn="1"/>
          </p:nvSpPr>
          <p:spPr bwMode="gray">
            <a:xfrm>
              <a:off x="4295" y="3728"/>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3" name="Line 954"/>
            <p:cNvSpPr>
              <a:spLocks noChangeShapeType="1"/>
            </p:cNvSpPr>
            <p:nvPr userDrawn="1"/>
          </p:nvSpPr>
          <p:spPr bwMode="gray">
            <a:xfrm>
              <a:off x="4307" y="3732"/>
              <a:ext cx="195"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4" name="Line 955"/>
            <p:cNvSpPr>
              <a:spLocks noChangeShapeType="1"/>
            </p:cNvSpPr>
            <p:nvPr userDrawn="1"/>
          </p:nvSpPr>
          <p:spPr bwMode="gray">
            <a:xfrm>
              <a:off x="4503" y="3805"/>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5" name="Line 956"/>
            <p:cNvSpPr>
              <a:spLocks noChangeShapeType="1"/>
            </p:cNvSpPr>
            <p:nvPr userDrawn="1"/>
          </p:nvSpPr>
          <p:spPr bwMode="gray">
            <a:xfrm>
              <a:off x="4513" y="3796"/>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6" name="Line 957"/>
            <p:cNvSpPr>
              <a:spLocks noChangeShapeType="1"/>
            </p:cNvSpPr>
            <p:nvPr userDrawn="1"/>
          </p:nvSpPr>
          <p:spPr bwMode="gray">
            <a:xfrm flipH="1" flipV="1">
              <a:off x="4604" y="3836"/>
              <a:ext cx="2" cy="1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7" name="Line 958"/>
            <p:cNvSpPr>
              <a:spLocks noChangeShapeType="1"/>
            </p:cNvSpPr>
            <p:nvPr userDrawn="1"/>
          </p:nvSpPr>
          <p:spPr bwMode="gray">
            <a:xfrm flipV="1">
              <a:off x="4524" y="3836"/>
              <a:ext cx="7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8" name="Line 959"/>
            <p:cNvSpPr>
              <a:spLocks noChangeShapeType="1"/>
            </p:cNvSpPr>
            <p:nvPr userDrawn="1"/>
          </p:nvSpPr>
          <p:spPr bwMode="gray">
            <a:xfrm flipH="1" flipV="1">
              <a:off x="4601" y="3256"/>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9" name="Line 960"/>
            <p:cNvSpPr>
              <a:spLocks noChangeShapeType="1"/>
            </p:cNvSpPr>
            <p:nvPr userDrawn="1"/>
          </p:nvSpPr>
          <p:spPr bwMode="gray">
            <a:xfrm flipV="1">
              <a:off x="4520" y="3378"/>
              <a:ext cx="163" cy="8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0" name="Line 961"/>
            <p:cNvSpPr>
              <a:spLocks noChangeShapeType="1"/>
            </p:cNvSpPr>
            <p:nvPr userDrawn="1"/>
          </p:nvSpPr>
          <p:spPr bwMode="gray">
            <a:xfrm>
              <a:off x="4389" y="3172"/>
              <a:ext cx="200"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1" name="Line 962"/>
            <p:cNvSpPr>
              <a:spLocks noChangeShapeType="1"/>
            </p:cNvSpPr>
            <p:nvPr userDrawn="1"/>
          </p:nvSpPr>
          <p:spPr bwMode="gray">
            <a:xfrm flipH="1">
              <a:off x="4405" y="3163"/>
              <a:ext cx="166"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2" name="Line 963"/>
            <p:cNvSpPr>
              <a:spLocks noChangeShapeType="1"/>
            </p:cNvSpPr>
            <p:nvPr userDrawn="1"/>
          </p:nvSpPr>
          <p:spPr bwMode="gray">
            <a:xfrm>
              <a:off x="4307" y="3808"/>
              <a:ext cx="195"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3" name="Line 964"/>
            <p:cNvSpPr>
              <a:spLocks noChangeShapeType="1"/>
            </p:cNvSpPr>
            <p:nvPr userDrawn="1"/>
          </p:nvSpPr>
          <p:spPr bwMode="gray">
            <a:xfrm>
              <a:off x="4403" y="3768"/>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4" name="Line 965"/>
            <p:cNvSpPr>
              <a:spLocks noChangeShapeType="1"/>
            </p:cNvSpPr>
            <p:nvPr userDrawn="1"/>
          </p:nvSpPr>
          <p:spPr bwMode="gray">
            <a:xfrm>
              <a:off x="4300" y="3398"/>
              <a:ext cx="199"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5" name="Line 966"/>
            <p:cNvSpPr>
              <a:spLocks noChangeShapeType="1"/>
            </p:cNvSpPr>
            <p:nvPr userDrawn="1"/>
          </p:nvSpPr>
          <p:spPr bwMode="gray">
            <a:xfrm>
              <a:off x="4396" y="3266"/>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6" name="Line 967"/>
            <p:cNvSpPr>
              <a:spLocks noChangeShapeType="1"/>
            </p:cNvSpPr>
            <p:nvPr userDrawn="1"/>
          </p:nvSpPr>
          <p:spPr bwMode="gray">
            <a:xfrm flipV="1">
              <a:off x="5386" y="3111"/>
              <a:ext cx="30" cy="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7" name="Line 968"/>
            <p:cNvSpPr>
              <a:spLocks noChangeShapeType="1"/>
            </p:cNvSpPr>
            <p:nvPr userDrawn="1"/>
          </p:nvSpPr>
          <p:spPr bwMode="gray">
            <a:xfrm flipV="1">
              <a:off x="5496" y="3212"/>
              <a:ext cx="4"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8" name="Line 969"/>
            <p:cNvSpPr>
              <a:spLocks noChangeShapeType="1"/>
            </p:cNvSpPr>
            <p:nvPr userDrawn="1"/>
          </p:nvSpPr>
          <p:spPr bwMode="gray">
            <a:xfrm flipV="1">
              <a:off x="5547" y="3280"/>
              <a:ext cx="18"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9" name="Line 970"/>
            <p:cNvSpPr>
              <a:spLocks noChangeShapeType="1"/>
            </p:cNvSpPr>
            <p:nvPr userDrawn="1"/>
          </p:nvSpPr>
          <p:spPr bwMode="gray">
            <a:xfrm>
              <a:off x="5346" y="3083"/>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0" name="Line 971"/>
            <p:cNvSpPr>
              <a:spLocks noChangeShapeType="1"/>
            </p:cNvSpPr>
            <p:nvPr userDrawn="1"/>
          </p:nvSpPr>
          <p:spPr bwMode="gray">
            <a:xfrm flipV="1">
              <a:off x="5356" y="3086"/>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1" name="Line 972"/>
            <p:cNvSpPr>
              <a:spLocks noChangeShapeType="1"/>
            </p:cNvSpPr>
            <p:nvPr userDrawn="1"/>
          </p:nvSpPr>
          <p:spPr bwMode="gray">
            <a:xfrm flipV="1">
              <a:off x="5087" y="3168"/>
              <a:ext cx="4" cy="2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2" name="Line 973"/>
            <p:cNvSpPr>
              <a:spLocks noChangeShapeType="1"/>
            </p:cNvSpPr>
            <p:nvPr userDrawn="1"/>
          </p:nvSpPr>
          <p:spPr bwMode="gray">
            <a:xfrm>
              <a:off x="4982" y="333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3" name="Line 974"/>
            <p:cNvSpPr>
              <a:spLocks noChangeShapeType="1"/>
            </p:cNvSpPr>
            <p:nvPr userDrawn="1"/>
          </p:nvSpPr>
          <p:spPr bwMode="gray">
            <a:xfrm>
              <a:off x="4982" y="3345"/>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4" name="Line 975"/>
            <p:cNvSpPr>
              <a:spLocks noChangeShapeType="1"/>
            </p:cNvSpPr>
            <p:nvPr userDrawn="1"/>
          </p:nvSpPr>
          <p:spPr bwMode="gray">
            <a:xfrm flipV="1">
              <a:off x="5279" y="2896"/>
              <a:ext cx="4" cy="19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5" name="Line 976"/>
            <p:cNvSpPr>
              <a:spLocks noChangeShapeType="1"/>
            </p:cNvSpPr>
            <p:nvPr userDrawn="1"/>
          </p:nvSpPr>
          <p:spPr bwMode="gray">
            <a:xfrm flipV="1">
              <a:off x="5257" y="3014"/>
              <a:ext cx="94"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6" name="Line 977"/>
            <p:cNvSpPr>
              <a:spLocks noChangeShapeType="1"/>
            </p:cNvSpPr>
            <p:nvPr userDrawn="1"/>
          </p:nvSpPr>
          <p:spPr bwMode="gray">
            <a:xfrm flipH="1">
              <a:off x="5232" y="2812"/>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7" name="Line 978"/>
            <p:cNvSpPr>
              <a:spLocks noChangeShapeType="1"/>
            </p:cNvSpPr>
            <p:nvPr userDrawn="1"/>
          </p:nvSpPr>
          <p:spPr bwMode="gray">
            <a:xfrm>
              <a:off x="4991" y="3422"/>
              <a:ext cx="83" cy="2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8" name="Line 979"/>
            <p:cNvSpPr>
              <a:spLocks noChangeShapeType="1"/>
            </p:cNvSpPr>
            <p:nvPr userDrawn="1"/>
          </p:nvSpPr>
          <p:spPr bwMode="gray">
            <a:xfrm flipH="1" flipV="1">
              <a:off x="4993" y="3349"/>
              <a:ext cx="105"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9" name="Line 980"/>
            <p:cNvSpPr>
              <a:spLocks noChangeShapeType="1"/>
            </p:cNvSpPr>
            <p:nvPr userDrawn="1"/>
          </p:nvSpPr>
          <p:spPr bwMode="gray">
            <a:xfrm flipH="1">
              <a:off x="5482" y="3286"/>
              <a:ext cx="42" cy="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0" name="Line 981"/>
            <p:cNvSpPr>
              <a:spLocks noChangeShapeType="1"/>
            </p:cNvSpPr>
            <p:nvPr userDrawn="1"/>
          </p:nvSpPr>
          <p:spPr bwMode="gray">
            <a:xfrm flipH="1" flipV="1">
              <a:off x="5481" y="3364"/>
              <a:ext cx="43"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1" name="Line 982"/>
            <p:cNvSpPr>
              <a:spLocks noChangeShapeType="1"/>
            </p:cNvSpPr>
            <p:nvPr userDrawn="1"/>
          </p:nvSpPr>
          <p:spPr bwMode="gray">
            <a:xfrm flipV="1">
              <a:off x="5091" y="3432"/>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2" name="Line 983"/>
            <p:cNvSpPr>
              <a:spLocks noChangeShapeType="1"/>
            </p:cNvSpPr>
            <p:nvPr userDrawn="1"/>
          </p:nvSpPr>
          <p:spPr bwMode="gray">
            <a:xfrm flipV="1">
              <a:off x="5091" y="3429"/>
              <a:ext cx="8"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3" name="Line 984"/>
            <p:cNvSpPr>
              <a:spLocks noChangeShapeType="1"/>
            </p:cNvSpPr>
            <p:nvPr userDrawn="1"/>
          </p:nvSpPr>
          <p:spPr bwMode="gray">
            <a:xfrm>
              <a:off x="4928" y="3665"/>
              <a:ext cx="20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4" name="Line 985"/>
            <p:cNvSpPr>
              <a:spLocks noChangeShapeType="1"/>
            </p:cNvSpPr>
            <p:nvPr userDrawn="1"/>
          </p:nvSpPr>
          <p:spPr bwMode="gray">
            <a:xfrm flipV="1">
              <a:off x="5155" y="3446"/>
              <a:ext cx="478" cy="2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5" name="Line 986"/>
            <p:cNvSpPr>
              <a:spLocks noChangeShapeType="1"/>
            </p:cNvSpPr>
            <p:nvPr userDrawn="1"/>
          </p:nvSpPr>
          <p:spPr bwMode="gray">
            <a:xfrm flipV="1">
              <a:off x="5486" y="341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6" name="Line 987"/>
            <p:cNvSpPr>
              <a:spLocks noChangeShapeType="1"/>
            </p:cNvSpPr>
            <p:nvPr userDrawn="1"/>
          </p:nvSpPr>
          <p:spPr bwMode="gray">
            <a:xfrm flipH="1">
              <a:off x="5477" y="3413"/>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7" name="Line 988"/>
            <p:cNvSpPr>
              <a:spLocks noChangeShapeType="1"/>
            </p:cNvSpPr>
            <p:nvPr userDrawn="1"/>
          </p:nvSpPr>
          <p:spPr bwMode="gray">
            <a:xfrm flipH="1">
              <a:off x="5328" y="3418"/>
              <a:ext cx="14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8" name="Line 989"/>
            <p:cNvSpPr>
              <a:spLocks noChangeShapeType="1"/>
            </p:cNvSpPr>
            <p:nvPr userDrawn="1"/>
          </p:nvSpPr>
          <p:spPr bwMode="gray">
            <a:xfrm flipH="1">
              <a:off x="5320" y="3506"/>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9" name="Line 990"/>
            <p:cNvSpPr>
              <a:spLocks noChangeShapeType="1"/>
            </p:cNvSpPr>
            <p:nvPr userDrawn="1"/>
          </p:nvSpPr>
          <p:spPr bwMode="gray">
            <a:xfrm flipV="1">
              <a:off x="5320" y="3511"/>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0" name="Line 991"/>
            <p:cNvSpPr>
              <a:spLocks noChangeShapeType="1"/>
            </p:cNvSpPr>
            <p:nvPr userDrawn="1"/>
          </p:nvSpPr>
          <p:spPr bwMode="gray">
            <a:xfrm>
              <a:off x="5314" y="3754"/>
              <a:ext cx="4"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1" name="Line 992"/>
            <p:cNvSpPr>
              <a:spLocks noChangeShapeType="1"/>
            </p:cNvSpPr>
            <p:nvPr userDrawn="1"/>
          </p:nvSpPr>
          <p:spPr bwMode="gray">
            <a:xfrm flipV="1">
              <a:off x="5314" y="3761"/>
              <a:ext cx="7" cy="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2" name="Line 993"/>
            <p:cNvSpPr>
              <a:spLocks noChangeShapeType="1"/>
            </p:cNvSpPr>
            <p:nvPr userDrawn="1"/>
          </p:nvSpPr>
          <p:spPr bwMode="gray">
            <a:xfrm flipV="1">
              <a:off x="5321" y="3669"/>
              <a:ext cx="149" cy="9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3" name="Line 994"/>
            <p:cNvSpPr>
              <a:spLocks noChangeShapeType="1"/>
            </p:cNvSpPr>
            <p:nvPr userDrawn="1"/>
          </p:nvSpPr>
          <p:spPr bwMode="gray">
            <a:xfrm flipV="1">
              <a:off x="5470" y="366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4" name="Line 995"/>
            <p:cNvSpPr>
              <a:spLocks noChangeShapeType="1"/>
            </p:cNvSpPr>
            <p:nvPr userDrawn="1"/>
          </p:nvSpPr>
          <p:spPr bwMode="gray">
            <a:xfrm>
              <a:off x="5479" y="3651"/>
              <a:ext cx="4"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5" name="Line 996"/>
            <p:cNvSpPr>
              <a:spLocks noChangeShapeType="1"/>
            </p:cNvSpPr>
            <p:nvPr userDrawn="1"/>
          </p:nvSpPr>
          <p:spPr bwMode="gray">
            <a:xfrm flipH="1" flipV="1">
              <a:off x="5227" y="3814"/>
              <a:ext cx="74" cy="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6" name="Line 997"/>
            <p:cNvSpPr>
              <a:spLocks noChangeShapeType="1"/>
            </p:cNvSpPr>
            <p:nvPr userDrawn="1"/>
          </p:nvSpPr>
          <p:spPr bwMode="gray">
            <a:xfrm flipV="1">
              <a:off x="5204" y="3226"/>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7" name="Line 998"/>
            <p:cNvSpPr>
              <a:spLocks noChangeShapeType="1"/>
            </p:cNvSpPr>
            <p:nvPr userDrawn="1"/>
          </p:nvSpPr>
          <p:spPr bwMode="gray">
            <a:xfrm flipH="1" flipV="1">
              <a:off x="5103" y="3357"/>
              <a:ext cx="208"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8" name="Line 999"/>
            <p:cNvSpPr>
              <a:spLocks noChangeShapeType="1"/>
            </p:cNvSpPr>
            <p:nvPr userDrawn="1"/>
          </p:nvSpPr>
          <p:spPr bwMode="gray">
            <a:xfrm flipV="1">
              <a:off x="5218" y="3125"/>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9" name="Line 1000"/>
            <p:cNvSpPr>
              <a:spLocks noChangeShapeType="1"/>
            </p:cNvSpPr>
            <p:nvPr userDrawn="1"/>
          </p:nvSpPr>
          <p:spPr bwMode="gray">
            <a:xfrm>
              <a:off x="5190" y="3133"/>
              <a:ext cx="208"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0" name="Line 1001"/>
            <p:cNvSpPr>
              <a:spLocks noChangeShapeType="1"/>
            </p:cNvSpPr>
            <p:nvPr userDrawn="1"/>
          </p:nvSpPr>
          <p:spPr bwMode="gray">
            <a:xfrm flipV="1">
              <a:off x="5320" y="3747"/>
              <a:ext cx="148"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1" name="Line 1002"/>
            <p:cNvSpPr>
              <a:spLocks noChangeShapeType="1"/>
            </p:cNvSpPr>
            <p:nvPr userDrawn="1"/>
          </p:nvSpPr>
          <p:spPr bwMode="gray">
            <a:xfrm flipH="1">
              <a:off x="5390" y="3714"/>
              <a:ext cx="7"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2" name="Line 1003"/>
            <p:cNvSpPr>
              <a:spLocks noChangeShapeType="1"/>
            </p:cNvSpPr>
            <p:nvPr userDrawn="1"/>
          </p:nvSpPr>
          <p:spPr bwMode="gray">
            <a:xfrm flipV="1">
              <a:off x="5330" y="3338"/>
              <a:ext cx="152"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3" name="Line 1004"/>
            <p:cNvSpPr>
              <a:spLocks noChangeShapeType="1"/>
            </p:cNvSpPr>
            <p:nvPr userDrawn="1"/>
          </p:nvSpPr>
          <p:spPr bwMode="gray">
            <a:xfrm flipH="1" flipV="1">
              <a:off x="4328" y="2939"/>
              <a:ext cx="5"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4" name="Line 1005"/>
            <p:cNvSpPr>
              <a:spLocks noChangeShapeType="1"/>
            </p:cNvSpPr>
            <p:nvPr userDrawn="1"/>
          </p:nvSpPr>
          <p:spPr bwMode="gray">
            <a:xfrm flipH="1" flipV="1">
              <a:off x="4239" y="3067"/>
              <a:ext cx="187"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5" name="Line 1006"/>
            <p:cNvSpPr>
              <a:spLocks noChangeShapeType="1"/>
            </p:cNvSpPr>
            <p:nvPr userDrawn="1"/>
          </p:nvSpPr>
          <p:spPr bwMode="gray">
            <a:xfrm flipV="1">
              <a:off x="4230" y="3140"/>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6" name="Line 1007"/>
            <p:cNvSpPr>
              <a:spLocks noChangeShapeType="1"/>
            </p:cNvSpPr>
            <p:nvPr userDrawn="1"/>
          </p:nvSpPr>
          <p:spPr bwMode="gray">
            <a:xfrm flipH="1">
              <a:off x="4230" y="313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7" name="Line 1008"/>
            <p:cNvSpPr>
              <a:spLocks noChangeShapeType="1"/>
            </p:cNvSpPr>
            <p:nvPr userDrawn="1"/>
          </p:nvSpPr>
          <p:spPr bwMode="gray">
            <a:xfrm flipV="1">
              <a:off x="4337" y="2873"/>
              <a:ext cx="10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8" name="Line 1009"/>
            <p:cNvSpPr>
              <a:spLocks noChangeShapeType="1"/>
            </p:cNvSpPr>
            <p:nvPr userDrawn="1"/>
          </p:nvSpPr>
          <p:spPr bwMode="gray">
            <a:xfrm>
              <a:off x="4323" y="2854"/>
              <a:ext cx="117" cy="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9" name="Line 1010"/>
            <p:cNvSpPr>
              <a:spLocks noChangeShapeType="1"/>
            </p:cNvSpPr>
            <p:nvPr userDrawn="1"/>
          </p:nvSpPr>
          <p:spPr bwMode="gray">
            <a:xfrm>
              <a:off x="4874" y="3975"/>
              <a:ext cx="19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0" name="Line 1011"/>
            <p:cNvSpPr>
              <a:spLocks noChangeShapeType="1"/>
            </p:cNvSpPr>
            <p:nvPr userDrawn="1"/>
          </p:nvSpPr>
          <p:spPr bwMode="gray">
            <a:xfrm flipV="1">
              <a:off x="4930" y="388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1" name="Line 1012"/>
            <p:cNvSpPr>
              <a:spLocks noChangeShapeType="1"/>
            </p:cNvSpPr>
            <p:nvPr userDrawn="1"/>
          </p:nvSpPr>
          <p:spPr bwMode="gray">
            <a:xfrm>
              <a:off x="4853" y="3847"/>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2" name="Line 1013"/>
            <p:cNvSpPr>
              <a:spLocks noChangeShapeType="1"/>
            </p:cNvSpPr>
            <p:nvPr userDrawn="1"/>
          </p:nvSpPr>
          <p:spPr bwMode="gray">
            <a:xfrm flipH="1">
              <a:off x="4865" y="3845"/>
              <a:ext cx="7"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3" name="Line 1014"/>
            <p:cNvSpPr>
              <a:spLocks noChangeShapeType="1"/>
            </p:cNvSpPr>
            <p:nvPr userDrawn="1"/>
          </p:nvSpPr>
          <p:spPr bwMode="gray">
            <a:xfrm flipV="1">
              <a:off x="5091" y="3973"/>
              <a:ext cx="11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4" name="Line 1015"/>
            <p:cNvSpPr>
              <a:spLocks noChangeShapeType="1"/>
            </p:cNvSpPr>
            <p:nvPr userDrawn="1"/>
          </p:nvSpPr>
          <p:spPr bwMode="gray">
            <a:xfrm flipH="1">
              <a:off x="5162" y="3955"/>
              <a:ext cx="2" cy="15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5" name="Line 1016"/>
            <p:cNvSpPr>
              <a:spLocks noChangeShapeType="1"/>
            </p:cNvSpPr>
            <p:nvPr userDrawn="1"/>
          </p:nvSpPr>
          <p:spPr bwMode="gray">
            <a:xfrm flipH="1">
              <a:off x="4863" y="4085"/>
              <a:ext cx="9"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6" name="Line 1017"/>
            <p:cNvSpPr>
              <a:spLocks noChangeShapeType="1"/>
            </p:cNvSpPr>
            <p:nvPr userDrawn="1"/>
          </p:nvSpPr>
          <p:spPr bwMode="gray">
            <a:xfrm flipH="1" flipV="1">
              <a:off x="4853" y="408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7" name="Line 1018"/>
            <p:cNvSpPr>
              <a:spLocks noChangeShapeType="1"/>
            </p:cNvSpPr>
            <p:nvPr userDrawn="1"/>
          </p:nvSpPr>
          <p:spPr bwMode="gray">
            <a:xfrm flipH="1">
              <a:off x="4702" y="3976"/>
              <a:ext cx="152"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8" name="Line 1019"/>
            <p:cNvSpPr>
              <a:spLocks noChangeShapeType="1"/>
            </p:cNvSpPr>
            <p:nvPr userDrawn="1"/>
          </p:nvSpPr>
          <p:spPr bwMode="gray">
            <a:xfrm flipV="1">
              <a:off x="4811" y="3894"/>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9" name="Line 1020"/>
            <p:cNvSpPr>
              <a:spLocks noChangeShapeType="1"/>
            </p:cNvSpPr>
            <p:nvPr userDrawn="1"/>
          </p:nvSpPr>
          <p:spPr bwMode="gray">
            <a:xfrm>
              <a:off x="4564" y="4025"/>
              <a:ext cx="11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0" name="Line 1021"/>
            <p:cNvSpPr>
              <a:spLocks noChangeShapeType="1"/>
            </p:cNvSpPr>
            <p:nvPr userDrawn="1"/>
          </p:nvSpPr>
          <p:spPr bwMode="gray">
            <a:xfrm>
              <a:off x="4585" y="4011"/>
              <a:ext cx="2"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1" name="Line 1022"/>
            <p:cNvSpPr>
              <a:spLocks noChangeShapeType="1"/>
            </p:cNvSpPr>
            <p:nvPr userDrawn="1"/>
          </p:nvSpPr>
          <p:spPr bwMode="gray">
            <a:xfrm flipH="1">
              <a:off x="4701" y="2978"/>
              <a:ext cx="159"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2" name="Line 1023"/>
            <p:cNvSpPr>
              <a:spLocks noChangeShapeType="1"/>
            </p:cNvSpPr>
            <p:nvPr userDrawn="1"/>
          </p:nvSpPr>
          <p:spPr bwMode="gray">
            <a:xfrm flipV="1">
              <a:off x="4813" y="2883"/>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3" name="Line 1024"/>
            <p:cNvSpPr>
              <a:spLocks noChangeShapeType="1"/>
            </p:cNvSpPr>
            <p:nvPr userDrawn="1"/>
          </p:nvSpPr>
          <p:spPr bwMode="gray">
            <a:xfrm flipV="1">
              <a:off x="5094" y="2742"/>
              <a:ext cx="1"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4" name="Line 1025"/>
            <p:cNvSpPr>
              <a:spLocks noChangeShapeType="1"/>
            </p:cNvSpPr>
            <p:nvPr userDrawn="1"/>
          </p:nvSpPr>
          <p:spPr bwMode="gray">
            <a:xfrm>
              <a:off x="4734" y="2731"/>
              <a:ext cx="222"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5" name="Line 1026"/>
            <p:cNvSpPr>
              <a:spLocks noChangeShapeType="1"/>
            </p:cNvSpPr>
            <p:nvPr userDrawn="1"/>
          </p:nvSpPr>
          <p:spPr bwMode="gray">
            <a:xfrm flipH="1">
              <a:off x="4587" y="2644"/>
              <a:ext cx="502"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6" name="Line 1027"/>
            <p:cNvSpPr>
              <a:spLocks noChangeShapeType="1"/>
            </p:cNvSpPr>
            <p:nvPr userDrawn="1"/>
          </p:nvSpPr>
          <p:spPr bwMode="gray">
            <a:xfrm>
              <a:off x="4858" y="2840"/>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7" name="Line 1028"/>
            <p:cNvSpPr>
              <a:spLocks noChangeShapeType="1"/>
            </p:cNvSpPr>
            <p:nvPr userDrawn="1"/>
          </p:nvSpPr>
          <p:spPr bwMode="gray">
            <a:xfrm flipV="1">
              <a:off x="4868" y="283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8" name="Line 1029"/>
            <p:cNvSpPr>
              <a:spLocks noChangeShapeType="1"/>
            </p:cNvSpPr>
            <p:nvPr userDrawn="1"/>
          </p:nvSpPr>
          <p:spPr bwMode="gray">
            <a:xfrm flipV="1">
              <a:off x="4877" y="2759"/>
              <a:ext cx="156"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9" name="Line 1030"/>
            <p:cNvSpPr>
              <a:spLocks noChangeShapeType="1"/>
            </p:cNvSpPr>
            <p:nvPr userDrawn="1"/>
          </p:nvSpPr>
          <p:spPr bwMode="gray">
            <a:xfrm flipV="1">
              <a:off x="5033" y="2756"/>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0" name="Line 1031"/>
            <p:cNvSpPr>
              <a:spLocks noChangeShapeType="1"/>
            </p:cNvSpPr>
            <p:nvPr userDrawn="1"/>
          </p:nvSpPr>
          <p:spPr bwMode="gray">
            <a:xfrm>
              <a:off x="5029" y="2752"/>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1" name="Line 1032"/>
            <p:cNvSpPr>
              <a:spLocks noChangeShapeType="1"/>
            </p:cNvSpPr>
            <p:nvPr userDrawn="1"/>
          </p:nvSpPr>
          <p:spPr bwMode="gray">
            <a:xfrm flipH="1" flipV="1">
              <a:off x="4821" y="2689"/>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2" name="Line 1033"/>
            <p:cNvSpPr>
              <a:spLocks noChangeShapeType="1"/>
            </p:cNvSpPr>
            <p:nvPr userDrawn="1"/>
          </p:nvSpPr>
          <p:spPr bwMode="gray">
            <a:xfrm flipH="1">
              <a:off x="4813" y="2689"/>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3" name="Line 1034"/>
            <p:cNvSpPr>
              <a:spLocks noChangeShapeType="1"/>
            </p:cNvSpPr>
            <p:nvPr userDrawn="1"/>
          </p:nvSpPr>
          <p:spPr bwMode="gray">
            <a:xfrm flipH="1">
              <a:off x="4655" y="2693"/>
              <a:ext cx="15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4" name="Line 1035"/>
            <p:cNvSpPr>
              <a:spLocks noChangeShapeType="1"/>
            </p:cNvSpPr>
            <p:nvPr userDrawn="1"/>
          </p:nvSpPr>
          <p:spPr bwMode="gray">
            <a:xfrm flipH="1">
              <a:off x="4646" y="2770"/>
              <a:ext cx="9"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5" name="Line 1036"/>
            <p:cNvSpPr>
              <a:spLocks noChangeShapeType="1"/>
            </p:cNvSpPr>
            <p:nvPr userDrawn="1"/>
          </p:nvSpPr>
          <p:spPr bwMode="gray">
            <a:xfrm flipH="1" flipV="1">
              <a:off x="4646" y="2773"/>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6" name="Line 1037"/>
            <p:cNvSpPr>
              <a:spLocks noChangeShapeType="1"/>
            </p:cNvSpPr>
            <p:nvPr userDrawn="1"/>
          </p:nvSpPr>
          <p:spPr bwMode="gray">
            <a:xfrm>
              <a:off x="4480" y="2995"/>
              <a:ext cx="200"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7" name="Line 1038"/>
            <p:cNvSpPr>
              <a:spLocks noChangeShapeType="1"/>
            </p:cNvSpPr>
            <p:nvPr userDrawn="1"/>
          </p:nvSpPr>
          <p:spPr bwMode="gray">
            <a:xfrm>
              <a:off x="4578" y="2910"/>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8" name="Line 1039"/>
            <p:cNvSpPr>
              <a:spLocks noChangeShapeType="1"/>
            </p:cNvSpPr>
            <p:nvPr userDrawn="1"/>
          </p:nvSpPr>
          <p:spPr bwMode="gray">
            <a:xfrm flipH="1">
              <a:off x="4868" y="309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9" name="Line 1040"/>
            <p:cNvSpPr>
              <a:spLocks noChangeShapeType="1"/>
            </p:cNvSpPr>
            <p:nvPr userDrawn="1"/>
          </p:nvSpPr>
          <p:spPr bwMode="gray">
            <a:xfrm>
              <a:off x="4856" y="3098"/>
              <a:ext cx="12"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0" name="Line 1041"/>
            <p:cNvSpPr>
              <a:spLocks noChangeShapeType="1"/>
            </p:cNvSpPr>
            <p:nvPr userDrawn="1"/>
          </p:nvSpPr>
          <p:spPr bwMode="gray">
            <a:xfrm>
              <a:off x="4442" y="2838"/>
              <a:ext cx="50" cy="1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1" name="Line 1042"/>
            <p:cNvSpPr>
              <a:spLocks noChangeShapeType="1"/>
            </p:cNvSpPr>
            <p:nvPr userDrawn="1"/>
          </p:nvSpPr>
          <p:spPr bwMode="gray">
            <a:xfrm flipH="1" flipV="1">
              <a:off x="4578" y="2764"/>
              <a:ext cx="2" cy="4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2" name="Line 1043"/>
            <p:cNvSpPr>
              <a:spLocks noChangeShapeType="1"/>
            </p:cNvSpPr>
            <p:nvPr userDrawn="1"/>
          </p:nvSpPr>
          <p:spPr bwMode="gray">
            <a:xfrm>
              <a:off x="4879" y="2976"/>
              <a:ext cx="20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3" name="Line 1044"/>
            <p:cNvSpPr>
              <a:spLocks noChangeShapeType="1"/>
            </p:cNvSpPr>
            <p:nvPr userDrawn="1"/>
          </p:nvSpPr>
          <p:spPr bwMode="gray">
            <a:xfrm flipV="1">
              <a:off x="4949" y="2782"/>
              <a:ext cx="15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4" name="Line 1045"/>
            <p:cNvSpPr>
              <a:spLocks noChangeShapeType="1"/>
            </p:cNvSpPr>
            <p:nvPr userDrawn="1"/>
          </p:nvSpPr>
          <p:spPr bwMode="gray">
            <a:xfrm>
              <a:off x="4956" y="2799"/>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5" name="Line 1046"/>
            <p:cNvSpPr>
              <a:spLocks noChangeShapeType="1"/>
            </p:cNvSpPr>
            <p:nvPr userDrawn="1"/>
          </p:nvSpPr>
          <p:spPr bwMode="gray">
            <a:xfrm flipV="1">
              <a:off x="4587" y="2673"/>
              <a:ext cx="157"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6" name="Line 1047"/>
            <p:cNvSpPr>
              <a:spLocks noChangeShapeType="1"/>
            </p:cNvSpPr>
            <p:nvPr userDrawn="1"/>
          </p:nvSpPr>
          <p:spPr bwMode="gray">
            <a:xfrm>
              <a:off x="4529" y="2668"/>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7" name="Line 1048"/>
            <p:cNvSpPr>
              <a:spLocks noChangeShapeType="1"/>
            </p:cNvSpPr>
            <p:nvPr userDrawn="1"/>
          </p:nvSpPr>
          <p:spPr bwMode="gray">
            <a:xfrm flipV="1">
              <a:off x="5105" y="2959"/>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8" name="Line 1049"/>
            <p:cNvSpPr>
              <a:spLocks noChangeShapeType="1"/>
            </p:cNvSpPr>
            <p:nvPr userDrawn="1"/>
          </p:nvSpPr>
          <p:spPr bwMode="gray">
            <a:xfrm flipH="1">
              <a:off x="5180" y="2882"/>
              <a:ext cx="3"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9" name="Line 1050"/>
            <p:cNvSpPr>
              <a:spLocks noChangeShapeType="1"/>
            </p:cNvSpPr>
            <p:nvPr userDrawn="1"/>
          </p:nvSpPr>
          <p:spPr bwMode="gray">
            <a:xfrm flipH="1">
              <a:off x="4164" y="3179"/>
              <a:ext cx="161"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0" name="Line 1051"/>
            <p:cNvSpPr>
              <a:spLocks noChangeShapeType="1"/>
            </p:cNvSpPr>
            <p:nvPr userDrawn="1"/>
          </p:nvSpPr>
          <p:spPr bwMode="gray">
            <a:xfrm flipH="1" flipV="1">
              <a:off x="4185" y="3170"/>
              <a:ext cx="11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1" name="Line 1052"/>
            <p:cNvSpPr>
              <a:spLocks noChangeShapeType="1"/>
            </p:cNvSpPr>
            <p:nvPr userDrawn="1"/>
          </p:nvSpPr>
          <p:spPr bwMode="gray">
            <a:xfrm flipH="1" flipV="1">
              <a:off x="4155" y="3277"/>
              <a:ext cx="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2" name="Line 1053"/>
            <p:cNvSpPr>
              <a:spLocks noChangeShapeType="1"/>
            </p:cNvSpPr>
            <p:nvPr userDrawn="1"/>
          </p:nvSpPr>
          <p:spPr bwMode="gray">
            <a:xfrm>
              <a:off x="4066" y="3356"/>
              <a:ext cx="59" cy="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3" name="Line 1054"/>
            <p:cNvSpPr>
              <a:spLocks noChangeShapeType="1"/>
            </p:cNvSpPr>
            <p:nvPr userDrawn="1"/>
          </p:nvSpPr>
          <p:spPr bwMode="gray">
            <a:xfrm flipV="1">
              <a:off x="4680" y="3160"/>
              <a:ext cx="85" cy="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4" name="Freeform 1055"/>
            <p:cNvSpPr>
              <a:spLocks/>
            </p:cNvSpPr>
            <p:nvPr userDrawn="1"/>
          </p:nvSpPr>
          <p:spPr bwMode="gray">
            <a:xfrm>
              <a:off x="5369" y="3123"/>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5" name="Line 1056"/>
            <p:cNvSpPr>
              <a:spLocks noChangeShapeType="1"/>
            </p:cNvSpPr>
            <p:nvPr userDrawn="1"/>
          </p:nvSpPr>
          <p:spPr bwMode="gray">
            <a:xfrm>
              <a:off x="5272" y="3091"/>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6" name="Line 1057"/>
            <p:cNvSpPr>
              <a:spLocks noChangeShapeType="1"/>
            </p:cNvSpPr>
            <p:nvPr userDrawn="1"/>
          </p:nvSpPr>
          <p:spPr bwMode="gray">
            <a:xfrm>
              <a:off x="5274" y="3100"/>
              <a:ext cx="20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7" name="Freeform 1058"/>
            <p:cNvSpPr>
              <a:spLocks/>
            </p:cNvSpPr>
            <p:nvPr userDrawn="1"/>
          </p:nvSpPr>
          <p:spPr bwMode="gray">
            <a:xfrm>
              <a:off x="5474" y="3156"/>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8" name="Line 1059"/>
            <p:cNvSpPr>
              <a:spLocks noChangeShapeType="1"/>
            </p:cNvSpPr>
            <p:nvPr userDrawn="1"/>
          </p:nvSpPr>
          <p:spPr bwMode="gray">
            <a:xfrm flipH="1" flipV="1">
              <a:off x="5265" y="3091"/>
              <a:ext cx="209"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9" name="Freeform 1060"/>
            <p:cNvSpPr>
              <a:spLocks/>
            </p:cNvSpPr>
            <p:nvPr userDrawn="1"/>
          </p:nvSpPr>
          <p:spPr bwMode="gray">
            <a:xfrm>
              <a:off x="5265" y="3090"/>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0" name="Freeform 1061"/>
            <p:cNvSpPr>
              <a:spLocks/>
            </p:cNvSpPr>
            <p:nvPr userDrawn="1"/>
          </p:nvSpPr>
          <p:spPr bwMode="gray">
            <a:xfrm>
              <a:off x="4092" y="3630"/>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1" name="Freeform 1062"/>
            <p:cNvSpPr>
              <a:spLocks/>
            </p:cNvSpPr>
            <p:nvPr userDrawn="1"/>
          </p:nvSpPr>
          <p:spPr bwMode="gray">
            <a:xfrm>
              <a:off x="4213" y="3684"/>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2" name="Line 1063"/>
            <p:cNvSpPr>
              <a:spLocks noChangeShapeType="1"/>
            </p:cNvSpPr>
            <p:nvPr userDrawn="1"/>
          </p:nvSpPr>
          <p:spPr bwMode="gray">
            <a:xfrm>
              <a:off x="4097" y="3646"/>
              <a:ext cx="196"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3" name="Line 1064"/>
            <p:cNvSpPr>
              <a:spLocks noChangeShapeType="1"/>
            </p:cNvSpPr>
            <p:nvPr userDrawn="1"/>
          </p:nvSpPr>
          <p:spPr bwMode="gray">
            <a:xfrm>
              <a:off x="4102" y="3646"/>
              <a:ext cx="193"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4" name="Freeform 1065"/>
            <p:cNvSpPr>
              <a:spLocks/>
            </p:cNvSpPr>
            <p:nvPr userDrawn="1"/>
          </p:nvSpPr>
          <p:spPr bwMode="gray">
            <a:xfrm>
              <a:off x="4293" y="3714"/>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5" name="Line 1066"/>
            <p:cNvSpPr>
              <a:spLocks noChangeShapeType="1"/>
            </p:cNvSpPr>
            <p:nvPr userDrawn="1"/>
          </p:nvSpPr>
          <p:spPr bwMode="gray">
            <a:xfrm flipH="1" flipV="1">
              <a:off x="4094" y="3639"/>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6" name="Freeform 1067"/>
            <p:cNvSpPr>
              <a:spLocks/>
            </p:cNvSpPr>
            <p:nvPr userDrawn="1"/>
          </p:nvSpPr>
          <p:spPr bwMode="gray">
            <a:xfrm>
              <a:off x="4094" y="3639"/>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7" name="Freeform 1068"/>
            <p:cNvSpPr>
              <a:spLocks/>
            </p:cNvSpPr>
            <p:nvPr userDrawn="1"/>
          </p:nvSpPr>
          <p:spPr bwMode="gray">
            <a:xfrm>
              <a:off x="4522" y="3807"/>
              <a:ext cx="13" cy="10"/>
            </a:xfrm>
            <a:custGeom>
              <a:avLst/>
              <a:gdLst>
                <a:gd name="T0" fmla="*/ 42 w 12"/>
                <a:gd name="T1" fmla="*/ 1 h 10"/>
                <a:gd name="T2" fmla="*/ 28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8" name="Line 1069"/>
            <p:cNvSpPr>
              <a:spLocks noChangeShapeType="1"/>
            </p:cNvSpPr>
            <p:nvPr userDrawn="1"/>
          </p:nvSpPr>
          <p:spPr bwMode="gray">
            <a:xfrm flipV="1">
              <a:off x="4522" y="3810"/>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9" name="Freeform 1070"/>
            <p:cNvSpPr>
              <a:spLocks/>
            </p:cNvSpPr>
            <p:nvPr userDrawn="1"/>
          </p:nvSpPr>
          <p:spPr bwMode="gray">
            <a:xfrm>
              <a:off x="4599" y="3829"/>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0" name="Line 1071"/>
            <p:cNvSpPr>
              <a:spLocks noChangeShapeType="1"/>
            </p:cNvSpPr>
            <p:nvPr userDrawn="1"/>
          </p:nvSpPr>
          <p:spPr bwMode="gray">
            <a:xfrm>
              <a:off x="4522" y="3807"/>
              <a:ext cx="207"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1" name="Line 1072"/>
            <p:cNvSpPr>
              <a:spLocks noChangeShapeType="1"/>
            </p:cNvSpPr>
            <p:nvPr userDrawn="1"/>
          </p:nvSpPr>
          <p:spPr bwMode="gray">
            <a:xfrm>
              <a:off x="4534" y="3808"/>
              <a:ext cx="202"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2" name="Freeform 1073"/>
            <p:cNvSpPr>
              <a:spLocks/>
            </p:cNvSpPr>
            <p:nvPr userDrawn="1"/>
          </p:nvSpPr>
          <p:spPr bwMode="gray">
            <a:xfrm>
              <a:off x="4727" y="3877"/>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3" name="Line 1074"/>
            <p:cNvSpPr>
              <a:spLocks noChangeShapeType="1"/>
            </p:cNvSpPr>
            <p:nvPr userDrawn="1"/>
          </p:nvSpPr>
          <p:spPr bwMode="gray">
            <a:xfrm flipH="1" flipV="1">
              <a:off x="4513" y="3796"/>
              <a:ext cx="214"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4" name="Freeform 1075"/>
            <p:cNvSpPr>
              <a:spLocks/>
            </p:cNvSpPr>
            <p:nvPr userDrawn="1"/>
          </p:nvSpPr>
          <p:spPr bwMode="gray">
            <a:xfrm>
              <a:off x="4513" y="3796"/>
              <a:ext cx="22" cy="12"/>
            </a:xfrm>
            <a:custGeom>
              <a:avLst/>
              <a:gdLst>
                <a:gd name="T0" fmla="*/ 42 w 21"/>
                <a:gd name="T1" fmla="*/ 12 h 12"/>
                <a:gd name="T2" fmla="*/ 30 w 21"/>
                <a:gd name="T3" fmla="*/ 12 h 12"/>
                <a:gd name="T4" fmla="*/ 27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5" name="Freeform 1076"/>
            <p:cNvSpPr>
              <a:spLocks/>
            </p:cNvSpPr>
            <p:nvPr userDrawn="1"/>
          </p:nvSpPr>
          <p:spPr bwMode="gray">
            <a:xfrm>
              <a:off x="4816" y="3828"/>
              <a:ext cx="13" cy="8"/>
            </a:xfrm>
            <a:custGeom>
              <a:avLst/>
              <a:gdLst>
                <a:gd name="T0" fmla="*/ 0 w 12"/>
                <a:gd name="T1" fmla="*/ 8 h 8"/>
                <a:gd name="T2" fmla="*/ 4 w 12"/>
                <a:gd name="T3" fmla="*/ 8 h 8"/>
                <a:gd name="T4" fmla="*/ 5 w 12"/>
                <a:gd name="T5" fmla="*/ 8 h 8"/>
                <a:gd name="T6" fmla="*/ 33 w 12"/>
                <a:gd name="T7" fmla="*/ 7 h 8"/>
                <a:gd name="T8" fmla="*/ 39 w 12"/>
                <a:gd name="T9" fmla="*/ 3 h 8"/>
                <a:gd name="T10" fmla="*/ 4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6" name="Line 1077"/>
            <p:cNvSpPr>
              <a:spLocks noChangeShapeType="1"/>
            </p:cNvSpPr>
            <p:nvPr userDrawn="1"/>
          </p:nvSpPr>
          <p:spPr bwMode="gray">
            <a:xfrm flipV="1">
              <a:off x="4744" y="3788"/>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7" name="Line 1078"/>
            <p:cNvSpPr>
              <a:spLocks noChangeShapeType="1"/>
            </p:cNvSpPr>
            <p:nvPr userDrawn="1"/>
          </p:nvSpPr>
          <p:spPr bwMode="gray">
            <a:xfrm flipV="1">
              <a:off x="4736" y="3789"/>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8" name="Freeform 1079"/>
            <p:cNvSpPr>
              <a:spLocks/>
            </p:cNvSpPr>
            <p:nvPr userDrawn="1"/>
          </p:nvSpPr>
          <p:spPr bwMode="gray">
            <a:xfrm>
              <a:off x="4895" y="3781"/>
              <a:ext cx="13" cy="8"/>
            </a:xfrm>
            <a:custGeom>
              <a:avLst/>
              <a:gdLst>
                <a:gd name="T0" fmla="*/ 0 w 12"/>
                <a:gd name="T1" fmla="*/ 8 h 8"/>
                <a:gd name="T2" fmla="*/ 5 w 12"/>
                <a:gd name="T3" fmla="*/ 8 h 8"/>
                <a:gd name="T4" fmla="*/ 28 w 12"/>
                <a:gd name="T5" fmla="*/ 8 h 8"/>
                <a:gd name="T6" fmla="*/ 36 w 12"/>
                <a:gd name="T7" fmla="*/ 7 h 8"/>
                <a:gd name="T8" fmla="*/ 42 w 12"/>
                <a:gd name="T9" fmla="*/ 3 h 8"/>
                <a:gd name="T10" fmla="*/ 4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9" name="Line 1080"/>
            <p:cNvSpPr>
              <a:spLocks noChangeShapeType="1"/>
            </p:cNvSpPr>
            <p:nvPr userDrawn="1"/>
          </p:nvSpPr>
          <p:spPr bwMode="gray">
            <a:xfrm flipH="1">
              <a:off x="4746" y="3781"/>
              <a:ext cx="161"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0" name="Freeform 1081"/>
            <p:cNvSpPr>
              <a:spLocks/>
            </p:cNvSpPr>
            <p:nvPr userDrawn="1"/>
          </p:nvSpPr>
          <p:spPr bwMode="gray">
            <a:xfrm>
              <a:off x="4736" y="3875"/>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1" name="Freeform 1082"/>
            <p:cNvSpPr>
              <a:spLocks/>
            </p:cNvSpPr>
            <p:nvPr userDrawn="1"/>
          </p:nvSpPr>
          <p:spPr bwMode="gray">
            <a:xfrm>
              <a:off x="4895" y="3770"/>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2" name="Freeform 1083"/>
            <p:cNvSpPr>
              <a:spLocks/>
            </p:cNvSpPr>
            <p:nvPr userDrawn="1"/>
          </p:nvSpPr>
          <p:spPr bwMode="gray">
            <a:xfrm>
              <a:off x="4290" y="3457"/>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3" name="Line 1084"/>
            <p:cNvSpPr>
              <a:spLocks noChangeShapeType="1"/>
            </p:cNvSpPr>
            <p:nvPr userDrawn="1"/>
          </p:nvSpPr>
          <p:spPr bwMode="gray">
            <a:xfrm flipH="1" flipV="1">
              <a:off x="4267" y="3310"/>
              <a:ext cx="26"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4" name="Line 1085"/>
            <p:cNvSpPr>
              <a:spLocks noChangeShapeType="1"/>
            </p:cNvSpPr>
            <p:nvPr userDrawn="1"/>
          </p:nvSpPr>
          <p:spPr bwMode="gray">
            <a:xfrm flipH="1" flipV="1">
              <a:off x="4262" y="3310"/>
              <a:ext cx="3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5" name="Freeform 1086"/>
            <p:cNvSpPr>
              <a:spLocks/>
            </p:cNvSpPr>
            <p:nvPr userDrawn="1"/>
          </p:nvSpPr>
          <p:spPr bwMode="gray">
            <a:xfrm>
              <a:off x="4262" y="3308"/>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6" name="Line 1087"/>
            <p:cNvSpPr>
              <a:spLocks noChangeShapeType="1"/>
            </p:cNvSpPr>
            <p:nvPr userDrawn="1"/>
          </p:nvSpPr>
          <p:spPr bwMode="gray">
            <a:xfrm>
              <a:off x="4270" y="3319"/>
              <a:ext cx="23"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7" name="Freeform 1088"/>
            <p:cNvSpPr>
              <a:spLocks/>
            </p:cNvSpPr>
            <p:nvPr userDrawn="1"/>
          </p:nvSpPr>
          <p:spPr bwMode="gray">
            <a:xfrm>
              <a:off x="4169" y="3352"/>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8" name="Line 1089"/>
            <p:cNvSpPr>
              <a:spLocks noChangeShapeType="1"/>
            </p:cNvSpPr>
            <p:nvPr userDrawn="1"/>
          </p:nvSpPr>
          <p:spPr bwMode="gray">
            <a:xfrm flipH="1">
              <a:off x="4088" y="3312"/>
              <a:ext cx="165"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9" name="Line 1090"/>
            <p:cNvSpPr>
              <a:spLocks noChangeShapeType="1"/>
            </p:cNvSpPr>
            <p:nvPr userDrawn="1"/>
          </p:nvSpPr>
          <p:spPr bwMode="gray">
            <a:xfrm flipH="1">
              <a:off x="4095" y="3310"/>
              <a:ext cx="167"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0" name="Freeform 1091"/>
            <p:cNvSpPr>
              <a:spLocks/>
            </p:cNvSpPr>
            <p:nvPr userDrawn="1"/>
          </p:nvSpPr>
          <p:spPr bwMode="gray">
            <a:xfrm>
              <a:off x="4087" y="3394"/>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1" name="Line 1092"/>
            <p:cNvSpPr>
              <a:spLocks noChangeShapeType="1"/>
            </p:cNvSpPr>
            <p:nvPr userDrawn="1"/>
          </p:nvSpPr>
          <p:spPr bwMode="gray">
            <a:xfrm flipV="1">
              <a:off x="4087" y="3319"/>
              <a:ext cx="164"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2" name="Freeform 1093"/>
            <p:cNvSpPr>
              <a:spLocks/>
            </p:cNvSpPr>
            <p:nvPr userDrawn="1"/>
          </p:nvSpPr>
          <p:spPr bwMode="gray">
            <a:xfrm>
              <a:off x="4251" y="3310"/>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3" name="Freeform 1094"/>
            <p:cNvSpPr>
              <a:spLocks/>
            </p:cNvSpPr>
            <p:nvPr userDrawn="1"/>
          </p:nvSpPr>
          <p:spPr bwMode="gray">
            <a:xfrm>
              <a:off x="4209" y="3439"/>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4" name="Line 1095"/>
            <p:cNvSpPr>
              <a:spLocks noChangeShapeType="1"/>
            </p:cNvSpPr>
            <p:nvPr userDrawn="1"/>
          </p:nvSpPr>
          <p:spPr bwMode="gray">
            <a:xfrm>
              <a:off x="4090" y="3403"/>
              <a:ext cx="195"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5" name="Line 1096"/>
            <p:cNvSpPr>
              <a:spLocks noChangeShapeType="1"/>
            </p:cNvSpPr>
            <p:nvPr userDrawn="1"/>
          </p:nvSpPr>
          <p:spPr bwMode="gray">
            <a:xfrm>
              <a:off x="4095" y="3396"/>
              <a:ext cx="195"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6" name="Freeform 1097"/>
            <p:cNvSpPr>
              <a:spLocks/>
            </p:cNvSpPr>
            <p:nvPr userDrawn="1"/>
          </p:nvSpPr>
          <p:spPr bwMode="gray">
            <a:xfrm>
              <a:off x="4288" y="3466"/>
              <a:ext cx="4" cy="21"/>
            </a:xfrm>
            <a:custGeom>
              <a:avLst/>
              <a:gdLst>
                <a:gd name="T0" fmla="*/ 207 w 3"/>
                <a:gd name="T1" fmla="*/ 0 h 21"/>
                <a:gd name="T2" fmla="*/ 0 w 3"/>
                <a:gd name="T3" fmla="*/ 7 h 21"/>
                <a:gd name="T4" fmla="*/ 0 w 3"/>
                <a:gd name="T5" fmla="*/ 14 h 21"/>
                <a:gd name="T6" fmla="*/ 276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7" name="Line 1098"/>
            <p:cNvSpPr>
              <a:spLocks noChangeShapeType="1"/>
            </p:cNvSpPr>
            <p:nvPr userDrawn="1"/>
          </p:nvSpPr>
          <p:spPr bwMode="gray">
            <a:xfrm flipH="1" flipV="1">
              <a:off x="4087" y="3413"/>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8" name="Freeform 1099"/>
            <p:cNvSpPr>
              <a:spLocks/>
            </p:cNvSpPr>
            <p:nvPr userDrawn="1"/>
          </p:nvSpPr>
          <p:spPr bwMode="gray">
            <a:xfrm>
              <a:off x="4087" y="3396"/>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9" name="Freeform 1100"/>
            <p:cNvSpPr>
              <a:spLocks/>
            </p:cNvSpPr>
            <p:nvPr userDrawn="1"/>
          </p:nvSpPr>
          <p:spPr bwMode="gray">
            <a:xfrm>
              <a:off x="4603" y="3490"/>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0" name="Line 1101"/>
            <p:cNvSpPr>
              <a:spLocks noChangeShapeType="1"/>
            </p:cNvSpPr>
            <p:nvPr userDrawn="1"/>
          </p:nvSpPr>
          <p:spPr bwMode="gray">
            <a:xfrm flipH="1">
              <a:off x="4524" y="3455"/>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1" name="Line 1102"/>
            <p:cNvSpPr>
              <a:spLocks noChangeShapeType="1"/>
            </p:cNvSpPr>
            <p:nvPr userDrawn="1"/>
          </p:nvSpPr>
          <p:spPr bwMode="gray">
            <a:xfrm flipH="1">
              <a:off x="4531" y="3462"/>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2" name="Freeform 1103"/>
            <p:cNvSpPr>
              <a:spLocks/>
            </p:cNvSpPr>
            <p:nvPr userDrawn="1"/>
          </p:nvSpPr>
          <p:spPr bwMode="gray">
            <a:xfrm>
              <a:off x="4520" y="3536"/>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3" name="Line 1104"/>
            <p:cNvSpPr>
              <a:spLocks noChangeShapeType="1"/>
            </p:cNvSpPr>
            <p:nvPr userDrawn="1"/>
          </p:nvSpPr>
          <p:spPr bwMode="gray">
            <a:xfrm flipV="1">
              <a:off x="4520" y="3446"/>
              <a:ext cx="163"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4" name="Freeform 1105"/>
            <p:cNvSpPr>
              <a:spLocks/>
            </p:cNvSpPr>
            <p:nvPr userDrawn="1"/>
          </p:nvSpPr>
          <p:spPr bwMode="gray">
            <a:xfrm>
              <a:off x="4683" y="3446"/>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5" name="Freeform 1106"/>
            <p:cNvSpPr>
              <a:spLocks/>
            </p:cNvSpPr>
            <p:nvPr userDrawn="1"/>
          </p:nvSpPr>
          <p:spPr bwMode="gray">
            <a:xfrm>
              <a:off x="4597" y="3579"/>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6" name="Line 1107"/>
            <p:cNvSpPr>
              <a:spLocks noChangeShapeType="1"/>
            </p:cNvSpPr>
            <p:nvPr userDrawn="1"/>
          </p:nvSpPr>
          <p:spPr bwMode="gray">
            <a:xfrm>
              <a:off x="4519" y="3558"/>
              <a:ext cx="210"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7" name="Line 1108"/>
            <p:cNvSpPr>
              <a:spLocks noChangeShapeType="1"/>
            </p:cNvSpPr>
            <p:nvPr userDrawn="1"/>
          </p:nvSpPr>
          <p:spPr bwMode="gray">
            <a:xfrm>
              <a:off x="4531" y="3553"/>
              <a:ext cx="20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8" name="Freeform 1109"/>
            <p:cNvSpPr>
              <a:spLocks/>
            </p:cNvSpPr>
            <p:nvPr userDrawn="1"/>
          </p:nvSpPr>
          <p:spPr bwMode="gray">
            <a:xfrm>
              <a:off x="4727" y="3627"/>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9" name="Line 1110"/>
            <p:cNvSpPr>
              <a:spLocks noChangeShapeType="1"/>
            </p:cNvSpPr>
            <p:nvPr userDrawn="1"/>
          </p:nvSpPr>
          <p:spPr bwMode="gray">
            <a:xfrm flipH="1" flipV="1">
              <a:off x="4512" y="3567"/>
              <a:ext cx="21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0" name="Freeform 1111"/>
            <p:cNvSpPr>
              <a:spLocks/>
            </p:cNvSpPr>
            <p:nvPr userDrawn="1"/>
          </p:nvSpPr>
          <p:spPr bwMode="gray">
            <a:xfrm>
              <a:off x="4512" y="3553"/>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1" name="Freeform 1112"/>
            <p:cNvSpPr>
              <a:spLocks/>
            </p:cNvSpPr>
            <p:nvPr userDrawn="1"/>
          </p:nvSpPr>
          <p:spPr bwMode="gray">
            <a:xfrm>
              <a:off x="4816" y="3579"/>
              <a:ext cx="13" cy="18"/>
            </a:xfrm>
            <a:custGeom>
              <a:avLst/>
              <a:gdLst>
                <a:gd name="T0" fmla="*/ 0 w 12"/>
                <a:gd name="T1" fmla="*/ 0 h 18"/>
                <a:gd name="T2" fmla="*/ 5 w 12"/>
                <a:gd name="T3" fmla="*/ 2 h 18"/>
                <a:gd name="T4" fmla="*/ 33 w 12"/>
                <a:gd name="T5" fmla="*/ 7 h 18"/>
                <a:gd name="T6" fmla="*/ 39 w 12"/>
                <a:gd name="T7" fmla="*/ 13 h 18"/>
                <a:gd name="T8" fmla="*/ 4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2" name="Line 1113"/>
            <p:cNvSpPr>
              <a:spLocks noChangeShapeType="1"/>
            </p:cNvSpPr>
            <p:nvPr userDrawn="1"/>
          </p:nvSpPr>
          <p:spPr bwMode="gray">
            <a:xfrm flipV="1">
              <a:off x="4744" y="3541"/>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3" name="Line 1114"/>
            <p:cNvSpPr>
              <a:spLocks noChangeShapeType="1"/>
            </p:cNvSpPr>
            <p:nvPr userDrawn="1"/>
          </p:nvSpPr>
          <p:spPr bwMode="gray">
            <a:xfrm flipV="1">
              <a:off x="4736" y="3534"/>
              <a:ext cx="160"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4" name="Freeform 1115"/>
            <p:cNvSpPr>
              <a:spLocks/>
            </p:cNvSpPr>
            <p:nvPr userDrawn="1"/>
          </p:nvSpPr>
          <p:spPr bwMode="gray">
            <a:xfrm>
              <a:off x="4896" y="3534"/>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5" name="Line 1116"/>
            <p:cNvSpPr>
              <a:spLocks noChangeShapeType="1"/>
            </p:cNvSpPr>
            <p:nvPr userDrawn="1"/>
          </p:nvSpPr>
          <p:spPr bwMode="gray">
            <a:xfrm flipH="1">
              <a:off x="4746" y="3550"/>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6" name="Freeform 1117"/>
            <p:cNvSpPr>
              <a:spLocks/>
            </p:cNvSpPr>
            <p:nvPr userDrawn="1"/>
          </p:nvSpPr>
          <p:spPr bwMode="gray">
            <a:xfrm>
              <a:off x="4736" y="3627"/>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7" name="Freeform 1118"/>
            <p:cNvSpPr>
              <a:spLocks/>
            </p:cNvSpPr>
            <p:nvPr userDrawn="1"/>
          </p:nvSpPr>
          <p:spPr bwMode="gray">
            <a:xfrm>
              <a:off x="4769" y="3487"/>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8" name="Line 1119"/>
            <p:cNvSpPr>
              <a:spLocks noChangeShapeType="1"/>
            </p:cNvSpPr>
            <p:nvPr userDrawn="1"/>
          </p:nvSpPr>
          <p:spPr bwMode="gray">
            <a:xfrm flipH="1" flipV="1">
              <a:off x="4695" y="3460"/>
              <a:ext cx="208"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9" name="Line 1120"/>
            <p:cNvSpPr>
              <a:spLocks noChangeShapeType="1"/>
            </p:cNvSpPr>
            <p:nvPr userDrawn="1"/>
          </p:nvSpPr>
          <p:spPr bwMode="gray">
            <a:xfrm flipH="1" flipV="1">
              <a:off x="4694" y="3462"/>
              <a:ext cx="202"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0" name="Freeform 1121"/>
            <p:cNvSpPr>
              <a:spLocks/>
            </p:cNvSpPr>
            <p:nvPr userDrawn="1"/>
          </p:nvSpPr>
          <p:spPr bwMode="gray">
            <a:xfrm>
              <a:off x="4692" y="3460"/>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1" name="Line 1122"/>
            <p:cNvSpPr>
              <a:spLocks noChangeShapeType="1"/>
            </p:cNvSpPr>
            <p:nvPr userDrawn="1"/>
          </p:nvSpPr>
          <p:spPr bwMode="gray">
            <a:xfrm>
              <a:off x="4692" y="3466"/>
              <a:ext cx="213"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2" name="Freeform 1123"/>
            <p:cNvSpPr>
              <a:spLocks/>
            </p:cNvSpPr>
            <p:nvPr userDrawn="1"/>
          </p:nvSpPr>
          <p:spPr bwMode="gray">
            <a:xfrm>
              <a:off x="4896" y="3532"/>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3" name="Freeform 1124"/>
            <p:cNvSpPr>
              <a:spLocks/>
            </p:cNvSpPr>
            <p:nvPr userDrawn="1"/>
          </p:nvSpPr>
          <p:spPr bwMode="gray">
            <a:xfrm>
              <a:off x="4907" y="3663"/>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nvGrpSpPr>
            <p:cNvPr id="1064" name="Group 1125"/>
            <p:cNvGrpSpPr>
              <a:grpSpLocks/>
            </p:cNvGrpSpPr>
            <p:nvPr userDrawn="1"/>
          </p:nvGrpSpPr>
          <p:grpSpPr bwMode="auto">
            <a:xfrm>
              <a:off x="4083" y="2782"/>
              <a:ext cx="1546" cy="1270"/>
              <a:chOff x="2135" y="838"/>
              <a:chExt cx="1546" cy="1270"/>
            </a:xfrm>
          </p:grpSpPr>
          <p:sp>
            <p:nvSpPr>
              <p:cNvPr id="1521" name="Line 1126"/>
              <p:cNvSpPr>
                <a:spLocks noChangeShapeType="1"/>
              </p:cNvSpPr>
              <p:nvPr userDrawn="1"/>
            </p:nvSpPr>
            <p:spPr bwMode="gray">
              <a:xfrm flipV="1">
                <a:off x="2968" y="1604"/>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2" name="Line 1127"/>
              <p:cNvSpPr>
                <a:spLocks noChangeShapeType="1"/>
              </p:cNvSpPr>
              <p:nvPr userDrawn="1"/>
            </p:nvSpPr>
            <p:spPr bwMode="gray">
              <a:xfrm flipV="1">
                <a:off x="2959" y="1605"/>
                <a:ext cx="2"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3" name="Freeform 1128"/>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4" name="Line 1129"/>
              <p:cNvSpPr>
                <a:spLocks noChangeShapeType="1"/>
              </p:cNvSpPr>
              <p:nvPr userDrawn="1"/>
            </p:nvSpPr>
            <p:spPr bwMode="gray">
              <a:xfrm flipH="1">
                <a:off x="2978" y="1605"/>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5" name="Freeform 1130"/>
              <p:cNvSpPr>
                <a:spLocks/>
              </p:cNvSpPr>
              <p:nvPr userDrawn="1"/>
            </p:nvSpPr>
            <p:spPr bwMode="gray">
              <a:xfrm>
                <a:off x="2959" y="1831"/>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6" name="Freeform 1131"/>
              <p:cNvSpPr>
                <a:spLocks/>
              </p:cNvSpPr>
              <p:nvPr userDrawn="1"/>
            </p:nvSpPr>
            <p:spPr bwMode="gray">
              <a:xfrm>
                <a:off x="2319" y="1366"/>
                <a:ext cx="4" cy="9"/>
              </a:xfrm>
              <a:custGeom>
                <a:avLst/>
                <a:gdLst>
                  <a:gd name="T0" fmla="*/ 276 w 3"/>
                  <a:gd name="T1" fmla="*/ 9 h 9"/>
                  <a:gd name="T2" fmla="*/ 0 w 3"/>
                  <a:gd name="T3" fmla="*/ 7 h 9"/>
                  <a:gd name="T4" fmla="*/ 0 w 3"/>
                  <a:gd name="T5" fmla="*/ 4 h 9"/>
                  <a:gd name="T6" fmla="*/ 0 w 3"/>
                  <a:gd name="T7" fmla="*/ 2 h 9"/>
                  <a:gd name="T8" fmla="*/ 207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7" name="Freeform 1132"/>
              <p:cNvSpPr>
                <a:spLocks/>
              </p:cNvSpPr>
              <p:nvPr userDrawn="1"/>
            </p:nvSpPr>
            <p:spPr bwMode="gray">
              <a:xfrm>
                <a:off x="2958" y="1709"/>
                <a:ext cx="19" cy="4"/>
              </a:xfrm>
              <a:custGeom>
                <a:avLst/>
                <a:gdLst>
                  <a:gd name="T0" fmla="*/ 0 w 19"/>
                  <a:gd name="T1" fmla="*/ 0 h 2"/>
                  <a:gd name="T2" fmla="*/ 5 w 19"/>
                  <a:gd name="T3" fmla="*/ 131072 h 2"/>
                  <a:gd name="T4" fmla="*/ 11 w 19"/>
                  <a:gd name="T5" fmla="*/ 131072 h 2"/>
                  <a:gd name="T6" fmla="*/ 16 w 19"/>
                  <a:gd name="T7" fmla="*/ 13107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8" name="Line 1133"/>
              <p:cNvSpPr>
                <a:spLocks noChangeShapeType="1"/>
              </p:cNvSpPr>
              <p:nvPr userDrawn="1"/>
            </p:nvSpPr>
            <p:spPr bwMode="gray">
              <a:xfrm flipH="1">
                <a:off x="2967"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9" name="Line 1134"/>
              <p:cNvSpPr>
                <a:spLocks noChangeShapeType="1"/>
              </p:cNvSpPr>
              <p:nvPr userDrawn="1"/>
            </p:nvSpPr>
            <p:spPr bwMode="gray">
              <a:xfrm flipH="1">
                <a:off x="2955" y="1596"/>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0" name="Freeform 1135"/>
              <p:cNvSpPr>
                <a:spLocks/>
              </p:cNvSpPr>
              <p:nvPr userDrawn="1"/>
            </p:nvSpPr>
            <p:spPr bwMode="gray">
              <a:xfrm>
                <a:off x="2955" y="1826"/>
                <a:ext cx="22" cy="4"/>
              </a:xfrm>
              <a:custGeom>
                <a:avLst/>
                <a:gdLst>
                  <a:gd name="T0" fmla="*/ 0 w 21"/>
                  <a:gd name="T1" fmla="*/ 0 h 4"/>
                  <a:gd name="T2" fmla="*/ 6 w 21"/>
                  <a:gd name="T3" fmla="*/ 2 h 4"/>
                  <a:gd name="T4" fmla="*/ 27 w 21"/>
                  <a:gd name="T5" fmla="*/ 4 h 4"/>
                  <a:gd name="T6" fmla="*/ 32 w 21"/>
                  <a:gd name="T7" fmla="*/ 2 h 4"/>
                  <a:gd name="T8" fmla="*/ 42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1" name="Line 1136"/>
              <p:cNvSpPr>
                <a:spLocks noChangeShapeType="1"/>
              </p:cNvSpPr>
              <p:nvPr userDrawn="1"/>
            </p:nvSpPr>
            <p:spPr bwMode="gray">
              <a:xfrm flipV="1">
                <a:off x="2976"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2" name="Freeform 1137"/>
              <p:cNvSpPr>
                <a:spLocks/>
              </p:cNvSpPr>
              <p:nvPr userDrawn="1"/>
            </p:nvSpPr>
            <p:spPr bwMode="gray">
              <a:xfrm>
                <a:off x="2958" y="1596"/>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3" name="Freeform 1138"/>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4" name="Freeform 1139"/>
              <p:cNvSpPr>
                <a:spLocks/>
              </p:cNvSpPr>
              <p:nvPr userDrawn="1"/>
            </p:nvSpPr>
            <p:spPr bwMode="gray">
              <a:xfrm>
                <a:off x="2139" y="1574"/>
                <a:ext cx="4" cy="9"/>
              </a:xfrm>
              <a:custGeom>
                <a:avLst/>
                <a:gdLst>
                  <a:gd name="T0" fmla="*/ 1 w 3"/>
                  <a:gd name="T1" fmla="*/ 0 h 9"/>
                  <a:gd name="T2" fmla="*/ 0 w 3"/>
                  <a:gd name="T3" fmla="*/ 2 h 9"/>
                  <a:gd name="T4" fmla="*/ 0 w 3"/>
                  <a:gd name="T5" fmla="*/ 4 h 9"/>
                  <a:gd name="T6" fmla="*/ 0 w 3"/>
                  <a:gd name="T7" fmla="*/ 7 h 9"/>
                  <a:gd name="T8" fmla="*/ 276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5" name="Line 1140"/>
              <p:cNvSpPr>
                <a:spLocks noChangeShapeType="1"/>
              </p:cNvSpPr>
              <p:nvPr userDrawn="1"/>
            </p:nvSpPr>
            <p:spPr bwMode="gray">
              <a:xfrm flipH="1" flipV="1">
                <a:off x="2135" y="1466"/>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6" name="Line 1141"/>
              <p:cNvSpPr>
                <a:spLocks noChangeShapeType="1"/>
              </p:cNvSpPr>
              <p:nvPr userDrawn="1"/>
            </p:nvSpPr>
            <p:spPr bwMode="gray">
              <a:xfrm flipH="1" flipV="1">
                <a:off x="2139" y="1460"/>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7" name="Freeform 1142"/>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8" name="Line 1143"/>
              <p:cNvSpPr>
                <a:spLocks noChangeShapeType="1"/>
              </p:cNvSpPr>
              <p:nvPr userDrawn="1"/>
            </p:nvSpPr>
            <p:spPr bwMode="gray">
              <a:xfrm>
                <a:off x="2139" y="1469"/>
                <a:ext cx="7" cy="2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9" name="Freeform 1144"/>
              <p:cNvSpPr>
                <a:spLocks/>
              </p:cNvSpPr>
              <p:nvPr userDrawn="1"/>
            </p:nvSpPr>
            <p:spPr bwMode="gray">
              <a:xfrm>
                <a:off x="2141" y="1683"/>
                <a:ext cx="4" cy="13"/>
              </a:xfrm>
              <a:custGeom>
                <a:avLst/>
                <a:gdLst>
                  <a:gd name="T0" fmla="*/ 1 w 6"/>
                  <a:gd name="T1" fmla="*/ 3194 h 9"/>
                  <a:gd name="T2" fmla="*/ 1 w 6"/>
                  <a:gd name="T3" fmla="*/ 2393 h 9"/>
                  <a:gd name="T4" fmla="*/ 0 w 6"/>
                  <a:gd name="T5" fmla="*/ 1657 h 9"/>
                  <a:gd name="T6" fmla="*/ 1 w 6"/>
                  <a:gd name="T7" fmla="*/ 734 h 9"/>
                  <a:gd name="T8" fmla="*/ 1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0" name="Freeform 1145"/>
              <p:cNvSpPr>
                <a:spLocks/>
              </p:cNvSpPr>
              <p:nvPr userDrawn="1"/>
            </p:nvSpPr>
            <p:spPr bwMode="gray">
              <a:xfrm>
                <a:off x="2779" y="1814"/>
                <a:ext cx="19" cy="4"/>
              </a:xfrm>
              <a:custGeom>
                <a:avLst/>
                <a:gdLst>
                  <a:gd name="T0" fmla="*/ 0 w 19"/>
                  <a:gd name="T1" fmla="*/ 1 h 3"/>
                  <a:gd name="T2" fmla="*/ 5 w 19"/>
                  <a:gd name="T3" fmla="*/ 276 h 3"/>
                  <a:gd name="T4" fmla="*/ 10 w 19"/>
                  <a:gd name="T5" fmla="*/ 276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1" name="Line 1146"/>
              <p:cNvSpPr>
                <a:spLocks noChangeShapeType="1"/>
              </p:cNvSpPr>
              <p:nvPr userDrawn="1"/>
            </p:nvSpPr>
            <p:spPr bwMode="gray">
              <a:xfrm flipV="1">
                <a:off x="2789" y="1700"/>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2" name="Line 1147"/>
              <p:cNvSpPr>
                <a:spLocks noChangeShapeType="1"/>
              </p:cNvSpPr>
              <p:nvPr userDrawn="1"/>
            </p:nvSpPr>
            <p:spPr bwMode="gray">
              <a:xfrm flipV="1">
                <a:off x="2779" y="1700"/>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3" name="Freeform 1148"/>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4" name="Line 1149"/>
              <p:cNvSpPr>
                <a:spLocks noChangeShapeType="1"/>
              </p:cNvSpPr>
              <p:nvPr userDrawn="1"/>
            </p:nvSpPr>
            <p:spPr bwMode="gray">
              <a:xfrm>
                <a:off x="2798" y="1698"/>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5" name="Freeform 1150"/>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6" name="Freeform 1151"/>
              <p:cNvSpPr>
                <a:spLocks/>
              </p:cNvSpPr>
              <p:nvPr userDrawn="1"/>
            </p:nvSpPr>
            <p:spPr bwMode="gray">
              <a:xfrm>
                <a:off x="2356" y="1901"/>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7" name="Line 1152"/>
              <p:cNvSpPr>
                <a:spLocks noChangeShapeType="1"/>
              </p:cNvSpPr>
              <p:nvPr userDrawn="1"/>
            </p:nvSpPr>
            <p:spPr bwMode="gray">
              <a:xfrm>
                <a:off x="2354" y="1787"/>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8" name="Line 1153"/>
              <p:cNvSpPr>
                <a:spLocks noChangeShapeType="1"/>
              </p:cNvSpPr>
              <p:nvPr userDrawn="1"/>
            </p:nvSpPr>
            <p:spPr bwMode="gray">
              <a:xfrm>
                <a:off x="2359" y="179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9" name="Freeform 1154"/>
              <p:cNvSpPr>
                <a:spLocks/>
              </p:cNvSpPr>
              <p:nvPr userDrawn="1"/>
            </p:nvSpPr>
            <p:spPr bwMode="gray">
              <a:xfrm>
                <a:off x="2359" y="2013"/>
                <a:ext cx="4" cy="11"/>
              </a:xfrm>
              <a:custGeom>
                <a:avLst/>
                <a:gdLst>
                  <a:gd name="T0" fmla="*/ 1 w 6"/>
                  <a:gd name="T1" fmla="*/ 0 h 11"/>
                  <a:gd name="T2" fmla="*/ 1 w 6"/>
                  <a:gd name="T3" fmla="*/ 4 h 11"/>
                  <a:gd name="T4" fmla="*/ 0 w 6"/>
                  <a:gd name="T5" fmla="*/ 5 h 11"/>
                  <a:gd name="T6" fmla="*/ 1 w 6"/>
                  <a:gd name="T7" fmla="*/ 9 h 11"/>
                  <a:gd name="T8" fmla="*/ 1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0" name="Line 1155"/>
              <p:cNvSpPr>
                <a:spLocks noChangeShapeType="1"/>
              </p:cNvSpPr>
              <p:nvPr userDrawn="1"/>
            </p:nvSpPr>
            <p:spPr bwMode="gray">
              <a:xfrm flipH="1" flipV="1">
                <a:off x="2359" y="178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1" name="Freeform 1156"/>
              <p:cNvSpPr>
                <a:spLocks/>
              </p:cNvSpPr>
              <p:nvPr userDrawn="1"/>
            </p:nvSpPr>
            <p:spPr bwMode="gray">
              <a:xfrm>
                <a:off x="2354" y="1787"/>
                <a:ext cx="5" cy="4"/>
              </a:xfrm>
              <a:custGeom>
                <a:avLst/>
                <a:gdLst>
                  <a:gd name="T0" fmla="*/ 3 w 5"/>
                  <a:gd name="T1" fmla="*/ 276 h 3"/>
                  <a:gd name="T2" fmla="*/ 2 w 5"/>
                  <a:gd name="T3" fmla="*/ 276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2" name="Freeform 1157"/>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3" name="Freeform 1158"/>
              <p:cNvSpPr>
                <a:spLocks/>
              </p:cNvSpPr>
              <p:nvPr userDrawn="1"/>
            </p:nvSpPr>
            <p:spPr bwMode="gray">
              <a:xfrm>
                <a:off x="2515"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4" name="Freeform 1159"/>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5" name="Line 1160"/>
              <p:cNvSpPr>
                <a:spLocks noChangeShapeType="1"/>
              </p:cNvSpPr>
              <p:nvPr userDrawn="1"/>
            </p:nvSpPr>
            <p:spPr bwMode="gray">
              <a:xfrm flipH="1">
                <a:off x="2350" y="1187"/>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6" name="Line 1161"/>
              <p:cNvSpPr>
                <a:spLocks noChangeShapeType="1"/>
              </p:cNvSpPr>
              <p:nvPr userDrawn="1"/>
            </p:nvSpPr>
            <p:spPr bwMode="gray">
              <a:xfrm flipH="1">
                <a:off x="2347" y="1195"/>
                <a:ext cx="169"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7" name="Freeform 1162"/>
              <p:cNvSpPr>
                <a:spLocks/>
              </p:cNvSpPr>
              <p:nvPr userDrawn="1"/>
            </p:nvSpPr>
            <p:spPr bwMode="gray">
              <a:xfrm>
                <a:off x="2347" y="1270"/>
                <a:ext cx="13" cy="10"/>
              </a:xfrm>
              <a:custGeom>
                <a:avLst/>
                <a:gdLst>
                  <a:gd name="T0" fmla="*/ 0 w 10"/>
                  <a:gd name="T1" fmla="*/ 10 h 10"/>
                  <a:gd name="T2" fmla="*/ 170 w 10"/>
                  <a:gd name="T3" fmla="*/ 5 h 10"/>
                  <a:gd name="T4" fmla="*/ 221 w 10"/>
                  <a:gd name="T5" fmla="*/ 2 h 10"/>
                  <a:gd name="T6" fmla="*/ 373 w 10"/>
                  <a:gd name="T7" fmla="*/ 0 h 10"/>
                  <a:gd name="T8" fmla="*/ 631 w 10"/>
                  <a:gd name="T9" fmla="*/ 0 h 10"/>
                  <a:gd name="T10" fmla="*/ 676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8" name="Line 1163"/>
              <p:cNvSpPr>
                <a:spLocks noChangeShapeType="1"/>
              </p:cNvSpPr>
              <p:nvPr userDrawn="1"/>
            </p:nvSpPr>
            <p:spPr bwMode="gray">
              <a:xfrm flipV="1">
                <a:off x="2359" y="1186"/>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9" name="Freeform 1164"/>
              <p:cNvSpPr>
                <a:spLocks/>
              </p:cNvSpPr>
              <p:nvPr userDrawn="1"/>
            </p:nvSpPr>
            <p:spPr bwMode="gray">
              <a:xfrm>
                <a:off x="2515"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0" name="Freeform 1165"/>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1" name="Line 1166"/>
              <p:cNvSpPr>
                <a:spLocks noChangeShapeType="1"/>
              </p:cNvSpPr>
              <p:nvPr userDrawn="1"/>
            </p:nvSpPr>
            <p:spPr bwMode="gray">
              <a:xfrm>
                <a:off x="2343" y="1283"/>
                <a:ext cx="6"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2" name="Line 1167"/>
              <p:cNvSpPr>
                <a:spLocks noChangeShapeType="1"/>
              </p:cNvSpPr>
              <p:nvPr userDrawn="1"/>
            </p:nvSpPr>
            <p:spPr bwMode="gray">
              <a:xfrm>
                <a:off x="2347" y="1280"/>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3" name="Freeform 1168"/>
              <p:cNvSpPr>
                <a:spLocks/>
              </p:cNvSpPr>
              <p:nvPr userDrawn="1"/>
            </p:nvSpPr>
            <p:spPr bwMode="gray">
              <a:xfrm>
                <a:off x="2350" y="1513"/>
                <a:ext cx="4" cy="21"/>
              </a:xfrm>
              <a:custGeom>
                <a:avLst/>
                <a:gdLst>
                  <a:gd name="T0" fmla="*/ 2 w 5"/>
                  <a:gd name="T1" fmla="*/ 0 h 21"/>
                  <a:gd name="T2" fmla="*/ 0 w 5"/>
                  <a:gd name="T3" fmla="*/ 5 h 21"/>
                  <a:gd name="T4" fmla="*/ 0 w 5"/>
                  <a:gd name="T5" fmla="*/ 10 h 21"/>
                  <a:gd name="T6" fmla="*/ 1 w 5"/>
                  <a:gd name="T7" fmla="*/ 16 h 21"/>
                  <a:gd name="T8" fmla="*/ 2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4" name="Line 1169"/>
              <p:cNvSpPr>
                <a:spLocks noChangeShapeType="1"/>
              </p:cNvSpPr>
              <p:nvPr userDrawn="1"/>
            </p:nvSpPr>
            <p:spPr bwMode="gray">
              <a:xfrm flipH="1" flipV="1">
                <a:off x="2350" y="1287"/>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5" name="Freeform 1170"/>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6" name="Freeform 1171"/>
              <p:cNvSpPr>
                <a:spLocks/>
              </p:cNvSpPr>
              <p:nvPr userDrawn="1"/>
            </p:nvSpPr>
            <p:spPr bwMode="gray">
              <a:xfrm>
                <a:off x="2558"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7" name="Line 1172"/>
              <p:cNvSpPr>
                <a:spLocks noChangeShapeType="1"/>
              </p:cNvSpPr>
              <p:nvPr userDrawn="1"/>
            </p:nvSpPr>
            <p:spPr bwMode="gray">
              <a:xfrm>
                <a:off x="2567" y="1870"/>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8" name="Line 1173"/>
              <p:cNvSpPr>
                <a:spLocks noChangeShapeType="1"/>
              </p:cNvSpPr>
              <p:nvPr userDrawn="1"/>
            </p:nvSpPr>
            <p:spPr bwMode="gray">
              <a:xfrm>
                <a:off x="2576" y="1873"/>
                <a:ext cx="4"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9" name="Freeform 1174"/>
              <p:cNvSpPr>
                <a:spLocks/>
              </p:cNvSpPr>
              <p:nvPr userDrawn="1"/>
            </p:nvSpPr>
            <p:spPr bwMode="gray">
              <a:xfrm>
                <a:off x="2558"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0" name="Line 1175"/>
              <p:cNvSpPr>
                <a:spLocks noChangeShapeType="1"/>
              </p:cNvSpPr>
              <p:nvPr userDrawn="1"/>
            </p:nvSpPr>
            <p:spPr bwMode="gray">
              <a:xfrm flipH="1" flipV="1">
                <a:off x="2555" y="1861"/>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1" name="Freeform 1176"/>
              <p:cNvSpPr>
                <a:spLocks/>
              </p:cNvSpPr>
              <p:nvPr userDrawn="1"/>
            </p:nvSpPr>
            <p:spPr bwMode="gray">
              <a:xfrm>
                <a:off x="2555" y="1861"/>
                <a:ext cx="22" cy="12"/>
              </a:xfrm>
              <a:custGeom>
                <a:avLst/>
                <a:gdLst>
                  <a:gd name="T0" fmla="*/ 195 w 19"/>
                  <a:gd name="T1" fmla="*/ 12 h 12"/>
                  <a:gd name="T2" fmla="*/ 125 w 19"/>
                  <a:gd name="T3" fmla="*/ 9 h 12"/>
                  <a:gd name="T4" fmla="*/ 52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2" name="Freeform 1177"/>
              <p:cNvSpPr>
                <a:spLocks/>
              </p:cNvSpPr>
              <p:nvPr userDrawn="1"/>
            </p:nvSpPr>
            <p:spPr bwMode="gray">
              <a:xfrm>
                <a:off x="2646" y="2048"/>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3" name="Line 1178"/>
              <p:cNvSpPr>
                <a:spLocks noChangeShapeType="1"/>
              </p:cNvSpPr>
              <p:nvPr userDrawn="1"/>
            </p:nvSpPr>
            <p:spPr bwMode="gray">
              <a:xfrm flipV="1">
                <a:off x="2576" y="2010"/>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4" name="Line 1179"/>
              <p:cNvSpPr>
                <a:spLocks noChangeShapeType="1"/>
              </p:cNvSpPr>
              <p:nvPr userDrawn="1"/>
            </p:nvSpPr>
            <p:spPr bwMode="gray">
              <a:xfrm flipV="1">
                <a:off x="2578" y="2003"/>
                <a:ext cx="159"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5" name="Freeform 1180"/>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6" name="Line 1181"/>
              <p:cNvSpPr>
                <a:spLocks noChangeShapeType="1"/>
              </p:cNvSpPr>
              <p:nvPr userDrawn="1"/>
            </p:nvSpPr>
            <p:spPr bwMode="gray">
              <a:xfrm flipH="1">
                <a:off x="2567" y="2010"/>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7" name="Freeform 1182"/>
              <p:cNvSpPr>
                <a:spLocks/>
              </p:cNvSpPr>
              <p:nvPr userDrawn="1"/>
            </p:nvSpPr>
            <p:spPr bwMode="gray">
              <a:xfrm>
                <a:off x="2567"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8" name="Line 1183"/>
              <p:cNvSpPr>
                <a:spLocks noChangeShapeType="1"/>
              </p:cNvSpPr>
              <p:nvPr userDrawn="1"/>
            </p:nvSpPr>
            <p:spPr bwMode="gray">
              <a:xfrm flipV="1">
                <a:off x="2741" y="1924"/>
                <a:ext cx="1"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9" name="Line 1184"/>
              <p:cNvSpPr>
                <a:spLocks noChangeShapeType="1"/>
              </p:cNvSpPr>
              <p:nvPr userDrawn="1"/>
            </p:nvSpPr>
            <p:spPr bwMode="gray">
              <a:xfrm flipV="1">
                <a:off x="2737" y="1924"/>
                <a:ext cx="1"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0" name="Line 1185"/>
              <p:cNvSpPr>
                <a:spLocks noChangeShapeType="1"/>
              </p:cNvSpPr>
              <p:nvPr userDrawn="1"/>
            </p:nvSpPr>
            <p:spPr bwMode="gray">
              <a:xfrm>
                <a:off x="2733" y="1922"/>
                <a:ext cx="2"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1" name="Freeform 1186"/>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2" name="Freeform 1187"/>
              <p:cNvSpPr>
                <a:spLocks/>
              </p:cNvSpPr>
              <p:nvPr userDrawn="1"/>
            </p:nvSpPr>
            <p:spPr bwMode="gray">
              <a:xfrm>
                <a:off x="2732" y="1377"/>
                <a:ext cx="4" cy="8"/>
              </a:xfrm>
              <a:custGeom>
                <a:avLst/>
                <a:gdLst>
                  <a:gd name="T0" fmla="*/ 2 w 5"/>
                  <a:gd name="T1" fmla="*/ 8 h 8"/>
                  <a:gd name="T2" fmla="*/ 2 w 5"/>
                  <a:gd name="T3" fmla="*/ 7 h 8"/>
                  <a:gd name="T4" fmla="*/ 2 w 5"/>
                  <a:gd name="T5" fmla="*/ 5 h 8"/>
                  <a:gd name="T6" fmla="*/ 2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3" name="Line 1188"/>
              <p:cNvSpPr>
                <a:spLocks noChangeShapeType="1"/>
              </p:cNvSpPr>
              <p:nvPr userDrawn="1"/>
            </p:nvSpPr>
            <p:spPr bwMode="gray">
              <a:xfrm flipH="1" flipV="1">
                <a:off x="2737" y="1265"/>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4" name="Line 1189"/>
              <p:cNvSpPr>
                <a:spLocks noChangeShapeType="1"/>
              </p:cNvSpPr>
              <p:nvPr userDrawn="1"/>
            </p:nvSpPr>
            <p:spPr bwMode="gray">
              <a:xfrm flipV="1">
                <a:off x="2735" y="1270"/>
                <a:ext cx="1"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5" name="Freeform 1190"/>
              <p:cNvSpPr>
                <a:spLocks/>
              </p:cNvSpPr>
              <p:nvPr userDrawn="1"/>
            </p:nvSpPr>
            <p:spPr bwMode="gray">
              <a:xfrm>
                <a:off x="2732" y="1261"/>
                <a:ext cx="4" cy="9"/>
              </a:xfrm>
              <a:custGeom>
                <a:avLst/>
                <a:gdLst>
                  <a:gd name="T0" fmla="*/ 2 w 5"/>
                  <a:gd name="T1" fmla="*/ 9 h 9"/>
                  <a:gd name="T2" fmla="*/ 2 w 5"/>
                  <a:gd name="T3" fmla="*/ 5 h 9"/>
                  <a:gd name="T4" fmla="*/ 2 w 5"/>
                  <a:gd name="T5" fmla="*/ 4 h 9"/>
                  <a:gd name="T6" fmla="*/ 2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6" name="Line 1191"/>
              <p:cNvSpPr>
                <a:spLocks noChangeShapeType="1"/>
              </p:cNvSpPr>
              <p:nvPr userDrawn="1"/>
            </p:nvSpPr>
            <p:spPr bwMode="gray">
              <a:xfrm>
                <a:off x="2732" y="1261"/>
                <a:ext cx="1" cy="2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7" name="Freeform 1192"/>
              <p:cNvSpPr>
                <a:spLocks/>
              </p:cNvSpPr>
              <p:nvPr userDrawn="1"/>
            </p:nvSpPr>
            <p:spPr bwMode="gray">
              <a:xfrm>
                <a:off x="2733" y="1500"/>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8" name="Freeform 1193"/>
              <p:cNvSpPr>
                <a:spLocks/>
              </p:cNvSpPr>
              <p:nvPr userDrawn="1"/>
            </p:nvSpPr>
            <p:spPr bwMode="gray">
              <a:xfrm>
                <a:off x="2641" y="1296"/>
                <a:ext cx="13" cy="13"/>
              </a:xfrm>
              <a:custGeom>
                <a:avLst/>
                <a:gdLst>
                  <a:gd name="T0" fmla="*/ 42 w 12"/>
                  <a:gd name="T1" fmla="*/ 2 h 16"/>
                  <a:gd name="T2" fmla="*/ 36 w 12"/>
                  <a:gd name="T3" fmla="*/ 2 h 16"/>
                  <a:gd name="T4" fmla="*/ 30 w 12"/>
                  <a:gd name="T5" fmla="*/ 2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9" name="Line 1194"/>
              <p:cNvSpPr>
                <a:spLocks noChangeShapeType="1"/>
              </p:cNvSpPr>
              <p:nvPr userDrawn="1"/>
            </p:nvSpPr>
            <p:spPr bwMode="gray">
              <a:xfrm flipH="1">
                <a:off x="2567" y="1257"/>
                <a:ext cx="165"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0" name="Line 1195"/>
              <p:cNvSpPr>
                <a:spLocks noChangeShapeType="1"/>
              </p:cNvSpPr>
              <p:nvPr userDrawn="1"/>
            </p:nvSpPr>
            <p:spPr bwMode="gray">
              <a:xfrm flipH="1">
                <a:off x="2571" y="1270"/>
                <a:ext cx="164"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1" name="Freeform 1196"/>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2" name="Line 1197"/>
              <p:cNvSpPr>
                <a:spLocks noChangeShapeType="1"/>
              </p:cNvSpPr>
              <p:nvPr userDrawn="1"/>
            </p:nvSpPr>
            <p:spPr bwMode="gray">
              <a:xfrm flipV="1">
                <a:off x="2558" y="1252"/>
                <a:ext cx="165"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3" name="Freeform 1198"/>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4" name="Freeform 1199"/>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5" name="Line 1200"/>
              <p:cNvSpPr>
                <a:spLocks noChangeShapeType="1"/>
              </p:cNvSpPr>
              <p:nvPr userDrawn="1"/>
            </p:nvSpPr>
            <p:spPr bwMode="gray">
              <a:xfrm>
                <a:off x="2560" y="1359"/>
                <a:ext cx="2" cy="24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6" name="Line 1201"/>
              <p:cNvSpPr>
                <a:spLocks noChangeShapeType="1"/>
              </p:cNvSpPr>
              <p:nvPr userDrawn="1"/>
            </p:nvSpPr>
            <p:spPr bwMode="gray">
              <a:xfrm>
                <a:off x="2571" y="1356"/>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7" name="Freeform 1202"/>
              <p:cNvSpPr>
                <a:spLocks/>
              </p:cNvSpPr>
              <p:nvPr userDrawn="1"/>
            </p:nvSpPr>
            <p:spPr bwMode="gray">
              <a:xfrm>
                <a:off x="2551" y="1592"/>
                <a:ext cx="21" cy="13"/>
              </a:xfrm>
              <a:custGeom>
                <a:avLst/>
                <a:gdLst>
                  <a:gd name="T0" fmla="*/ 21 w 21"/>
                  <a:gd name="T1" fmla="*/ 0 h 14"/>
                  <a:gd name="T2" fmla="*/ 16 w 21"/>
                  <a:gd name="T3" fmla="*/ 5 h 14"/>
                  <a:gd name="T4" fmla="*/ 13 w 21"/>
                  <a:gd name="T5" fmla="*/ 7 h 14"/>
                  <a:gd name="T6" fmla="*/ 7 w 21"/>
                  <a:gd name="T7" fmla="*/ 7 h 14"/>
                  <a:gd name="T8" fmla="*/ 0 w 21"/>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8" name="Line 1203"/>
              <p:cNvSpPr>
                <a:spLocks noChangeShapeType="1"/>
              </p:cNvSpPr>
              <p:nvPr userDrawn="1"/>
            </p:nvSpPr>
            <p:spPr bwMode="gray">
              <a:xfrm flipH="1" flipV="1">
                <a:off x="2550" y="1357"/>
                <a:ext cx="1"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9" name="Freeform 1204"/>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0" name="Freeform 1205"/>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1" name="Freeform 1206"/>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2" name="Freeform 1207"/>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3" name="Line 1208"/>
              <p:cNvSpPr>
                <a:spLocks noChangeShapeType="1"/>
              </p:cNvSpPr>
              <p:nvPr userDrawn="1"/>
            </p:nvSpPr>
            <p:spPr bwMode="gray">
              <a:xfrm>
                <a:off x="2536" y="1184"/>
                <a:ext cx="19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4" name="Line 1209"/>
              <p:cNvSpPr>
                <a:spLocks noChangeShapeType="1"/>
              </p:cNvSpPr>
              <p:nvPr userDrawn="1"/>
            </p:nvSpPr>
            <p:spPr bwMode="gray">
              <a:xfrm>
                <a:off x="2532" y="1195"/>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5" name="Freeform 1210"/>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6" name="Line 1211"/>
              <p:cNvSpPr>
                <a:spLocks noChangeShapeType="1"/>
              </p:cNvSpPr>
              <p:nvPr userDrawn="1"/>
            </p:nvSpPr>
            <p:spPr bwMode="gray">
              <a:xfrm flipH="1" flipV="1">
                <a:off x="2543" y="1177"/>
                <a:ext cx="197"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7" name="Freeform 1212"/>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8" name="Freeform 1213"/>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9" name="Line 1214"/>
              <p:cNvSpPr>
                <a:spLocks noChangeShapeType="1"/>
              </p:cNvSpPr>
              <p:nvPr userDrawn="1"/>
            </p:nvSpPr>
            <p:spPr bwMode="gray">
              <a:xfrm flipH="1" flipV="1">
                <a:off x="2530" y="1179"/>
                <a:ext cx="204"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0" name="Line 1215"/>
              <p:cNvSpPr>
                <a:spLocks noChangeShapeType="1"/>
              </p:cNvSpPr>
              <p:nvPr userDrawn="1"/>
            </p:nvSpPr>
            <p:spPr bwMode="gray">
              <a:xfrm flipH="1" flipV="1">
                <a:off x="2524" y="1186"/>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1" name="Freeform 1216"/>
              <p:cNvSpPr>
                <a:spLocks/>
              </p:cNvSpPr>
              <p:nvPr userDrawn="1"/>
            </p:nvSpPr>
            <p:spPr bwMode="gray">
              <a:xfrm>
                <a:off x="2524"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2" name="Line 1217"/>
              <p:cNvSpPr>
                <a:spLocks noChangeShapeType="1"/>
              </p:cNvSpPr>
              <p:nvPr userDrawn="1"/>
            </p:nvSpPr>
            <p:spPr bwMode="gray">
              <a:xfrm>
                <a:off x="2532" y="1168"/>
                <a:ext cx="200"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3" name="Freeform 1218"/>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4" name="Freeform 1219"/>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5" name="Line 1220"/>
              <p:cNvSpPr>
                <a:spLocks noChangeShapeType="1"/>
              </p:cNvSpPr>
              <p:nvPr userDrawn="1"/>
            </p:nvSpPr>
            <p:spPr bwMode="gray">
              <a:xfrm>
                <a:off x="2352" y="1274"/>
                <a:ext cx="19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6" name="Line 1221"/>
              <p:cNvSpPr>
                <a:spLocks noChangeShapeType="1"/>
              </p:cNvSpPr>
              <p:nvPr userDrawn="1"/>
            </p:nvSpPr>
            <p:spPr bwMode="gray">
              <a:xfrm>
                <a:off x="2359" y="1270"/>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7" name="Freeform 1222"/>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8" name="Line 1223"/>
              <p:cNvSpPr>
                <a:spLocks noChangeShapeType="1"/>
              </p:cNvSpPr>
              <p:nvPr userDrawn="1"/>
            </p:nvSpPr>
            <p:spPr bwMode="gray">
              <a:xfrm flipH="1" flipV="1">
                <a:off x="2350" y="1287"/>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9" name="Freeform 1224"/>
              <p:cNvSpPr>
                <a:spLocks/>
              </p:cNvSpPr>
              <p:nvPr userDrawn="1"/>
            </p:nvSpPr>
            <p:spPr bwMode="gray">
              <a:xfrm>
                <a:off x="2350"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0" name="Freeform 1225"/>
              <p:cNvSpPr>
                <a:spLocks/>
              </p:cNvSpPr>
              <p:nvPr userDrawn="1"/>
            </p:nvSpPr>
            <p:spPr bwMode="gray">
              <a:xfrm>
                <a:off x="2459" y="2057"/>
                <a:ext cx="10" cy="13"/>
              </a:xfrm>
              <a:custGeom>
                <a:avLst/>
                <a:gdLst>
                  <a:gd name="T0" fmla="*/ 0 w 10"/>
                  <a:gd name="T1" fmla="*/ 0 h 9"/>
                  <a:gd name="T2" fmla="*/ 2 w 10"/>
                  <a:gd name="T3" fmla="*/ 2211 h 9"/>
                  <a:gd name="T4" fmla="*/ 3 w 10"/>
                  <a:gd name="T5" fmla="*/ 2393 h 9"/>
                  <a:gd name="T6" fmla="*/ 7 w 10"/>
                  <a:gd name="T7" fmla="*/ 3194 h 9"/>
                  <a:gd name="T8" fmla="*/ 10 w 10"/>
                  <a:gd name="T9" fmla="*/ 2393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1" name="Line 1226"/>
              <p:cNvSpPr>
                <a:spLocks noChangeShapeType="1"/>
              </p:cNvSpPr>
              <p:nvPr userDrawn="1"/>
            </p:nvSpPr>
            <p:spPr bwMode="gray">
              <a:xfrm>
                <a:off x="2367" y="2031"/>
                <a:ext cx="194"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2" name="Line 1227"/>
              <p:cNvSpPr>
                <a:spLocks noChangeShapeType="1"/>
              </p:cNvSpPr>
              <p:nvPr userDrawn="1"/>
            </p:nvSpPr>
            <p:spPr bwMode="gray">
              <a:xfrm>
                <a:off x="2363" y="2022"/>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3" name="Freeform 1228"/>
              <p:cNvSpPr>
                <a:spLocks/>
              </p:cNvSpPr>
              <p:nvPr userDrawn="1"/>
            </p:nvSpPr>
            <p:spPr bwMode="gray">
              <a:xfrm>
                <a:off x="2558"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4" name="Line 1229"/>
              <p:cNvSpPr>
                <a:spLocks noChangeShapeType="1"/>
              </p:cNvSpPr>
              <p:nvPr userDrawn="1"/>
            </p:nvSpPr>
            <p:spPr bwMode="gray">
              <a:xfrm flipH="1" flipV="1">
                <a:off x="2371" y="2031"/>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5" name="Freeform 1230"/>
              <p:cNvSpPr>
                <a:spLocks/>
              </p:cNvSpPr>
              <p:nvPr userDrawn="1"/>
            </p:nvSpPr>
            <p:spPr bwMode="gray">
              <a:xfrm>
                <a:off x="2363" y="2022"/>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6" name="Freeform 1231"/>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7" name="Freeform 1232"/>
              <p:cNvSpPr>
                <a:spLocks/>
              </p:cNvSpPr>
              <p:nvPr userDrawn="1"/>
            </p:nvSpPr>
            <p:spPr bwMode="gray">
              <a:xfrm>
                <a:off x="2836" y="1314"/>
                <a:ext cx="9" cy="13"/>
              </a:xfrm>
              <a:custGeom>
                <a:avLst/>
                <a:gdLst>
                  <a:gd name="T0" fmla="*/ 9 w 9"/>
                  <a:gd name="T1" fmla="*/ 3 h 15"/>
                  <a:gd name="T2" fmla="*/ 5 w 9"/>
                  <a:gd name="T3" fmla="*/ 3 h 15"/>
                  <a:gd name="T4" fmla="*/ 2 w 9"/>
                  <a:gd name="T5" fmla="*/ 3 h 15"/>
                  <a:gd name="T6" fmla="*/ 0 w 9"/>
                  <a:gd name="T7" fmla="*/ 3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8" name="Freeform 1233"/>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9" name="Line 1234"/>
              <p:cNvSpPr>
                <a:spLocks noChangeShapeType="1"/>
              </p:cNvSpPr>
              <p:nvPr userDrawn="1"/>
            </p:nvSpPr>
            <p:spPr bwMode="gray">
              <a:xfrm>
                <a:off x="2838" y="1327"/>
                <a:ext cx="19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0" name="Line 1235"/>
              <p:cNvSpPr>
                <a:spLocks noChangeShapeType="1"/>
              </p:cNvSpPr>
              <p:nvPr userDrawn="1"/>
            </p:nvSpPr>
            <p:spPr bwMode="gray">
              <a:xfrm>
                <a:off x="2845" y="1327"/>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1" name="Freeform 1236"/>
              <p:cNvSpPr>
                <a:spLocks/>
              </p:cNvSpPr>
              <p:nvPr userDrawn="1"/>
            </p:nvSpPr>
            <p:spPr bwMode="gray">
              <a:xfrm>
                <a:off x="3031" y="1387"/>
                <a:ext cx="4"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276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2" name="Line 1237"/>
              <p:cNvSpPr>
                <a:spLocks noChangeShapeType="1"/>
              </p:cNvSpPr>
              <p:nvPr userDrawn="1"/>
            </p:nvSpPr>
            <p:spPr bwMode="gray">
              <a:xfrm flipH="1" flipV="1">
                <a:off x="2837" y="1322"/>
                <a:ext cx="19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3" name="Freeform 1238"/>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4" name="Line 1239"/>
              <p:cNvSpPr>
                <a:spLocks noChangeShapeType="1"/>
              </p:cNvSpPr>
              <p:nvPr userDrawn="1"/>
            </p:nvSpPr>
            <p:spPr bwMode="gray">
              <a:xfrm flipH="1">
                <a:off x="3370" y="1144"/>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5" name="Line 1240"/>
              <p:cNvSpPr>
                <a:spLocks noChangeShapeType="1"/>
              </p:cNvSpPr>
              <p:nvPr userDrawn="1"/>
            </p:nvSpPr>
            <p:spPr bwMode="gray">
              <a:xfrm flipH="1">
                <a:off x="3384" y="1149"/>
                <a:ext cx="30" cy="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6" name="Line 1241"/>
              <p:cNvSpPr>
                <a:spLocks noChangeShapeType="1"/>
              </p:cNvSpPr>
              <p:nvPr userDrawn="1"/>
            </p:nvSpPr>
            <p:spPr bwMode="gray">
              <a:xfrm flipV="1">
                <a:off x="3358" y="1133"/>
                <a:ext cx="45" cy="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7" name="Freeform 1242"/>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8" name="Freeform 1243"/>
              <p:cNvSpPr>
                <a:spLocks/>
              </p:cNvSpPr>
              <p:nvPr userDrawn="1"/>
            </p:nvSpPr>
            <p:spPr bwMode="gray">
              <a:xfrm>
                <a:off x="3540" y="1252"/>
                <a:ext cx="10" cy="13"/>
              </a:xfrm>
              <a:custGeom>
                <a:avLst/>
                <a:gdLst>
                  <a:gd name="T0" fmla="*/ 0 w 10"/>
                  <a:gd name="T1" fmla="*/ 0 h 16"/>
                  <a:gd name="T2" fmla="*/ 3 w 10"/>
                  <a:gd name="T3" fmla="*/ 2 h 16"/>
                  <a:gd name="T4" fmla="*/ 7 w 10"/>
                  <a:gd name="T5" fmla="*/ 2 h 16"/>
                  <a:gd name="T6" fmla="*/ 8 w 10"/>
                  <a:gd name="T7" fmla="*/ 2 h 16"/>
                  <a:gd name="T8" fmla="*/ 10 w 10"/>
                  <a:gd name="T9" fmla="*/ 2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9" name="Line 1244"/>
              <p:cNvSpPr>
                <a:spLocks noChangeShapeType="1"/>
              </p:cNvSpPr>
              <p:nvPr userDrawn="1"/>
            </p:nvSpPr>
            <p:spPr bwMode="gray">
              <a:xfrm flipV="1">
                <a:off x="3540" y="1217"/>
                <a:ext cx="79"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0" name="Line 1245"/>
              <p:cNvSpPr>
                <a:spLocks noChangeShapeType="1"/>
              </p:cNvSpPr>
              <p:nvPr userDrawn="1"/>
            </p:nvSpPr>
            <p:spPr bwMode="gray">
              <a:xfrm flipV="1">
                <a:off x="3540" y="1212"/>
                <a:ext cx="72" cy="4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1" name="Freeform 1246"/>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2" name="Line 1247"/>
              <p:cNvSpPr>
                <a:spLocks noChangeShapeType="1"/>
              </p:cNvSpPr>
              <p:nvPr userDrawn="1"/>
            </p:nvSpPr>
            <p:spPr bwMode="gray">
              <a:xfrm flipH="1">
                <a:off x="3540" y="1228"/>
                <a:ext cx="82"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3" name="Freeform 1248"/>
              <p:cNvSpPr>
                <a:spLocks/>
              </p:cNvSpPr>
              <p:nvPr userDrawn="1"/>
            </p:nvSpPr>
            <p:spPr bwMode="gray">
              <a:xfrm>
                <a:off x="3484" y="1170"/>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4" name="Line 1249"/>
              <p:cNvSpPr>
                <a:spLocks noChangeShapeType="1"/>
              </p:cNvSpPr>
              <p:nvPr userDrawn="1"/>
            </p:nvSpPr>
            <p:spPr bwMode="gray">
              <a:xfrm flipH="1" flipV="1">
                <a:off x="3412" y="1147"/>
                <a:ext cx="20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5" name="Line 1250"/>
              <p:cNvSpPr>
                <a:spLocks noChangeShapeType="1"/>
              </p:cNvSpPr>
              <p:nvPr userDrawn="1"/>
            </p:nvSpPr>
            <p:spPr bwMode="gray">
              <a:xfrm flipH="1" flipV="1">
                <a:off x="3412" y="1149"/>
                <a:ext cx="198"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6" name="Freeform 1251"/>
              <p:cNvSpPr>
                <a:spLocks/>
              </p:cNvSpPr>
              <p:nvPr userDrawn="1"/>
            </p:nvSpPr>
            <p:spPr bwMode="gray">
              <a:xfrm>
                <a:off x="3410" y="1149"/>
                <a:ext cx="4" cy="4"/>
              </a:xfrm>
              <a:custGeom>
                <a:avLst/>
                <a:gdLst>
                  <a:gd name="T0" fmla="*/ 4 w 4"/>
                  <a:gd name="T1" fmla="*/ 0 h 5"/>
                  <a:gd name="T2" fmla="*/ 4 w 4"/>
                  <a:gd name="T3" fmla="*/ 0 h 5"/>
                  <a:gd name="T4" fmla="*/ 4 w 4"/>
                  <a:gd name="T5" fmla="*/ 0 h 5"/>
                  <a:gd name="T6" fmla="*/ 2 w 4"/>
                  <a:gd name="T7" fmla="*/ 2 h 5"/>
                  <a:gd name="T8" fmla="*/ 2 w 4"/>
                  <a:gd name="T9" fmla="*/ 2 h 5"/>
                  <a:gd name="T10" fmla="*/ 0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7" name="Line 1252"/>
              <p:cNvSpPr>
                <a:spLocks noChangeShapeType="1"/>
              </p:cNvSpPr>
              <p:nvPr userDrawn="1"/>
            </p:nvSpPr>
            <p:spPr bwMode="gray">
              <a:xfrm>
                <a:off x="3410" y="1153"/>
                <a:ext cx="20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8" name="Freeform 1253"/>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9" name="Freeform 1254"/>
              <p:cNvSpPr>
                <a:spLocks/>
              </p:cNvSpPr>
              <p:nvPr userDrawn="1"/>
            </p:nvSpPr>
            <p:spPr bwMode="gray">
              <a:xfrm>
                <a:off x="3613" y="1327"/>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0" name="Line 1255"/>
              <p:cNvSpPr>
                <a:spLocks noChangeShapeType="1"/>
              </p:cNvSpPr>
              <p:nvPr userDrawn="1"/>
            </p:nvSpPr>
            <p:spPr bwMode="gray">
              <a:xfrm flipV="1">
                <a:off x="3618" y="1222"/>
                <a:ext cx="4" cy="1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1" name="Line 1256"/>
              <p:cNvSpPr>
                <a:spLocks noChangeShapeType="1"/>
              </p:cNvSpPr>
              <p:nvPr userDrawn="1"/>
            </p:nvSpPr>
            <p:spPr bwMode="gray">
              <a:xfrm flipV="1">
                <a:off x="3615" y="1228"/>
                <a:ext cx="5"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2" name="Freeform 1257"/>
              <p:cNvSpPr>
                <a:spLocks/>
              </p:cNvSpPr>
              <p:nvPr userDrawn="1"/>
            </p:nvSpPr>
            <p:spPr bwMode="gray">
              <a:xfrm>
                <a:off x="3618" y="1219"/>
                <a:ext cx="4" cy="9"/>
              </a:xfrm>
              <a:custGeom>
                <a:avLst/>
                <a:gdLst>
                  <a:gd name="T0" fmla="*/ 2 w 5"/>
                  <a:gd name="T1" fmla="*/ 9 h 9"/>
                  <a:gd name="T2" fmla="*/ 2 w 5"/>
                  <a:gd name="T3" fmla="*/ 7 h 9"/>
                  <a:gd name="T4" fmla="*/ 2 w 5"/>
                  <a:gd name="T5" fmla="*/ 5 h 9"/>
                  <a:gd name="T6" fmla="*/ 2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3" name="Line 1258"/>
              <p:cNvSpPr>
                <a:spLocks noChangeShapeType="1"/>
              </p:cNvSpPr>
              <p:nvPr userDrawn="1"/>
            </p:nvSpPr>
            <p:spPr bwMode="gray">
              <a:xfrm flipH="1">
                <a:off x="3611" y="1219"/>
                <a:ext cx="6" cy="1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4" name="Freeform 1259"/>
              <p:cNvSpPr>
                <a:spLocks/>
              </p:cNvSpPr>
              <p:nvPr userDrawn="1"/>
            </p:nvSpPr>
            <p:spPr bwMode="gray">
              <a:xfrm>
                <a:off x="2816" y="1205"/>
                <a:ext cx="22" cy="4"/>
              </a:xfrm>
              <a:custGeom>
                <a:avLst/>
                <a:gdLst>
                  <a:gd name="T0" fmla="*/ 195 w 19"/>
                  <a:gd name="T1" fmla="*/ 0 h 2"/>
                  <a:gd name="T2" fmla="*/ 145 w 19"/>
                  <a:gd name="T3" fmla="*/ 131072 h 2"/>
                  <a:gd name="T4" fmla="*/ 108 w 19"/>
                  <a:gd name="T5" fmla="*/ 131072 h 2"/>
                  <a:gd name="T6" fmla="*/ 52 w 19"/>
                  <a:gd name="T7" fmla="*/ 131072 h 2"/>
                  <a:gd name="T8" fmla="*/ 0 w 19"/>
                  <a:gd name="T9" fmla="*/ 13107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5" name="Line 1260"/>
              <p:cNvSpPr>
                <a:spLocks noChangeShapeType="1"/>
              </p:cNvSpPr>
              <p:nvPr userDrawn="1"/>
            </p:nvSpPr>
            <p:spPr bwMode="gray">
              <a:xfrm flipV="1">
                <a:off x="2828" y="1202"/>
                <a:ext cx="1" cy="1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6" name="Line 1261"/>
              <p:cNvSpPr>
                <a:spLocks noChangeShapeType="1"/>
              </p:cNvSpPr>
              <p:nvPr userDrawn="1"/>
            </p:nvSpPr>
            <p:spPr bwMode="gray">
              <a:xfrm flipV="1">
                <a:off x="2836" y="1196"/>
                <a:ext cx="1" cy="1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7" name="Line 1262"/>
              <p:cNvSpPr>
                <a:spLocks noChangeShapeType="1"/>
              </p:cNvSpPr>
              <p:nvPr userDrawn="1"/>
            </p:nvSpPr>
            <p:spPr bwMode="gray">
              <a:xfrm>
                <a:off x="2816" y="1205"/>
                <a:ext cx="4" cy="10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8" name="Freeform 1263"/>
              <p:cNvSpPr>
                <a:spLocks/>
              </p:cNvSpPr>
              <p:nvPr userDrawn="1"/>
            </p:nvSpPr>
            <p:spPr bwMode="gray">
              <a:xfrm>
                <a:off x="2816" y="1314"/>
                <a:ext cx="22" cy="3"/>
              </a:xfrm>
              <a:custGeom>
                <a:avLst/>
                <a:gdLst>
                  <a:gd name="T0" fmla="*/ 195 w 19"/>
                  <a:gd name="T1" fmla="*/ 0 h 3"/>
                  <a:gd name="T2" fmla="*/ 125 w 19"/>
                  <a:gd name="T3" fmla="*/ 3 h 3"/>
                  <a:gd name="T4" fmla="*/ 69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9" name="Freeform 1264"/>
              <p:cNvSpPr>
                <a:spLocks/>
              </p:cNvSpPr>
              <p:nvPr userDrawn="1"/>
            </p:nvSpPr>
            <p:spPr bwMode="gray">
              <a:xfrm>
                <a:off x="2819"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0" name="Line 1265"/>
              <p:cNvSpPr>
                <a:spLocks noChangeShapeType="1"/>
              </p:cNvSpPr>
              <p:nvPr userDrawn="1"/>
            </p:nvSpPr>
            <p:spPr bwMode="gray">
              <a:xfrm>
                <a:off x="2828" y="1202"/>
                <a:ext cx="1" cy="1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1" name="Line 1266"/>
              <p:cNvSpPr>
                <a:spLocks noChangeShapeType="1"/>
              </p:cNvSpPr>
              <p:nvPr userDrawn="1"/>
            </p:nvSpPr>
            <p:spPr bwMode="gray">
              <a:xfrm>
                <a:off x="2837" y="1196"/>
                <a:ext cx="1"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2" name="Freeform 1267"/>
              <p:cNvSpPr>
                <a:spLocks/>
              </p:cNvSpPr>
              <p:nvPr userDrawn="1"/>
            </p:nvSpPr>
            <p:spPr bwMode="gray">
              <a:xfrm>
                <a:off x="2819"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3" name="Line 1268"/>
              <p:cNvSpPr>
                <a:spLocks noChangeShapeType="1"/>
              </p:cNvSpPr>
              <p:nvPr userDrawn="1"/>
            </p:nvSpPr>
            <p:spPr bwMode="gray">
              <a:xfrm flipV="1">
                <a:off x="2819" y="1205"/>
                <a:ext cx="1" cy="1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4" name="Freeform 1269"/>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5" name="Line 1270"/>
              <p:cNvSpPr>
                <a:spLocks noChangeShapeType="1"/>
              </p:cNvSpPr>
              <p:nvPr userDrawn="1"/>
            </p:nvSpPr>
            <p:spPr bwMode="gray">
              <a:xfrm flipH="1">
                <a:off x="3038" y="1405"/>
                <a:ext cx="1" cy="15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6" name="Line 1271"/>
              <p:cNvSpPr>
                <a:spLocks noChangeShapeType="1"/>
              </p:cNvSpPr>
              <p:nvPr userDrawn="1"/>
            </p:nvSpPr>
            <p:spPr bwMode="gray">
              <a:xfrm flipH="1">
                <a:off x="3039" y="1408"/>
                <a:ext cx="2" cy="14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7" name="Line 1272"/>
              <p:cNvSpPr>
                <a:spLocks noChangeShapeType="1"/>
              </p:cNvSpPr>
              <p:nvPr userDrawn="1"/>
            </p:nvSpPr>
            <p:spPr bwMode="gray">
              <a:xfrm flipV="1">
                <a:off x="3045" y="1405"/>
                <a:ext cx="2" cy="1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8" name="Freeform 1273"/>
              <p:cNvSpPr>
                <a:spLocks/>
              </p:cNvSpPr>
              <p:nvPr userDrawn="1"/>
            </p:nvSpPr>
            <p:spPr bwMode="gray">
              <a:xfrm>
                <a:off x="3039" y="1405"/>
                <a:ext cx="6" cy="4"/>
              </a:xfrm>
              <a:custGeom>
                <a:avLst/>
                <a:gdLst>
                  <a:gd name="T0" fmla="*/ 2 w 6"/>
                  <a:gd name="T1" fmla="*/ 276 h 3"/>
                  <a:gd name="T2" fmla="*/ 0 w 6"/>
                  <a:gd name="T3" fmla="*/ 276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9" name="Freeform 1274"/>
              <p:cNvSpPr>
                <a:spLocks/>
              </p:cNvSpPr>
              <p:nvPr userDrawn="1"/>
            </p:nvSpPr>
            <p:spPr bwMode="gray">
              <a:xfrm>
                <a:off x="3193"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0" name="Line 1275"/>
              <p:cNvSpPr>
                <a:spLocks noChangeShapeType="1"/>
              </p:cNvSpPr>
              <p:nvPr userDrawn="1"/>
            </p:nvSpPr>
            <p:spPr bwMode="gray">
              <a:xfrm flipH="1">
                <a:off x="3185" y="840"/>
                <a:ext cx="10"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1" name="Line 1276"/>
              <p:cNvSpPr>
                <a:spLocks noChangeShapeType="1"/>
              </p:cNvSpPr>
              <p:nvPr userDrawn="1"/>
            </p:nvSpPr>
            <p:spPr bwMode="gray">
              <a:xfrm flipV="1">
                <a:off x="3188" y="840"/>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2" name="Freeform 1277"/>
              <p:cNvSpPr>
                <a:spLocks/>
              </p:cNvSpPr>
              <p:nvPr userDrawn="1"/>
            </p:nvSpPr>
            <p:spPr bwMode="gray">
              <a:xfrm>
                <a:off x="3193"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3" name="Freeform 1278"/>
              <p:cNvSpPr>
                <a:spLocks/>
              </p:cNvSpPr>
              <p:nvPr userDrawn="1"/>
            </p:nvSpPr>
            <p:spPr bwMode="gray">
              <a:xfrm>
                <a:off x="3401" y="1013"/>
                <a:ext cx="4" cy="7"/>
              </a:xfrm>
              <a:custGeom>
                <a:avLst/>
                <a:gdLst>
                  <a:gd name="T0" fmla="*/ 1 w 6"/>
                  <a:gd name="T1" fmla="*/ 7 h 7"/>
                  <a:gd name="T2" fmla="*/ 1 w 6"/>
                  <a:gd name="T3" fmla="*/ 7 h 7"/>
                  <a:gd name="T4" fmla="*/ 1 w 6"/>
                  <a:gd name="T5" fmla="*/ 6 h 7"/>
                  <a:gd name="T6" fmla="*/ 1 w 6"/>
                  <a:gd name="T7" fmla="*/ 4 h 7"/>
                  <a:gd name="T8" fmla="*/ 1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4" name="Line 1279"/>
              <p:cNvSpPr>
                <a:spLocks noChangeShapeType="1"/>
              </p:cNvSpPr>
              <p:nvPr userDrawn="1"/>
            </p:nvSpPr>
            <p:spPr bwMode="gray">
              <a:xfrm flipV="1">
                <a:off x="3403" y="909"/>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5" name="Line 1280"/>
              <p:cNvSpPr>
                <a:spLocks noChangeShapeType="1"/>
              </p:cNvSpPr>
              <p:nvPr userDrawn="1"/>
            </p:nvSpPr>
            <p:spPr bwMode="gray">
              <a:xfrm flipV="1">
                <a:off x="3401" y="913"/>
                <a:ext cx="4"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6" name="Freeform 1281"/>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7" name="Line 1282"/>
              <p:cNvSpPr>
                <a:spLocks noChangeShapeType="1"/>
              </p:cNvSpPr>
              <p:nvPr userDrawn="1"/>
            </p:nvSpPr>
            <p:spPr bwMode="gray">
              <a:xfrm flipH="1">
                <a:off x="3398" y="906"/>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8" name="Freeform 1283"/>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9" name="Freeform 1284"/>
              <p:cNvSpPr>
                <a:spLocks/>
              </p:cNvSpPr>
              <p:nvPr userDrawn="1"/>
            </p:nvSpPr>
            <p:spPr bwMode="gray">
              <a:xfrm>
                <a:off x="3324" y="935"/>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0" name="Line 1285"/>
              <p:cNvSpPr>
                <a:spLocks noChangeShapeType="1"/>
              </p:cNvSpPr>
              <p:nvPr userDrawn="1"/>
            </p:nvSpPr>
            <p:spPr bwMode="gray">
              <a:xfrm flipH="1">
                <a:off x="3314" y="904"/>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1" name="Line 1286"/>
              <p:cNvSpPr>
                <a:spLocks noChangeShapeType="1"/>
              </p:cNvSpPr>
              <p:nvPr userDrawn="1"/>
            </p:nvSpPr>
            <p:spPr bwMode="gray">
              <a:xfrm flipH="1">
                <a:off x="3314" y="913"/>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2" name="Line 1287"/>
              <p:cNvSpPr>
                <a:spLocks noChangeShapeType="1"/>
              </p:cNvSpPr>
              <p:nvPr userDrawn="1"/>
            </p:nvSpPr>
            <p:spPr bwMode="gray">
              <a:xfrm flipV="1">
                <a:off x="3314" y="897"/>
                <a:ext cx="82"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3" name="Freeform 1288"/>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4" name="Freeform 1289"/>
              <p:cNvSpPr>
                <a:spLocks/>
              </p:cNvSpPr>
              <p:nvPr userDrawn="1"/>
            </p:nvSpPr>
            <p:spPr bwMode="gray">
              <a:xfrm>
                <a:off x="3298" y="866"/>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5" name="Line 1290"/>
              <p:cNvSpPr>
                <a:spLocks noChangeShapeType="1"/>
              </p:cNvSpPr>
              <p:nvPr userDrawn="1"/>
            </p:nvSpPr>
            <p:spPr bwMode="gray">
              <a:xfrm>
                <a:off x="3207" y="840"/>
                <a:ext cx="195"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6" name="Line 1291"/>
              <p:cNvSpPr>
                <a:spLocks noChangeShapeType="1"/>
              </p:cNvSpPr>
              <p:nvPr userDrawn="1"/>
            </p:nvSpPr>
            <p:spPr bwMode="gray">
              <a:xfrm>
                <a:off x="3210" y="847"/>
                <a:ext cx="194"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7" name="Freeform 1292"/>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8" name="Line 1293"/>
              <p:cNvSpPr>
                <a:spLocks noChangeShapeType="1"/>
              </p:cNvSpPr>
              <p:nvPr userDrawn="1"/>
            </p:nvSpPr>
            <p:spPr bwMode="gray">
              <a:xfrm flipH="1" flipV="1">
                <a:off x="3202" y="840"/>
                <a:ext cx="194"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9" name="Freeform 1294"/>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0" name="Freeform 1295"/>
              <p:cNvSpPr>
                <a:spLocks/>
              </p:cNvSpPr>
              <p:nvPr userDrawn="1"/>
            </p:nvSpPr>
            <p:spPr bwMode="gray">
              <a:xfrm>
                <a:off x="3345" y="1822"/>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1" name="Freeform 1296"/>
              <p:cNvSpPr>
                <a:spLocks/>
              </p:cNvSpPr>
              <p:nvPr userDrawn="1"/>
            </p:nvSpPr>
            <p:spPr bwMode="gray">
              <a:xfrm>
                <a:off x="2976" y="1826"/>
                <a:ext cx="11" cy="13"/>
              </a:xfrm>
              <a:custGeom>
                <a:avLst/>
                <a:gdLst>
                  <a:gd name="T0" fmla="*/ 11 w 11"/>
                  <a:gd name="T1" fmla="*/ 2 h 16"/>
                  <a:gd name="T2" fmla="*/ 7 w 11"/>
                  <a:gd name="T3" fmla="*/ 2 h 16"/>
                  <a:gd name="T4" fmla="*/ 4 w 11"/>
                  <a:gd name="T5" fmla="*/ 2 h 16"/>
                  <a:gd name="T6" fmla="*/ 0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2" name="Freeform 1297"/>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3" name="Line 1298"/>
              <p:cNvSpPr>
                <a:spLocks noChangeShapeType="1"/>
              </p:cNvSpPr>
              <p:nvPr userDrawn="1"/>
            </p:nvSpPr>
            <p:spPr bwMode="gray">
              <a:xfrm>
                <a:off x="2984" y="1840"/>
                <a:ext cx="204"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4" name="Line 1299"/>
              <p:cNvSpPr>
                <a:spLocks noChangeShapeType="1"/>
              </p:cNvSpPr>
              <p:nvPr userDrawn="1"/>
            </p:nvSpPr>
            <p:spPr bwMode="gray">
              <a:xfrm>
                <a:off x="2987" y="1840"/>
                <a:ext cx="20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5" name="Freeform 1300"/>
              <p:cNvSpPr>
                <a:spLocks/>
              </p:cNvSpPr>
              <p:nvPr userDrawn="1"/>
            </p:nvSpPr>
            <p:spPr bwMode="gray">
              <a:xfrm>
                <a:off x="3185" y="1909"/>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6" name="Line 1301"/>
              <p:cNvSpPr>
                <a:spLocks noChangeShapeType="1"/>
              </p:cNvSpPr>
              <p:nvPr userDrawn="1"/>
            </p:nvSpPr>
            <p:spPr bwMode="gray">
              <a:xfrm flipH="1" flipV="1">
                <a:off x="2978" y="1835"/>
                <a:ext cx="20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7" name="Freeform 1302"/>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8" name="Freeform 1303"/>
              <p:cNvSpPr>
                <a:spLocks/>
              </p:cNvSpPr>
              <p:nvPr userDrawn="1"/>
            </p:nvSpPr>
            <p:spPr bwMode="gray">
              <a:xfrm>
                <a:off x="3290" y="1848"/>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9" name="Line 1304"/>
              <p:cNvSpPr>
                <a:spLocks noChangeShapeType="1"/>
              </p:cNvSpPr>
              <p:nvPr userDrawn="1"/>
            </p:nvSpPr>
            <p:spPr bwMode="gray">
              <a:xfrm flipV="1">
                <a:off x="3202" y="1819"/>
                <a:ext cx="156"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0" name="Line 1305"/>
              <p:cNvSpPr>
                <a:spLocks noChangeShapeType="1"/>
              </p:cNvSpPr>
              <p:nvPr userDrawn="1"/>
            </p:nvSpPr>
            <p:spPr bwMode="gray">
              <a:xfrm flipV="1">
                <a:off x="3193" y="1822"/>
                <a:ext cx="152"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1" name="Freeform 1306"/>
              <p:cNvSpPr>
                <a:spLocks/>
              </p:cNvSpPr>
              <p:nvPr userDrawn="1"/>
            </p:nvSpPr>
            <p:spPr bwMode="gray">
              <a:xfrm>
                <a:off x="3345" y="1810"/>
                <a:ext cx="22" cy="13"/>
              </a:xfrm>
              <a:custGeom>
                <a:avLst/>
                <a:gdLst>
                  <a:gd name="T0" fmla="*/ 0 w 21"/>
                  <a:gd name="T1" fmla="*/ 13 h 13"/>
                  <a:gd name="T2" fmla="*/ 7 w 21"/>
                  <a:gd name="T3" fmla="*/ 13 h 13"/>
                  <a:gd name="T4" fmla="*/ 29 w 21"/>
                  <a:gd name="T5" fmla="*/ 9 h 13"/>
                  <a:gd name="T6" fmla="*/ 36 w 21"/>
                  <a:gd name="T7" fmla="*/ 6 h 13"/>
                  <a:gd name="T8" fmla="*/ 42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2" name="Line 1307"/>
              <p:cNvSpPr>
                <a:spLocks noChangeShapeType="1"/>
              </p:cNvSpPr>
              <p:nvPr userDrawn="1"/>
            </p:nvSpPr>
            <p:spPr bwMode="gray">
              <a:xfrm flipH="1">
                <a:off x="3206" y="1810"/>
                <a:ext cx="161" cy="10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3" name="Freeform 1308"/>
              <p:cNvSpPr>
                <a:spLocks/>
              </p:cNvSpPr>
              <p:nvPr userDrawn="1"/>
            </p:nvSpPr>
            <p:spPr bwMode="gray">
              <a:xfrm>
                <a:off x="3193" y="1909"/>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4" name="Freeform 1309"/>
              <p:cNvSpPr>
                <a:spLocks/>
              </p:cNvSpPr>
              <p:nvPr userDrawn="1"/>
            </p:nvSpPr>
            <p:spPr bwMode="gray">
              <a:xfrm>
                <a:off x="3519" y="1709"/>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5" name="Freeform 1310"/>
              <p:cNvSpPr>
                <a:spLocks/>
              </p:cNvSpPr>
              <p:nvPr userDrawn="1"/>
            </p:nvSpPr>
            <p:spPr bwMode="gray">
              <a:xfrm>
                <a:off x="3580" y="1670"/>
                <a:ext cx="13" cy="9"/>
              </a:xfrm>
              <a:custGeom>
                <a:avLst/>
                <a:gdLst>
                  <a:gd name="T0" fmla="*/ 0 w 12"/>
                  <a:gd name="T1" fmla="*/ 9 h 9"/>
                  <a:gd name="T2" fmla="*/ 3 w 12"/>
                  <a:gd name="T3" fmla="*/ 9 h 9"/>
                  <a:gd name="T4" fmla="*/ 33 w 12"/>
                  <a:gd name="T5" fmla="*/ 7 h 9"/>
                  <a:gd name="T6" fmla="*/ 36 w 12"/>
                  <a:gd name="T7" fmla="*/ 4 h 9"/>
                  <a:gd name="T8" fmla="*/ 4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6" name="Line 1311"/>
              <p:cNvSpPr>
                <a:spLocks noChangeShapeType="1"/>
              </p:cNvSpPr>
              <p:nvPr userDrawn="1"/>
            </p:nvSpPr>
            <p:spPr bwMode="gray">
              <a:xfrm flipV="1">
                <a:off x="3531" y="1621"/>
                <a:ext cx="147"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7" name="Line 1312"/>
              <p:cNvSpPr>
                <a:spLocks noChangeShapeType="1"/>
              </p:cNvSpPr>
              <p:nvPr userDrawn="1"/>
            </p:nvSpPr>
            <p:spPr bwMode="gray">
              <a:xfrm flipV="1">
                <a:off x="3527" y="1622"/>
                <a:ext cx="143"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8" name="Freeform 1313"/>
              <p:cNvSpPr>
                <a:spLocks/>
              </p:cNvSpPr>
              <p:nvPr userDrawn="1"/>
            </p:nvSpPr>
            <p:spPr bwMode="gray">
              <a:xfrm>
                <a:off x="3670"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9" name="Line 1314"/>
              <p:cNvSpPr>
                <a:spLocks noChangeShapeType="1"/>
              </p:cNvSpPr>
              <p:nvPr userDrawn="1"/>
            </p:nvSpPr>
            <p:spPr bwMode="gray">
              <a:xfrm flipH="1">
                <a:off x="3531" y="1614"/>
                <a:ext cx="150"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0" name="Freeform 1315"/>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1" name="Freeform 1316"/>
              <p:cNvSpPr>
                <a:spLocks/>
              </p:cNvSpPr>
              <p:nvPr userDrawn="1"/>
            </p:nvSpPr>
            <p:spPr bwMode="gray">
              <a:xfrm>
                <a:off x="3670" y="1605"/>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2" name="Freeform 1317"/>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3" name="Line 1318"/>
              <p:cNvSpPr>
                <a:spLocks noChangeShapeType="1"/>
              </p:cNvSpPr>
              <p:nvPr userDrawn="1"/>
            </p:nvSpPr>
            <p:spPr bwMode="gray">
              <a:xfrm flipH="1" flipV="1">
                <a:off x="3151" y="1490"/>
                <a:ext cx="207"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4" name="Line 1319"/>
              <p:cNvSpPr>
                <a:spLocks noChangeShapeType="1"/>
              </p:cNvSpPr>
              <p:nvPr userDrawn="1"/>
            </p:nvSpPr>
            <p:spPr bwMode="gray">
              <a:xfrm flipH="1" flipV="1">
                <a:off x="3144" y="1497"/>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5" name="Freeform 1320"/>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6" name="Line 1321"/>
              <p:cNvSpPr>
                <a:spLocks noChangeShapeType="1"/>
              </p:cNvSpPr>
              <p:nvPr userDrawn="1"/>
            </p:nvSpPr>
            <p:spPr bwMode="gray">
              <a:xfrm>
                <a:off x="3153" y="1480"/>
                <a:ext cx="208"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7" name="Freeform 1322"/>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8" name="Freeform 1323"/>
              <p:cNvSpPr>
                <a:spLocks/>
              </p:cNvSpPr>
              <p:nvPr userDrawn="1"/>
            </p:nvSpPr>
            <p:spPr bwMode="gray">
              <a:xfrm>
                <a:off x="3076" y="1530"/>
                <a:ext cx="13" cy="9"/>
              </a:xfrm>
              <a:custGeom>
                <a:avLst/>
                <a:gdLst>
                  <a:gd name="T0" fmla="*/ 42 w 12"/>
                  <a:gd name="T1" fmla="*/ 0 h 9"/>
                  <a:gd name="T2" fmla="*/ 33 w 12"/>
                  <a:gd name="T3" fmla="*/ 0 h 9"/>
                  <a:gd name="T4" fmla="*/ 28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9" name="Line 1324"/>
              <p:cNvSpPr>
                <a:spLocks noChangeShapeType="1"/>
              </p:cNvSpPr>
              <p:nvPr userDrawn="1"/>
            </p:nvSpPr>
            <p:spPr bwMode="gray">
              <a:xfrm flipH="1">
                <a:off x="2984" y="1497"/>
                <a:ext cx="15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20" name="Line 1325"/>
              <p:cNvSpPr>
                <a:spLocks noChangeShapeType="1"/>
              </p:cNvSpPr>
              <p:nvPr userDrawn="1"/>
            </p:nvSpPr>
            <p:spPr bwMode="gray">
              <a:xfrm flipH="1">
                <a:off x="2989" y="1497"/>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1065" name="Group 1326"/>
            <p:cNvGrpSpPr>
              <a:grpSpLocks/>
            </p:cNvGrpSpPr>
            <p:nvPr userDrawn="1"/>
          </p:nvGrpSpPr>
          <p:grpSpPr bwMode="auto">
            <a:xfrm>
              <a:off x="4230" y="2817"/>
              <a:ext cx="1410" cy="1369"/>
              <a:chOff x="2282" y="873"/>
              <a:chExt cx="1410" cy="1369"/>
            </a:xfrm>
          </p:grpSpPr>
          <p:sp>
            <p:nvSpPr>
              <p:cNvPr id="1321" name="Freeform 1327"/>
              <p:cNvSpPr>
                <a:spLocks/>
              </p:cNvSpPr>
              <p:nvPr userDrawn="1"/>
            </p:nvSpPr>
            <p:spPr bwMode="gray">
              <a:xfrm>
                <a:off x="2978" y="1586"/>
                <a:ext cx="11" cy="13"/>
              </a:xfrm>
              <a:custGeom>
                <a:avLst/>
                <a:gdLst>
                  <a:gd name="T0" fmla="*/ 11 w 11"/>
                  <a:gd name="T1" fmla="*/ 2 h 11"/>
                  <a:gd name="T2" fmla="*/ 7 w 11"/>
                  <a:gd name="T3" fmla="*/ 0 h 11"/>
                  <a:gd name="T4" fmla="*/ 4 w 11"/>
                  <a:gd name="T5" fmla="*/ 2 h 11"/>
                  <a:gd name="T6" fmla="*/ 0 w 11"/>
                  <a:gd name="T7" fmla="*/ 79 h 11"/>
                  <a:gd name="T8" fmla="*/ 0 w 11"/>
                  <a:gd name="T9" fmla="*/ 154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2" name="Line 1328"/>
              <p:cNvSpPr>
                <a:spLocks noChangeShapeType="1"/>
              </p:cNvSpPr>
              <p:nvPr userDrawn="1"/>
            </p:nvSpPr>
            <p:spPr bwMode="gray">
              <a:xfrm flipV="1">
                <a:off x="2978" y="1502"/>
                <a:ext cx="165"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3" name="Freeform 1329"/>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4" name="Freeform 1330"/>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5" name="Freeform 1331"/>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6" name="Freeform 1332"/>
              <p:cNvSpPr>
                <a:spLocks/>
              </p:cNvSpPr>
              <p:nvPr userDrawn="1"/>
            </p:nvSpPr>
            <p:spPr bwMode="gray">
              <a:xfrm>
                <a:off x="3295" y="1602"/>
                <a:ext cx="13" cy="18"/>
              </a:xfrm>
              <a:custGeom>
                <a:avLst/>
                <a:gdLst>
                  <a:gd name="T0" fmla="*/ 0 w 12"/>
                  <a:gd name="T1" fmla="*/ 0 h 18"/>
                  <a:gd name="T2" fmla="*/ 5 w 12"/>
                  <a:gd name="T3" fmla="*/ 4 h 18"/>
                  <a:gd name="T4" fmla="*/ 30 w 12"/>
                  <a:gd name="T5" fmla="*/ 7 h 18"/>
                  <a:gd name="T6" fmla="*/ 36 w 12"/>
                  <a:gd name="T7" fmla="*/ 12 h 18"/>
                  <a:gd name="T8" fmla="*/ 4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7" name="Line 1333"/>
              <p:cNvSpPr>
                <a:spLocks noChangeShapeType="1"/>
              </p:cNvSpPr>
              <p:nvPr userDrawn="1"/>
            </p:nvSpPr>
            <p:spPr bwMode="gray">
              <a:xfrm flipV="1">
                <a:off x="3206" y="1572"/>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8" name="Line 1334"/>
              <p:cNvSpPr>
                <a:spLocks noChangeShapeType="1"/>
              </p:cNvSpPr>
              <p:nvPr userDrawn="1"/>
            </p:nvSpPr>
            <p:spPr bwMode="gray">
              <a:xfrm flipV="1">
                <a:off x="3197" y="1569"/>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9" name="Freeform 1335"/>
              <p:cNvSpPr>
                <a:spLocks/>
              </p:cNvSpPr>
              <p:nvPr userDrawn="1"/>
            </p:nvSpPr>
            <p:spPr bwMode="gray">
              <a:xfrm>
                <a:off x="3352" y="1569"/>
                <a:ext cx="20" cy="13"/>
              </a:xfrm>
              <a:custGeom>
                <a:avLst/>
                <a:gdLst>
                  <a:gd name="T0" fmla="*/ 0 w 20"/>
                  <a:gd name="T1" fmla="*/ 0 h 12"/>
                  <a:gd name="T2" fmla="*/ 6 w 20"/>
                  <a:gd name="T3" fmla="*/ 0 h 12"/>
                  <a:gd name="T4" fmla="*/ 11 w 20"/>
                  <a:gd name="T5" fmla="*/ 2 h 12"/>
                  <a:gd name="T6" fmla="*/ 16 w 20"/>
                  <a:gd name="T7" fmla="*/ 28 h 12"/>
                  <a:gd name="T8" fmla="*/ 20 w 20"/>
                  <a:gd name="T9" fmla="*/ 4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0" name="Line 1336"/>
              <p:cNvSpPr>
                <a:spLocks noChangeShapeType="1"/>
              </p:cNvSpPr>
              <p:nvPr userDrawn="1"/>
            </p:nvSpPr>
            <p:spPr bwMode="gray">
              <a:xfrm flipH="1">
                <a:off x="3210" y="1581"/>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1" name="Freeform 1337"/>
              <p:cNvSpPr>
                <a:spLocks/>
              </p:cNvSpPr>
              <p:nvPr userDrawn="1"/>
            </p:nvSpPr>
            <p:spPr bwMode="gray">
              <a:xfrm>
                <a:off x="3197" y="1660"/>
                <a:ext cx="13" cy="17"/>
              </a:xfrm>
              <a:custGeom>
                <a:avLst/>
                <a:gdLst>
                  <a:gd name="T0" fmla="*/ 42 w 12"/>
                  <a:gd name="T1" fmla="*/ 17 h 17"/>
                  <a:gd name="T2" fmla="*/ 36 w 12"/>
                  <a:gd name="T3" fmla="*/ 12 h 17"/>
                  <a:gd name="T4" fmla="*/ 33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2" name="Freeform 1338"/>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3" name="Freeform 1339"/>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4" name="Line 1340"/>
              <p:cNvSpPr>
                <a:spLocks noChangeShapeType="1"/>
              </p:cNvSpPr>
              <p:nvPr userDrawn="1"/>
            </p:nvSpPr>
            <p:spPr bwMode="gray">
              <a:xfrm flipV="1">
                <a:off x="3538" y="1382"/>
                <a:ext cx="149"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5" name="Line 1341"/>
              <p:cNvSpPr>
                <a:spLocks noChangeShapeType="1"/>
              </p:cNvSpPr>
              <p:nvPr userDrawn="1"/>
            </p:nvSpPr>
            <p:spPr bwMode="gray">
              <a:xfrm flipV="1">
                <a:off x="3534" y="1375"/>
                <a:ext cx="143"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6" name="Freeform 1342"/>
              <p:cNvSpPr>
                <a:spLocks/>
              </p:cNvSpPr>
              <p:nvPr userDrawn="1"/>
            </p:nvSpPr>
            <p:spPr bwMode="gray">
              <a:xfrm>
                <a:off x="3678" y="1375"/>
                <a:ext cx="13" cy="16"/>
              </a:xfrm>
              <a:custGeom>
                <a:avLst/>
                <a:gdLst>
                  <a:gd name="T0" fmla="*/ 0 w 12"/>
                  <a:gd name="T1" fmla="*/ 0 h 16"/>
                  <a:gd name="T2" fmla="*/ 5 w 12"/>
                  <a:gd name="T3" fmla="*/ 2 h 16"/>
                  <a:gd name="T4" fmla="*/ 33 w 12"/>
                  <a:gd name="T5" fmla="*/ 7 h 16"/>
                  <a:gd name="T6" fmla="*/ 36 w 12"/>
                  <a:gd name="T7" fmla="*/ 10 h 16"/>
                  <a:gd name="T8" fmla="*/ 4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7" name="Line 1343"/>
              <p:cNvSpPr>
                <a:spLocks noChangeShapeType="1"/>
              </p:cNvSpPr>
              <p:nvPr userDrawn="1"/>
            </p:nvSpPr>
            <p:spPr bwMode="gray">
              <a:xfrm flipH="1">
                <a:off x="3538" y="1391"/>
                <a:ext cx="152"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8" name="Freeform 1344"/>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9" name="Freeform 1345"/>
              <p:cNvSpPr>
                <a:spLocks/>
              </p:cNvSpPr>
              <p:nvPr userDrawn="1"/>
            </p:nvSpPr>
            <p:spPr bwMode="gray">
              <a:xfrm>
                <a:off x="3576" y="1340"/>
                <a:ext cx="4" cy="9"/>
              </a:xfrm>
              <a:custGeom>
                <a:avLst/>
                <a:gdLst>
                  <a:gd name="T0" fmla="*/ 0 w 7"/>
                  <a:gd name="T1" fmla="*/ 2 h 9"/>
                  <a:gd name="T2" fmla="*/ 1 w 7"/>
                  <a:gd name="T3" fmla="*/ 0 h 9"/>
                  <a:gd name="T4" fmla="*/ 1 w 7"/>
                  <a:gd name="T5" fmla="*/ 2 h 9"/>
                  <a:gd name="T6" fmla="*/ 1 w 7"/>
                  <a:gd name="T7" fmla="*/ 2 h 9"/>
                  <a:gd name="T8" fmla="*/ 1 w 7"/>
                  <a:gd name="T9" fmla="*/ 5 h 9"/>
                  <a:gd name="T10" fmla="*/ 1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0" name="Line 1346"/>
              <p:cNvSpPr>
                <a:spLocks noChangeShapeType="1"/>
              </p:cNvSpPr>
              <p:nvPr userDrawn="1"/>
            </p:nvSpPr>
            <p:spPr bwMode="gray">
              <a:xfrm flipH="1" flipV="1">
                <a:off x="3536" y="1328"/>
                <a:ext cx="149"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1" name="Line 1347"/>
              <p:cNvSpPr>
                <a:spLocks noChangeShapeType="1"/>
              </p:cNvSpPr>
              <p:nvPr userDrawn="1"/>
            </p:nvSpPr>
            <p:spPr bwMode="gray">
              <a:xfrm flipH="1" flipV="1">
                <a:off x="3536" y="1329"/>
                <a:ext cx="142"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2" name="Line 1348"/>
              <p:cNvSpPr>
                <a:spLocks noChangeShapeType="1"/>
              </p:cNvSpPr>
              <p:nvPr userDrawn="1"/>
            </p:nvSpPr>
            <p:spPr bwMode="gray">
              <a:xfrm>
                <a:off x="3536" y="1335"/>
                <a:ext cx="15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3" name="Freeform 1349"/>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4" name="Freeform 1350"/>
              <p:cNvSpPr>
                <a:spLocks/>
              </p:cNvSpPr>
              <p:nvPr userDrawn="1"/>
            </p:nvSpPr>
            <p:spPr bwMode="gray">
              <a:xfrm>
                <a:off x="3186" y="1795"/>
                <a:ext cx="21" cy="4"/>
              </a:xfrm>
              <a:custGeom>
                <a:avLst/>
                <a:gdLst>
                  <a:gd name="T0" fmla="*/ 0 w 21"/>
                  <a:gd name="T1" fmla="*/ 0 h 1"/>
                  <a:gd name="T2" fmla="*/ 6 w 21"/>
                  <a:gd name="T3" fmla="*/ 2147483647 h 1"/>
                  <a:gd name="T4" fmla="*/ 11 w 21"/>
                  <a:gd name="T5" fmla="*/ 2147483647 h 1"/>
                  <a:gd name="T6" fmla="*/ 16 w 21"/>
                  <a:gd name="T7" fmla="*/ 2147483647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5" name="Line 1351"/>
              <p:cNvSpPr>
                <a:spLocks noChangeShapeType="1"/>
              </p:cNvSpPr>
              <p:nvPr userDrawn="1"/>
            </p:nvSpPr>
            <p:spPr bwMode="gray">
              <a:xfrm flipV="1">
                <a:off x="3195" y="1679"/>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6" name="Line 1352"/>
              <p:cNvSpPr>
                <a:spLocks noChangeShapeType="1"/>
              </p:cNvSpPr>
              <p:nvPr userDrawn="1"/>
            </p:nvSpPr>
            <p:spPr bwMode="gray">
              <a:xfrm flipV="1">
                <a:off x="3185" y="1679"/>
                <a:ext cx="3"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7" name="Freeform 1353"/>
              <p:cNvSpPr>
                <a:spLocks/>
              </p:cNvSpPr>
              <p:nvPr userDrawn="1"/>
            </p:nvSpPr>
            <p:spPr bwMode="gray">
              <a:xfrm>
                <a:off x="3188" y="1677"/>
                <a:ext cx="22" cy="4"/>
              </a:xfrm>
              <a:custGeom>
                <a:avLst/>
                <a:gdLst>
                  <a:gd name="T0" fmla="*/ 0 w 21"/>
                  <a:gd name="T1" fmla="*/ 2 h 4"/>
                  <a:gd name="T2" fmla="*/ 5 w 21"/>
                  <a:gd name="T3" fmla="*/ 4 h 4"/>
                  <a:gd name="T4" fmla="*/ 27 w 21"/>
                  <a:gd name="T5" fmla="*/ 4 h 4"/>
                  <a:gd name="T6" fmla="*/ 32 w 21"/>
                  <a:gd name="T7" fmla="*/ 2 h 4"/>
                  <a:gd name="T8" fmla="*/ 42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8" name="Line 1354"/>
              <p:cNvSpPr>
                <a:spLocks noChangeShapeType="1"/>
              </p:cNvSpPr>
              <p:nvPr userDrawn="1"/>
            </p:nvSpPr>
            <p:spPr bwMode="gray">
              <a:xfrm flipH="1">
                <a:off x="3206" y="1677"/>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9" name="Freeform 1355"/>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0" name="Freeform 1356"/>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1" name="Line 1357"/>
              <p:cNvSpPr>
                <a:spLocks noChangeShapeType="1"/>
              </p:cNvSpPr>
              <p:nvPr userDrawn="1"/>
            </p:nvSpPr>
            <p:spPr bwMode="gray">
              <a:xfrm flipV="1">
                <a:off x="3683" y="1387"/>
                <a:ext cx="9"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2" name="Line 1358"/>
              <p:cNvSpPr>
                <a:spLocks noChangeShapeType="1"/>
              </p:cNvSpPr>
              <p:nvPr userDrawn="1"/>
            </p:nvSpPr>
            <p:spPr bwMode="gray">
              <a:xfrm flipV="1">
                <a:off x="3681" y="1391"/>
                <a:ext cx="9" cy="22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3" name="Freeform 1359"/>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4" name="Line 1360"/>
              <p:cNvSpPr>
                <a:spLocks noChangeShapeType="1"/>
              </p:cNvSpPr>
              <p:nvPr userDrawn="1"/>
            </p:nvSpPr>
            <p:spPr bwMode="gray">
              <a:xfrm flipH="1">
                <a:off x="3678" y="1382"/>
                <a:ext cx="9"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5" name="Freeform 1361"/>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6" name="Freeform 1362"/>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7" name="Line 1363"/>
              <p:cNvSpPr>
                <a:spLocks noChangeShapeType="1"/>
              </p:cNvSpPr>
              <p:nvPr userDrawn="1"/>
            </p:nvSpPr>
            <p:spPr bwMode="gray">
              <a:xfrm flipH="1">
                <a:off x="3359" y="1826"/>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8" name="Line 1364"/>
              <p:cNvSpPr>
                <a:spLocks noChangeShapeType="1"/>
              </p:cNvSpPr>
              <p:nvPr userDrawn="1"/>
            </p:nvSpPr>
            <p:spPr bwMode="gray">
              <a:xfrm flipH="1">
                <a:off x="3349" y="183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9" name="Freeform 1365"/>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0" name="Line 1366"/>
              <p:cNvSpPr>
                <a:spLocks noChangeShapeType="1"/>
              </p:cNvSpPr>
              <p:nvPr userDrawn="1"/>
            </p:nvSpPr>
            <p:spPr bwMode="gray">
              <a:xfrm flipV="1">
                <a:off x="3368" y="181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1" name="Freeform 1367"/>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2" name="Freeform 1368"/>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3" name="Line 1369"/>
              <p:cNvSpPr>
                <a:spLocks noChangeShapeType="1"/>
              </p:cNvSpPr>
              <p:nvPr userDrawn="1"/>
            </p:nvSpPr>
            <p:spPr bwMode="gray">
              <a:xfrm flipH="1" flipV="1">
                <a:off x="3150" y="1987"/>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4" name="Line 1370"/>
              <p:cNvSpPr>
                <a:spLocks noChangeShapeType="1"/>
              </p:cNvSpPr>
              <p:nvPr userDrawn="1"/>
            </p:nvSpPr>
            <p:spPr bwMode="gray">
              <a:xfrm flipH="1" flipV="1">
                <a:off x="3146" y="1980"/>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5" name="Freeform 1371"/>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6" name="Line 1372"/>
              <p:cNvSpPr>
                <a:spLocks noChangeShapeType="1"/>
              </p:cNvSpPr>
              <p:nvPr userDrawn="1"/>
            </p:nvSpPr>
            <p:spPr bwMode="gray">
              <a:xfrm>
                <a:off x="3155" y="1987"/>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7" name="Freeform 1373"/>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8" name="Freeform 1374"/>
              <p:cNvSpPr>
                <a:spLocks/>
              </p:cNvSpPr>
              <p:nvPr userDrawn="1"/>
            </p:nvSpPr>
            <p:spPr bwMode="gray">
              <a:xfrm>
                <a:off x="3150" y="1357"/>
                <a:ext cx="4" cy="7"/>
              </a:xfrm>
              <a:custGeom>
                <a:avLst/>
                <a:gdLst>
                  <a:gd name="T0" fmla="*/ 2 w 5"/>
                  <a:gd name="T1" fmla="*/ 7 h 7"/>
                  <a:gd name="T2" fmla="*/ 2 w 5"/>
                  <a:gd name="T3" fmla="*/ 7 h 7"/>
                  <a:gd name="T4" fmla="*/ 1 w 5"/>
                  <a:gd name="T5" fmla="*/ 6 h 7"/>
                  <a:gd name="T6" fmla="*/ 0 w 5"/>
                  <a:gd name="T7" fmla="*/ 4 h 7"/>
                  <a:gd name="T8" fmla="*/ 0 w 5"/>
                  <a:gd name="T9" fmla="*/ 2 h 7"/>
                  <a:gd name="T10" fmla="*/ 2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9" name="Line 1375"/>
              <p:cNvSpPr>
                <a:spLocks noChangeShapeType="1"/>
              </p:cNvSpPr>
              <p:nvPr userDrawn="1"/>
            </p:nvSpPr>
            <p:spPr bwMode="gray">
              <a:xfrm flipV="1">
                <a:off x="3148" y="1245"/>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0" name="Line 1376"/>
              <p:cNvSpPr>
                <a:spLocks noChangeShapeType="1"/>
              </p:cNvSpPr>
              <p:nvPr userDrawn="1"/>
            </p:nvSpPr>
            <p:spPr bwMode="gray">
              <a:xfrm flipV="1">
                <a:off x="3153" y="1248"/>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1" name="Freeform 1377"/>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2" name="Line 1378"/>
              <p:cNvSpPr>
                <a:spLocks noChangeShapeType="1"/>
              </p:cNvSpPr>
              <p:nvPr userDrawn="1"/>
            </p:nvSpPr>
            <p:spPr bwMode="gray">
              <a:xfrm flipH="1">
                <a:off x="3151" y="1240"/>
                <a:ext cx="4"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3" name="Freeform 1379"/>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4" name="Freeform 1380"/>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5" name="Line 1381"/>
              <p:cNvSpPr>
                <a:spLocks noChangeShapeType="1"/>
              </p:cNvSpPr>
              <p:nvPr userDrawn="1"/>
            </p:nvSpPr>
            <p:spPr bwMode="gray">
              <a:xfrm>
                <a:off x="3160" y="1238"/>
                <a:ext cx="208"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6" name="Line 1382"/>
              <p:cNvSpPr>
                <a:spLocks noChangeShapeType="1"/>
              </p:cNvSpPr>
              <p:nvPr userDrawn="1"/>
            </p:nvSpPr>
            <p:spPr bwMode="gray">
              <a:xfrm>
                <a:off x="3158" y="1248"/>
                <a:ext cx="209"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7" name="Freeform 1383"/>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8" name="Line 1384"/>
              <p:cNvSpPr>
                <a:spLocks noChangeShapeType="1"/>
              </p:cNvSpPr>
              <p:nvPr userDrawn="1"/>
            </p:nvSpPr>
            <p:spPr bwMode="gray">
              <a:xfrm flipH="1" flipV="1">
                <a:off x="3165" y="1231"/>
                <a:ext cx="213"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9" name="Freeform 1385"/>
              <p:cNvSpPr>
                <a:spLocks/>
              </p:cNvSpPr>
              <p:nvPr userDrawn="1"/>
            </p:nvSpPr>
            <p:spPr bwMode="gray">
              <a:xfrm>
                <a:off x="3158" y="1231"/>
                <a:ext cx="4" cy="18"/>
              </a:xfrm>
              <a:custGeom>
                <a:avLst/>
                <a:gdLst>
                  <a:gd name="T0" fmla="*/ 0 w 8"/>
                  <a:gd name="T1" fmla="*/ 18 h 18"/>
                  <a:gd name="T2" fmla="*/ 1 w 8"/>
                  <a:gd name="T3" fmla="*/ 13 h 18"/>
                  <a:gd name="T4" fmla="*/ 1 w 8"/>
                  <a:gd name="T5" fmla="*/ 7 h 18"/>
                  <a:gd name="T6" fmla="*/ 1 w 8"/>
                  <a:gd name="T7" fmla="*/ 4 h 18"/>
                  <a:gd name="T8" fmla="*/ 1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0" name="Freeform 1386"/>
              <p:cNvSpPr>
                <a:spLocks/>
              </p:cNvSpPr>
              <p:nvPr userDrawn="1"/>
            </p:nvSpPr>
            <p:spPr bwMode="gray">
              <a:xfrm>
                <a:off x="3363" y="1433"/>
                <a:ext cx="22" cy="3"/>
              </a:xfrm>
              <a:custGeom>
                <a:avLst/>
                <a:gdLst>
                  <a:gd name="T0" fmla="*/ 0 w 21"/>
                  <a:gd name="T1" fmla="*/ 1 h 3"/>
                  <a:gd name="T2" fmla="*/ 5 w 21"/>
                  <a:gd name="T3" fmla="*/ 3 h 3"/>
                  <a:gd name="T4" fmla="*/ 10 w 21"/>
                  <a:gd name="T5" fmla="*/ 3 h 3"/>
                  <a:gd name="T6" fmla="*/ 32 w 21"/>
                  <a:gd name="T7" fmla="*/ 1 h 3"/>
                  <a:gd name="T8" fmla="*/ 42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1" name="Line 1387"/>
              <p:cNvSpPr>
                <a:spLocks noChangeShapeType="1"/>
              </p:cNvSpPr>
              <p:nvPr userDrawn="1"/>
            </p:nvSpPr>
            <p:spPr bwMode="gray">
              <a:xfrm flipH="1">
                <a:off x="3372" y="1318"/>
                <a:ext cx="5"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2" name="Line 1388"/>
              <p:cNvSpPr>
                <a:spLocks noChangeShapeType="1"/>
              </p:cNvSpPr>
              <p:nvPr userDrawn="1"/>
            </p:nvSpPr>
            <p:spPr bwMode="gray">
              <a:xfrm flipH="1">
                <a:off x="3361" y="131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3" name="Freeform 1389"/>
              <p:cNvSpPr>
                <a:spLocks/>
              </p:cNvSpPr>
              <p:nvPr userDrawn="1"/>
            </p:nvSpPr>
            <p:spPr bwMode="gray">
              <a:xfrm>
                <a:off x="3361" y="1551"/>
                <a:ext cx="19" cy="13"/>
              </a:xfrm>
              <a:custGeom>
                <a:avLst/>
                <a:gdLst>
                  <a:gd name="T0" fmla="*/ 0 w 19"/>
                  <a:gd name="T1" fmla="*/ 0 h 11"/>
                  <a:gd name="T2" fmla="*/ 5 w 19"/>
                  <a:gd name="T3" fmla="*/ 79 h 11"/>
                  <a:gd name="T4" fmla="*/ 12 w 19"/>
                  <a:gd name="T5" fmla="*/ 130 h 11"/>
                  <a:gd name="T6" fmla="*/ 19 w 19"/>
                  <a:gd name="T7" fmla="*/ 154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4" name="Line 1390"/>
              <p:cNvSpPr>
                <a:spLocks noChangeShapeType="1"/>
              </p:cNvSpPr>
              <p:nvPr userDrawn="1"/>
            </p:nvSpPr>
            <p:spPr bwMode="gray">
              <a:xfrm flipV="1">
                <a:off x="3380" y="1315"/>
                <a:ext cx="6"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5" name="Freeform 1391"/>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6" name="Freeform 1392"/>
              <p:cNvSpPr>
                <a:spLocks/>
              </p:cNvSpPr>
              <p:nvPr userDrawn="1"/>
            </p:nvSpPr>
            <p:spPr bwMode="gray">
              <a:xfrm>
                <a:off x="3515" y="1840"/>
                <a:ext cx="4" cy="9"/>
              </a:xfrm>
              <a:custGeom>
                <a:avLst/>
                <a:gdLst>
                  <a:gd name="T0" fmla="*/ 0 w 5"/>
                  <a:gd name="T1" fmla="*/ 0 h 9"/>
                  <a:gd name="T2" fmla="*/ 2 w 5"/>
                  <a:gd name="T3" fmla="*/ 2 h 9"/>
                  <a:gd name="T4" fmla="*/ 2 w 5"/>
                  <a:gd name="T5" fmla="*/ 4 h 9"/>
                  <a:gd name="T6" fmla="*/ 2 w 5"/>
                  <a:gd name="T7" fmla="*/ 5 h 9"/>
                  <a:gd name="T8" fmla="*/ 2 w 5"/>
                  <a:gd name="T9" fmla="*/ 7 h 9"/>
                  <a:gd name="T10" fmla="*/ 2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7" name="Line 1393"/>
              <p:cNvSpPr>
                <a:spLocks noChangeShapeType="1"/>
              </p:cNvSpPr>
              <p:nvPr userDrawn="1"/>
            </p:nvSpPr>
            <p:spPr bwMode="gray">
              <a:xfrm flipH="1">
                <a:off x="3517" y="1726"/>
                <a:ext cx="7"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8" name="Line 1394"/>
              <p:cNvSpPr>
                <a:spLocks noChangeShapeType="1"/>
              </p:cNvSpPr>
              <p:nvPr userDrawn="1"/>
            </p:nvSpPr>
            <p:spPr bwMode="gray">
              <a:xfrm flipH="1">
                <a:off x="3512" y="1728"/>
                <a:ext cx="7"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9" name="Freeform 1395"/>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0" name="Line 1396"/>
              <p:cNvSpPr>
                <a:spLocks noChangeShapeType="1"/>
              </p:cNvSpPr>
              <p:nvPr userDrawn="1"/>
            </p:nvSpPr>
            <p:spPr bwMode="gray">
              <a:xfrm flipV="1">
                <a:off x="3515" y="172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1" name="Freeform 1397"/>
              <p:cNvSpPr>
                <a:spLocks/>
              </p:cNvSpPr>
              <p:nvPr userDrawn="1"/>
            </p:nvSpPr>
            <p:spPr bwMode="gray">
              <a:xfrm>
                <a:off x="3519" y="1725"/>
                <a:ext cx="5" cy="4"/>
              </a:xfrm>
              <a:custGeom>
                <a:avLst/>
                <a:gdLst>
                  <a:gd name="T0" fmla="*/ 0 w 5"/>
                  <a:gd name="T1" fmla="*/ 276 h 3"/>
                  <a:gd name="T2" fmla="*/ 1 w 5"/>
                  <a:gd name="T3" fmla="*/ 276 h 3"/>
                  <a:gd name="T4" fmla="*/ 3 w 5"/>
                  <a:gd name="T5" fmla="*/ 276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2" name="Freeform 1398"/>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3" name="Freeform 1399"/>
              <p:cNvSpPr>
                <a:spLocks/>
              </p:cNvSpPr>
              <p:nvPr userDrawn="1"/>
            </p:nvSpPr>
            <p:spPr bwMode="gray">
              <a:xfrm>
                <a:off x="3307" y="1153"/>
                <a:ext cx="19" cy="4"/>
              </a:xfrm>
              <a:custGeom>
                <a:avLst/>
                <a:gdLst>
                  <a:gd name="T0" fmla="*/ 19 w 19"/>
                  <a:gd name="T1" fmla="*/ 131072 h 2"/>
                  <a:gd name="T2" fmla="*/ 14 w 19"/>
                  <a:gd name="T3" fmla="*/ 0 h 2"/>
                  <a:gd name="T4" fmla="*/ 9 w 19"/>
                  <a:gd name="T5" fmla="*/ 0 h 2"/>
                  <a:gd name="T6" fmla="*/ 3 w 19"/>
                  <a:gd name="T7" fmla="*/ 0 h 2"/>
                  <a:gd name="T8" fmla="*/ 0 w 19"/>
                  <a:gd name="T9" fmla="*/ 13107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4" name="Freeform 1400"/>
              <p:cNvSpPr>
                <a:spLocks/>
              </p:cNvSpPr>
              <p:nvPr userDrawn="1"/>
            </p:nvSpPr>
            <p:spPr bwMode="gray">
              <a:xfrm>
                <a:off x="2347" y="1774"/>
                <a:ext cx="13" cy="17"/>
              </a:xfrm>
              <a:custGeom>
                <a:avLst/>
                <a:gdLst>
                  <a:gd name="T0" fmla="*/ 0 w 10"/>
                  <a:gd name="T1" fmla="*/ 0 h 17"/>
                  <a:gd name="T2" fmla="*/ 221 w 10"/>
                  <a:gd name="T3" fmla="*/ 3 h 17"/>
                  <a:gd name="T4" fmla="*/ 485 w 10"/>
                  <a:gd name="T5" fmla="*/ 7 h 17"/>
                  <a:gd name="T6" fmla="*/ 631 w 10"/>
                  <a:gd name="T7" fmla="*/ 12 h 17"/>
                  <a:gd name="T8" fmla="*/ 676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5" name="Freeform 1401"/>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6" name="Line 1402"/>
              <p:cNvSpPr>
                <a:spLocks noChangeShapeType="1"/>
              </p:cNvSpPr>
              <p:nvPr userDrawn="1"/>
            </p:nvSpPr>
            <p:spPr bwMode="gray">
              <a:xfrm flipH="1">
                <a:off x="3533" y="1226"/>
                <a:ext cx="7"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7" name="Line 1403"/>
              <p:cNvSpPr>
                <a:spLocks noChangeShapeType="1"/>
              </p:cNvSpPr>
              <p:nvPr userDrawn="1"/>
            </p:nvSpPr>
            <p:spPr bwMode="gray">
              <a:xfrm flipH="1">
                <a:off x="3527" y="1221"/>
                <a:ext cx="6"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8" name="Freeform 1404"/>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9" name="Line 1405"/>
              <p:cNvSpPr>
                <a:spLocks noChangeShapeType="1"/>
              </p:cNvSpPr>
              <p:nvPr userDrawn="1"/>
            </p:nvSpPr>
            <p:spPr bwMode="gray">
              <a:xfrm flipV="1">
                <a:off x="3529" y="1230"/>
                <a:ext cx="7" cy="2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0" name="Freeform 1406"/>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1" name="Freeform 1407"/>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2" name="Freeform 1408"/>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3" name="Line 1409"/>
              <p:cNvSpPr>
                <a:spLocks noChangeShapeType="1"/>
              </p:cNvSpPr>
              <p:nvPr userDrawn="1"/>
            </p:nvSpPr>
            <p:spPr bwMode="gray">
              <a:xfrm flipV="1">
                <a:off x="3151"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4" name="Line 1410"/>
              <p:cNvSpPr>
                <a:spLocks noChangeShapeType="1"/>
              </p:cNvSpPr>
              <p:nvPr userDrawn="1"/>
            </p:nvSpPr>
            <p:spPr bwMode="gray">
              <a:xfrm flipV="1">
                <a:off x="3155" y="1156"/>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5" name="Freeform 1411"/>
              <p:cNvSpPr>
                <a:spLocks/>
              </p:cNvSpPr>
              <p:nvPr userDrawn="1"/>
            </p:nvSpPr>
            <p:spPr bwMode="gray">
              <a:xfrm>
                <a:off x="3295" y="1140"/>
                <a:ext cx="13" cy="16"/>
              </a:xfrm>
              <a:custGeom>
                <a:avLst/>
                <a:gdLst>
                  <a:gd name="T0" fmla="*/ 42 w 12"/>
                  <a:gd name="T1" fmla="*/ 16 h 16"/>
                  <a:gd name="T2" fmla="*/ 36 w 12"/>
                  <a:gd name="T3" fmla="*/ 11 h 16"/>
                  <a:gd name="T4" fmla="*/ 30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6" name="Line 1412"/>
              <p:cNvSpPr>
                <a:spLocks noChangeShapeType="1"/>
              </p:cNvSpPr>
              <p:nvPr userDrawn="1"/>
            </p:nvSpPr>
            <p:spPr bwMode="gray">
              <a:xfrm flipH="1">
                <a:off x="3143" y="1140"/>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7" name="Freeform 1413"/>
              <p:cNvSpPr>
                <a:spLocks/>
              </p:cNvSpPr>
              <p:nvPr userDrawn="1"/>
            </p:nvSpPr>
            <p:spPr bwMode="gray">
              <a:xfrm>
                <a:off x="3143" y="1222"/>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8" name="Freeform 1414"/>
              <p:cNvSpPr>
                <a:spLocks/>
              </p:cNvSpPr>
              <p:nvPr userDrawn="1"/>
            </p:nvSpPr>
            <p:spPr bwMode="gray">
              <a:xfrm>
                <a:off x="3232" y="1172"/>
                <a:ext cx="10" cy="13"/>
              </a:xfrm>
              <a:custGeom>
                <a:avLst/>
                <a:gdLst>
                  <a:gd name="T0" fmla="*/ 10 w 10"/>
                  <a:gd name="T1" fmla="*/ 2 h 17"/>
                  <a:gd name="T2" fmla="*/ 7 w 10"/>
                  <a:gd name="T3" fmla="*/ 2 h 17"/>
                  <a:gd name="T4" fmla="*/ 3 w 10"/>
                  <a:gd name="T5" fmla="*/ 2 h 17"/>
                  <a:gd name="T6" fmla="*/ 0 w 10"/>
                  <a:gd name="T7" fmla="*/ 2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9" name="Line 1415"/>
              <p:cNvSpPr>
                <a:spLocks noChangeShapeType="1"/>
              </p:cNvSpPr>
              <p:nvPr userDrawn="1"/>
            </p:nvSpPr>
            <p:spPr bwMode="gray">
              <a:xfrm flipH="1">
                <a:off x="3158" y="1140"/>
                <a:ext cx="15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0" name="Line 1416"/>
              <p:cNvSpPr>
                <a:spLocks noChangeShapeType="1"/>
              </p:cNvSpPr>
              <p:nvPr userDrawn="1"/>
            </p:nvSpPr>
            <p:spPr bwMode="gray">
              <a:xfrm flipH="1">
                <a:off x="3165"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1" name="Freeform 1417"/>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2" name="Line 1418"/>
              <p:cNvSpPr>
                <a:spLocks noChangeShapeType="1"/>
              </p:cNvSpPr>
              <p:nvPr userDrawn="1"/>
            </p:nvSpPr>
            <p:spPr bwMode="gray">
              <a:xfrm flipV="1">
                <a:off x="3155" y="1132"/>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3" name="Freeform 1419"/>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4" name="Freeform 1420"/>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5" name="Line 1421"/>
              <p:cNvSpPr>
                <a:spLocks noChangeShapeType="1"/>
              </p:cNvSpPr>
              <p:nvPr userDrawn="1"/>
            </p:nvSpPr>
            <p:spPr bwMode="gray">
              <a:xfrm flipV="1">
                <a:off x="3384" y="1219"/>
                <a:ext cx="150"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6" name="Line 1422"/>
              <p:cNvSpPr>
                <a:spLocks noChangeShapeType="1"/>
              </p:cNvSpPr>
              <p:nvPr userDrawn="1"/>
            </p:nvSpPr>
            <p:spPr bwMode="gray">
              <a:xfrm flipV="1">
                <a:off x="3375" y="1214"/>
                <a:ext cx="151"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7" name="Freeform 1423"/>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8" name="Line 1424"/>
              <p:cNvSpPr>
                <a:spLocks noChangeShapeType="1"/>
              </p:cNvSpPr>
              <p:nvPr userDrawn="1"/>
            </p:nvSpPr>
            <p:spPr bwMode="gray">
              <a:xfrm flipH="1">
                <a:off x="3386" y="1230"/>
                <a:ext cx="150"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9" name="Freeform 1425"/>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0" name="Freeform 1426"/>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1" name="Line 1427"/>
              <p:cNvSpPr>
                <a:spLocks noChangeShapeType="1"/>
              </p:cNvSpPr>
              <p:nvPr userDrawn="1"/>
            </p:nvSpPr>
            <p:spPr bwMode="gray">
              <a:xfrm flipV="1">
                <a:off x="3365" y="1966"/>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2" name="Line 1428"/>
              <p:cNvSpPr>
                <a:spLocks noChangeShapeType="1"/>
              </p:cNvSpPr>
              <p:nvPr userDrawn="1"/>
            </p:nvSpPr>
            <p:spPr bwMode="gray">
              <a:xfrm flipV="1">
                <a:off x="3368" y="1959"/>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3" name="Freeform 1429"/>
              <p:cNvSpPr>
                <a:spLocks/>
              </p:cNvSpPr>
              <p:nvPr userDrawn="1"/>
            </p:nvSpPr>
            <p:spPr bwMode="gray">
              <a:xfrm>
                <a:off x="3503" y="1959"/>
                <a:ext cx="13" cy="9"/>
              </a:xfrm>
              <a:custGeom>
                <a:avLst/>
                <a:gdLst>
                  <a:gd name="T0" fmla="*/ 42 w 12"/>
                  <a:gd name="T1" fmla="*/ 0 h 9"/>
                  <a:gd name="T2" fmla="*/ 36 w 12"/>
                  <a:gd name="T3" fmla="*/ 5 h 9"/>
                  <a:gd name="T4" fmla="*/ 33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4" name="Line 1430"/>
              <p:cNvSpPr>
                <a:spLocks noChangeShapeType="1"/>
              </p:cNvSpPr>
              <p:nvPr userDrawn="1"/>
            </p:nvSpPr>
            <p:spPr bwMode="gray">
              <a:xfrm flipH="1">
                <a:off x="3358" y="1968"/>
                <a:ext cx="143"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5" name="Freeform 1431"/>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6" name="Freeform 1432"/>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7" name="Line 1433"/>
              <p:cNvSpPr>
                <a:spLocks noChangeShapeType="1"/>
              </p:cNvSpPr>
              <p:nvPr userDrawn="1"/>
            </p:nvSpPr>
            <p:spPr bwMode="gray">
              <a:xfrm flipH="1" flipV="1">
                <a:off x="2289" y="1196"/>
                <a:ext cx="124"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8" name="Line 1434"/>
              <p:cNvSpPr>
                <a:spLocks noChangeShapeType="1"/>
              </p:cNvSpPr>
              <p:nvPr userDrawn="1"/>
            </p:nvSpPr>
            <p:spPr bwMode="gray">
              <a:xfrm flipH="1" flipV="1">
                <a:off x="2293" y="1187"/>
                <a:ext cx="135"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9" name="Freeform 1435"/>
              <p:cNvSpPr>
                <a:spLocks/>
              </p:cNvSpPr>
              <p:nvPr userDrawn="1"/>
            </p:nvSpPr>
            <p:spPr bwMode="gray">
              <a:xfrm>
                <a:off x="2284" y="1187"/>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0" name="Line 1436"/>
              <p:cNvSpPr>
                <a:spLocks noChangeShapeType="1"/>
              </p:cNvSpPr>
              <p:nvPr userDrawn="1"/>
            </p:nvSpPr>
            <p:spPr bwMode="gray">
              <a:xfrm>
                <a:off x="2284" y="1203"/>
                <a:ext cx="119"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1" name="Freeform 1437"/>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2" name="Line 1438"/>
              <p:cNvSpPr>
                <a:spLocks noChangeShapeType="1"/>
              </p:cNvSpPr>
              <p:nvPr userDrawn="1"/>
            </p:nvSpPr>
            <p:spPr bwMode="gray">
              <a:xfrm flipH="1" flipV="1">
                <a:off x="2282" y="960"/>
                <a:ext cx="5"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3" name="Line 1439"/>
              <p:cNvSpPr>
                <a:spLocks noChangeShapeType="1"/>
              </p:cNvSpPr>
              <p:nvPr userDrawn="1"/>
            </p:nvSpPr>
            <p:spPr bwMode="gray">
              <a:xfrm flipH="1" flipV="1">
                <a:off x="2289" y="966"/>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4" name="Freeform 1440"/>
              <p:cNvSpPr>
                <a:spLocks/>
              </p:cNvSpPr>
              <p:nvPr userDrawn="1"/>
            </p:nvSpPr>
            <p:spPr bwMode="gray">
              <a:xfrm>
                <a:off x="2284" y="957"/>
                <a:ext cx="4" cy="9"/>
              </a:xfrm>
              <a:custGeom>
                <a:avLst/>
                <a:gdLst>
                  <a:gd name="T0" fmla="*/ 276 w 3"/>
                  <a:gd name="T1" fmla="*/ 9 h 9"/>
                  <a:gd name="T2" fmla="*/ 0 w 3"/>
                  <a:gd name="T3" fmla="*/ 7 h 9"/>
                  <a:gd name="T4" fmla="*/ 0 w 3"/>
                  <a:gd name="T5" fmla="*/ 5 h 9"/>
                  <a:gd name="T6" fmla="*/ 0 w 3"/>
                  <a:gd name="T7" fmla="*/ 2 h 9"/>
                  <a:gd name="T8" fmla="*/ 207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5" name="Line 1441"/>
              <p:cNvSpPr>
                <a:spLocks noChangeShapeType="1"/>
              </p:cNvSpPr>
              <p:nvPr userDrawn="1"/>
            </p:nvSpPr>
            <p:spPr bwMode="gray">
              <a:xfrm>
                <a:off x="2286" y="95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6" name="Freeform 1442"/>
              <p:cNvSpPr>
                <a:spLocks/>
              </p:cNvSpPr>
              <p:nvPr userDrawn="1"/>
            </p:nvSpPr>
            <p:spPr bwMode="gray">
              <a:xfrm>
                <a:off x="2289" y="1187"/>
                <a:ext cx="4" cy="4"/>
              </a:xfrm>
              <a:custGeom>
                <a:avLst/>
                <a:gdLst>
                  <a:gd name="T0" fmla="*/ 1 w 6"/>
                  <a:gd name="T1" fmla="*/ 0 h 3"/>
                  <a:gd name="T2" fmla="*/ 1 w 6"/>
                  <a:gd name="T3" fmla="*/ 0 h 3"/>
                  <a:gd name="T4" fmla="*/ 0 w 6"/>
                  <a:gd name="T5" fmla="*/ 1 h 3"/>
                  <a:gd name="T6" fmla="*/ 0 w 6"/>
                  <a:gd name="T7" fmla="*/ 1 h 3"/>
                  <a:gd name="T8" fmla="*/ 0 w 6"/>
                  <a:gd name="T9" fmla="*/ 276 h 3"/>
                  <a:gd name="T10" fmla="*/ 1 w 6"/>
                  <a:gd name="T11" fmla="*/ 276 h 3"/>
                  <a:gd name="T12" fmla="*/ 1 w 6"/>
                  <a:gd name="T13" fmla="*/ 276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7" name="Freeform 1443"/>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8" name="Line 1444"/>
              <p:cNvSpPr>
                <a:spLocks noChangeShapeType="1"/>
              </p:cNvSpPr>
              <p:nvPr userDrawn="1"/>
            </p:nvSpPr>
            <p:spPr bwMode="gray">
              <a:xfrm>
                <a:off x="2289" y="953"/>
                <a:ext cx="18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9" name="Line 1445"/>
              <p:cNvSpPr>
                <a:spLocks noChangeShapeType="1"/>
              </p:cNvSpPr>
              <p:nvPr userDrawn="1"/>
            </p:nvSpPr>
            <p:spPr bwMode="gray">
              <a:xfrm>
                <a:off x="2289" y="966"/>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0" name="Freeform 1446"/>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1" name="Line 1447"/>
              <p:cNvSpPr>
                <a:spLocks noChangeShapeType="1"/>
              </p:cNvSpPr>
              <p:nvPr userDrawn="1"/>
            </p:nvSpPr>
            <p:spPr bwMode="gray">
              <a:xfrm flipH="1" flipV="1">
                <a:off x="2298" y="948"/>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2" name="Freeform 1448"/>
              <p:cNvSpPr>
                <a:spLocks/>
              </p:cNvSpPr>
              <p:nvPr userDrawn="1"/>
            </p:nvSpPr>
            <p:spPr bwMode="gray">
              <a:xfrm>
                <a:off x="2289"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3" name="Freeform 1449"/>
              <p:cNvSpPr>
                <a:spLocks/>
              </p:cNvSpPr>
              <p:nvPr userDrawn="1"/>
            </p:nvSpPr>
            <p:spPr bwMode="gray">
              <a:xfrm>
                <a:off x="2476" y="1167"/>
                <a:ext cx="22" cy="1"/>
              </a:xfrm>
              <a:custGeom>
                <a:avLst/>
                <a:gdLst>
                  <a:gd name="T0" fmla="*/ 0 w 20"/>
                  <a:gd name="T1" fmla="*/ 1 h 1"/>
                  <a:gd name="T2" fmla="*/ 31 w 20"/>
                  <a:gd name="T3" fmla="*/ 1 h 1"/>
                  <a:gd name="T4" fmla="*/ 50 w 20"/>
                  <a:gd name="T5" fmla="*/ 1 h 1"/>
                  <a:gd name="T6" fmla="*/ 76 w 20"/>
                  <a:gd name="T7" fmla="*/ 1 h 1"/>
                  <a:gd name="T8" fmla="*/ 92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4" name="Line 1450"/>
              <p:cNvSpPr>
                <a:spLocks noChangeShapeType="1"/>
              </p:cNvSpPr>
              <p:nvPr userDrawn="1"/>
            </p:nvSpPr>
            <p:spPr bwMode="gray">
              <a:xfrm>
                <a:off x="2485" y="1027"/>
                <a:ext cx="4" cy="1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5" name="Line 1451"/>
              <p:cNvSpPr>
                <a:spLocks noChangeShapeType="1"/>
              </p:cNvSpPr>
              <p:nvPr userDrawn="1"/>
            </p:nvSpPr>
            <p:spPr bwMode="gray">
              <a:xfrm>
                <a:off x="2475" y="1027"/>
                <a:ext cx="4" cy="1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6" name="Line 1452"/>
              <p:cNvSpPr>
                <a:spLocks noChangeShapeType="1"/>
              </p:cNvSpPr>
              <p:nvPr userDrawn="1"/>
            </p:nvSpPr>
            <p:spPr bwMode="gray">
              <a:xfrm flipH="1" flipV="1">
                <a:off x="2494" y="1025"/>
                <a:ext cx="4" cy="1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7" name="Freeform 1453"/>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8" name="Freeform 1454"/>
              <p:cNvSpPr>
                <a:spLocks/>
              </p:cNvSpPr>
              <p:nvPr userDrawn="1"/>
            </p:nvSpPr>
            <p:spPr bwMode="gray">
              <a:xfrm>
                <a:off x="2443" y="880"/>
                <a:ext cx="22" cy="2"/>
              </a:xfrm>
              <a:custGeom>
                <a:avLst/>
                <a:gdLst>
                  <a:gd name="T0" fmla="*/ 195 w 19"/>
                  <a:gd name="T1" fmla="*/ 2 h 2"/>
                  <a:gd name="T2" fmla="*/ 125 w 19"/>
                  <a:gd name="T3" fmla="*/ 0 h 2"/>
                  <a:gd name="T4" fmla="*/ 52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9" name="Line 1455"/>
              <p:cNvSpPr>
                <a:spLocks noChangeShapeType="1"/>
              </p:cNvSpPr>
              <p:nvPr userDrawn="1"/>
            </p:nvSpPr>
            <p:spPr bwMode="gray">
              <a:xfrm>
                <a:off x="2459" y="873"/>
                <a:ext cx="31"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0" name="Line 1456"/>
              <p:cNvSpPr>
                <a:spLocks noChangeShapeType="1"/>
              </p:cNvSpPr>
              <p:nvPr userDrawn="1"/>
            </p:nvSpPr>
            <p:spPr bwMode="gray">
              <a:xfrm>
                <a:off x="2463" y="882"/>
                <a:ext cx="28" cy="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1" name="Line 1457"/>
              <p:cNvSpPr>
                <a:spLocks noChangeShapeType="1"/>
              </p:cNvSpPr>
              <p:nvPr userDrawn="1"/>
            </p:nvSpPr>
            <p:spPr bwMode="gray">
              <a:xfrm flipH="1" flipV="1">
                <a:off x="2454" y="873"/>
                <a:ext cx="36"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2" name="Freeform 1458"/>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3" name="Freeform 1459"/>
              <p:cNvSpPr>
                <a:spLocks/>
              </p:cNvSpPr>
              <p:nvPr userDrawn="1"/>
            </p:nvSpPr>
            <p:spPr bwMode="gray">
              <a:xfrm>
                <a:off x="2364" y="909"/>
                <a:ext cx="13" cy="10"/>
              </a:xfrm>
              <a:custGeom>
                <a:avLst/>
                <a:gdLst>
                  <a:gd name="T0" fmla="*/ 0 w 11"/>
                  <a:gd name="T1" fmla="*/ 10 h 10"/>
                  <a:gd name="T2" fmla="*/ 2 w 11"/>
                  <a:gd name="T3" fmla="*/ 5 h 10"/>
                  <a:gd name="T4" fmla="*/ 57 w 11"/>
                  <a:gd name="T5" fmla="*/ 1 h 10"/>
                  <a:gd name="T6" fmla="*/ 79 w 11"/>
                  <a:gd name="T7" fmla="*/ 0 h 10"/>
                  <a:gd name="T8" fmla="*/ 130 w 11"/>
                  <a:gd name="T9" fmla="*/ 0 h 10"/>
                  <a:gd name="T10" fmla="*/ 154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4" name="Line 1460"/>
              <p:cNvSpPr>
                <a:spLocks noChangeShapeType="1"/>
              </p:cNvSpPr>
              <p:nvPr userDrawn="1"/>
            </p:nvSpPr>
            <p:spPr bwMode="gray">
              <a:xfrm flipV="1">
                <a:off x="2289" y="874"/>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5" name="Line 1461"/>
              <p:cNvSpPr>
                <a:spLocks noChangeShapeType="1"/>
              </p:cNvSpPr>
              <p:nvPr userDrawn="1"/>
            </p:nvSpPr>
            <p:spPr bwMode="gray">
              <a:xfrm flipV="1">
                <a:off x="2286" y="882"/>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6" name="Freeform 1462"/>
              <p:cNvSpPr>
                <a:spLocks/>
              </p:cNvSpPr>
              <p:nvPr userDrawn="1"/>
            </p:nvSpPr>
            <p:spPr bwMode="gray">
              <a:xfrm>
                <a:off x="2443" y="873"/>
                <a:ext cx="13" cy="9"/>
              </a:xfrm>
              <a:custGeom>
                <a:avLst/>
                <a:gdLst>
                  <a:gd name="T0" fmla="*/ 0 w 11"/>
                  <a:gd name="T1" fmla="*/ 9 h 9"/>
                  <a:gd name="T2" fmla="*/ 0 w 11"/>
                  <a:gd name="T3" fmla="*/ 5 h 9"/>
                  <a:gd name="T4" fmla="*/ 2 w 11"/>
                  <a:gd name="T5" fmla="*/ 3 h 9"/>
                  <a:gd name="T6" fmla="*/ 57 w 11"/>
                  <a:gd name="T7" fmla="*/ 0 h 9"/>
                  <a:gd name="T8" fmla="*/ 93 w 11"/>
                  <a:gd name="T9" fmla="*/ 0 h 9"/>
                  <a:gd name="T10" fmla="*/ 154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7" name="Line 1463"/>
              <p:cNvSpPr>
                <a:spLocks noChangeShapeType="1"/>
              </p:cNvSpPr>
              <p:nvPr userDrawn="1"/>
            </p:nvSpPr>
            <p:spPr bwMode="gray">
              <a:xfrm flipH="1">
                <a:off x="2298" y="873"/>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8" name="Freeform 1464"/>
              <p:cNvSpPr>
                <a:spLocks/>
              </p:cNvSpPr>
              <p:nvPr userDrawn="1"/>
            </p:nvSpPr>
            <p:spPr bwMode="gray">
              <a:xfrm>
                <a:off x="2286" y="948"/>
                <a:ext cx="13" cy="9"/>
              </a:xfrm>
              <a:custGeom>
                <a:avLst/>
                <a:gdLst>
                  <a:gd name="T0" fmla="*/ 676 w 10"/>
                  <a:gd name="T1" fmla="*/ 0 h 9"/>
                  <a:gd name="T2" fmla="*/ 485 w 10"/>
                  <a:gd name="T3" fmla="*/ 0 h 9"/>
                  <a:gd name="T4" fmla="*/ 373 w 10"/>
                  <a:gd name="T5" fmla="*/ 0 h 9"/>
                  <a:gd name="T6" fmla="*/ 221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9" name="Freeform 1465"/>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0" name="Line 1466"/>
              <p:cNvSpPr>
                <a:spLocks noChangeShapeType="1"/>
              </p:cNvSpPr>
              <p:nvPr userDrawn="1"/>
            </p:nvSpPr>
            <p:spPr bwMode="gray">
              <a:xfrm flipH="1">
                <a:off x="2494" y="1018"/>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1" name="Freeform 1467"/>
              <p:cNvSpPr>
                <a:spLocks/>
              </p:cNvSpPr>
              <p:nvPr userDrawn="1"/>
            </p:nvSpPr>
            <p:spPr bwMode="gray">
              <a:xfrm>
                <a:off x="2494" y="1016"/>
                <a:ext cx="13" cy="9"/>
              </a:xfrm>
              <a:custGeom>
                <a:avLst/>
                <a:gdLst>
                  <a:gd name="T0" fmla="*/ 0 w 10"/>
                  <a:gd name="T1" fmla="*/ 9 h 9"/>
                  <a:gd name="T2" fmla="*/ 170 w 10"/>
                  <a:gd name="T3" fmla="*/ 6 h 9"/>
                  <a:gd name="T4" fmla="*/ 170 w 10"/>
                  <a:gd name="T5" fmla="*/ 2 h 9"/>
                  <a:gd name="T6" fmla="*/ 373 w 10"/>
                  <a:gd name="T7" fmla="*/ 0 h 9"/>
                  <a:gd name="T8" fmla="*/ 485 w 10"/>
                  <a:gd name="T9" fmla="*/ 0 h 9"/>
                  <a:gd name="T10" fmla="*/ 676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2" name="Freeform 1468"/>
              <p:cNvSpPr>
                <a:spLocks/>
              </p:cNvSpPr>
              <p:nvPr userDrawn="1"/>
            </p:nvSpPr>
            <p:spPr bwMode="gray">
              <a:xfrm>
                <a:off x="2906" y="2029"/>
                <a:ext cx="20" cy="4"/>
              </a:xfrm>
              <a:custGeom>
                <a:avLst/>
                <a:gdLst>
                  <a:gd name="T0" fmla="*/ 20 w 20"/>
                  <a:gd name="T1" fmla="*/ 207 h 3"/>
                  <a:gd name="T2" fmla="*/ 16 w 20"/>
                  <a:gd name="T3" fmla="*/ 0 h 3"/>
                  <a:gd name="T4" fmla="*/ 11 w 20"/>
                  <a:gd name="T5" fmla="*/ 0 h 3"/>
                  <a:gd name="T6" fmla="*/ 6 w 20"/>
                  <a:gd name="T7" fmla="*/ 207 h 3"/>
                  <a:gd name="T8" fmla="*/ 0 w 20"/>
                  <a:gd name="T9" fmla="*/ 276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3" name="Line 1469"/>
              <p:cNvSpPr>
                <a:spLocks noChangeShapeType="1"/>
              </p:cNvSpPr>
              <p:nvPr userDrawn="1"/>
            </p:nvSpPr>
            <p:spPr bwMode="gray">
              <a:xfrm flipV="1">
                <a:off x="2915" y="1920"/>
                <a:ext cx="2"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4" name="Line 1470"/>
              <p:cNvSpPr>
                <a:spLocks noChangeShapeType="1"/>
              </p:cNvSpPr>
              <p:nvPr userDrawn="1"/>
            </p:nvSpPr>
            <p:spPr bwMode="gray">
              <a:xfrm flipV="1">
                <a:off x="2926" y="1922"/>
                <a:ext cx="1"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5" name="Freeform 1471"/>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6" name="Line 1472"/>
              <p:cNvSpPr>
                <a:spLocks noChangeShapeType="1"/>
              </p:cNvSpPr>
              <p:nvPr userDrawn="1"/>
            </p:nvSpPr>
            <p:spPr bwMode="gray">
              <a:xfrm flipH="1">
                <a:off x="2906" y="1924"/>
                <a:ext cx="2"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7" name="Freeform 1473"/>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8" name="Freeform 1474"/>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9" name="Line 1475"/>
              <p:cNvSpPr>
                <a:spLocks noChangeShapeType="1"/>
              </p:cNvSpPr>
              <p:nvPr userDrawn="1"/>
            </p:nvSpPr>
            <p:spPr bwMode="gray">
              <a:xfrm>
                <a:off x="2924" y="1910"/>
                <a:ext cx="203"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0" name="Line 1476"/>
              <p:cNvSpPr>
                <a:spLocks noChangeShapeType="1"/>
              </p:cNvSpPr>
              <p:nvPr userDrawn="1"/>
            </p:nvSpPr>
            <p:spPr bwMode="gray">
              <a:xfrm>
                <a:off x="2927" y="1922"/>
                <a:ext cx="19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1" name="Freeform 1477"/>
              <p:cNvSpPr>
                <a:spLocks/>
              </p:cNvSpPr>
              <p:nvPr userDrawn="1"/>
            </p:nvSpPr>
            <p:spPr bwMode="gray">
              <a:xfrm>
                <a:off x="3123" y="1979"/>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2" name="Line 1478"/>
              <p:cNvSpPr>
                <a:spLocks noChangeShapeType="1"/>
              </p:cNvSpPr>
              <p:nvPr userDrawn="1"/>
            </p:nvSpPr>
            <p:spPr bwMode="gray">
              <a:xfrm flipH="1" flipV="1">
                <a:off x="2924" y="1901"/>
                <a:ext cx="20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3" name="Freeform 1479"/>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4" name="Freeform 1480"/>
              <p:cNvSpPr>
                <a:spLocks/>
              </p:cNvSpPr>
              <p:nvPr userDrawn="1"/>
            </p:nvSpPr>
            <p:spPr bwMode="gray">
              <a:xfrm>
                <a:off x="3123"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5" name="Line 1481"/>
              <p:cNvSpPr>
                <a:spLocks noChangeShapeType="1"/>
              </p:cNvSpPr>
              <p:nvPr userDrawn="1"/>
            </p:nvSpPr>
            <p:spPr bwMode="gray">
              <a:xfrm flipH="1">
                <a:off x="3130" y="1997"/>
                <a:ext cx="4"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6" name="Line 1482"/>
              <p:cNvSpPr>
                <a:spLocks noChangeShapeType="1"/>
              </p:cNvSpPr>
              <p:nvPr userDrawn="1"/>
            </p:nvSpPr>
            <p:spPr bwMode="gray">
              <a:xfrm flipH="1">
                <a:off x="3123" y="1996"/>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7" name="Freeform 1483"/>
              <p:cNvSpPr>
                <a:spLocks/>
              </p:cNvSpPr>
              <p:nvPr userDrawn="1"/>
            </p:nvSpPr>
            <p:spPr bwMode="gray">
              <a:xfrm>
                <a:off x="3123" y="2214"/>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8" name="Line 1484"/>
              <p:cNvSpPr>
                <a:spLocks noChangeShapeType="1"/>
              </p:cNvSpPr>
              <p:nvPr userDrawn="1"/>
            </p:nvSpPr>
            <p:spPr bwMode="gray">
              <a:xfrm flipV="1">
                <a:off x="3141" y="1994"/>
                <a:ext cx="2"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9" name="Freeform 1485"/>
              <p:cNvSpPr>
                <a:spLocks/>
              </p:cNvSpPr>
              <p:nvPr userDrawn="1"/>
            </p:nvSpPr>
            <p:spPr bwMode="gray">
              <a:xfrm>
                <a:off x="3123" y="1994"/>
                <a:ext cx="20" cy="4"/>
              </a:xfrm>
              <a:custGeom>
                <a:avLst/>
                <a:gdLst>
                  <a:gd name="T0" fmla="*/ 0 w 20"/>
                  <a:gd name="T1" fmla="*/ 207 h 3"/>
                  <a:gd name="T2" fmla="*/ 6 w 20"/>
                  <a:gd name="T3" fmla="*/ 276 h 3"/>
                  <a:gd name="T4" fmla="*/ 11 w 20"/>
                  <a:gd name="T5" fmla="*/ 276 h 3"/>
                  <a:gd name="T6" fmla="*/ 16 w 20"/>
                  <a:gd name="T7" fmla="*/ 276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0" name="Freeform 1486"/>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1" name="Line 1487"/>
              <p:cNvSpPr>
                <a:spLocks noChangeShapeType="1"/>
              </p:cNvSpPr>
              <p:nvPr userDrawn="1"/>
            </p:nvSpPr>
            <p:spPr bwMode="gray">
              <a:xfrm flipH="1" flipV="1">
                <a:off x="2923" y="2144"/>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2" name="Line 1488"/>
              <p:cNvSpPr>
                <a:spLocks noChangeShapeType="1"/>
              </p:cNvSpPr>
              <p:nvPr userDrawn="1"/>
            </p:nvSpPr>
            <p:spPr bwMode="gray">
              <a:xfrm flipH="1" flipV="1">
                <a:off x="2926" y="2137"/>
                <a:ext cx="196"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3" name="Freeform 1489"/>
              <p:cNvSpPr>
                <a:spLocks/>
              </p:cNvSpPr>
              <p:nvPr userDrawn="1"/>
            </p:nvSpPr>
            <p:spPr bwMode="gray">
              <a:xfrm>
                <a:off x="2923"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4" name="Line 1490"/>
              <p:cNvSpPr>
                <a:spLocks noChangeShapeType="1"/>
              </p:cNvSpPr>
              <p:nvPr userDrawn="1"/>
            </p:nvSpPr>
            <p:spPr bwMode="gray">
              <a:xfrm>
                <a:off x="2924" y="2141"/>
                <a:ext cx="20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5" name="Freeform 1491"/>
              <p:cNvSpPr>
                <a:spLocks/>
              </p:cNvSpPr>
              <p:nvPr userDrawn="1"/>
            </p:nvSpPr>
            <p:spPr bwMode="gray">
              <a:xfrm>
                <a:off x="3123" y="2214"/>
                <a:ext cx="4" cy="8"/>
              </a:xfrm>
              <a:custGeom>
                <a:avLst/>
                <a:gdLst>
                  <a:gd name="T0" fmla="*/ 1 w 7"/>
                  <a:gd name="T1" fmla="*/ 7 h 8"/>
                  <a:gd name="T2" fmla="*/ 1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6" name="Freeform 1492"/>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7" name="Line 1493"/>
              <p:cNvSpPr>
                <a:spLocks noChangeShapeType="1"/>
              </p:cNvSpPr>
              <p:nvPr userDrawn="1"/>
            </p:nvSpPr>
            <p:spPr bwMode="gray">
              <a:xfrm flipH="1">
                <a:off x="3290" y="2040"/>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8" name="Line 1494"/>
              <p:cNvSpPr>
                <a:spLocks noChangeShapeType="1"/>
              </p:cNvSpPr>
              <p:nvPr userDrawn="1"/>
            </p:nvSpPr>
            <p:spPr bwMode="gray">
              <a:xfrm>
                <a:off x="3284" y="2038"/>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9" name="Freeform 1495"/>
              <p:cNvSpPr>
                <a:spLocks/>
              </p:cNvSpPr>
              <p:nvPr userDrawn="1"/>
            </p:nvSpPr>
            <p:spPr bwMode="gray">
              <a:xfrm>
                <a:off x="3284" y="2109"/>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0" name="Line 1496"/>
              <p:cNvSpPr>
                <a:spLocks noChangeShapeType="1"/>
              </p:cNvSpPr>
              <p:nvPr userDrawn="1"/>
            </p:nvSpPr>
            <p:spPr bwMode="gray">
              <a:xfrm flipV="1">
                <a:off x="3286" y="2038"/>
                <a:ext cx="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1" name="Freeform 1497"/>
              <p:cNvSpPr>
                <a:spLocks/>
              </p:cNvSpPr>
              <p:nvPr userDrawn="1"/>
            </p:nvSpPr>
            <p:spPr bwMode="gray">
              <a:xfrm>
                <a:off x="3276" y="2109"/>
                <a:ext cx="8" cy="13"/>
              </a:xfrm>
              <a:custGeom>
                <a:avLst/>
                <a:gdLst>
                  <a:gd name="T0" fmla="*/ 0 w 8"/>
                  <a:gd name="T1" fmla="*/ 2 h 17"/>
                  <a:gd name="T2" fmla="*/ 3 w 8"/>
                  <a:gd name="T3" fmla="*/ 2 h 17"/>
                  <a:gd name="T4" fmla="*/ 7 w 8"/>
                  <a:gd name="T5" fmla="*/ 2 h 17"/>
                  <a:gd name="T6" fmla="*/ 7 w 8"/>
                  <a:gd name="T7" fmla="*/ 2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2" name="Freeform 1498"/>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3" name="Line 1499"/>
              <p:cNvSpPr>
                <a:spLocks noChangeShapeType="1"/>
              </p:cNvSpPr>
              <p:nvPr userDrawn="1"/>
            </p:nvSpPr>
            <p:spPr bwMode="gray">
              <a:xfrm flipV="1">
                <a:off x="3137" y="2125"/>
                <a:ext cx="146"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4" name="Line 1500"/>
              <p:cNvSpPr>
                <a:spLocks noChangeShapeType="1"/>
              </p:cNvSpPr>
              <p:nvPr userDrawn="1"/>
            </p:nvSpPr>
            <p:spPr bwMode="gray">
              <a:xfrm flipV="1">
                <a:off x="3141" y="2118"/>
                <a:ext cx="143"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5" name="Freeform 1501"/>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6" name="Line 1502"/>
              <p:cNvSpPr>
                <a:spLocks noChangeShapeType="1"/>
              </p:cNvSpPr>
              <p:nvPr userDrawn="1"/>
            </p:nvSpPr>
            <p:spPr bwMode="gray">
              <a:xfrm flipH="1">
                <a:off x="3129" y="2125"/>
                <a:ext cx="147"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7" name="Freeform 1503"/>
              <p:cNvSpPr>
                <a:spLocks/>
              </p:cNvSpPr>
              <p:nvPr userDrawn="1"/>
            </p:nvSpPr>
            <p:spPr bwMode="gray">
              <a:xfrm>
                <a:off x="3129" y="2214"/>
                <a:ext cx="13" cy="8"/>
              </a:xfrm>
              <a:custGeom>
                <a:avLst/>
                <a:gdLst>
                  <a:gd name="T0" fmla="*/ 0 w 12"/>
                  <a:gd name="T1" fmla="*/ 7 h 8"/>
                  <a:gd name="T2" fmla="*/ 5 w 12"/>
                  <a:gd name="T3" fmla="*/ 8 h 8"/>
                  <a:gd name="T4" fmla="*/ 30 w 12"/>
                  <a:gd name="T5" fmla="*/ 7 h 8"/>
                  <a:gd name="T6" fmla="*/ 36 w 12"/>
                  <a:gd name="T7" fmla="*/ 3 h 8"/>
                  <a:gd name="T8" fmla="*/ 4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8" name="Line 1504"/>
              <p:cNvSpPr>
                <a:spLocks noChangeShapeType="1"/>
              </p:cNvSpPr>
              <p:nvPr userDrawn="1"/>
            </p:nvSpPr>
            <p:spPr bwMode="gray">
              <a:xfrm>
                <a:off x="2537" y="2097"/>
                <a:ext cx="4"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9" name="Line 1505"/>
              <p:cNvSpPr>
                <a:spLocks noChangeShapeType="1"/>
              </p:cNvSpPr>
              <p:nvPr userDrawn="1"/>
            </p:nvSpPr>
            <p:spPr bwMode="gray">
              <a:xfrm>
                <a:off x="2541" y="2099"/>
                <a:ext cx="1"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0" name="Freeform 1506"/>
              <p:cNvSpPr>
                <a:spLocks/>
              </p:cNvSpPr>
              <p:nvPr userDrawn="1"/>
            </p:nvSpPr>
            <p:spPr bwMode="gray">
              <a:xfrm>
                <a:off x="2541" y="2150"/>
                <a:ext cx="4" cy="13"/>
              </a:xfrm>
              <a:custGeom>
                <a:avLst/>
                <a:gdLst>
                  <a:gd name="T0" fmla="*/ 2 w 5"/>
                  <a:gd name="T1" fmla="*/ 0 h 10"/>
                  <a:gd name="T2" fmla="*/ 0 w 5"/>
                  <a:gd name="T3" fmla="*/ 221 h 10"/>
                  <a:gd name="T4" fmla="*/ 0 w 5"/>
                  <a:gd name="T5" fmla="*/ 373 h 10"/>
                  <a:gd name="T6" fmla="*/ 2 w 5"/>
                  <a:gd name="T7" fmla="*/ 520 h 10"/>
                  <a:gd name="T8" fmla="*/ 2 w 5"/>
                  <a:gd name="T9" fmla="*/ 67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1" name="Line 1507"/>
              <p:cNvSpPr>
                <a:spLocks noChangeShapeType="1"/>
              </p:cNvSpPr>
              <p:nvPr userDrawn="1"/>
            </p:nvSpPr>
            <p:spPr bwMode="gray">
              <a:xfrm flipH="1" flipV="1">
                <a:off x="2543" y="2099"/>
                <a:ext cx="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2" name="Freeform 1508"/>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3" name="Freeform 1509"/>
              <p:cNvSpPr>
                <a:spLocks/>
              </p:cNvSpPr>
              <p:nvPr userDrawn="1"/>
            </p:nvSpPr>
            <p:spPr bwMode="gray">
              <a:xfrm>
                <a:off x="2821" y="1954"/>
                <a:ext cx="10" cy="13"/>
              </a:xfrm>
              <a:custGeom>
                <a:avLst/>
                <a:gdLst>
                  <a:gd name="T0" fmla="*/ 10 w 10"/>
                  <a:gd name="T1" fmla="*/ 3 h 15"/>
                  <a:gd name="T2" fmla="*/ 10 w 10"/>
                  <a:gd name="T3" fmla="*/ 3 h 15"/>
                  <a:gd name="T4" fmla="*/ 7 w 10"/>
                  <a:gd name="T5" fmla="*/ 3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4" name="Line 1510"/>
              <p:cNvSpPr>
                <a:spLocks noChangeShapeType="1"/>
              </p:cNvSpPr>
              <p:nvPr userDrawn="1"/>
            </p:nvSpPr>
            <p:spPr bwMode="gray">
              <a:xfrm flipH="1">
                <a:off x="2751" y="1912"/>
                <a:ext cx="15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5" name="Line 1511"/>
              <p:cNvSpPr>
                <a:spLocks noChangeShapeType="1"/>
              </p:cNvSpPr>
              <p:nvPr userDrawn="1"/>
            </p:nvSpPr>
            <p:spPr bwMode="gray">
              <a:xfrm flipH="1">
                <a:off x="2754" y="1924"/>
                <a:ext cx="154"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6" name="Freeform 1512"/>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7" name="Line 1513"/>
              <p:cNvSpPr>
                <a:spLocks noChangeShapeType="1"/>
              </p:cNvSpPr>
              <p:nvPr userDrawn="1"/>
            </p:nvSpPr>
            <p:spPr bwMode="gray">
              <a:xfrm flipV="1">
                <a:off x="2744" y="1903"/>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8" name="Freeform 1514"/>
              <p:cNvSpPr>
                <a:spLocks/>
              </p:cNvSpPr>
              <p:nvPr userDrawn="1"/>
            </p:nvSpPr>
            <p:spPr bwMode="gray">
              <a:xfrm>
                <a:off x="2906" y="1903"/>
                <a:ext cx="4" cy="21"/>
              </a:xfrm>
              <a:custGeom>
                <a:avLst/>
                <a:gdLst>
                  <a:gd name="T0" fmla="*/ 2 w 5"/>
                  <a:gd name="T1" fmla="*/ 21 h 21"/>
                  <a:gd name="T2" fmla="*/ 2 w 5"/>
                  <a:gd name="T3" fmla="*/ 16 h 21"/>
                  <a:gd name="T4" fmla="*/ 2 w 5"/>
                  <a:gd name="T5" fmla="*/ 10 h 21"/>
                  <a:gd name="T6" fmla="*/ 2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9" name="Freeform 1515"/>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0" name="Line 1516"/>
              <p:cNvSpPr>
                <a:spLocks noChangeShapeType="1"/>
              </p:cNvSpPr>
              <p:nvPr userDrawn="1"/>
            </p:nvSpPr>
            <p:spPr bwMode="gray">
              <a:xfrm>
                <a:off x="2744" y="2018"/>
                <a:ext cx="2" cy="2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1" name="Line 1517"/>
              <p:cNvSpPr>
                <a:spLocks noChangeShapeType="1"/>
              </p:cNvSpPr>
              <p:nvPr userDrawn="1"/>
            </p:nvSpPr>
            <p:spPr bwMode="gray">
              <a:xfrm>
                <a:off x="2754" y="201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2" name="Freeform 1518"/>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3" name="Line 1519"/>
              <p:cNvSpPr>
                <a:spLocks noChangeShapeType="1"/>
              </p:cNvSpPr>
              <p:nvPr userDrawn="1"/>
            </p:nvSpPr>
            <p:spPr bwMode="gray">
              <a:xfrm flipV="1">
                <a:off x="2735" y="2017"/>
                <a:ext cx="1" cy="2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4" name="Freeform 1520"/>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5" name="Freeform 1521"/>
              <p:cNvSpPr>
                <a:spLocks/>
              </p:cNvSpPr>
              <p:nvPr userDrawn="1"/>
            </p:nvSpPr>
            <p:spPr bwMode="gray">
              <a:xfrm>
                <a:off x="2821" y="2187"/>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6" name="Line 1522"/>
              <p:cNvSpPr>
                <a:spLocks noChangeShapeType="1"/>
              </p:cNvSpPr>
              <p:nvPr userDrawn="1"/>
            </p:nvSpPr>
            <p:spPr bwMode="gray">
              <a:xfrm flipV="1">
                <a:off x="2751" y="2144"/>
                <a:ext cx="157"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7" name="Line 1523"/>
              <p:cNvSpPr>
                <a:spLocks noChangeShapeType="1"/>
              </p:cNvSpPr>
              <p:nvPr userDrawn="1"/>
            </p:nvSpPr>
            <p:spPr bwMode="gray">
              <a:xfrm flipV="1">
                <a:off x="2754" y="2139"/>
                <a:ext cx="152"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8" name="Freeform 1524"/>
              <p:cNvSpPr>
                <a:spLocks/>
              </p:cNvSpPr>
              <p:nvPr userDrawn="1"/>
            </p:nvSpPr>
            <p:spPr bwMode="gray">
              <a:xfrm>
                <a:off x="2906"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9" name="Line 1525"/>
              <p:cNvSpPr>
                <a:spLocks noChangeShapeType="1"/>
              </p:cNvSpPr>
              <p:nvPr userDrawn="1"/>
            </p:nvSpPr>
            <p:spPr bwMode="gray">
              <a:xfrm flipH="1">
                <a:off x="2744" y="2141"/>
                <a:ext cx="161" cy="10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0" name="Freeform 1526"/>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1066" name="Group 1527"/>
            <p:cNvGrpSpPr>
              <a:grpSpLocks/>
            </p:cNvGrpSpPr>
            <p:nvPr userDrawn="1"/>
          </p:nvGrpSpPr>
          <p:grpSpPr bwMode="auto">
            <a:xfrm>
              <a:off x="4059" y="2614"/>
              <a:ext cx="1572" cy="1574"/>
              <a:chOff x="2111" y="670"/>
              <a:chExt cx="1572" cy="1574"/>
            </a:xfrm>
          </p:grpSpPr>
          <p:sp>
            <p:nvSpPr>
              <p:cNvPr id="1121" name="Freeform 1528"/>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2" name="Line 1529"/>
              <p:cNvSpPr>
                <a:spLocks noChangeShapeType="1"/>
              </p:cNvSpPr>
              <p:nvPr userDrawn="1"/>
            </p:nvSpPr>
            <p:spPr bwMode="gray">
              <a:xfrm>
                <a:off x="2546"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3" name="Line 1530"/>
              <p:cNvSpPr>
                <a:spLocks noChangeShapeType="1"/>
              </p:cNvSpPr>
              <p:nvPr userDrawn="1"/>
            </p:nvSpPr>
            <p:spPr bwMode="gray">
              <a:xfrm>
                <a:off x="2544" y="2160"/>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4" name="Freeform 1531"/>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5" name="Line 1532"/>
              <p:cNvSpPr>
                <a:spLocks noChangeShapeType="1"/>
              </p:cNvSpPr>
              <p:nvPr userDrawn="1"/>
            </p:nvSpPr>
            <p:spPr bwMode="gray">
              <a:xfrm flipH="1" flipV="1">
                <a:off x="2553"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6" name="Freeform 1533"/>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7" name="Freeform 1534"/>
              <p:cNvSpPr>
                <a:spLocks/>
              </p:cNvSpPr>
              <p:nvPr userDrawn="1"/>
            </p:nvSpPr>
            <p:spPr bwMode="gray">
              <a:xfrm>
                <a:off x="2688" y="840"/>
                <a:ext cx="4" cy="4"/>
              </a:xfrm>
              <a:custGeom>
                <a:avLst/>
                <a:gdLst>
                  <a:gd name="T0" fmla="*/ 207 w 3"/>
                  <a:gd name="T1" fmla="*/ 1 h 7"/>
                  <a:gd name="T2" fmla="*/ 276 w 3"/>
                  <a:gd name="T3" fmla="*/ 1 h 7"/>
                  <a:gd name="T4" fmla="*/ 276 w 3"/>
                  <a:gd name="T5" fmla="*/ 1 h 7"/>
                  <a:gd name="T6" fmla="*/ 276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8" name="Freeform 1535"/>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9" name="Line 1536"/>
              <p:cNvSpPr>
                <a:spLocks noChangeShapeType="1"/>
              </p:cNvSpPr>
              <p:nvPr userDrawn="1"/>
            </p:nvSpPr>
            <p:spPr bwMode="gray">
              <a:xfrm flipH="1">
                <a:off x="2530" y="836"/>
                <a:ext cx="167"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0" name="Line 1537"/>
              <p:cNvSpPr>
                <a:spLocks noChangeShapeType="1"/>
              </p:cNvSpPr>
              <p:nvPr userDrawn="1"/>
            </p:nvSpPr>
            <p:spPr bwMode="gray">
              <a:xfrm flipH="1">
                <a:off x="2529" y="847"/>
                <a:ext cx="161"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1" name="Freeform 1538"/>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2" name="Line 1539"/>
              <p:cNvSpPr>
                <a:spLocks noChangeShapeType="1"/>
              </p:cNvSpPr>
              <p:nvPr userDrawn="1"/>
            </p:nvSpPr>
            <p:spPr bwMode="gray">
              <a:xfrm flipV="1">
                <a:off x="2539" y="833"/>
                <a:ext cx="170"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3" name="Freeform 1540"/>
              <p:cNvSpPr>
                <a:spLocks/>
              </p:cNvSpPr>
              <p:nvPr userDrawn="1"/>
            </p:nvSpPr>
            <p:spPr bwMode="gray">
              <a:xfrm>
                <a:off x="2690" y="833"/>
                <a:ext cx="19" cy="13"/>
              </a:xfrm>
              <a:custGeom>
                <a:avLst/>
                <a:gdLst>
                  <a:gd name="T0" fmla="*/ 0 w 19"/>
                  <a:gd name="T1" fmla="*/ 7 h 14"/>
                  <a:gd name="T2" fmla="*/ 3 w 19"/>
                  <a:gd name="T3" fmla="*/ 7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4" name="Freeform 1541"/>
              <p:cNvSpPr>
                <a:spLocks/>
              </p:cNvSpPr>
              <p:nvPr userDrawn="1"/>
            </p:nvSpPr>
            <p:spPr bwMode="gray">
              <a:xfrm>
                <a:off x="2527" y="1043"/>
                <a:ext cx="4" cy="8"/>
              </a:xfrm>
              <a:custGeom>
                <a:avLst/>
                <a:gdLst>
                  <a:gd name="T0" fmla="*/ 2 w 5"/>
                  <a:gd name="T1" fmla="*/ 0 h 8"/>
                  <a:gd name="T2" fmla="*/ 0 w 5"/>
                  <a:gd name="T3" fmla="*/ 3 h 8"/>
                  <a:gd name="T4" fmla="*/ 0 w 5"/>
                  <a:gd name="T5" fmla="*/ 5 h 8"/>
                  <a:gd name="T6" fmla="*/ 2 w 5"/>
                  <a:gd name="T7" fmla="*/ 7 h 8"/>
                  <a:gd name="T8" fmla="*/ 2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5" name="Line 1542"/>
              <p:cNvSpPr>
                <a:spLocks noChangeShapeType="1"/>
              </p:cNvSpPr>
              <p:nvPr userDrawn="1"/>
            </p:nvSpPr>
            <p:spPr bwMode="gray">
              <a:xfrm>
                <a:off x="2525" y="929"/>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6" name="Line 1543"/>
              <p:cNvSpPr>
                <a:spLocks noChangeShapeType="1"/>
              </p:cNvSpPr>
              <p:nvPr userDrawn="1"/>
            </p:nvSpPr>
            <p:spPr bwMode="gray">
              <a:xfrm>
                <a:off x="2529" y="925"/>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7" name="Freeform 1544"/>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8" name="Line 1545"/>
              <p:cNvSpPr>
                <a:spLocks noChangeShapeType="1"/>
              </p:cNvSpPr>
              <p:nvPr userDrawn="1"/>
            </p:nvSpPr>
            <p:spPr bwMode="gray">
              <a:xfrm flipH="1" flipV="1">
                <a:off x="2530" y="934"/>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9" name="Freeform 1546"/>
              <p:cNvSpPr>
                <a:spLocks/>
              </p:cNvSpPr>
              <p:nvPr userDrawn="1"/>
            </p:nvSpPr>
            <p:spPr bwMode="gray">
              <a:xfrm>
                <a:off x="2525" y="925"/>
                <a:ext cx="4" cy="9"/>
              </a:xfrm>
              <a:custGeom>
                <a:avLst/>
                <a:gdLst>
                  <a:gd name="T0" fmla="*/ 2 w 5"/>
                  <a:gd name="T1" fmla="*/ 9 h 9"/>
                  <a:gd name="T2" fmla="*/ 2 w 5"/>
                  <a:gd name="T3" fmla="*/ 7 h 9"/>
                  <a:gd name="T4" fmla="*/ 0 w 5"/>
                  <a:gd name="T5" fmla="*/ 4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0" name="Freeform 1547"/>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1" name="Freeform 1548"/>
              <p:cNvSpPr>
                <a:spLocks/>
              </p:cNvSpPr>
              <p:nvPr userDrawn="1"/>
            </p:nvSpPr>
            <p:spPr bwMode="gray">
              <a:xfrm>
                <a:off x="2861" y="754"/>
                <a:ext cx="22" cy="2"/>
              </a:xfrm>
              <a:custGeom>
                <a:avLst/>
                <a:gdLst>
                  <a:gd name="T0" fmla="*/ 195 w 19"/>
                  <a:gd name="T1" fmla="*/ 0 h 2"/>
                  <a:gd name="T2" fmla="*/ 145 w 19"/>
                  <a:gd name="T3" fmla="*/ 2 h 2"/>
                  <a:gd name="T4" fmla="*/ 69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2" name="Freeform 1549"/>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3" name="Freeform 1550"/>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4" name="Line 1551"/>
              <p:cNvSpPr>
                <a:spLocks noChangeShapeType="1"/>
              </p:cNvSpPr>
              <p:nvPr userDrawn="1"/>
            </p:nvSpPr>
            <p:spPr bwMode="gray">
              <a:xfrm flipH="1">
                <a:off x="2880" y="672"/>
                <a:ext cx="15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5" name="Line 1552"/>
              <p:cNvSpPr>
                <a:spLocks noChangeShapeType="1"/>
              </p:cNvSpPr>
              <p:nvPr userDrawn="1"/>
            </p:nvSpPr>
            <p:spPr bwMode="gray">
              <a:xfrm flipH="1">
                <a:off x="2880" y="680"/>
                <a:ext cx="15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6" name="Freeform 1553"/>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7" name="Line 1554"/>
              <p:cNvSpPr>
                <a:spLocks noChangeShapeType="1"/>
              </p:cNvSpPr>
              <p:nvPr userDrawn="1"/>
            </p:nvSpPr>
            <p:spPr bwMode="gray">
              <a:xfrm flipV="1">
                <a:off x="2884" y="670"/>
                <a:ext cx="159"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8" name="Freeform 1555"/>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9" name="Freeform 1556"/>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0" name="Line 1557"/>
              <p:cNvSpPr>
                <a:spLocks noChangeShapeType="1"/>
              </p:cNvSpPr>
              <p:nvPr userDrawn="1"/>
            </p:nvSpPr>
            <p:spPr bwMode="gray">
              <a:xfrm flipV="1">
                <a:off x="2920" y="913"/>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1" name="Line 1558"/>
              <p:cNvSpPr>
                <a:spLocks noChangeShapeType="1"/>
              </p:cNvSpPr>
              <p:nvPr userDrawn="1"/>
            </p:nvSpPr>
            <p:spPr bwMode="gray">
              <a:xfrm flipV="1">
                <a:off x="2912" y="917"/>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2" name="Freeform 1559"/>
              <p:cNvSpPr>
                <a:spLocks/>
              </p:cNvSpPr>
              <p:nvPr userDrawn="1"/>
            </p:nvSpPr>
            <p:spPr bwMode="gray">
              <a:xfrm>
                <a:off x="2912" y="913"/>
                <a:ext cx="22" cy="4"/>
              </a:xfrm>
              <a:custGeom>
                <a:avLst/>
                <a:gdLst>
                  <a:gd name="T0" fmla="*/ 0 w 21"/>
                  <a:gd name="T1" fmla="*/ 4 h 4"/>
                  <a:gd name="T2" fmla="*/ 7 w 21"/>
                  <a:gd name="T3" fmla="*/ 0 h 4"/>
                  <a:gd name="T4" fmla="*/ 30 w 21"/>
                  <a:gd name="T5" fmla="*/ 0 h 4"/>
                  <a:gd name="T6" fmla="*/ 42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3" name="Line 1560"/>
              <p:cNvSpPr>
                <a:spLocks noChangeShapeType="1"/>
              </p:cNvSpPr>
              <p:nvPr userDrawn="1"/>
            </p:nvSpPr>
            <p:spPr bwMode="gray">
              <a:xfrm flipH="1">
                <a:off x="2931" y="91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4" name="Freeform 1561"/>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5" name="Freeform 1562"/>
              <p:cNvSpPr>
                <a:spLocks/>
              </p:cNvSpPr>
              <p:nvPr userDrawn="1"/>
            </p:nvSpPr>
            <p:spPr bwMode="gray">
              <a:xfrm>
                <a:off x="2842" y="929"/>
                <a:ext cx="13" cy="16"/>
              </a:xfrm>
              <a:custGeom>
                <a:avLst/>
                <a:gdLst>
                  <a:gd name="T0" fmla="*/ 42 w 12"/>
                  <a:gd name="T1" fmla="*/ 16 h 16"/>
                  <a:gd name="T2" fmla="*/ 36 w 12"/>
                  <a:gd name="T3" fmla="*/ 10 h 16"/>
                  <a:gd name="T4" fmla="*/ 33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6" name="Line 1563"/>
              <p:cNvSpPr>
                <a:spLocks noChangeShapeType="1"/>
              </p:cNvSpPr>
              <p:nvPr userDrawn="1"/>
            </p:nvSpPr>
            <p:spPr bwMode="gray">
              <a:xfrm flipH="1">
                <a:off x="2749" y="903"/>
                <a:ext cx="16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7" name="Line 1564"/>
              <p:cNvSpPr>
                <a:spLocks noChangeShapeType="1"/>
              </p:cNvSpPr>
              <p:nvPr userDrawn="1"/>
            </p:nvSpPr>
            <p:spPr bwMode="gray">
              <a:xfrm flipH="1">
                <a:off x="2753" y="917"/>
                <a:ext cx="159"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8" name="Freeform 1565"/>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9" name="Line 1566"/>
              <p:cNvSpPr>
                <a:spLocks noChangeShapeType="1"/>
              </p:cNvSpPr>
              <p:nvPr userDrawn="1"/>
            </p:nvSpPr>
            <p:spPr bwMode="gray">
              <a:xfrm flipV="1">
                <a:off x="2740" y="896"/>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0" name="Freeform 1567"/>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1" name="Freeform 1568"/>
              <p:cNvSpPr>
                <a:spLocks/>
              </p:cNvSpPr>
              <p:nvPr userDrawn="1"/>
            </p:nvSpPr>
            <p:spPr bwMode="gray">
              <a:xfrm>
                <a:off x="2732" y="1116"/>
                <a:ext cx="21" cy="4"/>
              </a:xfrm>
              <a:custGeom>
                <a:avLst/>
                <a:gdLst>
                  <a:gd name="T0" fmla="*/ 21 w 21"/>
                  <a:gd name="T1" fmla="*/ 0 h 2"/>
                  <a:gd name="T2" fmla="*/ 15 w 21"/>
                  <a:gd name="T3" fmla="*/ 131072 h 2"/>
                  <a:gd name="T4" fmla="*/ 10 w 21"/>
                  <a:gd name="T5" fmla="*/ 131072 h 2"/>
                  <a:gd name="T6" fmla="*/ 5 w 21"/>
                  <a:gd name="T7" fmla="*/ 13107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2" name="Line 1569"/>
              <p:cNvSpPr>
                <a:spLocks noChangeShapeType="1"/>
              </p:cNvSpPr>
              <p:nvPr userDrawn="1"/>
            </p:nvSpPr>
            <p:spPr bwMode="gray">
              <a:xfrm>
                <a:off x="2742" y="999"/>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3" name="Line 1570"/>
              <p:cNvSpPr>
                <a:spLocks noChangeShapeType="1"/>
              </p:cNvSpPr>
              <p:nvPr userDrawn="1"/>
            </p:nvSpPr>
            <p:spPr bwMode="gray">
              <a:xfrm>
                <a:off x="2753" y="997"/>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4" name="Freeform 1571"/>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5" name="Line 1572"/>
              <p:cNvSpPr>
                <a:spLocks noChangeShapeType="1"/>
              </p:cNvSpPr>
              <p:nvPr userDrawn="1"/>
            </p:nvSpPr>
            <p:spPr bwMode="gray">
              <a:xfrm flipV="1">
                <a:off x="2732" y="997"/>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6" name="Freeform 1573"/>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7" name="Freeform 1574"/>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8" name="Line 1575"/>
              <p:cNvSpPr>
                <a:spLocks noChangeShapeType="1"/>
              </p:cNvSpPr>
              <p:nvPr userDrawn="1"/>
            </p:nvSpPr>
            <p:spPr bwMode="gray">
              <a:xfrm flipV="1">
                <a:off x="2749" y="1156"/>
                <a:ext cx="163"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9" name="Line 1576"/>
              <p:cNvSpPr>
                <a:spLocks noChangeShapeType="1"/>
              </p:cNvSpPr>
              <p:nvPr userDrawn="1"/>
            </p:nvSpPr>
            <p:spPr bwMode="gray">
              <a:xfrm flipV="1">
                <a:off x="2753" y="1149"/>
                <a:ext cx="159"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0" name="Freeform 1577"/>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1" name="Line 1578"/>
              <p:cNvSpPr>
                <a:spLocks noChangeShapeType="1"/>
              </p:cNvSpPr>
              <p:nvPr userDrawn="1"/>
            </p:nvSpPr>
            <p:spPr bwMode="gray">
              <a:xfrm flipH="1">
                <a:off x="2740" y="1154"/>
                <a:ext cx="169"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2" name="Freeform 1579"/>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3" name="Freeform 1580"/>
              <p:cNvSpPr>
                <a:spLocks/>
              </p:cNvSpPr>
              <p:nvPr userDrawn="1"/>
            </p:nvSpPr>
            <p:spPr bwMode="gray">
              <a:xfrm>
                <a:off x="3099" y="820"/>
                <a:ext cx="4" cy="7"/>
              </a:xfrm>
              <a:custGeom>
                <a:avLst/>
                <a:gdLst>
                  <a:gd name="T0" fmla="*/ 2 w 5"/>
                  <a:gd name="T1" fmla="*/ 0 h 7"/>
                  <a:gd name="T2" fmla="*/ 0 w 5"/>
                  <a:gd name="T3" fmla="*/ 2 h 7"/>
                  <a:gd name="T4" fmla="*/ 0 w 5"/>
                  <a:gd name="T5" fmla="*/ 4 h 7"/>
                  <a:gd name="T6" fmla="*/ 2 w 5"/>
                  <a:gd name="T7" fmla="*/ 6 h 7"/>
                  <a:gd name="T8" fmla="*/ 2 w 5"/>
                  <a:gd name="T9" fmla="*/ 7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4" name="Line 1581"/>
              <p:cNvSpPr>
                <a:spLocks noChangeShapeType="1"/>
              </p:cNvSpPr>
              <p:nvPr userDrawn="1"/>
            </p:nvSpPr>
            <p:spPr bwMode="gray">
              <a:xfrm flipV="1">
                <a:off x="3253" y="742"/>
                <a:ext cx="4" cy="1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5" name="Line 1582"/>
              <p:cNvSpPr>
                <a:spLocks noChangeShapeType="1"/>
              </p:cNvSpPr>
              <p:nvPr userDrawn="1"/>
            </p:nvSpPr>
            <p:spPr bwMode="gray">
              <a:xfrm flipV="1">
                <a:off x="3249" y="745"/>
                <a:ext cx="2" cy="10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6" name="Freeform 1583"/>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7" name="Line 1584"/>
              <p:cNvSpPr>
                <a:spLocks noChangeShapeType="1"/>
              </p:cNvSpPr>
              <p:nvPr userDrawn="1"/>
            </p:nvSpPr>
            <p:spPr bwMode="gray">
              <a:xfrm flipH="1">
                <a:off x="3246" y="738"/>
                <a:ext cx="3" cy="1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8" name="Freeform 1585"/>
              <p:cNvSpPr>
                <a:spLocks/>
              </p:cNvSpPr>
              <p:nvPr userDrawn="1"/>
            </p:nvSpPr>
            <p:spPr bwMode="gray">
              <a:xfrm>
                <a:off x="3146" y="777"/>
                <a:ext cx="13" cy="15"/>
              </a:xfrm>
              <a:custGeom>
                <a:avLst/>
                <a:gdLst>
                  <a:gd name="T0" fmla="*/ 42 w 12"/>
                  <a:gd name="T1" fmla="*/ 15 h 15"/>
                  <a:gd name="T2" fmla="*/ 39 w 12"/>
                  <a:gd name="T3" fmla="*/ 10 h 15"/>
                  <a:gd name="T4" fmla="*/ 33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9" name="Line 1586"/>
              <p:cNvSpPr>
                <a:spLocks noChangeShapeType="1"/>
              </p:cNvSpPr>
              <p:nvPr userDrawn="1"/>
            </p:nvSpPr>
            <p:spPr bwMode="gray">
              <a:xfrm flipH="1">
                <a:off x="3094" y="735"/>
                <a:ext cx="155"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0" name="Line 1587"/>
              <p:cNvSpPr>
                <a:spLocks noChangeShapeType="1"/>
              </p:cNvSpPr>
              <p:nvPr userDrawn="1"/>
            </p:nvSpPr>
            <p:spPr bwMode="gray">
              <a:xfrm flipH="1">
                <a:off x="3102" y="745"/>
                <a:ext cx="14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1" name="Freeform 1588"/>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2" name="Line 1589"/>
              <p:cNvSpPr>
                <a:spLocks noChangeShapeType="1"/>
              </p:cNvSpPr>
              <p:nvPr userDrawn="1"/>
            </p:nvSpPr>
            <p:spPr bwMode="gray">
              <a:xfrm flipV="1">
                <a:off x="3081" y="729"/>
                <a:ext cx="160"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3" name="Freeform 1590"/>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4" name="Freeform 1591"/>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5" name="Line 1592"/>
              <p:cNvSpPr>
                <a:spLocks noChangeShapeType="1"/>
              </p:cNvSpPr>
              <p:nvPr userDrawn="1"/>
            </p:nvSpPr>
            <p:spPr bwMode="gray">
              <a:xfrm>
                <a:off x="3048" y="672"/>
                <a:ext cx="198"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6" name="Line 1593"/>
              <p:cNvSpPr>
                <a:spLocks noChangeShapeType="1"/>
              </p:cNvSpPr>
              <p:nvPr userDrawn="1"/>
            </p:nvSpPr>
            <p:spPr bwMode="gray">
              <a:xfrm>
                <a:off x="3052" y="679"/>
                <a:ext cx="197"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7" name="Freeform 1594"/>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8" name="Line 1595"/>
              <p:cNvSpPr>
                <a:spLocks noChangeShapeType="1"/>
              </p:cNvSpPr>
              <p:nvPr userDrawn="1"/>
            </p:nvSpPr>
            <p:spPr bwMode="gray">
              <a:xfrm flipH="1" flipV="1">
                <a:off x="3043" y="670"/>
                <a:ext cx="198"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9" name="Freeform 1596"/>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0" name="Freeform 1597"/>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1" name="Line 1598"/>
              <p:cNvSpPr>
                <a:spLocks noChangeShapeType="1"/>
              </p:cNvSpPr>
              <p:nvPr userDrawn="1"/>
            </p:nvSpPr>
            <p:spPr bwMode="gray">
              <a:xfrm>
                <a:off x="2532" y="922"/>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2" name="Line 1599"/>
              <p:cNvSpPr>
                <a:spLocks noChangeShapeType="1"/>
              </p:cNvSpPr>
              <p:nvPr userDrawn="1"/>
            </p:nvSpPr>
            <p:spPr bwMode="gray">
              <a:xfrm>
                <a:off x="2539" y="915"/>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3" name="Freeform 1600"/>
              <p:cNvSpPr>
                <a:spLocks/>
              </p:cNvSpPr>
              <p:nvPr userDrawn="1"/>
            </p:nvSpPr>
            <p:spPr bwMode="gray">
              <a:xfrm>
                <a:off x="2732" y="980"/>
                <a:ext cx="4" cy="17"/>
              </a:xfrm>
              <a:custGeom>
                <a:avLst/>
                <a:gdLst>
                  <a:gd name="T0" fmla="*/ 1 w 8"/>
                  <a:gd name="T1" fmla="*/ 0 h 17"/>
                  <a:gd name="T2" fmla="*/ 1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4" name="Line 1601"/>
              <p:cNvSpPr>
                <a:spLocks noChangeShapeType="1"/>
              </p:cNvSpPr>
              <p:nvPr userDrawn="1"/>
            </p:nvSpPr>
            <p:spPr bwMode="gray">
              <a:xfrm flipH="1" flipV="1">
                <a:off x="2530" y="934"/>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5" name="Freeform 1602"/>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6" name="Line 1603"/>
              <p:cNvSpPr>
                <a:spLocks noChangeShapeType="1"/>
              </p:cNvSpPr>
              <p:nvPr userDrawn="1"/>
            </p:nvSpPr>
            <p:spPr bwMode="gray">
              <a:xfrm flipH="1" flipV="1">
                <a:off x="2503" y="1016"/>
                <a:ext cx="22" cy="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7" name="Line 1604"/>
              <p:cNvSpPr>
                <a:spLocks noChangeShapeType="1"/>
              </p:cNvSpPr>
              <p:nvPr userDrawn="1"/>
            </p:nvSpPr>
            <p:spPr bwMode="gray">
              <a:xfrm flipH="1" flipV="1">
                <a:off x="2496" y="1008"/>
                <a:ext cx="30"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8" name="Freeform 1605"/>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9" name="Freeform 1606"/>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0" name="Line 1607"/>
              <p:cNvSpPr>
                <a:spLocks noChangeShapeType="1"/>
              </p:cNvSpPr>
              <p:nvPr userDrawn="1"/>
            </p:nvSpPr>
            <p:spPr bwMode="gray">
              <a:xfrm flipH="1" flipV="1">
                <a:off x="2489" y="775"/>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1" name="Line 1608"/>
              <p:cNvSpPr>
                <a:spLocks noChangeShapeType="1"/>
              </p:cNvSpPr>
              <p:nvPr userDrawn="1"/>
            </p:nvSpPr>
            <p:spPr bwMode="gray">
              <a:xfrm flipH="1" flipV="1">
                <a:off x="2494" y="778"/>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2" name="Freeform 1609"/>
              <p:cNvSpPr>
                <a:spLocks/>
              </p:cNvSpPr>
              <p:nvPr userDrawn="1"/>
            </p:nvSpPr>
            <p:spPr bwMode="gray">
              <a:xfrm>
                <a:off x="2489" y="771"/>
                <a:ext cx="4" cy="4"/>
              </a:xfrm>
              <a:custGeom>
                <a:avLst/>
                <a:gdLst>
                  <a:gd name="T0" fmla="*/ 2 w 5"/>
                  <a:gd name="T1" fmla="*/ 1 h 7"/>
                  <a:gd name="T2" fmla="*/ 1 w 5"/>
                  <a:gd name="T3" fmla="*/ 1 h 7"/>
                  <a:gd name="T4" fmla="*/ 0 w 5"/>
                  <a:gd name="T5" fmla="*/ 1 h 7"/>
                  <a:gd name="T6" fmla="*/ 0 w 5"/>
                  <a:gd name="T7" fmla="*/ 1 h 7"/>
                  <a:gd name="T8" fmla="*/ 2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3" name="Line 1610"/>
              <p:cNvSpPr>
                <a:spLocks noChangeShapeType="1"/>
              </p:cNvSpPr>
              <p:nvPr userDrawn="1"/>
            </p:nvSpPr>
            <p:spPr bwMode="gray">
              <a:xfrm>
                <a:off x="2492" y="771"/>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4" name="Freeform 1611"/>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5" name="Freeform 1612"/>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6" name="Line 1613"/>
              <p:cNvSpPr>
                <a:spLocks noChangeShapeType="1"/>
              </p:cNvSpPr>
              <p:nvPr userDrawn="1"/>
            </p:nvSpPr>
            <p:spPr bwMode="gray">
              <a:xfrm>
                <a:off x="2496" y="768"/>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7" name="Line 1614"/>
              <p:cNvSpPr>
                <a:spLocks noChangeShapeType="1"/>
              </p:cNvSpPr>
              <p:nvPr userDrawn="1"/>
            </p:nvSpPr>
            <p:spPr bwMode="gray">
              <a:xfrm>
                <a:off x="2494" y="778"/>
                <a:ext cx="19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8" name="Freeform 1615"/>
              <p:cNvSpPr>
                <a:spLocks/>
              </p:cNvSpPr>
              <p:nvPr userDrawn="1"/>
            </p:nvSpPr>
            <p:spPr bwMode="gray">
              <a:xfrm>
                <a:off x="2688" y="826"/>
                <a:ext cx="22" cy="14"/>
              </a:xfrm>
              <a:custGeom>
                <a:avLst/>
                <a:gdLst>
                  <a:gd name="T0" fmla="*/ 0 w 19"/>
                  <a:gd name="T1" fmla="*/ 14 h 14"/>
                  <a:gd name="T2" fmla="*/ 3 w 19"/>
                  <a:gd name="T3" fmla="*/ 8 h 14"/>
                  <a:gd name="T4" fmla="*/ 93 w 19"/>
                  <a:gd name="T5" fmla="*/ 3 h 14"/>
                  <a:gd name="T6" fmla="*/ 145 w 19"/>
                  <a:gd name="T7" fmla="*/ 1 h 14"/>
                  <a:gd name="T8" fmla="*/ 195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9" name="Line 1616"/>
              <p:cNvSpPr>
                <a:spLocks noChangeShapeType="1"/>
              </p:cNvSpPr>
              <p:nvPr userDrawn="1"/>
            </p:nvSpPr>
            <p:spPr bwMode="gray">
              <a:xfrm flipH="1" flipV="1">
                <a:off x="2503" y="761"/>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0" name="Freeform 1617"/>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1" name="Freeform 1618"/>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2" name="Line 1619"/>
              <p:cNvSpPr>
                <a:spLocks noChangeShapeType="1"/>
              </p:cNvSpPr>
              <p:nvPr userDrawn="1"/>
            </p:nvSpPr>
            <p:spPr bwMode="gray">
              <a:xfrm>
                <a:off x="2929" y="903"/>
                <a:ext cx="213" cy="6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3" name="Line 1620"/>
              <p:cNvSpPr>
                <a:spLocks noChangeShapeType="1"/>
              </p:cNvSpPr>
              <p:nvPr userDrawn="1"/>
            </p:nvSpPr>
            <p:spPr bwMode="gray">
              <a:xfrm>
                <a:off x="2933" y="915"/>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4" name="Freeform 1621"/>
              <p:cNvSpPr>
                <a:spLocks/>
              </p:cNvSpPr>
              <p:nvPr userDrawn="1"/>
            </p:nvSpPr>
            <p:spPr bwMode="gray">
              <a:xfrm>
                <a:off x="3137" y="960"/>
                <a:ext cx="9" cy="22"/>
              </a:xfrm>
              <a:custGeom>
                <a:avLst/>
                <a:gdLst>
                  <a:gd name="T0" fmla="*/ 0 w 9"/>
                  <a:gd name="T1" fmla="*/ 92 h 20"/>
                  <a:gd name="T2" fmla="*/ 2 w 9"/>
                  <a:gd name="T3" fmla="*/ 67 h 20"/>
                  <a:gd name="T4" fmla="*/ 4 w 9"/>
                  <a:gd name="T5" fmla="*/ 41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5" name="Line 1622"/>
              <p:cNvSpPr>
                <a:spLocks noChangeShapeType="1"/>
              </p:cNvSpPr>
              <p:nvPr userDrawn="1"/>
            </p:nvSpPr>
            <p:spPr bwMode="gray">
              <a:xfrm flipH="1" flipV="1">
                <a:off x="2929" y="894"/>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6" name="Freeform 1623"/>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7" name="Freeform 1624"/>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8" name="Line 1625"/>
              <p:cNvSpPr>
                <a:spLocks noChangeShapeType="1"/>
              </p:cNvSpPr>
              <p:nvPr userDrawn="1"/>
            </p:nvSpPr>
            <p:spPr bwMode="gray">
              <a:xfrm flipH="1">
                <a:off x="3144" y="980"/>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9" name="Line 1626"/>
              <p:cNvSpPr>
                <a:spLocks noChangeShapeType="1"/>
              </p:cNvSpPr>
              <p:nvPr userDrawn="1"/>
            </p:nvSpPr>
            <p:spPr bwMode="gray">
              <a:xfrm flipH="1">
                <a:off x="3134" y="980"/>
                <a:ext cx="3"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0" name="Freeform 1627"/>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1" name="Line 1628"/>
              <p:cNvSpPr>
                <a:spLocks noChangeShapeType="1"/>
              </p:cNvSpPr>
              <p:nvPr userDrawn="1"/>
            </p:nvSpPr>
            <p:spPr bwMode="gray">
              <a:xfrm flipV="1">
                <a:off x="3155" y="978"/>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2" name="Freeform 1629"/>
              <p:cNvSpPr>
                <a:spLocks/>
              </p:cNvSpPr>
              <p:nvPr userDrawn="1"/>
            </p:nvSpPr>
            <p:spPr bwMode="gray">
              <a:xfrm>
                <a:off x="3137" y="978"/>
                <a:ext cx="22" cy="4"/>
              </a:xfrm>
              <a:custGeom>
                <a:avLst/>
                <a:gdLst>
                  <a:gd name="T0" fmla="*/ 42 w 21"/>
                  <a:gd name="T1" fmla="*/ 0 h 3"/>
                  <a:gd name="T2" fmla="*/ 32 w 21"/>
                  <a:gd name="T3" fmla="*/ 207 h 3"/>
                  <a:gd name="T4" fmla="*/ 27 w 21"/>
                  <a:gd name="T5" fmla="*/ 276 h 3"/>
                  <a:gd name="T6" fmla="*/ 6 w 21"/>
                  <a:gd name="T7" fmla="*/ 207 h 3"/>
                  <a:gd name="T8" fmla="*/ 0 w 21"/>
                  <a:gd name="T9" fmla="*/ 207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3" name="Freeform 1630"/>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4" name="Line 1631"/>
              <p:cNvSpPr>
                <a:spLocks noChangeShapeType="1"/>
              </p:cNvSpPr>
              <p:nvPr userDrawn="1"/>
            </p:nvSpPr>
            <p:spPr bwMode="gray">
              <a:xfrm flipH="1" flipV="1">
                <a:off x="2927" y="1154"/>
                <a:ext cx="210"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5" name="Line 1632"/>
              <p:cNvSpPr>
                <a:spLocks noChangeShapeType="1"/>
              </p:cNvSpPr>
              <p:nvPr userDrawn="1"/>
            </p:nvSpPr>
            <p:spPr bwMode="gray">
              <a:xfrm flipH="1" flipV="1">
                <a:off x="2931" y="1149"/>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6" name="Freeform 1633"/>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7" name="Line 1634"/>
              <p:cNvSpPr>
                <a:spLocks noChangeShapeType="1"/>
              </p:cNvSpPr>
              <p:nvPr userDrawn="1"/>
            </p:nvSpPr>
            <p:spPr bwMode="gray">
              <a:xfrm>
                <a:off x="2929" y="1154"/>
                <a:ext cx="214"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8" name="Freeform 1635"/>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9" name="Freeform 1636"/>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0" name="Freeform 1637"/>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1" name="Line 1638"/>
              <p:cNvSpPr>
                <a:spLocks noChangeShapeType="1"/>
              </p:cNvSpPr>
              <p:nvPr userDrawn="1"/>
            </p:nvSpPr>
            <p:spPr bwMode="gray">
              <a:xfrm>
                <a:off x="2665" y="687"/>
                <a:ext cx="200"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2" name="Line 1639"/>
              <p:cNvSpPr>
                <a:spLocks noChangeShapeType="1"/>
              </p:cNvSpPr>
              <p:nvPr userDrawn="1"/>
            </p:nvSpPr>
            <p:spPr bwMode="gray">
              <a:xfrm>
                <a:off x="2669" y="696"/>
                <a:ext cx="192"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3" name="Freeform 1640"/>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4" name="Line 1641"/>
              <p:cNvSpPr>
                <a:spLocks noChangeShapeType="1"/>
              </p:cNvSpPr>
              <p:nvPr userDrawn="1"/>
            </p:nvSpPr>
            <p:spPr bwMode="gray">
              <a:xfrm flipH="1" flipV="1">
                <a:off x="2660" y="687"/>
                <a:ext cx="205"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5" name="Freeform 1642"/>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6" name="Freeform 1643"/>
              <p:cNvSpPr>
                <a:spLocks/>
              </p:cNvSpPr>
              <p:nvPr userDrawn="1"/>
            </p:nvSpPr>
            <p:spPr bwMode="gray">
              <a:xfrm>
                <a:off x="3197" y="848"/>
                <a:ext cx="9" cy="13"/>
              </a:xfrm>
              <a:custGeom>
                <a:avLst/>
                <a:gdLst>
                  <a:gd name="T0" fmla="*/ 9 w 9"/>
                  <a:gd name="T1" fmla="*/ 154 h 11"/>
                  <a:gd name="T2" fmla="*/ 9 w 9"/>
                  <a:gd name="T3" fmla="*/ 79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7" name="Line 1644"/>
              <p:cNvSpPr>
                <a:spLocks noChangeShapeType="1"/>
              </p:cNvSpPr>
              <p:nvPr userDrawn="1"/>
            </p:nvSpPr>
            <p:spPr bwMode="gray">
              <a:xfrm>
                <a:off x="3097" y="819"/>
                <a:ext cx="210"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8" name="Line 1645"/>
              <p:cNvSpPr>
                <a:spLocks noChangeShapeType="1"/>
              </p:cNvSpPr>
              <p:nvPr userDrawn="1"/>
            </p:nvSpPr>
            <p:spPr bwMode="gray">
              <a:xfrm>
                <a:off x="3104" y="827"/>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9" name="Freeform 1646"/>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0" name="Line 1647"/>
              <p:cNvSpPr>
                <a:spLocks noChangeShapeType="1"/>
              </p:cNvSpPr>
              <p:nvPr userDrawn="1"/>
            </p:nvSpPr>
            <p:spPr bwMode="gray">
              <a:xfrm flipH="1" flipV="1">
                <a:off x="3085" y="815"/>
                <a:ext cx="21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1" name="Freeform 1648"/>
              <p:cNvSpPr>
                <a:spLocks/>
              </p:cNvSpPr>
              <p:nvPr userDrawn="1"/>
            </p:nvSpPr>
            <p:spPr bwMode="gray">
              <a:xfrm>
                <a:off x="3307" y="1008"/>
                <a:ext cx="4" cy="7"/>
              </a:xfrm>
              <a:custGeom>
                <a:avLst/>
                <a:gdLst>
                  <a:gd name="T0" fmla="*/ 0 w 5"/>
                  <a:gd name="T1" fmla="*/ 0 h 7"/>
                  <a:gd name="T2" fmla="*/ 2 w 5"/>
                  <a:gd name="T3" fmla="*/ 0 h 7"/>
                  <a:gd name="T4" fmla="*/ 2 w 5"/>
                  <a:gd name="T5" fmla="*/ 1 h 7"/>
                  <a:gd name="T6" fmla="*/ 2 w 5"/>
                  <a:gd name="T7" fmla="*/ 3 h 7"/>
                  <a:gd name="T8" fmla="*/ 2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2" name="Line 1649"/>
              <p:cNvSpPr>
                <a:spLocks noChangeShapeType="1"/>
              </p:cNvSpPr>
              <p:nvPr userDrawn="1"/>
            </p:nvSpPr>
            <p:spPr bwMode="gray">
              <a:xfrm flipH="1">
                <a:off x="3309" y="894"/>
                <a:ext cx="5"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3" name="Line 1650"/>
              <p:cNvSpPr>
                <a:spLocks noChangeShapeType="1"/>
              </p:cNvSpPr>
              <p:nvPr userDrawn="1"/>
            </p:nvSpPr>
            <p:spPr bwMode="gray">
              <a:xfrm flipH="1">
                <a:off x="3303" y="890"/>
                <a:ext cx="6"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4" name="Freeform 1651"/>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5" name="Line 1652"/>
              <p:cNvSpPr>
                <a:spLocks noChangeShapeType="1"/>
              </p:cNvSpPr>
              <p:nvPr userDrawn="1"/>
            </p:nvSpPr>
            <p:spPr bwMode="gray">
              <a:xfrm flipV="1">
                <a:off x="3307" y="897"/>
                <a:ext cx="4"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6" name="Freeform 1653"/>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7" name="Freeform 1654"/>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8" name="Freeform 1655"/>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9" name="Line 1656"/>
              <p:cNvSpPr>
                <a:spLocks noChangeShapeType="1"/>
              </p:cNvSpPr>
              <p:nvPr userDrawn="1"/>
            </p:nvSpPr>
            <p:spPr bwMode="gray">
              <a:xfrm flipV="1">
                <a:off x="2494" y="689"/>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0" name="Line 1657"/>
              <p:cNvSpPr>
                <a:spLocks noChangeShapeType="1"/>
              </p:cNvSpPr>
              <p:nvPr userDrawn="1"/>
            </p:nvSpPr>
            <p:spPr bwMode="gray">
              <a:xfrm flipV="1">
                <a:off x="2492" y="696"/>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1" name="Freeform 1658"/>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2" name="Line 1659"/>
              <p:cNvSpPr>
                <a:spLocks noChangeShapeType="1"/>
              </p:cNvSpPr>
              <p:nvPr userDrawn="1"/>
            </p:nvSpPr>
            <p:spPr bwMode="gray">
              <a:xfrm flipH="1">
                <a:off x="2503" y="687"/>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3" name="Freeform 1660"/>
              <p:cNvSpPr>
                <a:spLocks/>
              </p:cNvSpPr>
              <p:nvPr userDrawn="1"/>
            </p:nvSpPr>
            <p:spPr bwMode="gray">
              <a:xfrm>
                <a:off x="2492" y="761"/>
                <a:ext cx="11" cy="13"/>
              </a:xfrm>
              <a:custGeom>
                <a:avLst/>
                <a:gdLst>
                  <a:gd name="T0" fmla="*/ 11 w 11"/>
                  <a:gd name="T1" fmla="*/ 0 h 10"/>
                  <a:gd name="T2" fmla="*/ 7 w 11"/>
                  <a:gd name="T3" fmla="*/ 0 h 10"/>
                  <a:gd name="T4" fmla="*/ 4 w 11"/>
                  <a:gd name="T5" fmla="*/ 170 h 10"/>
                  <a:gd name="T6" fmla="*/ 2 w 11"/>
                  <a:gd name="T7" fmla="*/ 221 h 10"/>
                  <a:gd name="T8" fmla="*/ 0 w 11"/>
                  <a:gd name="T9" fmla="*/ 485 h 10"/>
                  <a:gd name="T10" fmla="*/ 0 w 11"/>
                  <a:gd name="T11" fmla="*/ 676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4" name="Freeform 1661"/>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5" name="Line 1662"/>
              <p:cNvSpPr>
                <a:spLocks noChangeShapeType="1"/>
              </p:cNvSpPr>
              <p:nvPr userDrawn="1"/>
            </p:nvSpPr>
            <p:spPr bwMode="gray">
              <a:xfrm flipV="1">
                <a:off x="3155" y="887"/>
                <a:ext cx="154" cy="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6" name="Line 1663"/>
              <p:cNvSpPr>
                <a:spLocks noChangeShapeType="1"/>
              </p:cNvSpPr>
              <p:nvPr userDrawn="1"/>
            </p:nvSpPr>
            <p:spPr bwMode="gray">
              <a:xfrm flipV="1">
                <a:off x="3146" y="882"/>
                <a:ext cx="154"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7" name="Freeform 1664"/>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8" name="Line 1665"/>
              <p:cNvSpPr>
                <a:spLocks noChangeShapeType="1"/>
              </p:cNvSpPr>
              <p:nvPr userDrawn="1"/>
            </p:nvSpPr>
            <p:spPr bwMode="gray">
              <a:xfrm flipH="1">
                <a:off x="3158" y="897"/>
                <a:ext cx="152"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9" name="Freeform 1666"/>
              <p:cNvSpPr>
                <a:spLocks/>
              </p:cNvSpPr>
              <p:nvPr userDrawn="1"/>
            </p:nvSpPr>
            <p:spPr bwMode="gray">
              <a:xfrm>
                <a:off x="3146" y="960"/>
                <a:ext cx="13" cy="18"/>
              </a:xfrm>
              <a:custGeom>
                <a:avLst/>
                <a:gdLst>
                  <a:gd name="T0" fmla="*/ 42 w 12"/>
                  <a:gd name="T1" fmla="*/ 18 h 18"/>
                  <a:gd name="T2" fmla="*/ 39 w 12"/>
                  <a:gd name="T3" fmla="*/ 13 h 18"/>
                  <a:gd name="T4" fmla="*/ 33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0" name="Freeform 1667"/>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1" name="Line 1668"/>
              <p:cNvSpPr>
                <a:spLocks noChangeShapeType="1"/>
              </p:cNvSpPr>
              <p:nvPr userDrawn="1"/>
            </p:nvSpPr>
            <p:spPr bwMode="gray">
              <a:xfrm>
                <a:off x="2123" y="1529"/>
                <a:ext cx="14"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2" name="Line 1669"/>
              <p:cNvSpPr>
                <a:spLocks noChangeShapeType="1"/>
              </p:cNvSpPr>
              <p:nvPr userDrawn="1"/>
            </p:nvSpPr>
            <p:spPr bwMode="gray">
              <a:xfrm>
                <a:off x="2130" y="1529"/>
                <a:ext cx="7"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3" name="Line 1670"/>
              <p:cNvSpPr>
                <a:spLocks noChangeShapeType="1"/>
              </p:cNvSpPr>
              <p:nvPr userDrawn="1"/>
            </p:nvSpPr>
            <p:spPr bwMode="gray">
              <a:xfrm flipH="1" flipV="1">
                <a:off x="2121" y="1522"/>
                <a:ext cx="16"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4" name="Freeform 1671"/>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5" name="Freeform 1672"/>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6" name="Line 1673"/>
              <p:cNvSpPr>
                <a:spLocks noChangeShapeType="1"/>
              </p:cNvSpPr>
              <p:nvPr userDrawn="1"/>
            </p:nvSpPr>
            <p:spPr bwMode="gray">
              <a:xfrm flipV="1">
                <a:off x="2739" y="1329"/>
                <a:ext cx="7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7" name="Line 1674"/>
              <p:cNvSpPr>
                <a:spLocks noChangeShapeType="1"/>
              </p:cNvSpPr>
              <p:nvPr userDrawn="1"/>
            </p:nvSpPr>
            <p:spPr bwMode="gray">
              <a:xfrm flipV="1">
                <a:off x="2737" y="1331"/>
                <a:ext cx="70" cy="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8" name="Freeform 1675"/>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9" name="Line 1676"/>
              <p:cNvSpPr>
                <a:spLocks noChangeShapeType="1"/>
              </p:cNvSpPr>
              <p:nvPr userDrawn="1"/>
            </p:nvSpPr>
            <p:spPr bwMode="gray">
              <a:xfrm flipH="1">
                <a:off x="2737" y="1322"/>
                <a:ext cx="80"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0" name="Freeform 1677"/>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1" name="Freeform 1678"/>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2" name="Line 1679"/>
              <p:cNvSpPr>
                <a:spLocks noChangeShapeType="1"/>
              </p:cNvSpPr>
              <p:nvPr userDrawn="1"/>
            </p:nvSpPr>
            <p:spPr bwMode="gray">
              <a:xfrm flipH="1">
                <a:off x="2116"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3" name="Line 1680"/>
              <p:cNvSpPr>
                <a:spLocks noChangeShapeType="1"/>
              </p:cNvSpPr>
              <p:nvPr userDrawn="1"/>
            </p:nvSpPr>
            <p:spPr bwMode="gray">
              <a:xfrm flipH="1">
                <a:off x="2123"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4" name="Freeform 1681"/>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5" name="Line 1682"/>
              <p:cNvSpPr>
                <a:spLocks noChangeShapeType="1"/>
              </p:cNvSpPr>
              <p:nvPr userDrawn="1"/>
            </p:nvSpPr>
            <p:spPr bwMode="gray">
              <a:xfrm flipV="1">
                <a:off x="2112" y="1209"/>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6" name="Freeform 1683"/>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7" name="Freeform 1684"/>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8" name="Line 1685"/>
              <p:cNvSpPr>
                <a:spLocks noChangeShapeType="1"/>
              </p:cNvSpPr>
              <p:nvPr userDrawn="1"/>
            </p:nvSpPr>
            <p:spPr bwMode="gray">
              <a:xfrm>
                <a:off x="2118" y="1291"/>
                <a:ext cx="185"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9" name="Line 1686"/>
              <p:cNvSpPr>
                <a:spLocks noChangeShapeType="1"/>
              </p:cNvSpPr>
              <p:nvPr userDrawn="1"/>
            </p:nvSpPr>
            <p:spPr bwMode="gray">
              <a:xfrm>
                <a:off x="2123" y="1284"/>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0" name="Freeform 1687"/>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1" name="Line 1688"/>
              <p:cNvSpPr>
                <a:spLocks noChangeShapeType="1"/>
              </p:cNvSpPr>
              <p:nvPr userDrawn="1"/>
            </p:nvSpPr>
            <p:spPr bwMode="gray">
              <a:xfrm flipH="1" flipV="1">
                <a:off x="2114" y="1301"/>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2" name="Freeform 1689"/>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3" name="Line 1690"/>
              <p:cNvSpPr>
                <a:spLocks noChangeShapeType="1"/>
              </p:cNvSpPr>
              <p:nvPr userDrawn="1"/>
            </p:nvSpPr>
            <p:spPr bwMode="gray">
              <a:xfrm flipV="1">
                <a:off x="2317" y="1342"/>
                <a:ext cx="28"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4" name="Line 1691"/>
              <p:cNvSpPr>
                <a:spLocks noChangeShapeType="1"/>
              </p:cNvSpPr>
              <p:nvPr userDrawn="1"/>
            </p:nvSpPr>
            <p:spPr bwMode="gray">
              <a:xfrm flipV="1">
                <a:off x="2310" y="1331"/>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5" name="Line 1692"/>
              <p:cNvSpPr>
                <a:spLocks noChangeShapeType="1"/>
              </p:cNvSpPr>
              <p:nvPr userDrawn="1"/>
            </p:nvSpPr>
            <p:spPr bwMode="gray">
              <a:xfrm flipH="1">
                <a:off x="2321" y="1354"/>
                <a:ext cx="24"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6" name="Freeform 1693"/>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7" name="Freeform 1694"/>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8" name="Line 1695"/>
              <p:cNvSpPr>
                <a:spLocks noChangeShapeType="1"/>
              </p:cNvSpPr>
              <p:nvPr userDrawn="1"/>
            </p:nvSpPr>
            <p:spPr bwMode="gray">
              <a:xfrm flipH="1" flipV="1">
                <a:off x="2111" y="1298"/>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9" name="Line 1696"/>
              <p:cNvSpPr>
                <a:spLocks noChangeShapeType="1"/>
              </p:cNvSpPr>
              <p:nvPr userDrawn="1"/>
            </p:nvSpPr>
            <p:spPr bwMode="gray">
              <a:xfrm flipH="1" flipV="1">
                <a:off x="2112" y="1293"/>
                <a:ext cx="7"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0" name="Freeform 1697"/>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1" name="Line 1698"/>
              <p:cNvSpPr>
                <a:spLocks noChangeShapeType="1"/>
              </p:cNvSpPr>
              <p:nvPr userDrawn="1"/>
            </p:nvSpPr>
            <p:spPr bwMode="gray">
              <a:xfrm>
                <a:off x="2114" y="1301"/>
                <a:ext cx="7" cy="22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2" name="Freeform 1699"/>
              <p:cNvSpPr>
                <a:spLocks/>
              </p:cNvSpPr>
              <p:nvPr userDrawn="1"/>
            </p:nvSpPr>
            <p:spPr bwMode="gray">
              <a:xfrm>
                <a:off x="2116" y="1513"/>
                <a:ext cx="4" cy="9"/>
              </a:xfrm>
              <a:custGeom>
                <a:avLst/>
                <a:gdLst>
                  <a:gd name="T0" fmla="*/ 2 w 5"/>
                  <a:gd name="T1" fmla="*/ 9 h 9"/>
                  <a:gd name="T2" fmla="*/ 2 w 5"/>
                  <a:gd name="T3" fmla="*/ 7 h 9"/>
                  <a:gd name="T4" fmla="*/ 0 w 5"/>
                  <a:gd name="T5" fmla="*/ 5 h 9"/>
                  <a:gd name="T6" fmla="*/ 2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3" name="Freeform 1700"/>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4" name="Freeform 1701"/>
              <p:cNvSpPr>
                <a:spLocks/>
              </p:cNvSpPr>
              <p:nvPr userDrawn="1"/>
            </p:nvSpPr>
            <p:spPr bwMode="gray">
              <a:xfrm>
                <a:off x="3533" y="1216"/>
                <a:ext cx="4" cy="8"/>
              </a:xfrm>
              <a:custGeom>
                <a:avLst/>
                <a:gdLst>
                  <a:gd name="T0" fmla="*/ 0 w 5"/>
                  <a:gd name="T1" fmla="*/ 0 h 8"/>
                  <a:gd name="T2" fmla="*/ 1 w 5"/>
                  <a:gd name="T3" fmla="*/ 0 h 8"/>
                  <a:gd name="T4" fmla="*/ 2 w 5"/>
                  <a:gd name="T5" fmla="*/ 1 h 8"/>
                  <a:gd name="T6" fmla="*/ 2 w 5"/>
                  <a:gd name="T7" fmla="*/ 3 h 8"/>
                  <a:gd name="T8" fmla="*/ 2 w 5"/>
                  <a:gd name="T9" fmla="*/ 5 h 8"/>
                  <a:gd name="T10" fmla="*/ 2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5" name="Freeform 1702"/>
              <p:cNvSpPr>
                <a:spLocks/>
              </p:cNvSpPr>
              <p:nvPr userDrawn="1"/>
            </p:nvSpPr>
            <p:spPr bwMode="gray">
              <a:xfrm>
                <a:off x="2142" y="1686"/>
                <a:ext cx="4" cy="16"/>
              </a:xfrm>
              <a:custGeom>
                <a:avLst/>
                <a:gdLst>
                  <a:gd name="T0" fmla="*/ 1 w 7"/>
                  <a:gd name="T1" fmla="*/ 0 h 16"/>
                  <a:gd name="T2" fmla="*/ 0 w 7"/>
                  <a:gd name="T3" fmla="*/ 4 h 16"/>
                  <a:gd name="T4" fmla="*/ 0 w 7"/>
                  <a:gd name="T5" fmla="*/ 7 h 16"/>
                  <a:gd name="T6" fmla="*/ 1 w 7"/>
                  <a:gd name="T7" fmla="*/ 12 h 16"/>
                  <a:gd name="T8" fmla="*/ 1 w 7"/>
                  <a:gd name="T9" fmla="*/ 14 h 16"/>
                  <a:gd name="T10" fmla="*/ 1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6" name="Freeform 1703"/>
              <p:cNvSpPr>
                <a:spLocks/>
              </p:cNvSpPr>
              <p:nvPr userDrawn="1"/>
            </p:nvSpPr>
            <p:spPr bwMode="gray">
              <a:xfrm>
                <a:off x="2142" y="1693"/>
                <a:ext cx="9" cy="4"/>
              </a:xfrm>
              <a:custGeom>
                <a:avLst/>
                <a:gdLst>
                  <a:gd name="T0" fmla="*/ 9 w 9"/>
                  <a:gd name="T1" fmla="*/ 2 h 5"/>
                  <a:gd name="T2" fmla="*/ 5 w 9"/>
                  <a:gd name="T3" fmla="*/ 2 h 5"/>
                  <a:gd name="T4" fmla="*/ 2 w 9"/>
                  <a:gd name="T5" fmla="*/ 2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7" name="Freeform 1704"/>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8" name="Freeform 1705"/>
              <p:cNvSpPr>
                <a:spLocks/>
              </p:cNvSpPr>
              <p:nvPr userDrawn="1"/>
            </p:nvSpPr>
            <p:spPr bwMode="gray">
              <a:xfrm>
                <a:off x="2784" y="1933"/>
                <a:ext cx="13" cy="8"/>
              </a:xfrm>
              <a:custGeom>
                <a:avLst/>
                <a:gdLst>
                  <a:gd name="T0" fmla="*/ 0 w 11"/>
                  <a:gd name="T1" fmla="*/ 8 h 8"/>
                  <a:gd name="T2" fmla="*/ 2 w 11"/>
                  <a:gd name="T3" fmla="*/ 8 h 8"/>
                  <a:gd name="T4" fmla="*/ 67 w 11"/>
                  <a:gd name="T5" fmla="*/ 7 h 8"/>
                  <a:gd name="T6" fmla="*/ 93 w 11"/>
                  <a:gd name="T7" fmla="*/ 5 h 8"/>
                  <a:gd name="T8" fmla="*/ 154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9" name="Freeform 1706"/>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0" name="Freeform 1707"/>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1" name="Freeform 1708"/>
              <p:cNvSpPr>
                <a:spLocks/>
              </p:cNvSpPr>
              <p:nvPr userDrawn="1"/>
            </p:nvSpPr>
            <p:spPr bwMode="gray">
              <a:xfrm>
                <a:off x="2788" y="1683"/>
                <a:ext cx="1" cy="22"/>
              </a:xfrm>
              <a:custGeom>
                <a:avLst/>
                <a:gdLst>
                  <a:gd name="T0" fmla="*/ 1 w 1"/>
                  <a:gd name="T1" fmla="*/ 195 h 19"/>
                  <a:gd name="T2" fmla="*/ 1 w 1"/>
                  <a:gd name="T3" fmla="*/ 145 h 19"/>
                  <a:gd name="T4" fmla="*/ 1 w 1"/>
                  <a:gd name="T5" fmla="*/ 108 h 19"/>
                  <a:gd name="T6" fmla="*/ 0 w 1"/>
                  <a:gd name="T7" fmla="*/ 52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2" name="Freeform 1709"/>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3" name="Freeform 1710"/>
              <p:cNvSpPr>
                <a:spLocks/>
              </p:cNvSpPr>
              <p:nvPr userDrawn="1"/>
            </p:nvSpPr>
            <p:spPr bwMode="gray">
              <a:xfrm>
                <a:off x="2359" y="2013"/>
                <a:ext cx="4" cy="22"/>
              </a:xfrm>
              <a:custGeom>
                <a:avLst/>
                <a:gdLst>
                  <a:gd name="T0" fmla="*/ 1 w 7"/>
                  <a:gd name="T1" fmla="*/ 0 h 18"/>
                  <a:gd name="T2" fmla="*/ 0 w 7"/>
                  <a:gd name="T3" fmla="*/ 119 h 18"/>
                  <a:gd name="T4" fmla="*/ 0 w 7"/>
                  <a:gd name="T5" fmla="*/ 216 h 18"/>
                  <a:gd name="T6" fmla="*/ 1 w 7"/>
                  <a:gd name="T7" fmla="*/ 297 h 18"/>
                  <a:gd name="T8" fmla="*/ 1 w 7"/>
                  <a:gd name="T9" fmla="*/ 395 h 18"/>
                  <a:gd name="T10" fmla="*/ 1 w 7"/>
                  <a:gd name="T11" fmla="*/ 444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4" name="Freeform 1711"/>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5" name="Freeform 1712"/>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6" name="Freeform 1713"/>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7" name="Freeform 1714"/>
              <p:cNvSpPr>
                <a:spLocks/>
              </p:cNvSpPr>
              <p:nvPr userDrawn="1"/>
            </p:nvSpPr>
            <p:spPr bwMode="gray">
              <a:xfrm>
                <a:off x="2565" y="2101"/>
                <a:ext cx="4" cy="4"/>
              </a:xfrm>
              <a:custGeom>
                <a:avLst/>
                <a:gdLst>
                  <a:gd name="T0" fmla="*/ 0 w 2"/>
                  <a:gd name="T1" fmla="*/ 1 h 7"/>
                  <a:gd name="T2" fmla="*/ 131072 w 2"/>
                  <a:gd name="T3" fmla="*/ 1 h 7"/>
                  <a:gd name="T4" fmla="*/ 131072 w 2"/>
                  <a:gd name="T5" fmla="*/ 1 h 7"/>
                  <a:gd name="T6" fmla="*/ 131072 w 2"/>
                  <a:gd name="T7" fmla="*/ 1 h 7"/>
                  <a:gd name="T8" fmla="*/ 131072 w 2"/>
                  <a:gd name="T9" fmla="*/ 1 h 7"/>
                  <a:gd name="T10" fmla="*/ 131072 w 2"/>
                  <a:gd name="T11" fmla="*/ 1 h 7"/>
                  <a:gd name="T12" fmla="*/ 131072 w 2"/>
                  <a:gd name="T13" fmla="*/ 1 h 7"/>
                  <a:gd name="T14" fmla="*/ 13107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8" name="Freeform 1715"/>
              <p:cNvSpPr>
                <a:spLocks/>
              </p:cNvSpPr>
              <p:nvPr userDrawn="1"/>
            </p:nvSpPr>
            <p:spPr bwMode="gray">
              <a:xfrm>
                <a:off x="2558" y="2102"/>
                <a:ext cx="22" cy="4"/>
              </a:xfrm>
              <a:custGeom>
                <a:avLst/>
                <a:gdLst>
                  <a:gd name="T0" fmla="*/ 444 w 18"/>
                  <a:gd name="T1" fmla="*/ 0 h 4"/>
                  <a:gd name="T2" fmla="*/ 361 w 18"/>
                  <a:gd name="T3" fmla="*/ 4 h 4"/>
                  <a:gd name="T4" fmla="*/ 216 w 18"/>
                  <a:gd name="T5" fmla="*/ 4 h 4"/>
                  <a:gd name="T6" fmla="*/ 97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9" name="Freeform 1716"/>
              <p:cNvSpPr>
                <a:spLocks/>
              </p:cNvSpPr>
              <p:nvPr userDrawn="1"/>
            </p:nvSpPr>
            <p:spPr bwMode="gray">
              <a:xfrm>
                <a:off x="2558" y="1340"/>
                <a:ext cx="4" cy="19"/>
              </a:xfrm>
              <a:custGeom>
                <a:avLst/>
                <a:gdLst>
                  <a:gd name="T0" fmla="*/ 131072 w 2"/>
                  <a:gd name="T1" fmla="*/ 19 h 19"/>
                  <a:gd name="T2" fmla="*/ 131072 w 2"/>
                  <a:gd name="T3" fmla="*/ 14 h 19"/>
                  <a:gd name="T4" fmla="*/ 131072 w 2"/>
                  <a:gd name="T5" fmla="*/ 10 h 19"/>
                  <a:gd name="T6" fmla="*/ 13107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0" name="Freeform 1717"/>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1" name="Freeform 1718"/>
              <p:cNvSpPr>
                <a:spLocks/>
              </p:cNvSpPr>
              <p:nvPr userDrawn="1"/>
            </p:nvSpPr>
            <p:spPr bwMode="gray">
              <a:xfrm>
                <a:off x="3610" y="1212"/>
                <a:ext cx="12" cy="13"/>
              </a:xfrm>
              <a:custGeom>
                <a:avLst/>
                <a:gdLst>
                  <a:gd name="T0" fmla="*/ 12 w 12"/>
                  <a:gd name="T1" fmla="*/ 154 h 11"/>
                  <a:gd name="T2" fmla="*/ 12 w 12"/>
                  <a:gd name="T3" fmla="*/ 93 h 11"/>
                  <a:gd name="T4" fmla="*/ 10 w 12"/>
                  <a:gd name="T5" fmla="*/ 57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2" name="Freeform 1719"/>
              <p:cNvSpPr>
                <a:spLocks/>
              </p:cNvSpPr>
              <p:nvPr userDrawn="1"/>
            </p:nvSpPr>
            <p:spPr bwMode="gray">
              <a:xfrm>
                <a:off x="3617" y="1214"/>
                <a:ext cx="4" cy="4"/>
              </a:xfrm>
              <a:custGeom>
                <a:avLst/>
                <a:gdLst>
                  <a:gd name="T0" fmla="*/ 0 w 3"/>
                  <a:gd name="T1" fmla="*/ 0 h 7"/>
                  <a:gd name="T2" fmla="*/ 0 w 3"/>
                  <a:gd name="T3" fmla="*/ 0 h 7"/>
                  <a:gd name="T4" fmla="*/ 1 w 3"/>
                  <a:gd name="T5" fmla="*/ 1 h 7"/>
                  <a:gd name="T6" fmla="*/ 276 w 3"/>
                  <a:gd name="T7" fmla="*/ 1 h 7"/>
                  <a:gd name="T8" fmla="*/ 276 w 3"/>
                  <a:gd name="T9" fmla="*/ 1 h 7"/>
                  <a:gd name="T10" fmla="*/ 1 w 3"/>
                  <a:gd name="T11" fmla="*/ 1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3" name="Freeform 1720"/>
              <p:cNvSpPr>
                <a:spLocks/>
              </p:cNvSpPr>
              <p:nvPr userDrawn="1"/>
            </p:nvSpPr>
            <p:spPr bwMode="gray">
              <a:xfrm>
                <a:off x="3195" y="840"/>
                <a:ext cx="13" cy="4"/>
              </a:xfrm>
              <a:custGeom>
                <a:avLst/>
                <a:gdLst>
                  <a:gd name="T0" fmla="*/ 0 w 14"/>
                  <a:gd name="T1" fmla="*/ 0 h 7"/>
                  <a:gd name="T2" fmla="*/ 4 w 14"/>
                  <a:gd name="T3" fmla="*/ 0 h 7"/>
                  <a:gd name="T4" fmla="*/ 7 w 14"/>
                  <a:gd name="T5" fmla="*/ 1 h 7"/>
                  <a:gd name="T6" fmla="*/ 7 w 14"/>
                  <a:gd name="T7" fmla="*/ 1 h 7"/>
                  <a:gd name="T8" fmla="*/ 7 w 14"/>
                  <a:gd name="T9" fmla="*/ 1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4" name="Freeform 1721"/>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5" name="Freeform 1722"/>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6" name="Freeform 1723"/>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7" name="Freeform 1724"/>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8" name="Freeform 1725"/>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9" name="Freeform 1726"/>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0" name="Freeform 1727"/>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sp>
          <p:nvSpPr>
            <p:cNvPr id="1067" name="Freeform 1728"/>
            <p:cNvSpPr>
              <a:spLocks/>
            </p:cNvSpPr>
            <p:nvPr userDrawn="1"/>
          </p:nvSpPr>
          <p:spPr bwMode="gray">
            <a:xfrm>
              <a:off x="5145" y="3604"/>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8" name="Freeform 1729"/>
            <p:cNvSpPr>
              <a:spLocks/>
            </p:cNvSpPr>
            <p:nvPr userDrawn="1"/>
          </p:nvSpPr>
          <p:spPr bwMode="gray">
            <a:xfrm>
              <a:off x="5138" y="3614"/>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9" name="Freeform 1730"/>
            <p:cNvSpPr>
              <a:spLocks/>
            </p:cNvSpPr>
            <p:nvPr userDrawn="1"/>
          </p:nvSpPr>
          <p:spPr bwMode="gray">
            <a:xfrm>
              <a:off x="5635" y="3324"/>
              <a:ext cx="4" cy="2"/>
            </a:xfrm>
            <a:custGeom>
              <a:avLst/>
              <a:gdLst>
                <a:gd name="T0" fmla="*/ 0 w 3"/>
                <a:gd name="T1" fmla="*/ 2 h 2"/>
                <a:gd name="T2" fmla="*/ 1 w 3"/>
                <a:gd name="T3" fmla="*/ 0 h 2"/>
                <a:gd name="T4" fmla="*/ 276 w 3"/>
                <a:gd name="T5" fmla="*/ 0 h 2"/>
                <a:gd name="T6" fmla="*/ 276 w 3"/>
                <a:gd name="T7" fmla="*/ 0 h 2"/>
                <a:gd name="T8" fmla="*/ 276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0" name="Freeform 1731"/>
            <p:cNvSpPr>
              <a:spLocks/>
            </p:cNvSpPr>
            <p:nvPr userDrawn="1"/>
          </p:nvSpPr>
          <p:spPr bwMode="gray">
            <a:xfrm>
              <a:off x="5629" y="3319"/>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1" name="Freeform 1732"/>
            <p:cNvSpPr>
              <a:spLocks/>
            </p:cNvSpPr>
            <p:nvPr userDrawn="1"/>
          </p:nvSpPr>
          <p:spPr bwMode="gray">
            <a:xfrm>
              <a:off x="5297" y="3999"/>
              <a:ext cx="13" cy="7"/>
            </a:xfrm>
            <a:custGeom>
              <a:avLst/>
              <a:gdLst>
                <a:gd name="T0" fmla="*/ 0 w 16"/>
                <a:gd name="T1" fmla="*/ 0 h 7"/>
                <a:gd name="T2" fmla="*/ 2 w 16"/>
                <a:gd name="T3" fmla="*/ 4 h 7"/>
                <a:gd name="T4" fmla="*/ 2 w 16"/>
                <a:gd name="T5" fmla="*/ 5 h 7"/>
                <a:gd name="T6" fmla="*/ 2 w 16"/>
                <a:gd name="T7" fmla="*/ 7 h 7"/>
                <a:gd name="T8" fmla="*/ 2 w 16"/>
                <a:gd name="T9" fmla="*/ 7 h 7"/>
                <a:gd name="T10" fmla="*/ 2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2" name="Freeform 1733"/>
            <p:cNvSpPr>
              <a:spLocks/>
            </p:cNvSpPr>
            <p:nvPr userDrawn="1"/>
          </p:nvSpPr>
          <p:spPr bwMode="gray">
            <a:xfrm>
              <a:off x="5300" y="3999"/>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3" name="Freeform 1734"/>
            <p:cNvSpPr>
              <a:spLocks/>
            </p:cNvSpPr>
            <p:nvPr userDrawn="1"/>
          </p:nvSpPr>
          <p:spPr bwMode="gray">
            <a:xfrm>
              <a:off x="5314" y="3249"/>
              <a:ext cx="22" cy="12"/>
            </a:xfrm>
            <a:custGeom>
              <a:avLst/>
              <a:gdLst>
                <a:gd name="T0" fmla="*/ 0 w 18"/>
                <a:gd name="T1" fmla="*/ 12 h 12"/>
                <a:gd name="T2" fmla="*/ 216 w 18"/>
                <a:gd name="T3" fmla="*/ 5 h 12"/>
                <a:gd name="T4" fmla="*/ 444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4" name="Freeform 1735"/>
            <p:cNvSpPr>
              <a:spLocks/>
            </p:cNvSpPr>
            <p:nvPr userDrawn="1"/>
          </p:nvSpPr>
          <p:spPr bwMode="gray">
            <a:xfrm>
              <a:off x="5320" y="3247"/>
              <a:ext cx="10" cy="13"/>
            </a:xfrm>
            <a:custGeom>
              <a:avLst/>
              <a:gdLst>
                <a:gd name="T0" fmla="*/ 10 w 10"/>
                <a:gd name="T1" fmla="*/ 7 h 14"/>
                <a:gd name="T2" fmla="*/ 7 w 10"/>
                <a:gd name="T3" fmla="*/ 7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5" name="Freeform 1736"/>
            <p:cNvSpPr>
              <a:spLocks/>
            </p:cNvSpPr>
            <p:nvPr userDrawn="1"/>
          </p:nvSpPr>
          <p:spPr bwMode="gray">
            <a:xfrm>
              <a:off x="5451" y="3898"/>
              <a:ext cx="14" cy="13"/>
            </a:xfrm>
            <a:custGeom>
              <a:avLst/>
              <a:gdLst>
                <a:gd name="T0" fmla="*/ 0 w 14"/>
                <a:gd name="T1" fmla="*/ 7 h 14"/>
                <a:gd name="T2" fmla="*/ 5 w 14"/>
                <a:gd name="T3" fmla="*/ 7 h 14"/>
                <a:gd name="T4" fmla="*/ 10 w 14"/>
                <a:gd name="T5" fmla="*/ 7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6" name="Freeform 1737"/>
            <p:cNvSpPr>
              <a:spLocks/>
            </p:cNvSpPr>
            <p:nvPr userDrawn="1"/>
          </p:nvSpPr>
          <p:spPr bwMode="gray">
            <a:xfrm>
              <a:off x="5458" y="3899"/>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7" name="Freeform 1738"/>
            <p:cNvSpPr>
              <a:spLocks/>
            </p:cNvSpPr>
            <p:nvPr userDrawn="1"/>
          </p:nvSpPr>
          <p:spPr bwMode="gray">
            <a:xfrm>
              <a:off x="4232" y="2894"/>
              <a:ext cx="4" cy="16"/>
            </a:xfrm>
            <a:custGeom>
              <a:avLst/>
              <a:gdLst>
                <a:gd name="T0" fmla="*/ 2 w 5"/>
                <a:gd name="T1" fmla="*/ 16 h 16"/>
                <a:gd name="T2" fmla="*/ 2 w 5"/>
                <a:gd name="T3" fmla="*/ 12 h 16"/>
                <a:gd name="T4" fmla="*/ 0 w 5"/>
                <a:gd name="T5" fmla="*/ 9 h 16"/>
                <a:gd name="T6" fmla="*/ 2 w 5"/>
                <a:gd name="T7" fmla="*/ 3 h 16"/>
                <a:gd name="T8" fmla="*/ 2 w 5"/>
                <a:gd name="T9" fmla="*/ 2 h 16"/>
                <a:gd name="T10" fmla="*/ 2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8" name="Freeform 1739"/>
            <p:cNvSpPr>
              <a:spLocks/>
            </p:cNvSpPr>
            <p:nvPr userDrawn="1"/>
          </p:nvSpPr>
          <p:spPr bwMode="gray">
            <a:xfrm>
              <a:off x="4232" y="2896"/>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9" name="Freeform 1740"/>
            <p:cNvSpPr>
              <a:spLocks/>
            </p:cNvSpPr>
            <p:nvPr userDrawn="1"/>
          </p:nvSpPr>
          <p:spPr bwMode="gray">
            <a:xfrm>
              <a:off x="4400" y="2817"/>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0" name="Freeform 1741"/>
            <p:cNvSpPr>
              <a:spLocks/>
            </p:cNvSpPr>
            <p:nvPr userDrawn="1"/>
          </p:nvSpPr>
          <p:spPr bwMode="gray">
            <a:xfrm>
              <a:off x="4391" y="2819"/>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1" name="Freeform 1742"/>
            <p:cNvSpPr>
              <a:spLocks/>
            </p:cNvSpPr>
            <p:nvPr userDrawn="1"/>
          </p:nvSpPr>
          <p:spPr bwMode="gray">
            <a:xfrm>
              <a:off x="5071" y="4157"/>
              <a:ext cx="22" cy="8"/>
            </a:xfrm>
            <a:custGeom>
              <a:avLst/>
              <a:gdLst>
                <a:gd name="T0" fmla="*/ 0 w 18"/>
                <a:gd name="T1" fmla="*/ 7 h 8"/>
                <a:gd name="T2" fmla="*/ 145 w 18"/>
                <a:gd name="T3" fmla="*/ 8 h 8"/>
                <a:gd name="T4" fmla="*/ 264 w 18"/>
                <a:gd name="T5" fmla="*/ 7 h 8"/>
                <a:gd name="T6" fmla="*/ 361 w 18"/>
                <a:gd name="T7" fmla="*/ 3 h 8"/>
                <a:gd name="T8" fmla="*/ 444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2" name="Freeform 1743"/>
            <p:cNvSpPr>
              <a:spLocks/>
            </p:cNvSpPr>
            <p:nvPr userDrawn="1"/>
          </p:nvSpPr>
          <p:spPr bwMode="gray">
            <a:xfrm>
              <a:off x="5075" y="4158"/>
              <a:ext cx="7" cy="4"/>
            </a:xfrm>
            <a:custGeom>
              <a:avLst/>
              <a:gdLst>
                <a:gd name="T0" fmla="*/ 7 w 7"/>
                <a:gd name="T1" fmla="*/ 1 h 7"/>
                <a:gd name="T2" fmla="*/ 5 w 7"/>
                <a:gd name="T3" fmla="*/ 1 h 7"/>
                <a:gd name="T4" fmla="*/ 3 w 7"/>
                <a:gd name="T5" fmla="*/ 1 h 7"/>
                <a:gd name="T6" fmla="*/ 2 w 7"/>
                <a:gd name="T7" fmla="*/ 1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3" name="Freeform 1744"/>
            <p:cNvSpPr>
              <a:spLocks/>
            </p:cNvSpPr>
            <p:nvPr userDrawn="1"/>
          </p:nvSpPr>
          <p:spPr bwMode="gray">
            <a:xfrm>
              <a:off x="5231" y="4052"/>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4" name="Freeform 1745"/>
            <p:cNvSpPr>
              <a:spLocks/>
            </p:cNvSpPr>
            <p:nvPr userDrawn="1"/>
          </p:nvSpPr>
          <p:spPr bwMode="gray">
            <a:xfrm>
              <a:off x="5227" y="4059"/>
              <a:ext cx="13" cy="7"/>
            </a:xfrm>
            <a:custGeom>
              <a:avLst/>
              <a:gdLst>
                <a:gd name="T0" fmla="*/ 0 w 11"/>
                <a:gd name="T1" fmla="*/ 7 h 7"/>
                <a:gd name="T2" fmla="*/ 57 w 11"/>
                <a:gd name="T3" fmla="*/ 7 h 7"/>
                <a:gd name="T4" fmla="*/ 93 w 11"/>
                <a:gd name="T5" fmla="*/ 5 h 7"/>
                <a:gd name="T6" fmla="*/ 130 w 11"/>
                <a:gd name="T7" fmla="*/ 3 h 7"/>
                <a:gd name="T8" fmla="*/ 154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5" name="Freeform 1746"/>
            <p:cNvSpPr>
              <a:spLocks/>
            </p:cNvSpPr>
            <p:nvPr userDrawn="1"/>
          </p:nvSpPr>
          <p:spPr bwMode="gray">
            <a:xfrm>
              <a:off x="4489" y="4094"/>
              <a:ext cx="4"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2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6" name="Freeform 1747"/>
            <p:cNvSpPr>
              <a:spLocks/>
            </p:cNvSpPr>
            <p:nvPr userDrawn="1"/>
          </p:nvSpPr>
          <p:spPr bwMode="gray">
            <a:xfrm>
              <a:off x="4487" y="4101"/>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7" name="Freeform 1748"/>
            <p:cNvSpPr>
              <a:spLocks/>
            </p:cNvSpPr>
            <p:nvPr userDrawn="1"/>
          </p:nvSpPr>
          <p:spPr bwMode="gray">
            <a:xfrm>
              <a:off x="4692" y="4181"/>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8" name="Freeform 1749"/>
            <p:cNvSpPr>
              <a:spLocks/>
            </p:cNvSpPr>
            <p:nvPr userDrawn="1"/>
          </p:nvSpPr>
          <p:spPr bwMode="gray">
            <a:xfrm>
              <a:off x="4683" y="4183"/>
              <a:ext cx="18" cy="4"/>
            </a:xfrm>
            <a:custGeom>
              <a:avLst/>
              <a:gdLst>
                <a:gd name="T0" fmla="*/ 18 w 18"/>
                <a:gd name="T1" fmla="*/ 0 h 3"/>
                <a:gd name="T2" fmla="*/ 14 w 18"/>
                <a:gd name="T3" fmla="*/ 276 h 3"/>
                <a:gd name="T4" fmla="*/ 11 w 18"/>
                <a:gd name="T5" fmla="*/ 276 h 3"/>
                <a:gd name="T6" fmla="*/ 5 w 18"/>
                <a:gd name="T7" fmla="*/ 276 h 3"/>
                <a:gd name="T8" fmla="*/ 0 w 18"/>
                <a:gd name="T9" fmla="*/ 207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9" name="Freeform 1750"/>
            <p:cNvSpPr>
              <a:spLocks/>
            </p:cNvSpPr>
            <p:nvPr userDrawn="1"/>
          </p:nvSpPr>
          <p:spPr bwMode="gray">
            <a:xfrm>
              <a:off x="4475" y="2866"/>
              <a:ext cx="4" cy="3"/>
            </a:xfrm>
            <a:custGeom>
              <a:avLst/>
              <a:gdLst>
                <a:gd name="T0" fmla="*/ 2 w 5"/>
                <a:gd name="T1" fmla="*/ 3 h 3"/>
                <a:gd name="T2" fmla="*/ 0 w 5"/>
                <a:gd name="T3" fmla="*/ 2 h 3"/>
                <a:gd name="T4" fmla="*/ 0 w 5"/>
                <a:gd name="T5" fmla="*/ 2 h 3"/>
                <a:gd name="T6" fmla="*/ 0 w 5"/>
                <a:gd name="T7" fmla="*/ 0 h 3"/>
                <a:gd name="T8" fmla="*/ 0 w 5"/>
                <a:gd name="T9" fmla="*/ 0 h 3"/>
                <a:gd name="T10" fmla="*/ 2 w 5"/>
                <a:gd name="T11" fmla="*/ 0 h 3"/>
                <a:gd name="T12" fmla="*/ 2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0" name="Freeform 1751"/>
            <p:cNvSpPr>
              <a:spLocks/>
            </p:cNvSpPr>
            <p:nvPr userDrawn="1"/>
          </p:nvSpPr>
          <p:spPr bwMode="gray">
            <a:xfrm>
              <a:off x="4473" y="2859"/>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1" name="Freeform 1752"/>
            <p:cNvSpPr>
              <a:spLocks/>
            </p:cNvSpPr>
            <p:nvPr userDrawn="1"/>
          </p:nvSpPr>
          <p:spPr bwMode="gray">
            <a:xfrm>
              <a:off x="4989" y="2614"/>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2" name="Freeform 1753"/>
            <p:cNvSpPr>
              <a:spLocks/>
            </p:cNvSpPr>
            <p:nvPr userDrawn="1"/>
          </p:nvSpPr>
          <p:spPr bwMode="gray">
            <a:xfrm>
              <a:off x="4982" y="2616"/>
              <a:ext cx="16" cy="4"/>
            </a:xfrm>
            <a:custGeom>
              <a:avLst/>
              <a:gdLst>
                <a:gd name="T0" fmla="*/ 0 w 16"/>
                <a:gd name="T1" fmla="*/ 276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3" name="Freeform 1754"/>
            <p:cNvSpPr>
              <a:spLocks/>
            </p:cNvSpPr>
            <p:nvPr userDrawn="1"/>
          </p:nvSpPr>
          <p:spPr bwMode="gray">
            <a:xfrm>
              <a:off x="4688" y="2924"/>
              <a:ext cx="4" cy="19"/>
            </a:xfrm>
            <a:custGeom>
              <a:avLst/>
              <a:gdLst>
                <a:gd name="T0" fmla="*/ 131072 w 2"/>
                <a:gd name="T1" fmla="*/ 19 h 19"/>
                <a:gd name="T2" fmla="*/ 131072 w 2"/>
                <a:gd name="T3" fmla="*/ 15 h 19"/>
                <a:gd name="T4" fmla="*/ 131072 w 2"/>
                <a:gd name="T5" fmla="*/ 10 h 19"/>
                <a:gd name="T6" fmla="*/ 13107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4" name="Freeform 1755"/>
            <p:cNvSpPr>
              <a:spLocks/>
            </p:cNvSpPr>
            <p:nvPr userDrawn="1"/>
          </p:nvSpPr>
          <p:spPr bwMode="gray">
            <a:xfrm>
              <a:off x="4680" y="2934"/>
              <a:ext cx="22" cy="2"/>
            </a:xfrm>
            <a:custGeom>
              <a:avLst/>
              <a:gdLst>
                <a:gd name="T0" fmla="*/ 195 w 19"/>
                <a:gd name="T1" fmla="*/ 0 h 2"/>
                <a:gd name="T2" fmla="*/ 145 w 19"/>
                <a:gd name="T3" fmla="*/ 0 h 2"/>
                <a:gd name="T4" fmla="*/ 108 w 19"/>
                <a:gd name="T5" fmla="*/ 0 h 2"/>
                <a:gd name="T6" fmla="*/ 52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5" name="Freeform 1756"/>
            <p:cNvSpPr>
              <a:spLocks/>
            </p:cNvSpPr>
            <p:nvPr userDrawn="1"/>
          </p:nvSpPr>
          <p:spPr bwMode="gray">
            <a:xfrm>
              <a:off x="5197" y="2677"/>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6" name="Freeform 1757"/>
            <p:cNvSpPr>
              <a:spLocks/>
            </p:cNvSpPr>
            <p:nvPr userDrawn="1"/>
          </p:nvSpPr>
          <p:spPr bwMode="gray">
            <a:xfrm>
              <a:off x="5192" y="2672"/>
              <a:ext cx="13" cy="13"/>
            </a:xfrm>
            <a:custGeom>
              <a:avLst/>
              <a:gdLst>
                <a:gd name="T0" fmla="*/ 154 w 11"/>
                <a:gd name="T1" fmla="*/ 3 h 15"/>
                <a:gd name="T2" fmla="*/ 154 w 11"/>
                <a:gd name="T3" fmla="*/ 3 h 15"/>
                <a:gd name="T4" fmla="*/ 93 w 11"/>
                <a:gd name="T5" fmla="*/ 3 h 15"/>
                <a:gd name="T6" fmla="*/ 67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7" name="Freeform 1758"/>
            <p:cNvSpPr>
              <a:spLocks/>
            </p:cNvSpPr>
            <p:nvPr userDrawn="1"/>
          </p:nvSpPr>
          <p:spPr bwMode="gray">
            <a:xfrm>
              <a:off x="4438" y="2707"/>
              <a:ext cx="4" cy="13"/>
            </a:xfrm>
            <a:custGeom>
              <a:avLst/>
              <a:gdLst>
                <a:gd name="T0" fmla="*/ 4 w 4"/>
                <a:gd name="T1" fmla="*/ 3 h 15"/>
                <a:gd name="T2" fmla="*/ 0 w 4"/>
                <a:gd name="T3" fmla="*/ 3 h 15"/>
                <a:gd name="T4" fmla="*/ 0 w 4"/>
                <a:gd name="T5" fmla="*/ 3 h 15"/>
                <a:gd name="T6" fmla="*/ 0 w 4"/>
                <a:gd name="T7" fmla="*/ 3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8" name="Freeform 1759"/>
            <p:cNvSpPr>
              <a:spLocks/>
            </p:cNvSpPr>
            <p:nvPr userDrawn="1"/>
          </p:nvSpPr>
          <p:spPr bwMode="gray">
            <a:xfrm>
              <a:off x="4437" y="2708"/>
              <a:ext cx="4" cy="9"/>
            </a:xfrm>
            <a:custGeom>
              <a:avLst/>
              <a:gdLst>
                <a:gd name="T0" fmla="*/ 1 w 8"/>
                <a:gd name="T1" fmla="*/ 0 h 9"/>
                <a:gd name="T2" fmla="*/ 1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9" name="Freeform 1760"/>
            <p:cNvSpPr>
              <a:spLocks/>
            </p:cNvSpPr>
            <p:nvPr userDrawn="1"/>
          </p:nvSpPr>
          <p:spPr bwMode="gray">
            <a:xfrm>
              <a:off x="5094" y="2904"/>
              <a:ext cx="2" cy="22"/>
            </a:xfrm>
            <a:custGeom>
              <a:avLst/>
              <a:gdLst>
                <a:gd name="T0" fmla="*/ 2 w 2"/>
                <a:gd name="T1" fmla="*/ 92 h 20"/>
                <a:gd name="T2" fmla="*/ 2 w 2"/>
                <a:gd name="T3" fmla="*/ 76 h 20"/>
                <a:gd name="T4" fmla="*/ 2 w 2"/>
                <a:gd name="T5" fmla="*/ 50 h 20"/>
                <a:gd name="T6" fmla="*/ 2 w 2"/>
                <a:gd name="T7" fmla="*/ 31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0" name="Freeform 1761"/>
            <p:cNvSpPr>
              <a:spLocks/>
            </p:cNvSpPr>
            <p:nvPr userDrawn="1"/>
          </p:nvSpPr>
          <p:spPr bwMode="gray">
            <a:xfrm>
              <a:off x="5087" y="2915"/>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1" name="Freeform 1762"/>
            <p:cNvSpPr>
              <a:spLocks/>
            </p:cNvSpPr>
            <p:nvPr userDrawn="1"/>
          </p:nvSpPr>
          <p:spPr bwMode="gray">
            <a:xfrm>
              <a:off x="4599" y="2631"/>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2" name="Freeform 1763"/>
            <p:cNvSpPr>
              <a:spLocks/>
            </p:cNvSpPr>
            <p:nvPr userDrawn="1"/>
          </p:nvSpPr>
          <p:spPr bwMode="gray">
            <a:xfrm>
              <a:off x="4601" y="2631"/>
              <a:ext cx="13" cy="9"/>
            </a:xfrm>
            <a:custGeom>
              <a:avLst/>
              <a:gdLst>
                <a:gd name="T0" fmla="*/ 676 w 10"/>
                <a:gd name="T1" fmla="*/ 0 h 9"/>
                <a:gd name="T2" fmla="*/ 485 w 10"/>
                <a:gd name="T3" fmla="*/ 0 h 9"/>
                <a:gd name="T4" fmla="*/ 373 w 10"/>
                <a:gd name="T5" fmla="*/ 2 h 9"/>
                <a:gd name="T6" fmla="*/ 221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3" name="Freeform 1764"/>
            <p:cNvSpPr>
              <a:spLocks/>
            </p:cNvSpPr>
            <p:nvPr userDrawn="1"/>
          </p:nvSpPr>
          <p:spPr bwMode="gray">
            <a:xfrm>
              <a:off x="5248" y="2826"/>
              <a:ext cx="13" cy="13"/>
            </a:xfrm>
            <a:custGeom>
              <a:avLst/>
              <a:gdLst>
                <a:gd name="T0" fmla="*/ 7 w 14"/>
                <a:gd name="T1" fmla="*/ 42 h 12"/>
                <a:gd name="T2" fmla="*/ 7 w 14"/>
                <a:gd name="T3" fmla="*/ 28 h 12"/>
                <a:gd name="T4" fmla="*/ 7 w 14"/>
                <a:gd name="T5" fmla="*/ 3 h 12"/>
                <a:gd name="T6" fmla="*/ 7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4" name="Freeform 1765"/>
            <p:cNvSpPr>
              <a:spLocks/>
            </p:cNvSpPr>
            <p:nvPr userDrawn="1"/>
          </p:nvSpPr>
          <p:spPr bwMode="gray">
            <a:xfrm>
              <a:off x="5255" y="2829"/>
              <a:ext cx="4" cy="7"/>
            </a:xfrm>
            <a:custGeom>
              <a:avLst/>
              <a:gdLst>
                <a:gd name="T0" fmla="*/ 0 w 5"/>
                <a:gd name="T1" fmla="*/ 0 h 7"/>
                <a:gd name="T2" fmla="*/ 2 w 5"/>
                <a:gd name="T3" fmla="*/ 0 h 7"/>
                <a:gd name="T4" fmla="*/ 2 w 5"/>
                <a:gd name="T5" fmla="*/ 2 h 7"/>
                <a:gd name="T6" fmla="*/ 2 w 5"/>
                <a:gd name="T7" fmla="*/ 4 h 7"/>
                <a:gd name="T8" fmla="*/ 2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5" name="Freeform 1766"/>
            <p:cNvSpPr>
              <a:spLocks/>
            </p:cNvSpPr>
            <p:nvPr userDrawn="1"/>
          </p:nvSpPr>
          <p:spPr bwMode="gray">
            <a:xfrm>
              <a:off x="4066" y="3457"/>
              <a:ext cx="4" cy="16"/>
            </a:xfrm>
            <a:custGeom>
              <a:avLst/>
              <a:gdLst>
                <a:gd name="T0" fmla="*/ 1 w 5"/>
                <a:gd name="T1" fmla="*/ 0 h 16"/>
                <a:gd name="T2" fmla="*/ 0 w 5"/>
                <a:gd name="T3" fmla="*/ 3 h 16"/>
                <a:gd name="T4" fmla="*/ 0 w 5"/>
                <a:gd name="T5" fmla="*/ 7 h 16"/>
                <a:gd name="T6" fmla="*/ 1 w 5"/>
                <a:gd name="T7" fmla="*/ 12 h 16"/>
                <a:gd name="T8" fmla="*/ 2 w 5"/>
                <a:gd name="T9" fmla="*/ 14 h 16"/>
                <a:gd name="T10" fmla="*/ 2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6" name="Freeform 1767"/>
            <p:cNvSpPr>
              <a:spLocks/>
            </p:cNvSpPr>
            <p:nvPr userDrawn="1"/>
          </p:nvSpPr>
          <p:spPr bwMode="gray">
            <a:xfrm>
              <a:off x="4066" y="3464"/>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7" name="Freeform 1768"/>
            <p:cNvSpPr>
              <a:spLocks/>
            </p:cNvSpPr>
            <p:nvPr userDrawn="1"/>
          </p:nvSpPr>
          <p:spPr bwMode="gray">
            <a:xfrm>
              <a:off x="4059" y="3228"/>
              <a:ext cx="12" cy="13"/>
            </a:xfrm>
            <a:custGeom>
              <a:avLst/>
              <a:gdLst>
                <a:gd name="T0" fmla="*/ 0 w 12"/>
                <a:gd name="T1" fmla="*/ 7 h 14"/>
                <a:gd name="T2" fmla="*/ 0 w 12"/>
                <a:gd name="T3" fmla="*/ 7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8" name="Freeform 1769"/>
            <p:cNvSpPr>
              <a:spLocks/>
            </p:cNvSpPr>
            <p:nvPr userDrawn="1"/>
          </p:nvSpPr>
          <p:spPr bwMode="gray">
            <a:xfrm>
              <a:off x="4060" y="3231"/>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9" name="Line 1770"/>
            <p:cNvSpPr>
              <a:spLocks noChangeShapeType="1"/>
            </p:cNvSpPr>
            <p:nvPr userDrawn="1"/>
          </p:nvSpPr>
          <p:spPr bwMode="gray">
            <a:xfrm flipH="1" flipV="1">
              <a:off x="5262" y="287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0" name="Line 1771"/>
            <p:cNvSpPr>
              <a:spLocks noChangeShapeType="1"/>
            </p:cNvSpPr>
            <p:nvPr userDrawn="1"/>
          </p:nvSpPr>
          <p:spPr bwMode="gray">
            <a:xfrm flipV="1">
              <a:off x="5196" y="3831"/>
              <a:ext cx="1"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1" name="Freeform 1772"/>
            <p:cNvSpPr>
              <a:spLocks/>
            </p:cNvSpPr>
            <p:nvPr userDrawn="1"/>
          </p:nvSpPr>
          <p:spPr bwMode="gray">
            <a:xfrm>
              <a:off x="5094" y="3924"/>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2" name="Line 1773"/>
            <p:cNvSpPr>
              <a:spLocks noChangeShapeType="1"/>
            </p:cNvSpPr>
            <p:nvPr userDrawn="1"/>
          </p:nvSpPr>
          <p:spPr bwMode="gray">
            <a:xfrm flipV="1">
              <a:off x="5089" y="3845"/>
              <a:ext cx="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3" name="Line 1774"/>
            <p:cNvSpPr>
              <a:spLocks noChangeShapeType="1"/>
            </p:cNvSpPr>
            <p:nvPr userDrawn="1"/>
          </p:nvSpPr>
          <p:spPr bwMode="gray">
            <a:xfrm flipV="1">
              <a:off x="5094" y="3847"/>
              <a:ext cx="2"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4" name="Line 1775"/>
            <p:cNvSpPr>
              <a:spLocks noChangeShapeType="1"/>
            </p:cNvSpPr>
            <p:nvPr userDrawn="1"/>
          </p:nvSpPr>
          <p:spPr bwMode="gray">
            <a:xfrm>
              <a:off x="5092" y="3847"/>
              <a:ext cx="1"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5" name="Freeform 1776"/>
            <p:cNvSpPr>
              <a:spLocks/>
            </p:cNvSpPr>
            <p:nvPr userDrawn="1"/>
          </p:nvSpPr>
          <p:spPr bwMode="gray">
            <a:xfrm>
              <a:off x="5089" y="3915"/>
              <a:ext cx="4" cy="9"/>
            </a:xfrm>
            <a:custGeom>
              <a:avLst/>
              <a:gdLst>
                <a:gd name="T0" fmla="*/ 2 w 5"/>
                <a:gd name="T1" fmla="*/ 9 h 9"/>
                <a:gd name="T2" fmla="*/ 2 w 5"/>
                <a:gd name="T3" fmla="*/ 7 h 9"/>
                <a:gd name="T4" fmla="*/ 0 w 5"/>
                <a:gd name="T5" fmla="*/ 5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6" name="Freeform 1777"/>
            <p:cNvSpPr>
              <a:spLocks/>
            </p:cNvSpPr>
            <p:nvPr userDrawn="1"/>
          </p:nvSpPr>
          <p:spPr bwMode="gray">
            <a:xfrm>
              <a:off x="5091" y="3929"/>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7" name="Freeform 1778"/>
            <p:cNvSpPr>
              <a:spLocks/>
            </p:cNvSpPr>
            <p:nvPr userDrawn="1"/>
          </p:nvSpPr>
          <p:spPr bwMode="gray">
            <a:xfrm>
              <a:off x="5080" y="3915"/>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8" name="Freeform 1779"/>
            <p:cNvSpPr>
              <a:spLocks/>
            </p:cNvSpPr>
            <p:nvPr userDrawn="1"/>
          </p:nvSpPr>
          <p:spPr bwMode="gray">
            <a:xfrm>
              <a:off x="5071" y="3922"/>
              <a:ext cx="13" cy="18"/>
            </a:xfrm>
            <a:custGeom>
              <a:avLst/>
              <a:gdLst>
                <a:gd name="T0" fmla="*/ 0 w 9"/>
                <a:gd name="T1" fmla="*/ 18 h 18"/>
                <a:gd name="T2" fmla="*/ 734 w 9"/>
                <a:gd name="T3" fmla="*/ 14 h 18"/>
                <a:gd name="T4" fmla="*/ 1531 w 9"/>
                <a:gd name="T5" fmla="*/ 9 h 18"/>
                <a:gd name="T6" fmla="*/ 2211 w 9"/>
                <a:gd name="T7" fmla="*/ 4 h 18"/>
                <a:gd name="T8" fmla="*/ 3194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9" name="Freeform 1780"/>
            <p:cNvSpPr>
              <a:spLocks/>
            </p:cNvSpPr>
            <p:nvPr userDrawn="1"/>
          </p:nvSpPr>
          <p:spPr bwMode="gray">
            <a:xfrm>
              <a:off x="5071" y="3940"/>
              <a:ext cx="22" cy="4"/>
            </a:xfrm>
            <a:custGeom>
              <a:avLst/>
              <a:gdLst>
                <a:gd name="T0" fmla="*/ 0 w 20"/>
                <a:gd name="T1" fmla="*/ 0 h 1"/>
                <a:gd name="T2" fmla="*/ 31 w 20"/>
                <a:gd name="T3" fmla="*/ 2147483647 h 1"/>
                <a:gd name="T4" fmla="*/ 50 w 20"/>
                <a:gd name="T5" fmla="*/ 2147483647 h 1"/>
                <a:gd name="T6" fmla="*/ 76 w 20"/>
                <a:gd name="T7" fmla="*/ 2147483647 h 1"/>
                <a:gd name="T8" fmla="*/ 92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0" name="Line 1781"/>
            <p:cNvSpPr>
              <a:spLocks noChangeShapeType="1"/>
            </p:cNvSpPr>
            <p:nvPr userDrawn="1"/>
          </p:nvSpPr>
          <p:spPr bwMode="gray">
            <a:xfrm>
              <a:off x="4785" y="3160"/>
              <a:ext cx="314" cy="10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sp>
        <p:nvSpPr>
          <p:cNvPr id="1721" name="Text Box 64"/>
          <p:cNvSpPr txBox="1">
            <a:spLocks noChangeArrowheads="1"/>
          </p:cNvSpPr>
          <p:nvPr/>
        </p:nvSpPr>
        <p:spPr bwMode="auto">
          <a:xfrm>
            <a:off x="3962400" y="2286000"/>
            <a:ext cx="1447800" cy="519113"/>
          </a:xfrm>
          <a:prstGeom prst="rect">
            <a:avLst/>
          </a:prstGeom>
          <a:noFill/>
          <a:ln>
            <a:noFill/>
          </a:ln>
        </p:spPr>
        <p:txBody>
          <a:bodyPr>
            <a:spAutoFit/>
          </a:bodyPr>
          <a:lstStyle>
            <a:lvl1pPr eaLnBrk="0" hangingPunct="0">
              <a:defRPr b="1">
                <a:solidFill>
                  <a:schemeClr val="tx1"/>
                </a:solidFill>
                <a:latin typeface="Arial" pitchFamily="34" charset="0"/>
                <a:ea typeface="新細明體" pitchFamily="18" charset="-120"/>
              </a:defRPr>
            </a:lvl1pPr>
            <a:lvl2pPr marL="742950" indent="-285750" eaLnBrk="0" hangingPunct="0">
              <a:defRPr b="1">
                <a:solidFill>
                  <a:schemeClr val="tx1"/>
                </a:solidFill>
                <a:latin typeface="Arial" pitchFamily="34" charset="0"/>
                <a:ea typeface="新細明體" pitchFamily="18" charset="-120"/>
              </a:defRPr>
            </a:lvl2pPr>
            <a:lvl3pPr marL="1143000" indent="-228600" eaLnBrk="0" hangingPunct="0">
              <a:defRPr b="1">
                <a:solidFill>
                  <a:schemeClr val="tx1"/>
                </a:solidFill>
                <a:latin typeface="Arial" pitchFamily="34" charset="0"/>
                <a:ea typeface="新細明體" pitchFamily="18" charset="-120"/>
              </a:defRPr>
            </a:lvl3pPr>
            <a:lvl4pPr marL="1600200" indent="-228600" eaLnBrk="0" hangingPunct="0">
              <a:defRPr b="1">
                <a:solidFill>
                  <a:schemeClr val="tx1"/>
                </a:solidFill>
                <a:latin typeface="Arial" pitchFamily="34" charset="0"/>
                <a:ea typeface="新細明體" pitchFamily="18" charset="-120"/>
              </a:defRPr>
            </a:lvl4pPr>
            <a:lvl5pPr marL="2057400" indent="-228600" eaLnBrk="0" hangingPunct="0">
              <a:defRPr b="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b="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b="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b="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b="1">
                <a:solidFill>
                  <a:schemeClr val="tx1"/>
                </a:solidFill>
                <a:latin typeface="Arial" pitchFamily="34" charset="0"/>
                <a:ea typeface="新細明體" pitchFamily="18" charset="-120"/>
              </a:defRPr>
            </a:lvl9pPr>
          </a:lstStyle>
          <a:p>
            <a:pPr eaLnBrk="1" fontAlgn="base" hangingPunct="1">
              <a:spcBef>
                <a:spcPct val="50000"/>
              </a:spcBef>
              <a:spcAft>
                <a:spcPct val="0"/>
              </a:spcAft>
              <a:defRPr/>
            </a:pPr>
            <a:r>
              <a:rPr lang="en-US" altLang="zh-TW" sz="2800">
                <a:solidFill>
                  <a:srgbClr val="FFFFFF"/>
                </a:solidFill>
                <a:latin typeface="Verdana" pitchFamily="34" charset="0"/>
              </a:rPr>
              <a:t>LOGO</a:t>
            </a:r>
          </a:p>
        </p:txBody>
      </p:sp>
      <p:sp>
        <p:nvSpPr>
          <p:cNvPr id="1722" name="Freeform 1790"/>
          <p:cNvSpPr>
            <a:spLocks/>
          </p:cNvSpPr>
          <p:nvPr userDrawn="1"/>
        </p:nvSpPr>
        <p:spPr bwMode="gray">
          <a:xfrm>
            <a:off x="-26988" y="3017838"/>
            <a:ext cx="9175751" cy="579437"/>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75" name="Rectangle 3"/>
          <p:cNvSpPr>
            <a:spLocks noGrp="1" noChangeArrowheads="1"/>
          </p:cNvSpPr>
          <p:nvPr>
            <p:ph type="subTitle" idx="1"/>
          </p:nvPr>
        </p:nvSpPr>
        <p:spPr bwMode="black">
          <a:xfrm>
            <a:off x="1219200" y="4800600"/>
            <a:ext cx="6705600" cy="533400"/>
          </a:xfrm>
        </p:spPr>
        <p:txBody>
          <a:bodyPr/>
          <a:lstStyle>
            <a:lvl1pPr marL="0" indent="0" algn="ctr">
              <a:buFont typeface="Wingdings" pitchFamily="2" charset="2"/>
              <a:buNone/>
              <a:defRPr sz="1800" b="1"/>
            </a:lvl1pPr>
          </a:lstStyle>
          <a:p>
            <a:r>
              <a:rPr lang="zh-TW" altLang="en-US"/>
              <a:t>按一下以編輯母片副標題樣式</a:t>
            </a:r>
            <a:endParaRPr lang="en-US" altLang="zh-TW"/>
          </a:p>
        </p:txBody>
      </p:sp>
      <p:sp>
        <p:nvSpPr>
          <p:cNvPr id="3074" name="Rectangle 2"/>
          <p:cNvSpPr>
            <a:spLocks noGrp="1" noChangeArrowheads="1"/>
          </p:cNvSpPr>
          <p:nvPr>
            <p:ph type="ctrTitle"/>
          </p:nvPr>
        </p:nvSpPr>
        <p:spPr>
          <a:xfrm>
            <a:off x="762000" y="3657600"/>
            <a:ext cx="7467600" cy="762000"/>
          </a:xfrm>
        </p:spPr>
        <p:txBody>
          <a:bodyPr/>
          <a:lstStyle>
            <a:lvl1pPr>
              <a:defRPr sz="4400">
                <a:solidFill>
                  <a:schemeClr val="tx1"/>
                </a:solidFill>
              </a:defRPr>
            </a:lvl1pPr>
          </a:lstStyle>
          <a:p>
            <a:r>
              <a:rPr lang="zh-TW" altLang="en-US"/>
              <a:t>按一下以編輯母片標題樣式</a:t>
            </a:r>
            <a:endParaRPr lang="en-US" altLang="zh-TW"/>
          </a:p>
        </p:txBody>
      </p:sp>
    </p:spTree>
    <p:extLst>
      <p:ext uri="{BB962C8B-B14F-4D97-AF65-F5344CB8AC3E}">
        <p14:creationId xmlns:p14="http://schemas.microsoft.com/office/powerpoint/2010/main" val="109819051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type="obj" preserve="1">
  <p:cSld name="標題及物件">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F6DDC7A-0F9A-4A67-9041-B990C57B154C}" type="slidenum">
              <a:rPr lang="en-US" altLang="zh-TW"/>
              <a:pPr>
                <a:defRPr/>
              </a:pPr>
              <a:t>‹#›</a:t>
            </a:fld>
            <a:endParaRPr lang="en-US" altLang="zh-TW"/>
          </a:p>
        </p:txBody>
      </p:sp>
    </p:spTree>
    <p:extLst>
      <p:ext uri="{BB962C8B-B14F-4D97-AF65-F5344CB8AC3E}">
        <p14:creationId xmlns:p14="http://schemas.microsoft.com/office/powerpoint/2010/main" val="85235716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type="secHead" preserve="1">
  <p:cSld name="區段標題">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C9314D8A-C339-4B80-B968-8A1065EF81EC}" type="slidenum">
              <a:rPr lang="en-US" altLang="zh-TW"/>
              <a:pPr>
                <a:defRPr/>
              </a:pPr>
              <a:t>‹#›</a:t>
            </a:fld>
            <a:endParaRPr lang="en-US" altLang="zh-TW"/>
          </a:p>
        </p:txBody>
      </p:sp>
    </p:spTree>
    <p:extLst>
      <p:ext uri="{BB962C8B-B14F-4D97-AF65-F5344CB8AC3E}">
        <p14:creationId xmlns:p14="http://schemas.microsoft.com/office/powerpoint/2010/main" val="347765214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type="twoObj" preserve="1">
  <p:cSld name="兩項物件">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CDDA9458-29A7-4882-BEBF-940525C7F67C}" type="slidenum">
              <a:rPr lang="en-US" altLang="zh-TW"/>
              <a:pPr>
                <a:defRPr/>
              </a:pPr>
              <a:t>‹#›</a:t>
            </a:fld>
            <a:endParaRPr lang="en-US" altLang="zh-TW"/>
          </a:p>
        </p:txBody>
      </p:sp>
    </p:spTree>
    <p:extLst>
      <p:ext uri="{BB962C8B-B14F-4D97-AF65-F5344CB8AC3E}">
        <p14:creationId xmlns:p14="http://schemas.microsoft.com/office/powerpoint/2010/main" val="88007732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type="twoTxTwoObj" preserve="1">
  <p:cSld name="比對">
    <p:spTree>
      <p:nvGrpSpPr>
        <p:cNvPr id="1" name=""/>
        <p:cNvGrpSpPr/>
        <p:nvPr/>
      </p:nvGrpSpPr>
      <p:grpSpPr>
        <a:xfrm>
          <a:off x="0" y="0"/>
          <a:ext cx="0" cy="0"/>
          <a:chOff x="0" y="0"/>
          <a:chExt cx="0" cy="0"/>
        </a:xfrm>
      </p:grpSpPr>
      <p:sp>
        <p:nvSpPr>
          <p:cNvPr id="7"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8"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9"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4638"/>
            <a:ext cx="8229600" cy="1143000"/>
          </a:xfrm>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1"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2"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DABD23BC-BB57-43CA-A2EB-ED8B2AD36B58}" type="slidenum">
              <a:rPr lang="en-US" altLang="zh-TW"/>
              <a:pPr>
                <a:defRPr/>
              </a:pPr>
              <a:t>‹#›</a:t>
            </a:fld>
            <a:endParaRPr lang="en-US" altLang="zh-TW"/>
          </a:p>
        </p:txBody>
      </p:sp>
    </p:spTree>
    <p:extLst>
      <p:ext uri="{BB962C8B-B14F-4D97-AF65-F5344CB8AC3E}">
        <p14:creationId xmlns:p14="http://schemas.microsoft.com/office/powerpoint/2010/main" val="223818980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type="titleOnly" preserve="1">
  <p:cSld name="只有標題">
    <p:spTree>
      <p:nvGrpSpPr>
        <p:cNvPr id="1" name=""/>
        <p:cNvGrpSpPr/>
        <p:nvPr/>
      </p:nvGrpSpPr>
      <p:grpSpPr>
        <a:xfrm>
          <a:off x="0" y="0"/>
          <a:ext cx="0" cy="0"/>
          <a:chOff x="0" y="0"/>
          <a:chExt cx="0" cy="0"/>
        </a:xfrm>
      </p:grpSpPr>
      <p:sp>
        <p:nvSpPr>
          <p:cNvPr id="3"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4"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5"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6"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7"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8"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C8940CD9-01FB-4757-9383-E89D23D7B79C}" type="slidenum">
              <a:rPr lang="en-US" altLang="zh-TW"/>
              <a:pPr>
                <a:defRPr/>
              </a:pPr>
              <a:t>‹#›</a:t>
            </a:fld>
            <a:endParaRPr lang="en-US" altLang="zh-TW"/>
          </a:p>
        </p:txBody>
      </p:sp>
    </p:spTree>
    <p:extLst>
      <p:ext uri="{BB962C8B-B14F-4D97-AF65-F5344CB8AC3E}">
        <p14:creationId xmlns:p14="http://schemas.microsoft.com/office/powerpoint/2010/main" val="329747319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blank" preserve="1">
  <p:cSld name="空白">
    <p:spTree>
      <p:nvGrpSpPr>
        <p:cNvPr id="1" name=""/>
        <p:cNvGrpSpPr/>
        <p:nvPr/>
      </p:nvGrpSpPr>
      <p:grpSpPr>
        <a:xfrm>
          <a:off x="0" y="0"/>
          <a:ext cx="0" cy="0"/>
          <a:chOff x="0" y="0"/>
          <a:chExt cx="0" cy="0"/>
        </a:xfrm>
      </p:grpSpPr>
      <p:sp>
        <p:nvSpPr>
          <p:cNvPr id="2"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3"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7"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D3FAB8CA-CAC3-476B-8A70-D2BA4782701F}" type="slidenum">
              <a:rPr lang="en-US" altLang="zh-TW"/>
              <a:pPr>
                <a:defRPr/>
              </a:pPr>
              <a:t>‹#›</a:t>
            </a:fld>
            <a:endParaRPr lang="en-US" altLang="zh-TW"/>
          </a:p>
        </p:txBody>
      </p:sp>
    </p:spTree>
    <p:extLst>
      <p:ext uri="{BB962C8B-B14F-4D97-AF65-F5344CB8AC3E}">
        <p14:creationId xmlns:p14="http://schemas.microsoft.com/office/powerpoint/2010/main" val="214274203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objTx" preserve="1">
  <p:cSld name="含標題的內容">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E7EC8F67-5308-4EEA-BCED-F648A9C09F45}" type="slidenum">
              <a:rPr lang="en-US" altLang="zh-TW"/>
              <a:pPr>
                <a:defRPr/>
              </a:pPr>
              <a:t>‹#›</a:t>
            </a:fld>
            <a:endParaRPr lang="en-US" altLang="zh-TW"/>
          </a:p>
        </p:txBody>
      </p:sp>
    </p:spTree>
    <p:extLst>
      <p:ext uri="{BB962C8B-B14F-4D97-AF65-F5344CB8AC3E}">
        <p14:creationId xmlns:p14="http://schemas.microsoft.com/office/powerpoint/2010/main" val="90058842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type="picTx" preserve="1">
  <p:cSld name="含標題的圖片">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zh-TW" altLang="en-US" noProof="0"/>
              <a:t>按一下圖示以新增圖片</a:t>
            </a:r>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1767602F-1888-4628-A861-E590A257C27E}" type="slidenum">
              <a:rPr lang="en-US" altLang="zh-TW"/>
              <a:pPr>
                <a:defRPr/>
              </a:pPr>
              <a:t>‹#›</a:t>
            </a:fld>
            <a:endParaRPr lang="en-US" altLang="zh-TW"/>
          </a:p>
        </p:txBody>
      </p:sp>
    </p:spTree>
    <p:extLst>
      <p:ext uri="{BB962C8B-B14F-4D97-AF65-F5344CB8AC3E}">
        <p14:creationId xmlns:p14="http://schemas.microsoft.com/office/powerpoint/2010/main" val="353554352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vertTx" preserve="1">
  <p:cSld name="標題及直排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54F0F6F-E259-428E-882D-E602A2732076}" type="slidenum">
              <a:rPr lang="en-US" altLang="zh-TW"/>
              <a:pPr>
                <a:defRPr/>
              </a:pPr>
              <a:t>‹#›</a:t>
            </a:fld>
            <a:endParaRPr lang="en-US" altLang="zh-TW"/>
          </a:p>
        </p:txBody>
      </p:sp>
    </p:spTree>
    <p:extLst>
      <p:ext uri="{BB962C8B-B14F-4D97-AF65-F5344CB8AC3E}">
        <p14:creationId xmlns:p14="http://schemas.microsoft.com/office/powerpoint/2010/main" val="175208916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vertTitleAndTx" preserve="1">
  <p:cSld name="直排標題及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直排標題 1"/>
          <p:cNvSpPr>
            <a:spLocks noGrp="1"/>
          </p:cNvSpPr>
          <p:nvPr>
            <p:ph type="title" orient="vert"/>
          </p:nvPr>
        </p:nvSpPr>
        <p:spPr>
          <a:xfrm>
            <a:off x="6591300" y="46038"/>
            <a:ext cx="2095500" cy="6354762"/>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304800" y="46038"/>
            <a:ext cx="6134100" cy="6354762"/>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55B8011C-20B1-4419-AA8D-2521B1B9CED0}" type="slidenum">
              <a:rPr lang="en-US" altLang="zh-TW"/>
              <a:pPr>
                <a:defRPr/>
              </a:pPr>
              <a:t>‹#›</a:t>
            </a:fld>
            <a:endParaRPr lang="en-US" altLang="zh-TW"/>
          </a:p>
        </p:txBody>
      </p:sp>
    </p:spTree>
    <p:extLst>
      <p:ext uri="{BB962C8B-B14F-4D97-AF65-F5344CB8AC3E}">
        <p14:creationId xmlns:p14="http://schemas.microsoft.com/office/powerpoint/2010/main" val="215611234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tbl" preserve="1">
  <p:cSld name="標題及表格">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304800" y="46038"/>
            <a:ext cx="8382000" cy="563562"/>
          </a:xfrm>
        </p:spPr>
        <p:txBody>
          <a:bodyPr/>
          <a:lstStyle/>
          <a:p>
            <a:r>
              <a:rPr lang="zh-TW" altLang="en-US"/>
              <a:t>按一下以編輯母片標題樣式</a:t>
            </a:r>
          </a:p>
        </p:txBody>
      </p:sp>
      <p:sp>
        <p:nvSpPr>
          <p:cNvPr id="3" name="表格版面配置區 2"/>
          <p:cNvSpPr>
            <a:spLocks noGrp="1"/>
          </p:cNvSpPr>
          <p:nvPr>
            <p:ph type="tbl" idx="1"/>
          </p:nvPr>
        </p:nvSpPr>
        <p:spPr>
          <a:xfrm>
            <a:off x="457200" y="990600"/>
            <a:ext cx="8229600" cy="5410200"/>
          </a:xfrm>
        </p:spPr>
        <p:txBody>
          <a:bodyPr/>
          <a:lstStyle/>
          <a:p>
            <a:pPr lvl="0"/>
            <a:r>
              <a:rPr lang="zh-TW" altLang="en-US" noProof="0"/>
              <a:t>按一下圖示以新增表格</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B6DD6270-E418-4A8F-B2FC-FFEE69A19D87}" type="slidenum">
              <a:rPr lang="en-US" altLang="zh-TW"/>
              <a:pPr>
                <a:defRPr/>
              </a:pPr>
              <a:t>‹#›</a:t>
            </a:fld>
            <a:endParaRPr lang="en-US" altLang="zh-TW"/>
          </a:p>
        </p:txBody>
      </p:sp>
    </p:spTree>
    <p:extLst>
      <p:ext uri="{BB962C8B-B14F-4D97-AF65-F5344CB8AC3E}">
        <p14:creationId xmlns:p14="http://schemas.microsoft.com/office/powerpoint/2010/main" val="99724539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userDrawn="1">
  <p:cSld name="2_標題及物件">
    <p:spTree>
      <p:nvGrpSpPr>
        <p:cNvPr id="1" name=""/>
        <p:cNvGrpSpPr/>
        <p:nvPr/>
      </p:nvGrpSpPr>
      <p:grpSpPr>
        <a:xfrm>
          <a:off x="0" y="0"/>
          <a:ext cx="0" cy="0"/>
          <a:chOff x="0" y="0"/>
          <a:chExt cx="0" cy="0"/>
        </a:xfrm>
      </p:grpSpPr>
      <p:sp>
        <p:nvSpPr>
          <p:cNvPr id="2"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3"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 name="矩形 5"/>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7" name="Picture 25"/>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sp>
        <p:nvSpPr>
          <p:cNvPr id="9" name="Rectangle 4"/>
          <p:cNvSpPr>
            <a:spLocks noGrp="1" noChangeArrowheads="1"/>
          </p:cNvSpPr>
          <p:nvPr>
            <p:ph type="dt" sz="half" idx="10"/>
          </p:nvPr>
        </p:nvSpPr>
        <p:spPr>
          <a:xfrm>
            <a:off x="457200" y="6245225"/>
            <a:ext cx="2133600" cy="476250"/>
          </a:xfrm>
          <a:prstGeom prst="rect">
            <a:avLst/>
          </a:prstGeom>
        </p:spPr>
        <p:txBody>
          <a:bodyPr/>
          <a:lstStyle>
            <a:lvl1pPr fontAlgn="auto">
              <a:spcBef>
                <a:spcPts val="0"/>
              </a:spcBef>
              <a:spcAft>
                <a:spcPts val="0"/>
              </a:spcAft>
              <a:defRPr kumimoji="0"/>
            </a:lvl1pPr>
          </a:lstStyle>
          <a:p>
            <a:pPr eaLnBrk="0" hangingPunct="0">
              <a:defRPr/>
            </a:pPr>
            <a:endParaRPr lang="en-US" altLang="zh-TW">
              <a:solidFill>
                <a:srgbClr val="024631"/>
              </a:solidFill>
              <a:ea typeface="新細明體" pitchFamily="18" charset="-120"/>
            </a:endParaRPr>
          </a:p>
        </p:txBody>
      </p:sp>
      <p:sp>
        <p:nvSpPr>
          <p:cNvPr id="10"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11" name="Rectangle 6"/>
          <p:cNvSpPr>
            <a:spLocks noGrp="1" noChangeArrowheads="1"/>
          </p:cNvSpPr>
          <p:nvPr>
            <p:ph type="sldNum" sz="quarter" idx="12"/>
          </p:nvPr>
        </p:nvSpPr>
        <p:spPr/>
        <p:txBody>
          <a:bodyPr/>
          <a:lstStyle>
            <a:lvl1pPr>
              <a:defRPr kumimoji="0"/>
            </a:lvl1pPr>
          </a:lstStyle>
          <a:p>
            <a:pPr>
              <a:defRPr/>
            </a:pPr>
            <a:fld id="{FF4F31C7-A040-4A1B-A6E5-6008E63FD3DC}" type="slidenum">
              <a:rPr lang="en-US" altLang="zh-TW"/>
              <a:pPr>
                <a:defRPr/>
              </a:pPr>
              <a:t>‹#›</a:t>
            </a:fld>
            <a:endParaRPr lang="en-US" altLang="zh-TW"/>
          </a:p>
        </p:txBody>
      </p:sp>
    </p:spTree>
    <p:extLst>
      <p:ext uri="{BB962C8B-B14F-4D97-AF65-F5344CB8AC3E}">
        <p14:creationId xmlns:p14="http://schemas.microsoft.com/office/powerpoint/2010/main" val="231347364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4" name="日期版面配置區 3"/>
          <p:cNvSpPr>
            <a:spLocks noGrp="1"/>
          </p:cNvSpPr>
          <p:nvPr>
            <p:ph type="dt" sz="half" idx="10"/>
          </p:nvPr>
        </p:nvSpPr>
        <p:spPr/>
        <p:txBody>
          <a:bodyPr/>
          <a:lstStyle>
            <a:lvl1pPr>
              <a:defRPr/>
            </a:lvl1pPr>
          </a:lstStyle>
          <a:p>
            <a:pPr>
              <a:defRPr/>
            </a:pPr>
            <a:fld id="{29434BFB-FE53-4CB6-A804-242EB5B86D66}" type="datetimeFigureOut">
              <a:rPr lang="zh-TW" altLang="en-US"/>
              <a:pPr>
                <a:defRPr/>
              </a:pPr>
              <a:t>2026/5/16</a:t>
            </a:fld>
            <a:endParaRPr lang="zh-TW" altLang="en-US"/>
          </a:p>
        </p:txBody>
      </p:sp>
      <p:sp>
        <p:nvSpPr>
          <p:cNvPr id="5" name="頁尾版面配置區 4"/>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p:cNvSpPr>
            <a:spLocks noGrp="1"/>
          </p:cNvSpPr>
          <p:nvPr>
            <p:ph type="sldNum" sz="quarter" idx="12"/>
          </p:nvPr>
        </p:nvSpPr>
        <p:spPr/>
        <p:txBody>
          <a:bodyPr/>
          <a:lstStyle>
            <a:lvl1pPr>
              <a:defRPr/>
            </a:lvl1pPr>
          </a:lstStyle>
          <a:p>
            <a:pPr>
              <a:defRPr/>
            </a:pPr>
            <a:fld id="{D64CF892-6A84-4556-BF66-397F727AE9E8}" type="slidenum">
              <a:rPr lang="zh-TW" altLang="en-US"/>
              <a:pPr>
                <a:defRPr/>
              </a:pPr>
              <a:t>‹#›</a:t>
            </a:fld>
            <a:endParaRPr lang="zh-TW" altLang="en-US"/>
          </a:p>
        </p:txBody>
      </p:sp>
    </p:spTree>
    <p:extLst>
      <p:ext uri="{BB962C8B-B14F-4D97-AF65-F5344CB8AC3E}">
        <p14:creationId xmlns:p14="http://schemas.microsoft.com/office/powerpoint/2010/main" val="369236762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6B8C88B5-0D25-42F9-9B7A-57D6D4047A54}" type="datetimeFigureOut">
              <a:rPr lang="zh-TW" altLang="en-US"/>
              <a:pPr>
                <a:defRPr/>
              </a:pPr>
              <a:t>2026/5/16</a:t>
            </a:fld>
            <a:endParaRPr lang="zh-TW" altLang="en-US"/>
          </a:p>
        </p:txBody>
      </p:sp>
      <p:sp>
        <p:nvSpPr>
          <p:cNvPr id="5" name="頁尾版面配置區 4"/>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p:cNvSpPr>
            <a:spLocks noGrp="1"/>
          </p:cNvSpPr>
          <p:nvPr>
            <p:ph type="sldNum" sz="quarter" idx="12"/>
          </p:nvPr>
        </p:nvSpPr>
        <p:spPr/>
        <p:txBody>
          <a:bodyPr/>
          <a:lstStyle>
            <a:lvl1pPr>
              <a:defRPr/>
            </a:lvl1pPr>
          </a:lstStyle>
          <a:p>
            <a:pPr>
              <a:defRPr/>
            </a:pPr>
            <a:fld id="{02E2C919-0651-45FE-BF11-8F2B69634310}" type="slidenum">
              <a:rPr lang="zh-TW" altLang="en-US"/>
              <a:pPr>
                <a:defRPr/>
              </a:pPr>
              <a:t>‹#›</a:t>
            </a:fld>
            <a:endParaRPr lang="zh-TW" altLang="en-US"/>
          </a:p>
        </p:txBody>
      </p:sp>
    </p:spTree>
    <p:extLst>
      <p:ext uri="{BB962C8B-B14F-4D97-AF65-F5344CB8AC3E}">
        <p14:creationId xmlns:p14="http://schemas.microsoft.com/office/powerpoint/2010/main" val="198127753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lvl1pPr>
              <a:defRPr/>
            </a:lvl1pPr>
          </a:lstStyle>
          <a:p>
            <a:pPr>
              <a:defRPr/>
            </a:pPr>
            <a:fld id="{FF0F810B-6061-4BCE-AD3E-1F49118B318E}" type="datetimeFigureOut">
              <a:rPr lang="zh-TW" altLang="en-US"/>
              <a:pPr>
                <a:defRPr/>
              </a:pPr>
              <a:t>2026/5/16</a:t>
            </a:fld>
            <a:endParaRPr lang="zh-TW" altLang="en-US"/>
          </a:p>
        </p:txBody>
      </p:sp>
      <p:sp>
        <p:nvSpPr>
          <p:cNvPr id="5" name="頁尾版面配置區 4"/>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p:cNvSpPr>
            <a:spLocks noGrp="1"/>
          </p:cNvSpPr>
          <p:nvPr>
            <p:ph type="sldNum" sz="quarter" idx="12"/>
          </p:nvPr>
        </p:nvSpPr>
        <p:spPr/>
        <p:txBody>
          <a:bodyPr/>
          <a:lstStyle>
            <a:lvl1pPr>
              <a:defRPr/>
            </a:lvl1pPr>
          </a:lstStyle>
          <a:p>
            <a:pPr>
              <a:defRPr/>
            </a:pPr>
            <a:fld id="{E22CB069-D886-4380-8CA1-6E968A28CB48}" type="slidenum">
              <a:rPr lang="zh-TW" altLang="en-US"/>
              <a:pPr>
                <a:defRPr/>
              </a:pPr>
              <a:t>‹#›</a:t>
            </a:fld>
            <a:endParaRPr lang="zh-TW" altLang="en-US"/>
          </a:p>
        </p:txBody>
      </p:sp>
    </p:spTree>
    <p:extLst>
      <p:ext uri="{BB962C8B-B14F-4D97-AF65-F5344CB8AC3E}">
        <p14:creationId xmlns:p14="http://schemas.microsoft.com/office/powerpoint/2010/main" val="363432064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3"/>
          <p:cNvSpPr>
            <a:spLocks noGrp="1"/>
          </p:cNvSpPr>
          <p:nvPr>
            <p:ph type="dt" sz="half" idx="10"/>
          </p:nvPr>
        </p:nvSpPr>
        <p:spPr/>
        <p:txBody>
          <a:bodyPr/>
          <a:lstStyle>
            <a:lvl1pPr>
              <a:defRPr/>
            </a:lvl1pPr>
          </a:lstStyle>
          <a:p>
            <a:pPr>
              <a:defRPr/>
            </a:pPr>
            <a:fld id="{308A8CCF-6E25-4BDD-9C8A-2E753EFED5F0}" type="datetimeFigureOut">
              <a:rPr lang="zh-TW" altLang="en-US"/>
              <a:pPr>
                <a:defRPr/>
              </a:pPr>
              <a:t>2026/5/16</a:t>
            </a:fld>
            <a:endParaRPr lang="zh-TW" altLang="en-US"/>
          </a:p>
        </p:txBody>
      </p:sp>
      <p:sp>
        <p:nvSpPr>
          <p:cNvPr id="6" name="頁尾版面配置區 4"/>
          <p:cNvSpPr>
            <a:spLocks noGrp="1"/>
          </p:cNvSpPr>
          <p:nvPr>
            <p:ph type="ftr" sz="quarter" idx="11"/>
          </p:nvPr>
        </p:nvSpPr>
        <p:spPr/>
        <p:txBody>
          <a:bodyPr/>
          <a:lstStyle>
            <a:lvl1pPr>
              <a:defRPr/>
            </a:lvl1pPr>
          </a:lstStyle>
          <a:p>
            <a:pPr>
              <a:defRPr/>
            </a:pPr>
            <a:endParaRPr lang="zh-TW" altLang="en-US"/>
          </a:p>
        </p:txBody>
      </p:sp>
      <p:sp>
        <p:nvSpPr>
          <p:cNvPr id="7" name="投影片編號版面配置區 5"/>
          <p:cNvSpPr>
            <a:spLocks noGrp="1"/>
          </p:cNvSpPr>
          <p:nvPr>
            <p:ph type="sldNum" sz="quarter" idx="12"/>
          </p:nvPr>
        </p:nvSpPr>
        <p:spPr/>
        <p:txBody>
          <a:bodyPr/>
          <a:lstStyle>
            <a:lvl1pPr>
              <a:defRPr/>
            </a:lvl1pPr>
          </a:lstStyle>
          <a:p>
            <a:pPr>
              <a:defRPr/>
            </a:pPr>
            <a:fld id="{1FBEE478-7501-44D1-8BDB-C72CE053B754}" type="slidenum">
              <a:rPr lang="zh-TW" altLang="en-US"/>
              <a:pPr>
                <a:defRPr/>
              </a:pPr>
              <a:t>‹#›</a:t>
            </a:fld>
            <a:endParaRPr lang="zh-TW" altLang="en-US"/>
          </a:p>
        </p:txBody>
      </p:sp>
    </p:spTree>
    <p:extLst>
      <p:ext uri="{BB962C8B-B14F-4D97-AF65-F5344CB8AC3E}">
        <p14:creationId xmlns:p14="http://schemas.microsoft.com/office/powerpoint/2010/main" val="2957966855"/>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3"/>
          <p:cNvSpPr>
            <a:spLocks noGrp="1"/>
          </p:cNvSpPr>
          <p:nvPr>
            <p:ph type="dt" sz="half" idx="10"/>
          </p:nvPr>
        </p:nvSpPr>
        <p:spPr/>
        <p:txBody>
          <a:bodyPr/>
          <a:lstStyle>
            <a:lvl1pPr>
              <a:defRPr/>
            </a:lvl1pPr>
          </a:lstStyle>
          <a:p>
            <a:pPr>
              <a:defRPr/>
            </a:pPr>
            <a:fld id="{A4C1BD4F-BB82-488F-8AAB-A4CFE18DEB18}" type="datetimeFigureOut">
              <a:rPr lang="zh-TW" altLang="en-US"/>
              <a:pPr>
                <a:defRPr/>
              </a:pPr>
              <a:t>2026/5/16</a:t>
            </a:fld>
            <a:endParaRPr lang="zh-TW" altLang="en-US"/>
          </a:p>
        </p:txBody>
      </p:sp>
      <p:sp>
        <p:nvSpPr>
          <p:cNvPr id="8" name="頁尾版面配置區 4"/>
          <p:cNvSpPr>
            <a:spLocks noGrp="1"/>
          </p:cNvSpPr>
          <p:nvPr>
            <p:ph type="ftr" sz="quarter" idx="11"/>
          </p:nvPr>
        </p:nvSpPr>
        <p:spPr/>
        <p:txBody>
          <a:bodyPr/>
          <a:lstStyle>
            <a:lvl1pPr>
              <a:defRPr/>
            </a:lvl1pPr>
          </a:lstStyle>
          <a:p>
            <a:pPr>
              <a:defRPr/>
            </a:pPr>
            <a:endParaRPr lang="zh-TW" altLang="en-US"/>
          </a:p>
        </p:txBody>
      </p:sp>
      <p:sp>
        <p:nvSpPr>
          <p:cNvPr id="9" name="投影片編號版面配置區 5"/>
          <p:cNvSpPr>
            <a:spLocks noGrp="1"/>
          </p:cNvSpPr>
          <p:nvPr>
            <p:ph type="sldNum" sz="quarter" idx="12"/>
          </p:nvPr>
        </p:nvSpPr>
        <p:spPr/>
        <p:txBody>
          <a:bodyPr/>
          <a:lstStyle>
            <a:lvl1pPr>
              <a:defRPr/>
            </a:lvl1pPr>
          </a:lstStyle>
          <a:p>
            <a:pPr>
              <a:defRPr/>
            </a:pPr>
            <a:fld id="{943924AB-6440-4A67-BD92-6EA6AC4430F2}" type="slidenum">
              <a:rPr lang="zh-TW" altLang="en-US"/>
              <a:pPr>
                <a:defRPr/>
              </a:pPr>
              <a:t>‹#›</a:t>
            </a:fld>
            <a:endParaRPr lang="zh-TW" altLang="en-US"/>
          </a:p>
        </p:txBody>
      </p:sp>
    </p:spTree>
    <p:extLst>
      <p:ext uri="{BB962C8B-B14F-4D97-AF65-F5344CB8AC3E}">
        <p14:creationId xmlns:p14="http://schemas.microsoft.com/office/powerpoint/2010/main" val="412678008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3"/>
          <p:cNvSpPr>
            <a:spLocks noGrp="1"/>
          </p:cNvSpPr>
          <p:nvPr>
            <p:ph type="dt" sz="half" idx="10"/>
          </p:nvPr>
        </p:nvSpPr>
        <p:spPr/>
        <p:txBody>
          <a:bodyPr/>
          <a:lstStyle>
            <a:lvl1pPr>
              <a:defRPr/>
            </a:lvl1pPr>
          </a:lstStyle>
          <a:p>
            <a:pPr>
              <a:defRPr/>
            </a:pPr>
            <a:fld id="{731D508E-E6A0-42F1-8C18-D23638C4E9E5}" type="datetimeFigureOut">
              <a:rPr lang="zh-TW" altLang="en-US"/>
              <a:pPr>
                <a:defRPr/>
              </a:pPr>
              <a:t>2026/5/16</a:t>
            </a:fld>
            <a:endParaRPr lang="zh-TW" altLang="en-US"/>
          </a:p>
        </p:txBody>
      </p:sp>
      <p:sp>
        <p:nvSpPr>
          <p:cNvPr id="4" name="頁尾版面配置區 4"/>
          <p:cNvSpPr>
            <a:spLocks noGrp="1"/>
          </p:cNvSpPr>
          <p:nvPr>
            <p:ph type="ftr" sz="quarter" idx="11"/>
          </p:nvPr>
        </p:nvSpPr>
        <p:spPr/>
        <p:txBody>
          <a:bodyPr/>
          <a:lstStyle>
            <a:lvl1pPr>
              <a:defRPr/>
            </a:lvl1pPr>
          </a:lstStyle>
          <a:p>
            <a:pPr>
              <a:defRPr/>
            </a:pPr>
            <a:endParaRPr lang="zh-TW" altLang="en-US"/>
          </a:p>
        </p:txBody>
      </p:sp>
      <p:sp>
        <p:nvSpPr>
          <p:cNvPr id="5" name="投影片編號版面配置區 5"/>
          <p:cNvSpPr>
            <a:spLocks noGrp="1"/>
          </p:cNvSpPr>
          <p:nvPr>
            <p:ph type="sldNum" sz="quarter" idx="12"/>
          </p:nvPr>
        </p:nvSpPr>
        <p:spPr/>
        <p:txBody>
          <a:bodyPr/>
          <a:lstStyle>
            <a:lvl1pPr>
              <a:defRPr/>
            </a:lvl1pPr>
          </a:lstStyle>
          <a:p>
            <a:pPr>
              <a:defRPr/>
            </a:pPr>
            <a:fld id="{D48A4DA2-7A3E-4C30-A220-311940DF6013}" type="slidenum">
              <a:rPr lang="zh-TW" altLang="en-US"/>
              <a:pPr>
                <a:defRPr/>
              </a:pPr>
              <a:t>‹#›</a:t>
            </a:fld>
            <a:endParaRPr lang="zh-TW" altLang="en-US"/>
          </a:p>
        </p:txBody>
      </p:sp>
    </p:spTree>
    <p:extLst>
      <p:ext uri="{BB962C8B-B14F-4D97-AF65-F5344CB8AC3E}">
        <p14:creationId xmlns:p14="http://schemas.microsoft.com/office/powerpoint/2010/main" val="150693772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3"/>
          <p:cNvSpPr>
            <a:spLocks noGrp="1"/>
          </p:cNvSpPr>
          <p:nvPr>
            <p:ph type="dt" sz="half" idx="10"/>
          </p:nvPr>
        </p:nvSpPr>
        <p:spPr/>
        <p:txBody>
          <a:bodyPr/>
          <a:lstStyle>
            <a:lvl1pPr>
              <a:defRPr/>
            </a:lvl1pPr>
          </a:lstStyle>
          <a:p>
            <a:pPr>
              <a:defRPr/>
            </a:pPr>
            <a:fld id="{07050D61-F9BA-455A-BD3C-351DA9C3F0F4}" type="datetimeFigureOut">
              <a:rPr lang="zh-TW" altLang="en-US"/>
              <a:pPr>
                <a:defRPr/>
              </a:pPr>
              <a:t>2026/5/16</a:t>
            </a:fld>
            <a:endParaRPr lang="zh-TW" altLang="en-US"/>
          </a:p>
        </p:txBody>
      </p:sp>
      <p:sp>
        <p:nvSpPr>
          <p:cNvPr id="3" name="頁尾版面配置區 4"/>
          <p:cNvSpPr>
            <a:spLocks noGrp="1"/>
          </p:cNvSpPr>
          <p:nvPr>
            <p:ph type="ftr" sz="quarter" idx="11"/>
          </p:nvPr>
        </p:nvSpPr>
        <p:spPr/>
        <p:txBody>
          <a:bodyPr/>
          <a:lstStyle>
            <a:lvl1pPr>
              <a:defRPr/>
            </a:lvl1pPr>
          </a:lstStyle>
          <a:p>
            <a:pPr>
              <a:defRPr/>
            </a:pPr>
            <a:endParaRPr lang="zh-TW" altLang="en-US"/>
          </a:p>
        </p:txBody>
      </p:sp>
      <p:sp>
        <p:nvSpPr>
          <p:cNvPr id="4" name="投影片編號版面配置區 5"/>
          <p:cNvSpPr>
            <a:spLocks noGrp="1"/>
          </p:cNvSpPr>
          <p:nvPr>
            <p:ph type="sldNum" sz="quarter" idx="12"/>
          </p:nvPr>
        </p:nvSpPr>
        <p:spPr/>
        <p:txBody>
          <a:bodyPr/>
          <a:lstStyle>
            <a:lvl1pPr>
              <a:defRPr/>
            </a:lvl1pPr>
          </a:lstStyle>
          <a:p>
            <a:pPr>
              <a:defRPr/>
            </a:pPr>
            <a:fld id="{71538A10-552F-4FE4-BADC-70B8B1E44B2E}" type="slidenum">
              <a:rPr lang="zh-TW" altLang="en-US"/>
              <a:pPr>
                <a:defRPr/>
              </a:pPr>
              <a:t>‹#›</a:t>
            </a:fld>
            <a:endParaRPr lang="zh-TW" altLang="en-US"/>
          </a:p>
        </p:txBody>
      </p:sp>
    </p:spTree>
    <p:extLst>
      <p:ext uri="{BB962C8B-B14F-4D97-AF65-F5344CB8AC3E}">
        <p14:creationId xmlns:p14="http://schemas.microsoft.com/office/powerpoint/2010/main" val="356462372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3AA6E2F7-4B0F-4FA2-9353-E53785DE98E6}" type="datetimeFigureOut">
              <a:rPr lang="zh-TW" altLang="en-US"/>
              <a:pPr>
                <a:defRPr/>
              </a:pPr>
              <a:t>2026/5/16</a:t>
            </a:fld>
            <a:endParaRPr lang="zh-TW" altLang="en-US"/>
          </a:p>
        </p:txBody>
      </p:sp>
      <p:sp>
        <p:nvSpPr>
          <p:cNvPr id="6" name="頁尾版面配置區 4"/>
          <p:cNvSpPr>
            <a:spLocks noGrp="1"/>
          </p:cNvSpPr>
          <p:nvPr>
            <p:ph type="ftr" sz="quarter" idx="11"/>
          </p:nvPr>
        </p:nvSpPr>
        <p:spPr/>
        <p:txBody>
          <a:bodyPr/>
          <a:lstStyle>
            <a:lvl1pPr>
              <a:defRPr/>
            </a:lvl1pPr>
          </a:lstStyle>
          <a:p>
            <a:pPr>
              <a:defRPr/>
            </a:pPr>
            <a:endParaRPr lang="zh-TW" altLang="en-US"/>
          </a:p>
        </p:txBody>
      </p:sp>
      <p:sp>
        <p:nvSpPr>
          <p:cNvPr id="7" name="投影片編號版面配置區 5"/>
          <p:cNvSpPr>
            <a:spLocks noGrp="1"/>
          </p:cNvSpPr>
          <p:nvPr>
            <p:ph type="sldNum" sz="quarter" idx="12"/>
          </p:nvPr>
        </p:nvSpPr>
        <p:spPr/>
        <p:txBody>
          <a:bodyPr/>
          <a:lstStyle>
            <a:lvl1pPr>
              <a:defRPr/>
            </a:lvl1pPr>
          </a:lstStyle>
          <a:p>
            <a:pPr>
              <a:defRPr/>
            </a:pPr>
            <a:fld id="{CB72BB90-1150-4F12-8D08-1A35FB5DC221}" type="slidenum">
              <a:rPr lang="zh-TW" altLang="en-US"/>
              <a:pPr>
                <a:defRPr/>
              </a:pPr>
              <a:t>‹#›</a:t>
            </a:fld>
            <a:endParaRPr lang="zh-TW" altLang="en-US"/>
          </a:p>
        </p:txBody>
      </p:sp>
    </p:spTree>
    <p:extLst>
      <p:ext uri="{BB962C8B-B14F-4D97-AF65-F5344CB8AC3E}">
        <p14:creationId xmlns:p14="http://schemas.microsoft.com/office/powerpoint/2010/main" val="418579293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D200F050-8A9A-4D8D-8706-6E97C11AF114}" type="datetimeFigureOut">
              <a:rPr lang="zh-TW" altLang="en-US"/>
              <a:pPr>
                <a:defRPr/>
              </a:pPr>
              <a:t>2026/5/16</a:t>
            </a:fld>
            <a:endParaRPr lang="zh-TW" altLang="en-US"/>
          </a:p>
        </p:txBody>
      </p:sp>
      <p:sp>
        <p:nvSpPr>
          <p:cNvPr id="6" name="頁尾版面配置區 4"/>
          <p:cNvSpPr>
            <a:spLocks noGrp="1"/>
          </p:cNvSpPr>
          <p:nvPr>
            <p:ph type="ftr" sz="quarter" idx="11"/>
          </p:nvPr>
        </p:nvSpPr>
        <p:spPr/>
        <p:txBody>
          <a:bodyPr/>
          <a:lstStyle>
            <a:lvl1pPr>
              <a:defRPr/>
            </a:lvl1pPr>
          </a:lstStyle>
          <a:p>
            <a:pPr>
              <a:defRPr/>
            </a:pPr>
            <a:endParaRPr lang="zh-TW" altLang="en-US"/>
          </a:p>
        </p:txBody>
      </p:sp>
      <p:sp>
        <p:nvSpPr>
          <p:cNvPr id="7" name="投影片編號版面配置區 5"/>
          <p:cNvSpPr>
            <a:spLocks noGrp="1"/>
          </p:cNvSpPr>
          <p:nvPr>
            <p:ph type="sldNum" sz="quarter" idx="12"/>
          </p:nvPr>
        </p:nvSpPr>
        <p:spPr/>
        <p:txBody>
          <a:bodyPr/>
          <a:lstStyle>
            <a:lvl1pPr>
              <a:defRPr/>
            </a:lvl1pPr>
          </a:lstStyle>
          <a:p>
            <a:pPr>
              <a:defRPr/>
            </a:pPr>
            <a:fld id="{47B902C2-E732-4C75-8359-B5DE41CA6A64}" type="slidenum">
              <a:rPr lang="zh-TW" altLang="en-US"/>
              <a:pPr>
                <a:defRPr/>
              </a:pPr>
              <a:t>‹#›</a:t>
            </a:fld>
            <a:endParaRPr lang="zh-TW" altLang="en-US"/>
          </a:p>
        </p:txBody>
      </p:sp>
    </p:spTree>
    <p:extLst>
      <p:ext uri="{BB962C8B-B14F-4D97-AF65-F5344CB8AC3E}">
        <p14:creationId xmlns:p14="http://schemas.microsoft.com/office/powerpoint/2010/main" val="8963857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117A02A7-6426-4F7F-84E4-3CF62C61BBAF}" type="datetimeFigureOut">
              <a:rPr lang="zh-TW" altLang="en-US"/>
              <a:pPr>
                <a:defRPr/>
              </a:pPr>
              <a:t>2026/5/16</a:t>
            </a:fld>
            <a:endParaRPr lang="zh-TW" altLang="en-US"/>
          </a:p>
        </p:txBody>
      </p:sp>
      <p:sp>
        <p:nvSpPr>
          <p:cNvPr id="5" name="頁尾版面配置區 4"/>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p:cNvSpPr>
            <a:spLocks noGrp="1"/>
          </p:cNvSpPr>
          <p:nvPr>
            <p:ph type="sldNum" sz="quarter" idx="12"/>
          </p:nvPr>
        </p:nvSpPr>
        <p:spPr/>
        <p:txBody>
          <a:bodyPr/>
          <a:lstStyle>
            <a:lvl1pPr>
              <a:defRPr/>
            </a:lvl1pPr>
          </a:lstStyle>
          <a:p>
            <a:pPr>
              <a:defRPr/>
            </a:pPr>
            <a:fld id="{C3E08535-CD58-4A5C-8D19-DB6ACED0EF79}" type="slidenum">
              <a:rPr lang="zh-TW" altLang="en-US"/>
              <a:pPr>
                <a:defRPr/>
              </a:pPr>
              <a:t>‹#›</a:t>
            </a:fld>
            <a:endParaRPr lang="zh-TW" altLang="en-US"/>
          </a:p>
        </p:txBody>
      </p:sp>
    </p:spTree>
    <p:extLst>
      <p:ext uri="{BB962C8B-B14F-4D97-AF65-F5344CB8AC3E}">
        <p14:creationId xmlns:p14="http://schemas.microsoft.com/office/powerpoint/2010/main" val="52794900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F65FFF3B-19DB-4B55-BD2E-5A1003086AC5}" type="datetimeFigureOut">
              <a:rPr lang="zh-TW" altLang="en-US"/>
              <a:pPr>
                <a:defRPr/>
              </a:pPr>
              <a:t>2026/5/16</a:t>
            </a:fld>
            <a:endParaRPr lang="zh-TW" altLang="en-US"/>
          </a:p>
        </p:txBody>
      </p:sp>
      <p:sp>
        <p:nvSpPr>
          <p:cNvPr id="5" name="頁尾版面配置區 4"/>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p:cNvSpPr>
            <a:spLocks noGrp="1"/>
          </p:cNvSpPr>
          <p:nvPr>
            <p:ph type="sldNum" sz="quarter" idx="12"/>
          </p:nvPr>
        </p:nvSpPr>
        <p:spPr/>
        <p:txBody>
          <a:bodyPr/>
          <a:lstStyle>
            <a:lvl1pPr>
              <a:defRPr/>
            </a:lvl1pPr>
          </a:lstStyle>
          <a:p>
            <a:pPr>
              <a:defRPr/>
            </a:pPr>
            <a:fld id="{26FC3760-1E0A-4193-9EA7-B7DB3C7F7202}" type="slidenum">
              <a:rPr lang="zh-TW" altLang="en-US"/>
              <a:pPr>
                <a:defRPr/>
              </a:pPr>
              <a:t>‹#›</a:t>
            </a:fld>
            <a:endParaRPr lang="zh-TW" altLang="en-US"/>
          </a:p>
        </p:txBody>
      </p:sp>
    </p:spTree>
    <p:extLst>
      <p:ext uri="{BB962C8B-B14F-4D97-AF65-F5344CB8AC3E}">
        <p14:creationId xmlns:p14="http://schemas.microsoft.com/office/powerpoint/2010/main" val="104692564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5799AA07-745E-436F-81E0-3260F08978AE}" type="slidenum">
              <a:rPr lang="en-US" altLang="zh-TW"/>
              <a:pPr>
                <a:defRPr/>
              </a:pPr>
              <a:t>‹#›</a:t>
            </a:fld>
            <a:endParaRPr lang="en-US" altLang="zh-TW"/>
          </a:p>
        </p:txBody>
      </p:sp>
    </p:spTree>
    <p:extLst>
      <p:ext uri="{BB962C8B-B14F-4D97-AF65-F5344CB8AC3E}">
        <p14:creationId xmlns:p14="http://schemas.microsoft.com/office/powerpoint/2010/main" val="199606575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type="title" preserve="1">
  <p:cSld name="標題投影片">
    <p:bg>
      <p:bgPr>
        <a:solidFill>
          <a:srgbClr val="FFFFFF"/>
        </a:solidFill>
        <a:effectLst/>
      </p:bgPr>
    </p:bg>
    <p:spTree>
      <p:nvGrpSpPr>
        <p:cNvPr id="1" name=""/>
        <p:cNvGrpSpPr/>
        <p:nvPr/>
      </p:nvGrpSpPr>
      <p:grpSpPr>
        <a:xfrm>
          <a:off x="0" y="0"/>
          <a:ext cx="0" cy="0"/>
          <a:chOff x="0" y="0"/>
          <a:chExt cx="0" cy="0"/>
        </a:xfrm>
      </p:grpSpPr>
      <p:sp>
        <p:nvSpPr>
          <p:cNvPr id="4" name="Rectangle 1784"/>
          <p:cNvSpPr>
            <a:spLocks noChangeArrowheads="1"/>
          </p:cNvSpPr>
          <p:nvPr userDrawn="1"/>
        </p:nvSpPr>
        <p:spPr bwMode="gray">
          <a:xfrm>
            <a:off x="2978150" y="0"/>
            <a:ext cx="3270250" cy="342900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6227763" y="0"/>
          <a:ext cx="2914650" cy="35734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0"/>
                        <a:ext cx="2914650"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0" y="0"/>
          <a:ext cx="3019425" cy="3573463"/>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3019425"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 name="Group 68"/>
          <p:cNvGrpSpPr>
            <a:grpSpLocks/>
          </p:cNvGrpSpPr>
          <p:nvPr userDrawn="1"/>
        </p:nvGrpSpPr>
        <p:grpSpPr bwMode="auto">
          <a:xfrm>
            <a:off x="3348038" y="836613"/>
            <a:ext cx="2509837" cy="2498725"/>
            <a:chOff x="2111" y="670"/>
            <a:chExt cx="1581" cy="1574"/>
          </a:xfrm>
        </p:grpSpPr>
        <p:sp>
          <p:nvSpPr>
            <p:cNvPr id="8" name="Line 69"/>
            <p:cNvSpPr>
              <a:spLocks noChangeShapeType="1"/>
            </p:cNvSpPr>
            <p:nvPr userDrawn="1"/>
          </p:nvSpPr>
          <p:spPr bwMode="gray">
            <a:xfrm flipH="1">
              <a:off x="3092" y="1532"/>
              <a:ext cx="156"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 name="Line 70"/>
            <p:cNvSpPr>
              <a:spLocks noChangeShapeType="1"/>
            </p:cNvSpPr>
            <p:nvPr userDrawn="1"/>
          </p:nvSpPr>
          <p:spPr bwMode="gray">
            <a:xfrm flipH="1" flipV="1">
              <a:off x="3101" y="1523"/>
              <a:ext cx="206"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 name="Line 71"/>
            <p:cNvSpPr>
              <a:spLocks noChangeShapeType="1"/>
            </p:cNvSpPr>
            <p:nvPr userDrawn="1"/>
          </p:nvSpPr>
          <p:spPr bwMode="gray">
            <a:xfrm flipV="1">
              <a:off x="3081" y="1642"/>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 name="Line 72"/>
            <p:cNvSpPr>
              <a:spLocks noChangeShapeType="1"/>
            </p:cNvSpPr>
            <p:nvPr userDrawn="1"/>
          </p:nvSpPr>
          <p:spPr bwMode="gray">
            <a:xfrm flipV="1">
              <a:off x="3449" y="1518"/>
              <a:ext cx="7" cy="25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 name="Line 73"/>
            <p:cNvSpPr>
              <a:spLocks noChangeShapeType="1"/>
            </p:cNvSpPr>
            <p:nvPr userDrawn="1"/>
          </p:nvSpPr>
          <p:spPr bwMode="gray">
            <a:xfrm flipH="1">
              <a:off x="3456" y="1273"/>
              <a:ext cx="7"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 name="Line 74"/>
            <p:cNvSpPr>
              <a:spLocks noChangeShapeType="1"/>
            </p:cNvSpPr>
            <p:nvPr userDrawn="1"/>
          </p:nvSpPr>
          <p:spPr bwMode="gray">
            <a:xfrm flipV="1">
              <a:off x="299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 name="Freeform 75"/>
            <p:cNvSpPr>
              <a:spLocks/>
            </p:cNvSpPr>
            <p:nvPr userDrawn="1"/>
          </p:nvSpPr>
          <p:spPr bwMode="gray">
            <a:xfrm>
              <a:off x="3083" y="1623"/>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 name="Line 76"/>
            <p:cNvSpPr>
              <a:spLocks noChangeShapeType="1"/>
            </p:cNvSpPr>
            <p:nvPr userDrawn="1"/>
          </p:nvSpPr>
          <p:spPr bwMode="gray">
            <a:xfrm>
              <a:off x="2983" y="1595"/>
              <a:ext cx="209"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 name="Line 77"/>
            <p:cNvSpPr>
              <a:spLocks noChangeShapeType="1"/>
            </p:cNvSpPr>
            <p:nvPr userDrawn="1"/>
          </p:nvSpPr>
          <p:spPr bwMode="gray">
            <a:xfrm>
              <a:off x="2989" y="1588"/>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 name="Line 78"/>
            <p:cNvSpPr>
              <a:spLocks noChangeShapeType="1"/>
            </p:cNvSpPr>
            <p:nvPr userDrawn="1"/>
          </p:nvSpPr>
          <p:spPr bwMode="gray">
            <a:xfrm flipH="1" flipV="1">
              <a:off x="2980" y="1606"/>
              <a:ext cx="208"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 name="Line 79"/>
            <p:cNvSpPr>
              <a:spLocks noChangeShapeType="1"/>
            </p:cNvSpPr>
            <p:nvPr userDrawn="1"/>
          </p:nvSpPr>
          <p:spPr bwMode="gray">
            <a:xfrm>
              <a:off x="2957" y="1842"/>
              <a:ext cx="186"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 name="Line 80"/>
            <p:cNvSpPr>
              <a:spLocks noChangeShapeType="1"/>
            </p:cNvSpPr>
            <p:nvPr userDrawn="1"/>
          </p:nvSpPr>
          <p:spPr bwMode="gray">
            <a:xfrm flipH="1" flipV="1">
              <a:off x="2231" y="1408"/>
              <a:ext cx="116"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 name="Line 81"/>
            <p:cNvSpPr>
              <a:spLocks noChangeShapeType="1"/>
            </p:cNvSpPr>
            <p:nvPr userDrawn="1"/>
          </p:nvSpPr>
          <p:spPr bwMode="gray">
            <a:xfrm flipV="1">
              <a:off x="2284" y="1467"/>
              <a:ext cx="63" cy="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 name="Line 82"/>
            <p:cNvSpPr>
              <a:spLocks noChangeShapeType="1"/>
            </p:cNvSpPr>
            <p:nvPr userDrawn="1"/>
          </p:nvSpPr>
          <p:spPr bwMode="gray">
            <a:xfrm flipH="1" flipV="1">
              <a:off x="2665" y="1564"/>
              <a:ext cx="203"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 name="Line 83"/>
            <p:cNvSpPr>
              <a:spLocks noChangeShapeType="1"/>
            </p:cNvSpPr>
            <p:nvPr userDrawn="1"/>
          </p:nvSpPr>
          <p:spPr bwMode="gray">
            <a:xfrm flipV="1">
              <a:off x="2642" y="1539"/>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 name="Line 84"/>
            <p:cNvSpPr>
              <a:spLocks noChangeShapeType="1"/>
            </p:cNvSpPr>
            <p:nvPr userDrawn="1"/>
          </p:nvSpPr>
          <p:spPr bwMode="gray">
            <a:xfrm flipV="1">
              <a:off x="2880" y="1653"/>
              <a:ext cx="1"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 name="Line 85"/>
            <p:cNvSpPr>
              <a:spLocks noChangeShapeType="1"/>
            </p:cNvSpPr>
            <p:nvPr userDrawn="1"/>
          </p:nvSpPr>
          <p:spPr bwMode="gray">
            <a:xfrm flipV="1">
              <a:off x="2798" y="1721"/>
              <a:ext cx="161"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 name="Line 86"/>
            <p:cNvSpPr>
              <a:spLocks noChangeShapeType="1"/>
            </p:cNvSpPr>
            <p:nvPr userDrawn="1"/>
          </p:nvSpPr>
          <p:spPr bwMode="gray">
            <a:xfrm>
              <a:off x="2733" y="1506"/>
              <a:ext cx="11"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 name="Line 87"/>
            <p:cNvSpPr>
              <a:spLocks noChangeShapeType="1"/>
            </p:cNvSpPr>
            <p:nvPr userDrawn="1"/>
          </p:nvSpPr>
          <p:spPr bwMode="gray">
            <a:xfrm flipV="1">
              <a:off x="2744" y="1509"/>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 name="Line 88"/>
            <p:cNvSpPr>
              <a:spLocks noChangeShapeType="1"/>
            </p:cNvSpPr>
            <p:nvPr userDrawn="1"/>
          </p:nvSpPr>
          <p:spPr bwMode="gray">
            <a:xfrm flipH="1" flipV="1">
              <a:off x="2452" y="1569"/>
              <a:ext cx="3" cy="25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 name="Line 89"/>
            <p:cNvSpPr>
              <a:spLocks noChangeShapeType="1"/>
            </p:cNvSpPr>
            <p:nvPr userDrawn="1"/>
          </p:nvSpPr>
          <p:spPr bwMode="gray">
            <a:xfrm>
              <a:off x="2142" y="1583"/>
              <a:ext cx="63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 name="Line 90"/>
            <p:cNvSpPr>
              <a:spLocks noChangeShapeType="1"/>
            </p:cNvSpPr>
            <p:nvPr userDrawn="1"/>
          </p:nvSpPr>
          <p:spPr bwMode="gray">
            <a:xfrm flipV="1">
              <a:off x="2564" y="1609"/>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 name="Line 91"/>
            <p:cNvSpPr>
              <a:spLocks noChangeShapeType="1"/>
            </p:cNvSpPr>
            <p:nvPr userDrawn="1"/>
          </p:nvSpPr>
          <p:spPr bwMode="gray">
            <a:xfrm flipH="1" flipV="1">
              <a:off x="2551" y="1606"/>
              <a:ext cx="13"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 name="Line 92"/>
            <p:cNvSpPr>
              <a:spLocks noChangeShapeType="1"/>
            </p:cNvSpPr>
            <p:nvPr userDrawn="1"/>
          </p:nvSpPr>
          <p:spPr bwMode="gray">
            <a:xfrm flipH="1" flipV="1">
              <a:off x="2354" y="1534"/>
              <a:ext cx="19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 name="Line 93"/>
            <p:cNvSpPr>
              <a:spLocks noChangeShapeType="1"/>
            </p:cNvSpPr>
            <p:nvPr userDrawn="1"/>
          </p:nvSpPr>
          <p:spPr bwMode="gray">
            <a:xfrm flipH="1" flipV="1">
              <a:off x="2343" y="1530"/>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 name="Line 94"/>
            <p:cNvSpPr>
              <a:spLocks noChangeShapeType="1"/>
            </p:cNvSpPr>
            <p:nvPr userDrawn="1"/>
          </p:nvSpPr>
          <p:spPr bwMode="gray">
            <a:xfrm flipV="1">
              <a:off x="2343" y="153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 name="Line 95"/>
            <p:cNvSpPr>
              <a:spLocks noChangeShapeType="1"/>
            </p:cNvSpPr>
            <p:nvPr userDrawn="1"/>
          </p:nvSpPr>
          <p:spPr bwMode="gray">
            <a:xfrm>
              <a:off x="2347" y="1770"/>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 name="Line 96"/>
            <p:cNvSpPr>
              <a:spLocks noChangeShapeType="1"/>
            </p:cNvSpPr>
            <p:nvPr userDrawn="1"/>
          </p:nvSpPr>
          <p:spPr bwMode="gray">
            <a:xfrm>
              <a:off x="2347" y="178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 name="Line 97"/>
            <p:cNvSpPr>
              <a:spLocks noChangeShapeType="1"/>
            </p:cNvSpPr>
            <p:nvPr userDrawn="1"/>
          </p:nvSpPr>
          <p:spPr bwMode="gray">
            <a:xfrm>
              <a:off x="2359" y="1788"/>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 name="Line 98"/>
            <p:cNvSpPr>
              <a:spLocks noChangeShapeType="1"/>
            </p:cNvSpPr>
            <p:nvPr userDrawn="1"/>
          </p:nvSpPr>
          <p:spPr bwMode="gray">
            <a:xfrm>
              <a:off x="2555" y="1861"/>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 name="Line 99"/>
            <p:cNvSpPr>
              <a:spLocks noChangeShapeType="1"/>
            </p:cNvSpPr>
            <p:nvPr userDrawn="1"/>
          </p:nvSpPr>
          <p:spPr bwMode="gray">
            <a:xfrm>
              <a:off x="2565" y="185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 name="Line 100"/>
            <p:cNvSpPr>
              <a:spLocks noChangeShapeType="1"/>
            </p:cNvSpPr>
            <p:nvPr userDrawn="1"/>
          </p:nvSpPr>
          <p:spPr bwMode="gray">
            <a:xfrm flipH="1" flipV="1">
              <a:off x="2656" y="1892"/>
              <a:ext cx="2" cy="1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 name="Line 101"/>
            <p:cNvSpPr>
              <a:spLocks noChangeShapeType="1"/>
            </p:cNvSpPr>
            <p:nvPr userDrawn="1"/>
          </p:nvSpPr>
          <p:spPr bwMode="gray">
            <a:xfrm flipV="1">
              <a:off x="2576" y="1892"/>
              <a:ext cx="79"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 name="Line 102"/>
            <p:cNvSpPr>
              <a:spLocks noChangeShapeType="1"/>
            </p:cNvSpPr>
            <p:nvPr userDrawn="1"/>
          </p:nvSpPr>
          <p:spPr bwMode="gray">
            <a:xfrm flipH="1" flipV="1">
              <a:off x="2653" y="1312"/>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 name="Line 103"/>
            <p:cNvSpPr>
              <a:spLocks noChangeShapeType="1"/>
            </p:cNvSpPr>
            <p:nvPr userDrawn="1"/>
          </p:nvSpPr>
          <p:spPr bwMode="gray">
            <a:xfrm flipV="1">
              <a:off x="2572" y="1434"/>
              <a:ext cx="163" cy="8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 name="Line 104"/>
            <p:cNvSpPr>
              <a:spLocks noChangeShapeType="1"/>
            </p:cNvSpPr>
            <p:nvPr userDrawn="1"/>
          </p:nvSpPr>
          <p:spPr bwMode="gray">
            <a:xfrm>
              <a:off x="2441" y="1228"/>
              <a:ext cx="200"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 name="Line 105"/>
            <p:cNvSpPr>
              <a:spLocks noChangeShapeType="1"/>
            </p:cNvSpPr>
            <p:nvPr userDrawn="1"/>
          </p:nvSpPr>
          <p:spPr bwMode="gray">
            <a:xfrm flipH="1">
              <a:off x="2457" y="1219"/>
              <a:ext cx="166"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 name="Line 106"/>
            <p:cNvSpPr>
              <a:spLocks noChangeShapeType="1"/>
            </p:cNvSpPr>
            <p:nvPr userDrawn="1"/>
          </p:nvSpPr>
          <p:spPr bwMode="gray">
            <a:xfrm>
              <a:off x="2359" y="1864"/>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 name="Line 107"/>
            <p:cNvSpPr>
              <a:spLocks noChangeShapeType="1"/>
            </p:cNvSpPr>
            <p:nvPr userDrawn="1"/>
          </p:nvSpPr>
          <p:spPr bwMode="gray">
            <a:xfrm>
              <a:off x="2455" y="1824"/>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 name="Line 108"/>
            <p:cNvSpPr>
              <a:spLocks noChangeShapeType="1"/>
            </p:cNvSpPr>
            <p:nvPr userDrawn="1"/>
          </p:nvSpPr>
          <p:spPr bwMode="gray">
            <a:xfrm>
              <a:off x="2352" y="1454"/>
              <a:ext cx="199"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 name="Line 109"/>
            <p:cNvSpPr>
              <a:spLocks noChangeShapeType="1"/>
            </p:cNvSpPr>
            <p:nvPr userDrawn="1"/>
          </p:nvSpPr>
          <p:spPr bwMode="gray">
            <a:xfrm>
              <a:off x="2448" y="1322"/>
              <a:ext cx="4"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 name="Line 110"/>
            <p:cNvSpPr>
              <a:spLocks noChangeShapeType="1"/>
            </p:cNvSpPr>
            <p:nvPr userDrawn="1"/>
          </p:nvSpPr>
          <p:spPr bwMode="gray">
            <a:xfrm flipV="1">
              <a:off x="3438" y="1167"/>
              <a:ext cx="32" cy="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 name="Line 111"/>
            <p:cNvSpPr>
              <a:spLocks noChangeShapeType="1"/>
            </p:cNvSpPr>
            <p:nvPr userDrawn="1"/>
          </p:nvSpPr>
          <p:spPr bwMode="gray">
            <a:xfrm flipV="1">
              <a:off x="3548" y="1268"/>
              <a:ext cx="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 name="Line 112"/>
            <p:cNvSpPr>
              <a:spLocks noChangeShapeType="1"/>
            </p:cNvSpPr>
            <p:nvPr userDrawn="1"/>
          </p:nvSpPr>
          <p:spPr bwMode="gray">
            <a:xfrm flipV="1">
              <a:off x="3599" y="1336"/>
              <a:ext cx="18"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 name="Line 113"/>
            <p:cNvSpPr>
              <a:spLocks noChangeShapeType="1"/>
            </p:cNvSpPr>
            <p:nvPr userDrawn="1"/>
          </p:nvSpPr>
          <p:spPr bwMode="gray">
            <a:xfrm>
              <a:off x="3398" y="1139"/>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 name="Line 114"/>
            <p:cNvSpPr>
              <a:spLocks noChangeShapeType="1"/>
            </p:cNvSpPr>
            <p:nvPr userDrawn="1"/>
          </p:nvSpPr>
          <p:spPr bwMode="gray">
            <a:xfrm flipV="1">
              <a:off x="3408" y="114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 name="Line 115"/>
            <p:cNvSpPr>
              <a:spLocks noChangeShapeType="1"/>
            </p:cNvSpPr>
            <p:nvPr userDrawn="1"/>
          </p:nvSpPr>
          <p:spPr bwMode="gray">
            <a:xfrm flipV="1">
              <a:off x="3139" y="1224"/>
              <a:ext cx="4" cy="2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 name="Line 116"/>
            <p:cNvSpPr>
              <a:spLocks noChangeShapeType="1"/>
            </p:cNvSpPr>
            <p:nvPr userDrawn="1"/>
          </p:nvSpPr>
          <p:spPr bwMode="gray">
            <a:xfrm>
              <a:off x="3034" y="138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 name="Line 117"/>
            <p:cNvSpPr>
              <a:spLocks noChangeShapeType="1"/>
            </p:cNvSpPr>
            <p:nvPr userDrawn="1"/>
          </p:nvSpPr>
          <p:spPr bwMode="gray">
            <a:xfrm>
              <a:off x="3034" y="1401"/>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 name="Line 118"/>
            <p:cNvSpPr>
              <a:spLocks noChangeShapeType="1"/>
            </p:cNvSpPr>
            <p:nvPr userDrawn="1"/>
          </p:nvSpPr>
          <p:spPr bwMode="gray">
            <a:xfrm flipV="1">
              <a:off x="3331" y="952"/>
              <a:ext cx="4" cy="19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 name="Line 119"/>
            <p:cNvSpPr>
              <a:spLocks noChangeShapeType="1"/>
            </p:cNvSpPr>
            <p:nvPr userDrawn="1"/>
          </p:nvSpPr>
          <p:spPr bwMode="gray">
            <a:xfrm flipV="1">
              <a:off x="3309" y="1070"/>
              <a:ext cx="94"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 name="Line 120"/>
            <p:cNvSpPr>
              <a:spLocks noChangeShapeType="1"/>
            </p:cNvSpPr>
            <p:nvPr userDrawn="1"/>
          </p:nvSpPr>
          <p:spPr bwMode="gray">
            <a:xfrm flipH="1">
              <a:off x="3284" y="86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 name="Line 121"/>
            <p:cNvSpPr>
              <a:spLocks noChangeShapeType="1"/>
            </p:cNvSpPr>
            <p:nvPr userDrawn="1"/>
          </p:nvSpPr>
          <p:spPr bwMode="gray">
            <a:xfrm>
              <a:off x="3043" y="1478"/>
              <a:ext cx="82" cy="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 name="Line 122"/>
            <p:cNvSpPr>
              <a:spLocks noChangeShapeType="1"/>
            </p:cNvSpPr>
            <p:nvPr userDrawn="1"/>
          </p:nvSpPr>
          <p:spPr bwMode="gray">
            <a:xfrm flipH="1" flipV="1">
              <a:off x="3045" y="1405"/>
              <a:ext cx="105"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 name="Line 123"/>
            <p:cNvSpPr>
              <a:spLocks noChangeShapeType="1"/>
            </p:cNvSpPr>
            <p:nvPr userDrawn="1"/>
          </p:nvSpPr>
          <p:spPr bwMode="gray">
            <a:xfrm flipH="1">
              <a:off x="3534" y="1342"/>
              <a:ext cx="42" cy="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 name="Line 124"/>
            <p:cNvSpPr>
              <a:spLocks noChangeShapeType="1"/>
            </p:cNvSpPr>
            <p:nvPr userDrawn="1"/>
          </p:nvSpPr>
          <p:spPr bwMode="gray">
            <a:xfrm flipH="1" flipV="1">
              <a:off x="3533" y="1420"/>
              <a:ext cx="43"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 name="Line 125"/>
            <p:cNvSpPr>
              <a:spLocks noChangeShapeType="1"/>
            </p:cNvSpPr>
            <p:nvPr userDrawn="1"/>
          </p:nvSpPr>
          <p:spPr bwMode="gray">
            <a:xfrm flipV="1">
              <a:off x="3143" y="1488"/>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 name="Line 126"/>
            <p:cNvSpPr>
              <a:spLocks noChangeShapeType="1"/>
            </p:cNvSpPr>
            <p:nvPr userDrawn="1"/>
          </p:nvSpPr>
          <p:spPr bwMode="gray">
            <a:xfrm flipV="1">
              <a:off x="3143" y="1485"/>
              <a:ext cx="8"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 name="Line 127"/>
            <p:cNvSpPr>
              <a:spLocks noChangeShapeType="1"/>
            </p:cNvSpPr>
            <p:nvPr userDrawn="1"/>
          </p:nvSpPr>
          <p:spPr bwMode="gray">
            <a:xfrm>
              <a:off x="2980" y="1721"/>
              <a:ext cx="20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 name="Line 128"/>
            <p:cNvSpPr>
              <a:spLocks noChangeShapeType="1"/>
            </p:cNvSpPr>
            <p:nvPr userDrawn="1"/>
          </p:nvSpPr>
          <p:spPr bwMode="gray">
            <a:xfrm flipV="1">
              <a:off x="3207" y="1502"/>
              <a:ext cx="478" cy="2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 name="Line 129"/>
            <p:cNvSpPr>
              <a:spLocks noChangeShapeType="1"/>
            </p:cNvSpPr>
            <p:nvPr userDrawn="1"/>
          </p:nvSpPr>
          <p:spPr bwMode="gray">
            <a:xfrm flipV="1">
              <a:off x="3538" y="146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 name="Line 130"/>
            <p:cNvSpPr>
              <a:spLocks noChangeShapeType="1"/>
            </p:cNvSpPr>
            <p:nvPr userDrawn="1"/>
          </p:nvSpPr>
          <p:spPr bwMode="gray">
            <a:xfrm flipH="1">
              <a:off x="3529" y="1469"/>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 name="Line 131"/>
            <p:cNvSpPr>
              <a:spLocks noChangeShapeType="1"/>
            </p:cNvSpPr>
            <p:nvPr userDrawn="1"/>
          </p:nvSpPr>
          <p:spPr bwMode="gray">
            <a:xfrm flipH="1">
              <a:off x="3380" y="1474"/>
              <a:ext cx="149"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 name="Line 132"/>
            <p:cNvSpPr>
              <a:spLocks noChangeShapeType="1"/>
            </p:cNvSpPr>
            <p:nvPr userDrawn="1"/>
          </p:nvSpPr>
          <p:spPr bwMode="gray">
            <a:xfrm flipH="1">
              <a:off x="3372" y="1562"/>
              <a:ext cx="8"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 name="Line 133"/>
            <p:cNvSpPr>
              <a:spLocks noChangeShapeType="1"/>
            </p:cNvSpPr>
            <p:nvPr userDrawn="1"/>
          </p:nvSpPr>
          <p:spPr bwMode="gray">
            <a:xfrm flipV="1">
              <a:off x="3372" y="156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 name="Line 134"/>
            <p:cNvSpPr>
              <a:spLocks noChangeShapeType="1"/>
            </p:cNvSpPr>
            <p:nvPr userDrawn="1"/>
          </p:nvSpPr>
          <p:spPr bwMode="gray">
            <a:xfrm>
              <a:off x="3366" y="181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 name="Line 135"/>
            <p:cNvSpPr>
              <a:spLocks noChangeShapeType="1"/>
            </p:cNvSpPr>
            <p:nvPr userDrawn="1"/>
          </p:nvSpPr>
          <p:spPr bwMode="gray">
            <a:xfrm flipV="1">
              <a:off x="3366" y="1817"/>
              <a:ext cx="7" cy="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 name="Line 136"/>
            <p:cNvSpPr>
              <a:spLocks noChangeShapeType="1"/>
            </p:cNvSpPr>
            <p:nvPr userDrawn="1"/>
          </p:nvSpPr>
          <p:spPr bwMode="gray">
            <a:xfrm flipV="1">
              <a:off x="3373" y="1725"/>
              <a:ext cx="149"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 name="Line 137"/>
            <p:cNvSpPr>
              <a:spLocks noChangeShapeType="1"/>
            </p:cNvSpPr>
            <p:nvPr userDrawn="1"/>
          </p:nvSpPr>
          <p:spPr bwMode="gray">
            <a:xfrm flipV="1">
              <a:off x="3522" y="1721"/>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 name="Line 138"/>
            <p:cNvSpPr>
              <a:spLocks noChangeShapeType="1"/>
            </p:cNvSpPr>
            <p:nvPr userDrawn="1"/>
          </p:nvSpPr>
          <p:spPr bwMode="gray">
            <a:xfrm>
              <a:off x="3531" y="170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 name="Line 139"/>
            <p:cNvSpPr>
              <a:spLocks noChangeShapeType="1"/>
            </p:cNvSpPr>
            <p:nvPr userDrawn="1"/>
          </p:nvSpPr>
          <p:spPr bwMode="gray">
            <a:xfrm flipH="1" flipV="1">
              <a:off x="3279" y="1870"/>
              <a:ext cx="73" cy="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 name="Line 140"/>
            <p:cNvSpPr>
              <a:spLocks noChangeShapeType="1"/>
            </p:cNvSpPr>
            <p:nvPr userDrawn="1"/>
          </p:nvSpPr>
          <p:spPr bwMode="gray">
            <a:xfrm flipV="1">
              <a:off x="3256" y="1282"/>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 name="Line 141"/>
            <p:cNvSpPr>
              <a:spLocks noChangeShapeType="1"/>
            </p:cNvSpPr>
            <p:nvPr userDrawn="1"/>
          </p:nvSpPr>
          <p:spPr bwMode="gray">
            <a:xfrm flipH="1" flipV="1">
              <a:off x="3155" y="1413"/>
              <a:ext cx="208"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 name="Line 142"/>
            <p:cNvSpPr>
              <a:spLocks noChangeShapeType="1"/>
            </p:cNvSpPr>
            <p:nvPr userDrawn="1"/>
          </p:nvSpPr>
          <p:spPr bwMode="gray">
            <a:xfrm flipV="1">
              <a:off x="3270" y="1181"/>
              <a:ext cx="151"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 name="Line 143"/>
            <p:cNvSpPr>
              <a:spLocks noChangeShapeType="1"/>
            </p:cNvSpPr>
            <p:nvPr userDrawn="1"/>
          </p:nvSpPr>
          <p:spPr bwMode="gray">
            <a:xfrm>
              <a:off x="3242" y="1189"/>
              <a:ext cx="208"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 name="Line 144"/>
            <p:cNvSpPr>
              <a:spLocks noChangeShapeType="1"/>
            </p:cNvSpPr>
            <p:nvPr userDrawn="1"/>
          </p:nvSpPr>
          <p:spPr bwMode="gray">
            <a:xfrm flipV="1">
              <a:off x="3372" y="1803"/>
              <a:ext cx="148"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 name="Line 145"/>
            <p:cNvSpPr>
              <a:spLocks noChangeShapeType="1"/>
            </p:cNvSpPr>
            <p:nvPr userDrawn="1"/>
          </p:nvSpPr>
          <p:spPr bwMode="gray">
            <a:xfrm flipH="1">
              <a:off x="3442" y="1770"/>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 name="Line 146"/>
            <p:cNvSpPr>
              <a:spLocks noChangeShapeType="1"/>
            </p:cNvSpPr>
            <p:nvPr userDrawn="1"/>
          </p:nvSpPr>
          <p:spPr bwMode="gray">
            <a:xfrm flipV="1">
              <a:off x="3382" y="1394"/>
              <a:ext cx="151"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 name="Line 147"/>
            <p:cNvSpPr>
              <a:spLocks noChangeShapeType="1"/>
            </p:cNvSpPr>
            <p:nvPr userDrawn="1"/>
          </p:nvSpPr>
          <p:spPr bwMode="gray">
            <a:xfrm flipH="1" flipV="1">
              <a:off x="2380" y="995"/>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 name="Line 148"/>
            <p:cNvSpPr>
              <a:spLocks noChangeShapeType="1"/>
            </p:cNvSpPr>
            <p:nvPr userDrawn="1"/>
          </p:nvSpPr>
          <p:spPr bwMode="gray">
            <a:xfrm flipH="1" flipV="1">
              <a:off x="2291" y="1123"/>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 name="Line 149"/>
            <p:cNvSpPr>
              <a:spLocks noChangeShapeType="1"/>
            </p:cNvSpPr>
            <p:nvPr userDrawn="1"/>
          </p:nvSpPr>
          <p:spPr bwMode="gray">
            <a:xfrm flipV="1">
              <a:off x="2282" y="1196"/>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 name="Line 150"/>
            <p:cNvSpPr>
              <a:spLocks noChangeShapeType="1"/>
            </p:cNvSpPr>
            <p:nvPr userDrawn="1"/>
          </p:nvSpPr>
          <p:spPr bwMode="gray">
            <a:xfrm flipH="1">
              <a:off x="2282" y="119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 name="Line 151"/>
            <p:cNvSpPr>
              <a:spLocks noChangeShapeType="1"/>
            </p:cNvSpPr>
            <p:nvPr userDrawn="1"/>
          </p:nvSpPr>
          <p:spPr bwMode="gray">
            <a:xfrm flipV="1">
              <a:off x="2389" y="929"/>
              <a:ext cx="101"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 name="Line 152"/>
            <p:cNvSpPr>
              <a:spLocks noChangeShapeType="1"/>
            </p:cNvSpPr>
            <p:nvPr userDrawn="1"/>
          </p:nvSpPr>
          <p:spPr bwMode="gray">
            <a:xfrm>
              <a:off x="2375" y="910"/>
              <a:ext cx="115" cy="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 name="Line 153"/>
            <p:cNvSpPr>
              <a:spLocks noChangeShapeType="1"/>
            </p:cNvSpPr>
            <p:nvPr userDrawn="1"/>
          </p:nvSpPr>
          <p:spPr bwMode="gray">
            <a:xfrm>
              <a:off x="2926" y="2031"/>
              <a:ext cx="19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 name="Line 154"/>
            <p:cNvSpPr>
              <a:spLocks noChangeShapeType="1"/>
            </p:cNvSpPr>
            <p:nvPr userDrawn="1"/>
          </p:nvSpPr>
          <p:spPr bwMode="gray">
            <a:xfrm flipV="1">
              <a:off x="2982" y="1943"/>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 name="Line 155"/>
            <p:cNvSpPr>
              <a:spLocks noChangeShapeType="1"/>
            </p:cNvSpPr>
            <p:nvPr userDrawn="1"/>
          </p:nvSpPr>
          <p:spPr bwMode="gray">
            <a:xfrm>
              <a:off x="2905" y="1903"/>
              <a:ext cx="12"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 name="Line 156"/>
            <p:cNvSpPr>
              <a:spLocks noChangeShapeType="1"/>
            </p:cNvSpPr>
            <p:nvPr userDrawn="1"/>
          </p:nvSpPr>
          <p:spPr bwMode="gray">
            <a:xfrm flipH="1">
              <a:off x="2917" y="1901"/>
              <a:ext cx="7"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 name="Line 157"/>
            <p:cNvSpPr>
              <a:spLocks noChangeShapeType="1"/>
            </p:cNvSpPr>
            <p:nvPr userDrawn="1"/>
          </p:nvSpPr>
          <p:spPr bwMode="gray">
            <a:xfrm flipV="1">
              <a:off x="3143" y="2029"/>
              <a:ext cx="11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 name="Line 158"/>
            <p:cNvSpPr>
              <a:spLocks noChangeShapeType="1"/>
            </p:cNvSpPr>
            <p:nvPr userDrawn="1"/>
          </p:nvSpPr>
          <p:spPr bwMode="gray">
            <a:xfrm flipH="1">
              <a:off x="3214" y="2011"/>
              <a:ext cx="2" cy="15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 name="Line 159"/>
            <p:cNvSpPr>
              <a:spLocks noChangeShapeType="1"/>
            </p:cNvSpPr>
            <p:nvPr userDrawn="1"/>
          </p:nvSpPr>
          <p:spPr bwMode="gray">
            <a:xfrm flipH="1">
              <a:off x="2915" y="214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 name="Line 160"/>
            <p:cNvSpPr>
              <a:spLocks noChangeShapeType="1"/>
            </p:cNvSpPr>
            <p:nvPr userDrawn="1"/>
          </p:nvSpPr>
          <p:spPr bwMode="gray">
            <a:xfrm flipH="1" flipV="1">
              <a:off x="2905" y="214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 name="Line 161"/>
            <p:cNvSpPr>
              <a:spLocks noChangeShapeType="1"/>
            </p:cNvSpPr>
            <p:nvPr userDrawn="1"/>
          </p:nvSpPr>
          <p:spPr bwMode="gray">
            <a:xfrm flipH="1">
              <a:off x="2754" y="2032"/>
              <a:ext cx="152"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 name="Line 162"/>
            <p:cNvSpPr>
              <a:spLocks noChangeShapeType="1"/>
            </p:cNvSpPr>
            <p:nvPr userDrawn="1"/>
          </p:nvSpPr>
          <p:spPr bwMode="gray">
            <a:xfrm flipV="1">
              <a:off x="2863" y="1950"/>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 name="Line 163"/>
            <p:cNvSpPr>
              <a:spLocks noChangeShapeType="1"/>
            </p:cNvSpPr>
            <p:nvPr userDrawn="1"/>
          </p:nvSpPr>
          <p:spPr bwMode="gray">
            <a:xfrm>
              <a:off x="2616" y="2081"/>
              <a:ext cx="11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 name="Line 164"/>
            <p:cNvSpPr>
              <a:spLocks noChangeShapeType="1"/>
            </p:cNvSpPr>
            <p:nvPr userDrawn="1"/>
          </p:nvSpPr>
          <p:spPr bwMode="gray">
            <a:xfrm>
              <a:off x="2637" y="2067"/>
              <a:ext cx="2"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 name="Line 165"/>
            <p:cNvSpPr>
              <a:spLocks noChangeShapeType="1"/>
            </p:cNvSpPr>
            <p:nvPr userDrawn="1"/>
          </p:nvSpPr>
          <p:spPr bwMode="gray">
            <a:xfrm flipH="1">
              <a:off x="2753" y="1034"/>
              <a:ext cx="159"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 name="Line 166"/>
            <p:cNvSpPr>
              <a:spLocks noChangeShapeType="1"/>
            </p:cNvSpPr>
            <p:nvPr userDrawn="1"/>
          </p:nvSpPr>
          <p:spPr bwMode="gray">
            <a:xfrm flipV="1">
              <a:off x="2865" y="939"/>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 name="Line 167"/>
            <p:cNvSpPr>
              <a:spLocks noChangeShapeType="1"/>
            </p:cNvSpPr>
            <p:nvPr userDrawn="1"/>
          </p:nvSpPr>
          <p:spPr bwMode="gray">
            <a:xfrm flipV="1">
              <a:off x="3146" y="798"/>
              <a:ext cx="1"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 name="Line 168"/>
            <p:cNvSpPr>
              <a:spLocks noChangeShapeType="1"/>
            </p:cNvSpPr>
            <p:nvPr userDrawn="1"/>
          </p:nvSpPr>
          <p:spPr bwMode="gray">
            <a:xfrm>
              <a:off x="2786" y="787"/>
              <a:ext cx="222"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 name="Line 169"/>
            <p:cNvSpPr>
              <a:spLocks noChangeShapeType="1"/>
            </p:cNvSpPr>
            <p:nvPr userDrawn="1"/>
          </p:nvSpPr>
          <p:spPr bwMode="gray">
            <a:xfrm flipH="1">
              <a:off x="2639" y="700"/>
              <a:ext cx="502" cy="2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 name="Line 170"/>
            <p:cNvSpPr>
              <a:spLocks noChangeShapeType="1"/>
            </p:cNvSpPr>
            <p:nvPr userDrawn="1"/>
          </p:nvSpPr>
          <p:spPr bwMode="gray">
            <a:xfrm>
              <a:off x="2910" y="896"/>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 name="Line 171"/>
            <p:cNvSpPr>
              <a:spLocks noChangeShapeType="1"/>
            </p:cNvSpPr>
            <p:nvPr userDrawn="1"/>
          </p:nvSpPr>
          <p:spPr bwMode="gray">
            <a:xfrm flipV="1">
              <a:off x="2920" y="894"/>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 name="Line 172"/>
            <p:cNvSpPr>
              <a:spLocks noChangeShapeType="1"/>
            </p:cNvSpPr>
            <p:nvPr userDrawn="1"/>
          </p:nvSpPr>
          <p:spPr bwMode="gray">
            <a:xfrm flipV="1">
              <a:off x="2929" y="815"/>
              <a:ext cx="156"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 name="Line 173"/>
            <p:cNvSpPr>
              <a:spLocks noChangeShapeType="1"/>
            </p:cNvSpPr>
            <p:nvPr userDrawn="1"/>
          </p:nvSpPr>
          <p:spPr bwMode="gray">
            <a:xfrm flipV="1">
              <a:off x="3085" y="812"/>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 name="Line 174"/>
            <p:cNvSpPr>
              <a:spLocks noChangeShapeType="1"/>
            </p:cNvSpPr>
            <p:nvPr userDrawn="1"/>
          </p:nvSpPr>
          <p:spPr bwMode="gray">
            <a:xfrm>
              <a:off x="3081" y="808"/>
              <a:ext cx="13"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 name="Line 175"/>
            <p:cNvSpPr>
              <a:spLocks noChangeShapeType="1"/>
            </p:cNvSpPr>
            <p:nvPr userDrawn="1"/>
          </p:nvSpPr>
          <p:spPr bwMode="gray">
            <a:xfrm flipH="1" flipV="1">
              <a:off x="2873" y="745"/>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 name="Line 176"/>
            <p:cNvSpPr>
              <a:spLocks noChangeShapeType="1"/>
            </p:cNvSpPr>
            <p:nvPr userDrawn="1"/>
          </p:nvSpPr>
          <p:spPr bwMode="gray">
            <a:xfrm flipH="1">
              <a:off x="2865" y="745"/>
              <a:ext cx="8"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 name="Line 177"/>
            <p:cNvSpPr>
              <a:spLocks noChangeShapeType="1"/>
            </p:cNvSpPr>
            <p:nvPr userDrawn="1"/>
          </p:nvSpPr>
          <p:spPr bwMode="gray">
            <a:xfrm flipH="1">
              <a:off x="2707" y="749"/>
              <a:ext cx="15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 name="Line 178"/>
            <p:cNvSpPr>
              <a:spLocks noChangeShapeType="1"/>
            </p:cNvSpPr>
            <p:nvPr userDrawn="1"/>
          </p:nvSpPr>
          <p:spPr bwMode="gray">
            <a:xfrm flipH="1">
              <a:off x="2698" y="826"/>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 name="Line 179"/>
            <p:cNvSpPr>
              <a:spLocks noChangeShapeType="1"/>
            </p:cNvSpPr>
            <p:nvPr userDrawn="1"/>
          </p:nvSpPr>
          <p:spPr bwMode="gray">
            <a:xfrm flipH="1" flipV="1">
              <a:off x="2698" y="829"/>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 name="Line 180"/>
            <p:cNvSpPr>
              <a:spLocks noChangeShapeType="1"/>
            </p:cNvSpPr>
            <p:nvPr userDrawn="1"/>
          </p:nvSpPr>
          <p:spPr bwMode="gray">
            <a:xfrm>
              <a:off x="2532" y="1051"/>
              <a:ext cx="200"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 name="Line 181"/>
            <p:cNvSpPr>
              <a:spLocks noChangeShapeType="1"/>
            </p:cNvSpPr>
            <p:nvPr userDrawn="1"/>
          </p:nvSpPr>
          <p:spPr bwMode="gray">
            <a:xfrm>
              <a:off x="2630" y="966"/>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 name="Line 182"/>
            <p:cNvSpPr>
              <a:spLocks noChangeShapeType="1"/>
            </p:cNvSpPr>
            <p:nvPr userDrawn="1"/>
          </p:nvSpPr>
          <p:spPr bwMode="gray">
            <a:xfrm flipH="1">
              <a:off x="2920" y="1154"/>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 name="Line 183"/>
            <p:cNvSpPr>
              <a:spLocks noChangeShapeType="1"/>
            </p:cNvSpPr>
            <p:nvPr userDrawn="1"/>
          </p:nvSpPr>
          <p:spPr bwMode="gray">
            <a:xfrm>
              <a:off x="2908" y="115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 name="Line 184"/>
            <p:cNvSpPr>
              <a:spLocks noChangeShapeType="1"/>
            </p:cNvSpPr>
            <p:nvPr userDrawn="1"/>
          </p:nvSpPr>
          <p:spPr bwMode="gray">
            <a:xfrm>
              <a:off x="2494" y="894"/>
              <a:ext cx="50" cy="1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 name="Line 185"/>
            <p:cNvSpPr>
              <a:spLocks noChangeShapeType="1"/>
            </p:cNvSpPr>
            <p:nvPr userDrawn="1"/>
          </p:nvSpPr>
          <p:spPr bwMode="gray">
            <a:xfrm flipH="1" flipV="1">
              <a:off x="2630" y="820"/>
              <a:ext cx="2"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 name="Line 186"/>
            <p:cNvSpPr>
              <a:spLocks noChangeShapeType="1"/>
            </p:cNvSpPr>
            <p:nvPr userDrawn="1"/>
          </p:nvSpPr>
          <p:spPr bwMode="gray">
            <a:xfrm>
              <a:off x="2931" y="1032"/>
              <a:ext cx="205"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 name="Line 187"/>
            <p:cNvSpPr>
              <a:spLocks noChangeShapeType="1"/>
            </p:cNvSpPr>
            <p:nvPr userDrawn="1"/>
          </p:nvSpPr>
          <p:spPr bwMode="gray">
            <a:xfrm flipV="1">
              <a:off x="3001" y="838"/>
              <a:ext cx="154"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 name="Line 188"/>
            <p:cNvSpPr>
              <a:spLocks noChangeShapeType="1"/>
            </p:cNvSpPr>
            <p:nvPr userDrawn="1"/>
          </p:nvSpPr>
          <p:spPr bwMode="gray">
            <a:xfrm>
              <a:off x="3008" y="855"/>
              <a:ext cx="21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 name="Line 189"/>
            <p:cNvSpPr>
              <a:spLocks noChangeShapeType="1"/>
            </p:cNvSpPr>
            <p:nvPr userDrawn="1"/>
          </p:nvSpPr>
          <p:spPr bwMode="gray">
            <a:xfrm flipV="1">
              <a:off x="2639" y="729"/>
              <a:ext cx="157"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 name="Line 190"/>
            <p:cNvSpPr>
              <a:spLocks noChangeShapeType="1"/>
            </p:cNvSpPr>
            <p:nvPr userDrawn="1"/>
          </p:nvSpPr>
          <p:spPr bwMode="gray">
            <a:xfrm>
              <a:off x="2581" y="724"/>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 name="Line 191"/>
            <p:cNvSpPr>
              <a:spLocks noChangeShapeType="1"/>
            </p:cNvSpPr>
            <p:nvPr userDrawn="1"/>
          </p:nvSpPr>
          <p:spPr bwMode="gray">
            <a:xfrm flipV="1">
              <a:off x="3157" y="1015"/>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 name="Line 192"/>
            <p:cNvSpPr>
              <a:spLocks noChangeShapeType="1"/>
            </p:cNvSpPr>
            <p:nvPr userDrawn="1"/>
          </p:nvSpPr>
          <p:spPr bwMode="gray">
            <a:xfrm flipH="1">
              <a:off x="3232" y="938"/>
              <a:ext cx="3"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 name="Line 193"/>
            <p:cNvSpPr>
              <a:spLocks noChangeShapeType="1"/>
            </p:cNvSpPr>
            <p:nvPr userDrawn="1"/>
          </p:nvSpPr>
          <p:spPr bwMode="gray">
            <a:xfrm flipH="1">
              <a:off x="2216" y="1235"/>
              <a:ext cx="161"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 name="Line 194"/>
            <p:cNvSpPr>
              <a:spLocks noChangeShapeType="1"/>
            </p:cNvSpPr>
            <p:nvPr userDrawn="1"/>
          </p:nvSpPr>
          <p:spPr bwMode="gray">
            <a:xfrm flipH="1" flipV="1">
              <a:off x="2237" y="1226"/>
              <a:ext cx="120"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 name="Line 195"/>
            <p:cNvSpPr>
              <a:spLocks noChangeShapeType="1"/>
            </p:cNvSpPr>
            <p:nvPr userDrawn="1"/>
          </p:nvSpPr>
          <p:spPr bwMode="gray">
            <a:xfrm flipH="1" flipV="1">
              <a:off x="2207" y="1333"/>
              <a:ext cx="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 name="Line 196"/>
            <p:cNvSpPr>
              <a:spLocks noChangeShapeType="1"/>
            </p:cNvSpPr>
            <p:nvPr userDrawn="1"/>
          </p:nvSpPr>
          <p:spPr bwMode="gray">
            <a:xfrm>
              <a:off x="2118" y="1412"/>
              <a:ext cx="59" cy="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 name="Line 197"/>
            <p:cNvSpPr>
              <a:spLocks noChangeShapeType="1"/>
            </p:cNvSpPr>
            <p:nvPr userDrawn="1"/>
          </p:nvSpPr>
          <p:spPr bwMode="gray">
            <a:xfrm flipV="1">
              <a:off x="2732" y="1216"/>
              <a:ext cx="85"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 name="Freeform 198"/>
            <p:cNvSpPr>
              <a:spLocks/>
            </p:cNvSpPr>
            <p:nvPr userDrawn="1"/>
          </p:nvSpPr>
          <p:spPr bwMode="gray">
            <a:xfrm>
              <a:off x="3421" y="1179"/>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 name="Line 199"/>
            <p:cNvSpPr>
              <a:spLocks noChangeShapeType="1"/>
            </p:cNvSpPr>
            <p:nvPr userDrawn="1"/>
          </p:nvSpPr>
          <p:spPr bwMode="gray">
            <a:xfrm>
              <a:off x="3324" y="1147"/>
              <a:ext cx="20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 name="Line 200"/>
            <p:cNvSpPr>
              <a:spLocks noChangeShapeType="1"/>
            </p:cNvSpPr>
            <p:nvPr userDrawn="1"/>
          </p:nvSpPr>
          <p:spPr bwMode="gray">
            <a:xfrm>
              <a:off x="3326" y="1156"/>
              <a:ext cx="20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 name="Freeform 201"/>
            <p:cNvSpPr>
              <a:spLocks/>
            </p:cNvSpPr>
            <p:nvPr userDrawn="1"/>
          </p:nvSpPr>
          <p:spPr bwMode="gray">
            <a:xfrm>
              <a:off x="3526" y="1212"/>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 name="Line 202"/>
            <p:cNvSpPr>
              <a:spLocks noChangeShapeType="1"/>
            </p:cNvSpPr>
            <p:nvPr userDrawn="1"/>
          </p:nvSpPr>
          <p:spPr bwMode="gray">
            <a:xfrm flipH="1" flipV="1">
              <a:off x="3317" y="1147"/>
              <a:ext cx="20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 name="Freeform 203"/>
            <p:cNvSpPr>
              <a:spLocks/>
            </p:cNvSpPr>
            <p:nvPr userDrawn="1"/>
          </p:nvSpPr>
          <p:spPr bwMode="gray">
            <a:xfrm>
              <a:off x="3317" y="1146"/>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 name="Freeform 204"/>
            <p:cNvSpPr>
              <a:spLocks/>
            </p:cNvSpPr>
            <p:nvPr userDrawn="1"/>
          </p:nvSpPr>
          <p:spPr bwMode="gray">
            <a:xfrm>
              <a:off x="2144" y="1686"/>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 name="Freeform 205"/>
            <p:cNvSpPr>
              <a:spLocks/>
            </p:cNvSpPr>
            <p:nvPr userDrawn="1"/>
          </p:nvSpPr>
          <p:spPr bwMode="gray">
            <a:xfrm>
              <a:off x="2265" y="1740"/>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 name="Line 206"/>
            <p:cNvSpPr>
              <a:spLocks noChangeShapeType="1"/>
            </p:cNvSpPr>
            <p:nvPr userDrawn="1"/>
          </p:nvSpPr>
          <p:spPr bwMode="gray">
            <a:xfrm>
              <a:off x="2149" y="1702"/>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 name="Line 207"/>
            <p:cNvSpPr>
              <a:spLocks noChangeShapeType="1"/>
            </p:cNvSpPr>
            <p:nvPr userDrawn="1"/>
          </p:nvSpPr>
          <p:spPr bwMode="gray">
            <a:xfrm>
              <a:off x="2154" y="1702"/>
              <a:ext cx="193"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 name="Freeform 208"/>
            <p:cNvSpPr>
              <a:spLocks/>
            </p:cNvSpPr>
            <p:nvPr userDrawn="1"/>
          </p:nvSpPr>
          <p:spPr bwMode="gray">
            <a:xfrm>
              <a:off x="2345" y="1770"/>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 name="Line 209"/>
            <p:cNvSpPr>
              <a:spLocks noChangeShapeType="1"/>
            </p:cNvSpPr>
            <p:nvPr userDrawn="1"/>
          </p:nvSpPr>
          <p:spPr bwMode="gray">
            <a:xfrm flipH="1" flipV="1">
              <a:off x="2146" y="1695"/>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 name="Freeform 210"/>
            <p:cNvSpPr>
              <a:spLocks/>
            </p:cNvSpPr>
            <p:nvPr userDrawn="1"/>
          </p:nvSpPr>
          <p:spPr bwMode="gray">
            <a:xfrm>
              <a:off x="2146" y="1695"/>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 name="Freeform 211"/>
            <p:cNvSpPr>
              <a:spLocks/>
            </p:cNvSpPr>
            <p:nvPr userDrawn="1"/>
          </p:nvSpPr>
          <p:spPr bwMode="gray">
            <a:xfrm>
              <a:off x="2574" y="1863"/>
              <a:ext cx="12" cy="10"/>
            </a:xfrm>
            <a:custGeom>
              <a:avLst/>
              <a:gdLst>
                <a:gd name="T0" fmla="*/ 12 w 12"/>
                <a:gd name="T1" fmla="*/ 1 h 10"/>
                <a:gd name="T2" fmla="*/ 7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 name="Line 212"/>
            <p:cNvSpPr>
              <a:spLocks noChangeShapeType="1"/>
            </p:cNvSpPr>
            <p:nvPr userDrawn="1"/>
          </p:nvSpPr>
          <p:spPr bwMode="gray">
            <a:xfrm flipV="1">
              <a:off x="2574" y="1866"/>
              <a:ext cx="12"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 name="Freeform 213"/>
            <p:cNvSpPr>
              <a:spLocks/>
            </p:cNvSpPr>
            <p:nvPr userDrawn="1"/>
          </p:nvSpPr>
          <p:spPr bwMode="gray">
            <a:xfrm>
              <a:off x="2651" y="1885"/>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 name="Line 214"/>
            <p:cNvSpPr>
              <a:spLocks noChangeShapeType="1"/>
            </p:cNvSpPr>
            <p:nvPr userDrawn="1"/>
          </p:nvSpPr>
          <p:spPr bwMode="gray">
            <a:xfrm>
              <a:off x="2574" y="1863"/>
              <a:ext cx="207"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 name="Line 215"/>
            <p:cNvSpPr>
              <a:spLocks noChangeShapeType="1"/>
            </p:cNvSpPr>
            <p:nvPr userDrawn="1"/>
          </p:nvSpPr>
          <p:spPr bwMode="gray">
            <a:xfrm>
              <a:off x="2586" y="1864"/>
              <a:ext cx="202"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 name="Freeform 216"/>
            <p:cNvSpPr>
              <a:spLocks/>
            </p:cNvSpPr>
            <p:nvPr userDrawn="1"/>
          </p:nvSpPr>
          <p:spPr bwMode="gray">
            <a:xfrm>
              <a:off x="2779" y="1933"/>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 name="Line 217"/>
            <p:cNvSpPr>
              <a:spLocks noChangeShapeType="1"/>
            </p:cNvSpPr>
            <p:nvPr userDrawn="1"/>
          </p:nvSpPr>
          <p:spPr bwMode="gray">
            <a:xfrm flipH="1" flipV="1">
              <a:off x="2565" y="1852"/>
              <a:ext cx="21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 name="Freeform 218"/>
            <p:cNvSpPr>
              <a:spLocks/>
            </p:cNvSpPr>
            <p:nvPr userDrawn="1"/>
          </p:nvSpPr>
          <p:spPr bwMode="gray">
            <a:xfrm>
              <a:off x="2565" y="1852"/>
              <a:ext cx="21" cy="12"/>
            </a:xfrm>
            <a:custGeom>
              <a:avLst/>
              <a:gdLst>
                <a:gd name="T0" fmla="*/ 21 w 21"/>
                <a:gd name="T1" fmla="*/ 12 h 12"/>
                <a:gd name="T2" fmla="*/ 14 w 21"/>
                <a:gd name="T3" fmla="*/ 12 h 12"/>
                <a:gd name="T4" fmla="*/ 11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 name="Freeform 219"/>
            <p:cNvSpPr>
              <a:spLocks/>
            </p:cNvSpPr>
            <p:nvPr userDrawn="1"/>
          </p:nvSpPr>
          <p:spPr bwMode="gray">
            <a:xfrm>
              <a:off x="2868" y="1884"/>
              <a:ext cx="12" cy="8"/>
            </a:xfrm>
            <a:custGeom>
              <a:avLst/>
              <a:gdLst>
                <a:gd name="T0" fmla="*/ 0 w 12"/>
                <a:gd name="T1" fmla="*/ 8 h 8"/>
                <a:gd name="T2" fmla="*/ 4 w 12"/>
                <a:gd name="T3" fmla="*/ 8 h 8"/>
                <a:gd name="T4" fmla="*/ 5 w 12"/>
                <a:gd name="T5" fmla="*/ 8 h 8"/>
                <a:gd name="T6" fmla="*/ 9 w 12"/>
                <a:gd name="T7" fmla="*/ 7 h 8"/>
                <a:gd name="T8" fmla="*/ 11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 name="Line 220"/>
            <p:cNvSpPr>
              <a:spLocks noChangeShapeType="1"/>
            </p:cNvSpPr>
            <p:nvPr userDrawn="1"/>
          </p:nvSpPr>
          <p:spPr bwMode="gray">
            <a:xfrm flipV="1">
              <a:off x="2796" y="1844"/>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 name="Line 221"/>
            <p:cNvSpPr>
              <a:spLocks noChangeShapeType="1"/>
            </p:cNvSpPr>
            <p:nvPr userDrawn="1"/>
          </p:nvSpPr>
          <p:spPr bwMode="gray">
            <a:xfrm flipV="1">
              <a:off x="2788" y="1845"/>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 name="Freeform 222"/>
            <p:cNvSpPr>
              <a:spLocks/>
            </p:cNvSpPr>
            <p:nvPr userDrawn="1"/>
          </p:nvSpPr>
          <p:spPr bwMode="gray">
            <a:xfrm>
              <a:off x="2947" y="1837"/>
              <a:ext cx="12" cy="8"/>
            </a:xfrm>
            <a:custGeom>
              <a:avLst/>
              <a:gdLst>
                <a:gd name="T0" fmla="*/ 0 w 12"/>
                <a:gd name="T1" fmla="*/ 8 h 8"/>
                <a:gd name="T2" fmla="*/ 5 w 12"/>
                <a:gd name="T3" fmla="*/ 8 h 8"/>
                <a:gd name="T4" fmla="*/ 7 w 12"/>
                <a:gd name="T5" fmla="*/ 8 h 8"/>
                <a:gd name="T6" fmla="*/ 10 w 12"/>
                <a:gd name="T7" fmla="*/ 7 h 8"/>
                <a:gd name="T8" fmla="*/ 12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 name="Line 223"/>
            <p:cNvSpPr>
              <a:spLocks noChangeShapeType="1"/>
            </p:cNvSpPr>
            <p:nvPr userDrawn="1"/>
          </p:nvSpPr>
          <p:spPr bwMode="gray">
            <a:xfrm flipH="1">
              <a:off x="2798" y="1837"/>
              <a:ext cx="161"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 name="Freeform 224"/>
            <p:cNvSpPr>
              <a:spLocks/>
            </p:cNvSpPr>
            <p:nvPr userDrawn="1"/>
          </p:nvSpPr>
          <p:spPr bwMode="gray">
            <a:xfrm>
              <a:off x="2788" y="1931"/>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 name="Freeform 225"/>
            <p:cNvSpPr>
              <a:spLocks/>
            </p:cNvSpPr>
            <p:nvPr userDrawn="1"/>
          </p:nvSpPr>
          <p:spPr bwMode="gray">
            <a:xfrm>
              <a:off x="2947" y="1826"/>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 name="Freeform 226"/>
            <p:cNvSpPr>
              <a:spLocks/>
            </p:cNvSpPr>
            <p:nvPr userDrawn="1"/>
          </p:nvSpPr>
          <p:spPr bwMode="gray">
            <a:xfrm>
              <a:off x="2342" y="1513"/>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 name="Line 227"/>
            <p:cNvSpPr>
              <a:spLocks noChangeShapeType="1"/>
            </p:cNvSpPr>
            <p:nvPr userDrawn="1"/>
          </p:nvSpPr>
          <p:spPr bwMode="gray">
            <a:xfrm flipH="1" flipV="1">
              <a:off x="2319" y="1366"/>
              <a:ext cx="26"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 name="Line 228"/>
            <p:cNvSpPr>
              <a:spLocks noChangeShapeType="1"/>
            </p:cNvSpPr>
            <p:nvPr userDrawn="1"/>
          </p:nvSpPr>
          <p:spPr bwMode="gray">
            <a:xfrm flipH="1" flipV="1">
              <a:off x="2314" y="1366"/>
              <a:ext cx="3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 name="Freeform 229"/>
            <p:cNvSpPr>
              <a:spLocks/>
            </p:cNvSpPr>
            <p:nvPr userDrawn="1"/>
          </p:nvSpPr>
          <p:spPr bwMode="gray">
            <a:xfrm>
              <a:off x="2314" y="1364"/>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 name="Line 230"/>
            <p:cNvSpPr>
              <a:spLocks noChangeShapeType="1"/>
            </p:cNvSpPr>
            <p:nvPr userDrawn="1"/>
          </p:nvSpPr>
          <p:spPr bwMode="gray">
            <a:xfrm>
              <a:off x="2322" y="1375"/>
              <a:ext cx="23"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 name="Freeform 231"/>
            <p:cNvSpPr>
              <a:spLocks/>
            </p:cNvSpPr>
            <p:nvPr userDrawn="1"/>
          </p:nvSpPr>
          <p:spPr bwMode="gray">
            <a:xfrm>
              <a:off x="2221" y="140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 name="Line 232"/>
            <p:cNvSpPr>
              <a:spLocks noChangeShapeType="1"/>
            </p:cNvSpPr>
            <p:nvPr userDrawn="1"/>
          </p:nvSpPr>
          <p:spPr bwMode="gray">
            <a:xfrm flipH="1">
              <a:off x="2140" y="1368"/>
              <a:ext cx="165"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2" name="Line 233"/>
            <p:cNvSpPr>
              <a:spLocks noChangeShapeType="1"/>
            </p:cNvSpPr>
            <p:nvPr userDrawn="1"/>
          </p:nvSpPr>
          <p:spPr bwMode="gray">
            <a:xfrm flipH="1">
              <a:off x="2147" y="1366"/>
              <a:ext cx="167"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3" name="Freeform 234"/>
            <p:cNvSpPr>
              <a:spLocks/>
            </p:cNvSpPr>
            <p:nvPr userDrawn="1"/>
          </p:nvSpPr>
          <p:spPr bwMode="gray">
            <a:xfrm>
              <a:off x="2139" y="1450"/>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4" name="Line 235"/>
            <p:cNvSpPr>
              <a:spLocks noChangeShapeType="1"/>
            </p:cNvSpPr>
            <p:nvPr userDrawn="1"/>
          </p:nvSpPr>
          <p:spPr bwMode="gray">
            <a:xfrm flipV="1">
              <a:off x="2139" y="1375"/>
              <a:ext cx="16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5" name="Freeform 236"/>
            <p:cNvSpPr>
              <a:spLocks/>
            </p:cNvSpPr>
            <p:nvPr userDrawn="1"/>
          </p:nvSpPr>
          <p:spPr bwMode="gray">
            <a:xfrm>
              <a:off x="2303" y="1366"/>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6" name="Freeform 237"/>
            <p:cNvSpPr>
              <a:spLocks/>
            </p:cNvSpPr>
            <p:nvPr userDrawn="1"/>
          </p:nvSpPr>
          <p:spPr bwMode="gray">
            <a:xfrm>
              <a:off x="2261" y="1495"/>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7" name="Line 238"/>
            <p:cNvSpPr>
              <a:spLocks noChangeShapeType="1"/>
            </p:cNvSpPr>
            <p:nvPr userDrawn="1"/>
          </p:nvSpPr>
          <p:spPr bwMode="gray">
            <a:xfrm>
              <a:off x="2142" y="1459"/>
              <a:ext cx="19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8" name="Line 239"/>
            <p:cNvSpPr>
              <a:spLocks noChangeShapeType="1"/>
            </p:cNvSpPr>
            <p:nvPr userDrawn="1"/>
          </p:nvSpPr>
          <p:spPr bwMode="gray">
            <a:xfrm>
              <a:off x="2147" y="1452"/>
              <a:ext cx="195"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9" name="Freeform 240"/>
            <p:cNvSpPr>
              <a:spLocks/>
            </p:cNvSpPr>
            <p:nvPr userDrawn="1"/>
          </p:nvSpPr>
          <p:spPr bwMode="gray">
            <a:xfrm>
              <a:off x="2340" y="1522"/>
              <a:ext cx="3" cy="21"/>
            </a:xfrm>
            <a:custGeom>
              <a:avLst/>
              <a:gdLst>
                <a:gd name="T0" fmla="*/ 2 w 3"/>
                <a:gd name="T1" fmla="*/ 0 h 21"/>
                <a:gd name="T2" fmla="*/ 0 w 3"/>
                <a:gd name="T3" fmla="*/ 7 h 21"/>
                <a:gd name="T4" fmla="*/ 0 w 3"/>
                <a:gd name="T5" fmla="*/ 14 h 21"/>
                <a:gd name="T6" fmla="*/ 3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0" name="Line 241"/>
            <p:cNvSpPr>
              <a:spLocks noChangeShapeType="1"/>
            </p:cNvSpPr>
            <p:nvPr userDrawn="1"/>
          </p:nvSpPr>
          <p:spPr bwMode="gray">
            <a:xfrm flipH="1" flipV="1">
              <a:off x="2139" y="1469"/>
              <a:ext cx="204"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1" name="Freeform 242"/>
            <p:cNvSpPr>
              <a:spLocks/>
            </p:cNvSpPr>
            <p:nvPr userDrawn="1"/>
          </p:nvSpPr>
          <p:spPr bwMode="gray">
            <a:xfrm>
              <a:off x="2139" y="1452"/>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2" name="Freeform 243"/>
            <p:cNvSpPr>
              <a:spLocks/>
            </p:cNvSpPr>
            <p:nvPr userDrawn="1"/>
          </p:nvSpPr>
          <p:spPr bwMode="gray">
            <a:xfrm>
              <a:off x="2655" y="1546"/>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3" name="Line 244"/>
            <p:cNvSpPr>
              <a:spLocks noChangeShapeType="1"/>
            </p:cNvSpPr>
            <p:nvPr userDrawn="1"/>
          </p:nvSpPr>
          <p:spPr bwMode="gray">
            <a:xfrm flipH="1">
              <a:off x="2576" y="1511"/>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4" name="Line 245"/>
            <p:cNvSpPr>
              <a:spLocks noChangeShapeType="1"/>
            </p:cNvSpPr>
            <p:nvPr userDrawn="1"/>
          </p:nvSpPr>
          <p:spPr bwMode="gray">
            <a:xfrm flipH="1">
              <a:off x="2583" y="1518"/>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5" name="Freeform 246"/>
            <p:cNvSpPr>
              <a:spLocks/>
            </p:cNvSpPr>
            <p:nvPr userDrawn="1"/>
          </p:nvSpPr>
          <p:spPr bwMode="gray">
            <a:xfrm>
              <a:off x="2572" y="1592"/>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6" name="Line 247"/>
            <p:cNvSpPr>
              <a:spLocks noChangeShapeType="1"/>
            </p:cNvSpPr>
            <p:nvPr userDrawn="1"/>
          </p:nvSpPr>
          <p:spPr bwMode="gray">
            <a:xfrm flipV="1">
              <a:off x="2572" y="1502"/>
              <a:ext cx="163"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7" name="Freeform 248"/>
            <p:cNvSpPr>
              <a:spLocks/>
            </p:cNvSpPr>
            <p:nvPr userDrawn="1"/>
          </p:nvSpPr>
          <p:spPr bwMode="gray">
            <a:xfrm>
              <a:off x="2735" y="1502"/>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8" name="Freeform 249"/>
            <p:cNvSpPr>
              <a:spLocks/>
            </p:cNvSpPr>
            <p:nvPr userDrawn="1"/>
          </p:nvSpPr>
          <p:spPr bwMode="gray">
            <a:xfrm>
              <a:off x="2649" y="1635"/>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9" name="Line 250"/>
            <p:cNvSpPr>
              <a:spLocks noChangeShapeType="1"/>
            </p:cNvSpPr>
            <p:nvPr userDrawn="1"/>
          </p:nvSpPr>
          <p:spPr bwMode="gray">
            <a:xfrm>
              <a:off x="2571" y="1614"/>
              <a:ext cx="210"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0" name="Line 251"/>
            <p:cNvSpPr>
              <a:spLocks noChangeShapeType="1"/>
            </p:cNvSpPr>
            <p:nvPr userDrawn="1"/>
          </p:nvSpPr>
          <p:spPr bwMode="gray">
            <a:xfrm>
              <a:off x="2583" y="1609"/>
              <a:ext cx="205"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1" name="Freeform 252"/>
            <p:cNvSpPr>
              <a:spLocks/>
            </p:cNvSpPr>
            <p:nvPr userDrawn="1"/>
          </p:nvSpPr>
          <p:spPr bwMode="gray">
            <a:xfrm>
              <a:off x="2779" y="1683"/>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2" name="Line 253"/>
            <p:cNvSpPr>
              <a:spLocks noChangeShapeType="1"/>
            </p:cNvSpPr>
            <p:nvPr userDrawn="1"/>
          </p:nvSpPr>
          <p:spPr bwMode="gray">
            <a:xfrm flipH="1" flipV="1">
              <a:off x="2564" y="1623"/>
              <a:ext cx="21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3" name="Freeform 254"/>
            <p:cNvSpPr>
              <a:spLocks/>
            </p:cNvSpPr>
            <p:nvPr userDrawn="1"/>
          </p:nvSpPr>
          <p:spPr bwMode="gray">
            <a:xfrm>
              <a:off x="2564" y="1609"/>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4" name="Freeform 255"/>
            <p:cNvSpPr>
              <a:spLocks/>
            </p:cNvSpPr>
            <p:nvPr userDrawn="1"/>
          </p:nvSpPr>
          <p:spPr bwMode="gray">
            <a:xfrm>
              <a:off x="2868" y="1635"/>
              <a:ext cx="12" cy="18"/>
            </a:xfrm>
            <a:custGeom>
              <a:avLst/>
              <a:gdLst>
                <a:gd name="T0" fmla="*/ 0 w 12"/>
                <a:gd name="T1" fmla="*/ 0 h 18"/>
                <a:gd name="T2" fmla="*/ 5 w 12"/>
                <a:gd name="T3" fmla="*/ 2 h 18"/>
                <a:gd name="T4" fmla="*/ 9 w 12"/>
                <a:gd name="T5" fmla="*/ 7 h 18"/>
                <a:gd name="T6" fmla="*/ 11 w 12"/>
                <a:gd name="T7" fmla="*/ 13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5" name="Line 256"/>
            <p:cNvSpPr>
              <a:spLocks noChangeShapeType="1"/>
            </p:cNvSpPr>
            <p:nvPr userDrawn="1"/>
          </p:nvSpPr>
          <p:spPr bwMode="gray">
            <a:xfrm flipV="1">
              <a:off x="2796" y="1597"/>
              <a:ext cx="161"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6" name="Line 257"/>
            <p:cNvSpPr>
              <a:spLocks noChangeShapeType="1"/>
            </p:cNvSpPr>
            <p:nvPr userDrawn="1"/>
          </p:nvSpPr>
          <p:spPr bwMode="gray">
            <a:xfrm flipV="1">
              <a:off x="2788" y="1590"/>
              <a:ext cx="16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7" name="Freeform 258"/>
            <p:cNvSpPr>
              <a:spLocks/>
            </p:cNvSpPr>
            <p:nvPr userDrawn="1"/>
          </p:nvSpPr>
          <p:spPr bwMode="gray">
            <a:xfrm>
              <a:off x="2948" y="1590"/>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8" name="Line 259"/>
            <p:cNvSpPr>
              <a:spLocks noChangeShapeType="1"/>
            </p:cNvSpPr>
            <p:nvPr userDrawn="1"/>
          </p:nvSpPr>
          <p:spPr bwMode="gray">
            <a:xfrm flipH="1">
              <a:off x="2798" y="1606"/>
              <a:ext cx="163"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9" name="Freeform 260"/>
            <p:cNvSpPr>
              <a:spLocks/>
            </p:cNvSpPr>
            <p:nvPr userDrawn="1"/>
          </p:nvSpPr>
          <p:spPr bwMode="gray">
            <a:xfrm>
              <a:off x="2788" y="1683"/>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0" name="Freeform 261"/>
            <p:cNvSpPr>
              <a:spLocks/>
            </p:cNvSpPr>
            <p:nvPr userDrawn="1"/>
          </p:nvSpPr>
          <p:spPr bwMode="gray">
            <a:xfrm>
              <a:off x="2821" y="1543"/>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1" name="Line 262"/>
            <p:cNvSpPr>
              <a:spLocks noChangeShapeType="1"/>
            </p:cNvSpPr>
            <p:nvPr userDrawn="1"/>
          </p:nvSpPr>
          <p:spPr bwMode="gray">
            <a:xfrm flipH="1" flipV="1">
              <a:off x="2747" y="1516"/>
              <a:ext cx="208"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2" name="Line 263"/>
            <p:cNvSpPr>
              <a:spLocks noChangeShapeType="1"/>
            </p:cNvSpPr>
            <p:nvPr userDrawn="1"/>
          </p:nvSpPr>
          <p:spPr bwMode="gray">
            <a:xfrm flipH="1" flipV="1">
              <a:off x="2746" y="1518"/>
              <a:ext cx="202"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3" name="Freeform 264"/>
            <p:cNvSpPr>
              <a:spLocks/>
            </p:cNvSpPr>
            <p:nvPr userDrawn="1"/>
          </p:nvSpPr>
          <p:spPr bwMode="gray">
            <a:xfrm>
              <a:off x="2744" y="1516"/>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4" name="Line 265"/>
            <p:cNvSpPr>
              <a:spLocks noChangeShapeType="1"/>
            </p:cNvSpPr>
            <p:nvPr userDrawn="1"/>
          </p:nvSpPr>
          <p:spPr bwMode="gray">
            <a:xfrm>
              <a:off x="2744" y="1522"/>
              <a:ext cx="21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5" name="Freeform 266"/>
            <p:cNvSpPr>
              <a:spLocks/>
            </p:cNvSpPr>
            <p:nvPr userDrawn="1"/>
          </p:nvSpPr>
          <p:spPr bwMode="gray">
            <a:xfrm>
              <a:off x="2948" y="1588"/>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6" name="Freeform 267"/>
            <p:cNvSpPr>
              <a:spLocks/>
            </p:cNvSpPr>
            <p:nvPr userDrawn="1"/>
          </p:nvSpPr>
          <p:spPr bwMode="gray">
            <a:xfrm>
              <a:off x="2959" y="1719"/>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nvGrpSpPr>
            <p:cNvPr id="207" name="Group 268"/>
            <p:cNvGrpSpPr>
              <a:grpSpLocks/>
            </p:cNvGrpSpPr>
            <p:nvPr userDrawn="1"/>
          </p:nvGrpSpPr>
          <p:grpSpPr bwMode="auto">
            <a:xfrm>
              <a:off x="2135" y="838"/>
              <a:ext cx="1546" cy="1270"/>
              <a:chOff x="2135" y="838"/>
              <a:chExt cx="1546" cy="1270"/>
            </a:xfrm>
          </p:grpSpPr>
          <p:sp>
            <p:nvSpPr>
              <p:cNvPr id="664" name="Line 269"/>
              <p:cNvSpPr>
                <a:spLocks noChangeShapeType="1"/>
              </p:cNvSpPr>
              <p:nvPr userDrawn="1"/>
            </p:nvSpPr>
            <p:spPr bwMode="gray">
              <a:xfrm flipV="1">
                <a:off x="2968" y="1604"/>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5" name="Line 270"/>
              <p:cNvSpPr>
                <a:spLocks noChangeShapeType="1"/>
              </p:cNvSpPr>
              <p:nvPr userDrawn="1"/>
            </p:nvSpPr>
            <p:spPr bwMode="gray">
              <a:xfrm flipV="1">
                <a:off x="2959" y="1606"/>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6" name="Freeform 271"/>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7" name="Line 272"/>
              <p:cNvSpPr>
                <a:spLocks noChangeShapeType="1"/>
              </p:cNvSpPr>
              <p:nvPr userDrawn="1"/>
            </p:nvSpPr>
            <p:spPr bwMode="gray">
              <a:xfrm flipH="1">
                <a:off x="2978" y="1606"/>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8" name="Freeform 273"/>
              <p:cNvSpPr>
                <a:spLocks/>
              </p:cNvSpPr>
              <p:nvPr userDrawn="1"/>
            </p:nvSpPr>
            <p:spPr bwMode="gray">
              <a:xfrm>
                <a:off x="2959" y="1833"/>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9" name="Freeform 274"/>
              <p:cNvSpPr>
                <a:spLocks/>
              </p:cNvSpPr>
              <p:nvPr userDrawn="1"/>
            </p:nvSpPr>
            <p:spPr bwMode="gray">
              <a:xfrm>
                <a:off x="2319" y="1366"/>
                <a:ext cx="3" cy="9"/>
              </a:xfrm>
              <a:custGeom>
                <a:avLst/>
                <a:gdLst>
                  <a:gd name="T0" fmla="*/ 3 w 3"/>
                  <a:gd name="T1" fmla="*/ 9 h 9"/>
                  <a:gd name="T2" fmla="*/ 0 w 3"/>
                  <a:gd name="T3" fmla="*/ 7 h 9"/>
                  <a:gd name="T4" fmla="*/ 0 w 3"/>
                  <a:gd name="T5" fmla="*/ 4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0" name="Freeform 275"/>
              <p:cNvSpPr>
                <a:spLocks/>
              </p:cNvSpPr>
              <p:nvPr userDrawn="1"/>
            </p:nvSpPr>
            <p:spPr bwMode="gray">
              <a:xfrm>
                <a:off x="2957" y="1712"/>
                <a:ext cx="19" cy="2"/>
              </a:xfrm>
              <a:custGeom>
                <a:avLst/>
                <a:gdLst>
                  <a:gd name="T0" fmla="*/ 0 w 19"/>
                  <a:gd name="T1" fmla="*/ 0 h 2"/>
                  <a:gd name="T2" fmla="*/ 5 w 19"/>
                  <a:gd name="T3" fmla="*/ 2 h 2"/>
                  <a:gd name="T4" fmla="*/ 11 w 19"/>
                  <a:gd name="T5" fmla="*/ 2 h 2"/>
                  <a:gd name="T6" fmla="*/ 16 w 19"/>
                  <a:gd name="T7" fmla="*/ 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1" name="Line 276"/>
              <p:cNvSpPr>
                <a:spLocks noChangeShapeType="1"/>
              </p:cNvSpPr>
              <p:nvPr userDrawn="1"/>
            </p:nvSpPr>
            <p:spPr bwMode="gray">
              <a:xfrm flipH="1">
                <a:off x="2966" y="1599"/>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2" name="Line 277"/>
              <p:cNvSpPr>
                <a:spLocks noChangeShapeType="1"/>
              </p:cNvSpPr>
              <p:nvPr userDrawn="1"/>
            </p:nvSpPr>
            <p:spPr bwMode="gray">
              <a:xfrm flipH="1">
                <a:off x="2955"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3" name="Freeform 278"/>
              <p:cNvSpPr>
                <a:spLocks/>
              </p:cNvSpPr>
              <p:nvPr userDrawn="1"/>
            </p:nvSpPr>
            <p:spPr bwMode="gray">
              <a:xfrm>
                <a:off x="2955" y="1826"/>
                <a:ext cx="21" cy="4"/>
              </a:xfrm>
              <a:custGeom>
                <a:avLst/>
                <a:gdLst>
                  <a:gd name="T0" fmla="*/ 0 w 21"/>
                  <a:gd name="T1" fmla="*/ 0 h 4"/>
                  <a:gd name="T2" fmla="*/ 6 w 21"/>
                  <a:gd name="T3" fmla="*/ 2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4" name="Line 279"/>
              <p:cNvSpPr>
                <a:spLocks noChangeShapeType="1"/>
              </p:cNvSpPr>
              <p:nvPr userDrawn="1"/>
            </p:nvSpPr>
            <p:spPr bwMode="gray">
              <a:xfrm flipV="1">
                <a:off x="2976"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5" name="Freeform 280"/>
              <p:cNvSpPr>
                <a:spLocks/>
              </p:cNvSpPr>
              <p:nvPr userDrawn="1"/>
            </p:nvSpPr>
            <p:spPr bwMode="gray">
              <a:xfrm>
                <a:off x="2957" y="1597"/>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6" name="Freeform 281"/>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7" name="Freeform 282"/>
              <p:cNvSpPr>
                <a:spLocks/>
              </p:cNvSpPr>
              <p:nvPr userDrawn="1"/>
            </p:nvSpPr>
            <p:spPr bwMode="gray">
              <a:xfrm>
                <a:off x="2139" y="1574"/>
                <a:ext cx="3" cy="9"/>
              </a:xfrm>
              <a:custGeom>
                <a:avLst/>
                <a:gdLst>
                  <a:gd name="T0" fmla="*/ 1 w 3"/>
                  <a:gd name="T1" fmla="*/ 0 h 9"/>
                  <a:gd name="T2" fmla="*/ 0 w 3"/>
                  <a:gd name="T3" fmla="*/ 2 h 9"/>
                  <a:gd name="T4" fmla="*/ 0 w 3"/>
                  <a:gd name="T5" fmla="*/ 4 h 9"/>
                  <a:gd name="T6" fmla="*/ 0 w 3"/>
                  <a:gd name="T7" fmla="*/ 7 h 9"/>
                  <a:gd name="T8" fmla="*/ 3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8" name="Line 283"/>
              <p:cNvSpPr>
                <a:spLocks noChangeShapeType="1"/>
              </p:cNvSpPr>
              <p:nvPr userDrawn="1"/>
            </p:nvSpPr>
            <p:spPr bwMode="gray">
              <a:xfrm flipH="1" flipV="1">
                <a:off x="2135" y="1466"/>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9" name="Line 284"/>
              <p:cNvSpPr>
                <a:spLocks noChangeShapeType="1"/>
              </p:cNvSpPr>
              <p:nvPr userDrawn="1"/>
            </p:nvSpPr>
            <p:spPr bwMode="gray">
              <a:xfrm flipH="1" flipV="1">
                <a:off x="2139" y="1460"/>
                <a:ext cx="5"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0" name="Freeform 285"/>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1" name="Line 286"/>
              <p:cNvSpPr>
                <a:spLocks noChangeShapeType="1"/>
              </p:cNvSpPr>
              <p:nvPr userDrawn="1"/>
            </p:nvSpPr>
            <p:spPr bwMode="gray">
              <a:xfrm>
                <a:off x="2139" y="1469"/>
                <a:ext cx="7"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2" name="Freeform 287"/>
              <p:cNvSpPr>
                <a:spLocks/>
              </p:cNvSpPr>
              <p:nvPr userDrawn="1"/>
            </p:nvSpPr>
            <p:spPr bwMode="gray">
              <a:xfrm>
                <a:off x="2140" y="1686"/>
                <a:ext cx="6" cy="9"/>
              </a:xfrm>
              <a:custGeom>
                <a:avLst/>
                <a:gdLst>
                  <a:gd name="T0" fmla="*/ 6 w 6"/>
                  <a:gd name="T1" fmla="*/ 9 h 9"/>
                  <a:gd name="T2" fmla="*/ 2 w 6"/>
                  <a:gd name="T3" fmla="*/ 7 h 9"/>
                  <a:gd name="T4" fmla="*/ 0 w 6"/>
                  <a:gd name="T5" fmla="*/ 5 h 9"/>
                  <a:gd name="T6" fmla="*/ 2 w 6"/>
                  <a:gd name="T7" fmla="*/ 2 h 9"/>
                  <a:gd name="T8" fmla="*/ 4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3" name="Freeform 288"/>
              <p:cNvSpPr>
                <a:spLocks/>
              </p:cNvSpPr>
              <p:nvPr userDrawn="1"/>
            </p:nvSpPr>
            <p:spPr bwMode="gray">
              <a:xfrm>
                <a:off x="2779" y="1816"/>
                <a:ext cx="19" cy="3"/>
              </a:xfrm>
              <a:custGeom>
                <a:avLst/>
                <a:gdLst>
                  <a:gd name="T0" fmla="*/ 0 w 19"/>
                  <a:gd name="T1" fmla="*/ 1 h 3"/>
                  <a:gd name="T2" fmla="*/ 5 w 19"/>
                  <a:gd name="T3" fmla="*/ 3 h 3"/>
                  <a:gd name="T4" fmla="*/ 10 w 19"/>
                  <a:gd name="T5" fmla="*/ 3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4" name="Line 289"/>
              <p:cNvSpPr>
                <a:spLocks noChangeShapeType="1"/>
              </p:cNvSpPr>
              <p:nvPr userDrawn="1"/>
            </p:nvSpPr>
            <p:spPr bwMode="gray">
              <a:xfrm flipV="1">
                <a:off x="2789" y="1702"/>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5" name="Line 290"/>
              <p:cNvSpPr>
                <a:spLocks noChangeShapeType="1"/>
              </p:cNvSpPr>
              <p:nvPr userDrawn="1"/>
            </p:nvSpPr>
            <p:spPr bwMode="gray">
              <a:xfrm flipV="1">
                <a:off x="2779" y="1700"/>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6" name="Freeform 291"/>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7" name="Line 292"/>
              <p:cNvSpPr>
                <a:spLocks noChangeShapeType="1"/>
              </p:cNvSpPr>
              <p:nvPr userDrawn="1"/>
            </p:nvSpPr>
            <p:spPr bwMode="gray">
              <a:xfrm>
                <a:off x="2798" y="1698"/>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8" name="Freeform 293"/>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9" name="Freeform 294"/>
              <p:cNvSpPr>
                <a:spLocks/>
              </p:cNvSpPr>
              <p:nvPr userDrawn="1"/>
            </p:nvSpPr>
            <p:spPr bwMode="gray">
              <a:xfrm>
                <a:off x="2356" y="1903"/>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0" name="Line 295"/>
              <p:cNvSpPr>
                <a:spLocks noChangeShapeType="1"/>
              </p:cNvSpPr>
              <p:nvPr userDrawn="1"/>
            </p:nvSpPr>
            <p:spPr bwMode="gray">
              <a:xfrm>
                <a:off x="2354" y="1789"/>
                <a:ext cx="3"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1" name="Line 296"/>
              <p:cNvSpPr>
                <a:spLocks noChangeShapeType="1"/>
              </p:cNvSpPr>
              <p:nvPr userDrawn="1"/>
            </p:nvSpPr>
            <p:spPr bwMode="gray">
              <a:xfrm>
                <a:off x="2357" y="1791"/>
                <a:ext cx="4"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2" name="Freeform 297"/>
              <p:cNvSpPr>
                <a:spLocks/>
              </p:cNvSpPr>
              <p:nvPr userDrawn="1"/>
            </p:nvSpPr>
            <p:spPr bwMode="gray">
              <a:xfrm>
                <a:off x="2357" y="2013"/>
                <a:ext cx="6" cy="11"/>
              </a:xfrm>
              <a:custGeom>
                <a:avLst/>
                <a:gdLst>
                  <a:gd name="T0" fmla="*/ 4 w 6"/>
                  <a:gd name="T1" fmla="*/ 0 h 11"/>
                  <a:gd name="T2" fmla="*/ 2 w 6"/>
                  <a:gd name="T3" fmla="*/ 4 h 11"/>
                  <a:gd name="T4" fmla="*/ 0 w 6"/>
                  <a:gd name="T5" fmla="*/ 5 h 11"/>
                  <a:gd name="T6" fmla="*/ 2 w 6"/>
                  <a:gd name="T7" fmla="*/ 9 h 11"/>
                  <a:gd name="T8" fmla="*/ 6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3" name="Line 298"/>
              <p:cNvSpPr>
                <a:spLocks noChangeShapeType="1"/>
              </p:cNvSpPr>
              <p:nvPr userDrawn="1"/>
            </p:nvSpPr>
            <p:spPr bwMode="gray">
              <a:xfrm flipH="1" flipV="1">
                <a:off x="2359" y="1788"/>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4" name="Freeform 299"/>
              <p:cNvSpPr>
                <a:spLocks/>
              </p:cNvSpPr>
              <p:nvPr userDrawn="1"/>
            </p:nvSpPr>
            <p:spPr bwMode="gray">
              <a:xfrm>
                <a:off x="2354" y="1788"/>
                <a:ext cx="5" cy="3"/>
              </a:xfrm>
              <a:custGeom>
                <a:avLst/>
                <a:gdLst>
                  <a:gd name="T0" fmla="*/ 3 w 5"/>
                  <a:gd name="T1" fmla="*/ 3 h 3"/>
                  <a:gd name="T2" fmla="*/ 2 w 5"/>
                  <a:gd name="T3" fmla="*/ 3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5" name="Freeform 300"/>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6" name="Freeform 301"/>
              <p:cNvSpPr>
                <a:spLocks/>
              </p:cNvSpPr>
              <p:nvPr userDrawn="1"/>
            </p:nvSpPr>
            <p:spPr bwMode="gray">
              <a:xfrm>
                <a:off x="2513"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7" name="Freeform 302"/>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8" name="Line 303"/>
              <p:cNvSpPr>
                <a:spLocks noChangeShapeType="1"/>
              </p:cNvSpPr>
              <p:nvPr userDrawn="1"/>
            </p:nvSpPr>
            <p:spPr bwMode="gray">
              <a:xfrm flipH="1">
                <a:off x="2350" y="1188"/>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9" name="Line 304"/>
              <p:cNvSpPr>
                <a:spLocks noChangeShapeType="1"/>
              </p:cNvSpPr>
              <p:nvPr userDrawn="1"/>
            </p:nvSpPr>
            <p:spPr bwMode="gray">
              <a:xfrm flipH="1">
                <a:off x="2347" y="1195"/>
                <a:ext cx="166"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0" name="Freeform 305"/>
              <p:cNvSpPr>
                <a:spLocks/>
              </p:cNvSpPr>
              <p:nvPr userDrawn="1"/>
            </p:nvSpPr>
            <p:spPr bwMode="gray">
              <a:xfrm>
                <a:off x="2347" y="1270"/>
                <a:ext cx="10" cy="10"/>
              </a:xfrm>
              <a:custGeom>
                <a:avLst/>
                <a:gdLst>
                  <a:gd name="T0" fmla="*/ 0 w 10"/>
                  <a:gd name="T1" fmla="*/ 10 h 10"/>
                  <a:gd name="T2" fmla="*/ 2 w 10"/>
                  <a:gd name="T3" fmla="*/ 5 h 10"/>
                  <a:gd name="T4" fmla="*/ 3 w 10"/>
                  <a:gd name="T5" fmla="*/ 2 h 10"/>
                  <a:gd name="T6" fmla="*/ 5 w 10"/>
                  <a:gd name="T7" fmla="*/ 0 h 10"/>
                  <a:gd name="T8" fmla="*/ 9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1" name="Line 306"/>
              <p:cNvSpPr>
                <a:spLocks noChangeShapeType="1"/>
              </p:cNvSpPr>
              <p:nvPr userDrawn="1"/>
            </p:nvSpPr>
            <p:spPr bwMode="gray">
              <a:xfrm flipV="1">
                <a:off x="2357" y="1186"/>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2" name="Freeform 307"/>
              <p:cNvSpPr>
                <a:spLocks/>
              </p:cNvSpPr>
              <p:nvPr userDrawn="1"/>
            </p:nvSpPr>
            <p:spPr bwMode="gray">
              <a:xfrm>
                <a:off x="2513"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3" name="Freeform 308"/>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4" name="Line 309"/>
              <p:cNvSpPr>
                <a:spLocks noChangeShapeType="1"/>
              </p:cNvSpPr>
              <p:nvPr userDrawn="1"/>
            </p:nvSpPr>
            <p:spPr bwMode="gray">
              <a:xfrm>
                <a:off x="2343" y="1284"/>
                <a:ext cx="6"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5" name="Line 310"/>
              <p:cNvSpPr>
                <a:spLocks noChangeShapeType="1"/>
              </p:cNvSpPr>
              <p:nvPr userDrawn="1"/>
            </p:nvSpPr>
            <p:spPr bwMode="gray">
              <a:xfrm>
                <a:off x="2347" y="1280"/>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6" name="Freeform 311"/>
              <p:cNvSpPr>
                <a:spLocks/>
              </p:cNvSpPr>
              <p:nvPr userDrawn="1"/>
            </p:nvSpPr>
            <p:spPr bwMode="gray">
              <a:xfrm>
                <a:off x="2349" y="1513"/>
                <a:ext cx="5" cy="21"/>
              </a:xfrm>
              <a:custGeom>
                <a:avLst/>
                <a:gdLst>
                  <a:gd name="T0" fmla="*/ 3 w 5"/>
                  <a:gd name="T1" fmla="*/ 0 h 21"/>
                  <a:gd name="T2" fmla="*/ 0 w 5"/>
                  <a:gd name="T3" fmla="*/ 5 h 21"/>
                  <a:gd name="T4" fmla="*/ 0 w 5"/>
                  <a:gd name="T5" fmla="*/ 10 h 21"/>
                  <a:gd name="T6" fmla="*/ 1 w 5"/>
                  <a:gd name="T7" fmla="*/ 16 h 21"/>
                  <a:gd name="T8" fmla="*/ 5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7" name="Line 312"/>
              <p:cNvSpPr>
                <a:spLocks noChangeShapeType="1"/>
              </p:cNvSpPr>
              <p:nvPr userDrawn="1"/>
            </p:nvSpPr>
            <p:spPr bwMode="gray">
              <a:xfrm flipH="1" flipV="1">
                <a:off x="2349" y="1287"/>
                <a:ext cx="5"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8" name="Freeform 313"/>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9" name="Freeform 314"/>
              <p:cNvSpPr>
                <a:spLocks/>
              </p:cNvSpPr>
              <p:nvPr userDrawn="1"/>
            </p:nvSpPr>
            <p:spPr bwMode="gray">
              <a:xfrm>
                <a:off x="2557"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0" name="Line 315"/>
              <p:cNvSpPr>
                <a:spLocks noChangeShapeType="1"/>
              </p:cNvSpPr>
              <p:nvPr userDrawn="1"/>
            </p:nvSpPr>
            <p:spPr bwMode="gray">
              <a:xfrm>
                <a:off x="2565" y="1870"/>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1" name="Line 316"/>
              <p:cNvSpPr>
                <a:spLocks noChangeShapeType="1"/>
              </p:cNvSpPr>
              <p:nvPr userDrawn="1"/>
            </p:nvSpPr>
            <p:spPr bwMode="gray">
              <a:xfrm>
                <a:off x="2574" y="1873"/>
                <a:ext cx="4"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2" name="Freeform 317"/>
              <p:cNvSpPr>
                <a:spLocks/>
              </p:cNvSpPr>
              <p:nvPr userDrawn="1"/>
            </p:nvSpPr>
            <p:spPr bwMode="gray">
              <a:xfrm>
                <a:off x="2557"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3" name="Line 318"/>
              <p:cNvSpPr>
                <a:spLocks noChangeShapeType="1"/>
              </p:cNvSpPr>
              <p:nvPr userDrawn="1"/>
            </p:nvSpPr>
            <p:spPr bwMode="gray">
              <a:xfrm flipH="1" flipV="1">
                <a:off x="2555" y="1861"/>
                <a:ext cx="2"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4" name="Freeform 319"/>
              <p:cNvSpPr>
                <a:spLocks/>
              </p:cNvSpPr>
              <p:nvPr userDrawn="1"/>
            </p:nvSpPr>
            <p:spPr bwMode="gray">
              <a:xfrm>
                <a:off x="2555" y="1861"/>
                <a:ext cx="19" cy="12"/>
              </a:xfrm>
              <a:custGeom>
                <a:avLst/>
                <a:gdLst>
                  <a:gd name="T0" fmla="*/ 19 w 19"/>
                  <a:gd name="T1" fmla="*/ 12 h 12"/>
                  <a:gd name="T2" fmla="*/ 12 w 19"/>
                  <a:gd name="T3" fmla="*/ 9 h 12"/>
                  <a:gd name="T4" fmla="*/ 5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5" name="Freeform 320"/>
              <p:cNvSpPr>
                <a:spLocks/>
              </p:cNvSpPr>
              <p:nvPr userDrawn="1"/>
            </p:nvSpPr>
            <p:spPr bwMode="gray">
              <a:xfrm>
                <a:off x="2646" y="2050"/>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6" name="Line 321"/>
              <p:cNvSpPr>
                <a:spLocks noChangeShapeType="1"/>
              </p:cNvSpPr>
              <p:nvPr userDrawn="1"/>
            </p:nvSpPr>
            <p:spPr bwMode="gray">
              <a:xfrm flipV="1">
                <a:off x="2574" y="2010"/>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7" name="Line 322"/>
              <p:cNvSpPr>
                <a:spLocks noChangeShapeType="1"/>
              </p:cNvSpPr>
              <p:nvPr userDrawn="1"/>
            </p:nvSpPr>
            <p:spPr bwMode="gray">
              <a:xfrm flipV="1">
                <a:off x="2578" y="2003"/>
                <a:ext cx="159"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8" name="Freeform 323"/>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9" name="Line 324"/>
              <p:cNvSpPr>
                <a:spLocks noChangeShapeType="1"/>
              </p:cNvSpPr>
              <p:nvPr userDrawn="1"/>
            </p:nvSpPr>
            <p:spPr bwMode="gray">
              <a:xfrm flipH="1">
                <a:off x="2565" y="2010"/>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0" name="Freeform 325"/>
              <p:cNvSpPr>
                <a:spLocks/>
              </p:cNvSpPr>
              <p:nvPr userDrawn="1"/>
            </p:nvSpPr>
            <p:spPr bwMode="gray">
              <a:xfrm>
                <a:off x="2565"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1" name="Line 326"/>
              <p:cNvSpPr>
                <a:spLocks noChangeShapeType="1"/>
              </p:cNvSpPr>
              <p:nvPr userDrawn="1"/>
            </p:nvSpPr>
            <p:spPr bwMode="gray">
              <a:xfrm flipV="1">
                <a:off x="2739" y="1924"/>
                <a:ext cx="1"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2" name="Line 327"/>
              <p:cNvSpPr>
                <a:spLocks noChangeShapeType="1"/>
              </p:cNvSpPr>
              <p:nvPr userDrawn="1"/>
            </p:nvSpPr>
            <p:spPr bwMode="gray">
              <a:xfrm flipV="1">
                <a:off x="2737" y="1924"/>
                <a:ext cx="1"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3" name="Line 328"/>
              <p:cNvSpPr>
                <a:spLocks noChangeShapeType="1"/>
              </p:cNvSpPr>
              <p:nvPr userDrawn="1"/>
            </p:nvSpPr>
            <p:spPr bwMode="gray">
              <a:xfrm>
                <a:off x="2733" y="1922"/>
                <a:ext cx="2"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4" name="Freeform 329"/>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5" name="Freeform 330"/>
              <p:cNvSpPr>
                <a:spLocks/>
              </p:cNvSpPr>
              <p:nvPr userDrawn="1"/>
            </p:nvSpPr>
            <p:spPr bwMode="gray">
              <a:xfrm>
                <a:off x="2732" y="1377"/>
                <a:ext cx="5" cy="8"/>
              </a:xfrm>
              <a:custGeom>
                <a:avLst/>
                <a:gdLst>
                  <a:gd name="T0" fmla="*/ 3 w 5"/>
                  <a:gd name="T1" fmla="*/ 8 h 8"/>
                  <a:gd name="T2" fmla="*/ 5 w 5"/>
                  <a:gd name="T3" fmla="*/ 7 h 8"/>
                  <a:gd name="T4" fmla="*/ 5 w 5"/>
                  <a:gd name="T5" fmla="*/ 5 h 8"/>
                  <a:gd name="T6" fmla="*/ 3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6" name="Line 331"/>
              <p:cNvSpPr>
                <a:spLocks noChangeShapeType="1"/>
              </p:cNvSpPr>
              <p:nvPr userDrawn="1"/>
            </p:nvSpPr>
            <p:spPr bwMode="gray">
              <a:xfrm flipH="1" flipV="1">
                <a:off x="2737" y="1265"/>
                <a:ext cx="2"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7" name="Line 332"/>
              <p:cNvSpPr>
                <a:spLocks noChangeShapeType="1"/>
              </p:cNvSpPr>
              <p:nvPr userDrawn="1"/>
            </p:nvSpPr>
            <p:spPr bwMode="gray">
              <a:xfrm flipV="1">
                <a:off x="2735" y="1270"/>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8" name="Freeform 333"/>
              <p:cNvSpPr>
                <a:spLocks/>
              </p:cNvSpPr>
              <p:nvPr userDrawn="1"/>
            </p:nvSpPr>
            <p:spPr bwMode="gray">
              <a:xfrm>
                <a:off x="2732" y="1261"/>
                <a:ext cx="5" cy="9"/>
              </a:xfrm>
              <a:custGeom>
                <a:avLst/>
                <a:gdLst>
                  <a:gd name="T0" fmla="*/ 3 w 5"/>
                  <a:gd name="T1" fmla="*/ 9 h 9"/>
                  <a:gd name="T2" fmla="*/ 5 w 5"/>
                  <a:gd name="T3" fmla="*/ 5 h 9"/>
                  <a:gd name="T4" fmla="*/ 5 w 5"/>
                  <a:gd name="T5" fmla="*/ 4 h 9"/>
                  <a:gd name="T6" fmla="*/ 3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9" name="Line 334"/>
              <p:cNvSpPr>
                <a:spLocks noChangeShapeType="1"/>
              </p:cNvSpPr>
              <p:nvPr userDrawn="1"/>
            </p:nvSpPr>
            <p:spPr bwMode="gray">
              <a:xfrm>
                <a:off x="2732" y="1261"/>
                <a:ext cx="1"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0" name="Freeform 335"/>
              <p:cNvSpPr>
                <a:spLocks/>
              </p:cNvSpPr>
              <p:nvPr userDrawn="1"/>
            </p:nvSpPr>
            <p:spPr bwMode="gray">
              <a:xfrm>
                <a:off x="2733" y="1502"/>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1" name="Freeform 336"/>
              <p:cNvSpPr>
                <a:spLocks/>
              </p:cNvSpPr>
              <p:nvPr userDrawn="1"/>
            </p:nvSpPr>
            <p:spPr bwMode="gray">
              <a:xfrm>
                <a:off x="2641" y="1296"/>
                <a:ext cx="12" cy="16"/>
              </a:xfrm>
              <a:custGeom>
                <a:avLst/>
                <a:gdLst>
                  <a:gd name="T0" fmla="*/ 12 w 12"/>
                  <a:gd name="T1" fmla="*/ 16 h 16"/>
                  <a:gd name="T2" fmla="*/ 10 w 12"/>
                  <a:gd name="T3" fmla="*/ 11 h 16"/>
                  <a:gd name="T4" fmla="*/ 8 w 12"/>
                  <a:gd name="T5" fmla="*/ 5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2" name="Line 337"/>
              <p:cNvSpPr>
                <a:spLocks noChangeShapeType="1"/>
              </p:cNvSpPr>
              <p:nvPr userDrawn="1"/>
            </p:nvSpPr>
            <p:spPr bwMode="gray">
              <a:xfrm flipH="1">
                <a:off x="2567" y="1259"/>
                <a:ext cx="165"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3" name="Line 338"/>
              <p:cNvSpPr>
                <a:spLocks noChangeShapeType="1"/>
              </p:cNvSpPr>
              <p:nvPr userDrawn="1"/>
            </p:nvSpPr>
            <p:spPr bwMode="gray">
              <a:xfrm flipH="1">
                <a:off x="2571" y="1270"/>
                <a:ext cx="164"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4" name="Freeform 339"/>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5" name="Line 340"/>
              <p:cNvSpPr>
                <a:spLocks noChangeShapeType="1"/>
              </p:cNvSpPr>
              <p:nvPr userDrawn="1"/>
            </p:nvSpPr>
            <p:spPr bwMode="gray">
              <a:xfrm flipV="1">
                <a:off x="2558" y="1252"/>
                <a:ext cx="165"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6" name="Freeform 341"/>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7" name="Freeform 342"/>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8" name="Line 343"/>
              <p:cNvSpPr>
                <a:spLocks noChangeShapeType="1"/>
              </p:cNvSpPr>
              <p:nvPr userDrawn="1"/>
            </p:nvSpPr>
            <p:spPr bwMode="gray">
              <a:xfrm>
                <a:off x="2560" y="1359"/>
                <a:ext cx="2" cy="24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9" name="Line 344"/>
              <p:cNvSpPr>
                <a:spLocks noChangeShapeType="1"/>
              </p:cNvSpPr>
              <p:nvPr userDrawn="1"/>
            </p:nvSpPr>
            <p:spPr bwMode="gray">
              <a:xfrm>
                <a:off x="2571" y="1356"/>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0" name="Freeform 345"/>
              <p:cNvSpPr>
                <a:spLocks/>
              </p:cNvSpPr>
              <p:nvPr userDrawn="1"/>
            </p:nvSpPr>
            <p:spPr bwMode="gray">
              <a:xfrm>
                <a:off x="2551" y="1592"/>
                <a:ext cx="21" cy="14"/>
              </a:xfrm>
              <a:custGeom>
                <a:avLst/>
                <a:gdLst>
                  <a:gd name="T0" fmla="*/ 21 w 21"/>
                  <a:gd name="T1" fmla="*/ 0 h 14"/>
                  <a:gd name="T2" fmla="*/ 16 w 21"/>
                  <a:gd name="T3" fmla="*/ 5 h 14"/>
                  <a:gd name="T4" fmla="*/ 13 w 21"/>
                  <a:gd name="T5" fmla="*/ 8 h 14"/>
                  <a:gd name="T6" fmla="*/ 7 w 21"/>
                  <a:gd name="T7" fmla="*/ 10 h 14"/>
                  <a:gd name="T8" fmla="*/ 0 w 21"/>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1" name="Line 346"/>
              <p:cNvSpPr>
                <a:spLocks noChangeShapeType="1"/>
              </p:cNvSpPr>
              <p:nvPr userDrawn="1"/>
            </p:nvSpPr>
            <p:spPr bwMode="gray">
              <a:xfrm flipH="1" flipV="1">
                <a:off x="2550" y="1357"/>
                <a:ext cx="1" cy="2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2" name="Freeform 347"/>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3" name="Freeform 348"/>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4" name="Freeform 349"/>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5" name="Freeform 350"/>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6" name="Line 351"/>
              <p:cNvSpPr>
                <a:spLocks noChangeShapeType="1"/>
              </p:cNvSpPr>
              <p:nvPr userDrawn="1"/>
            </p:nvSpPr>
            <p:spPr bwMode="gray">
              <a:xfrm>
                <a:off x="2536" y="1184"/>
                <a:ext cx="19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7" name="Line 352"/>
              <p:cNvSpPr>
                <a:spLocks noChangeShapeType="1"/>
              </p:cNvSpPr>
              <p:nvPr userDrawn="1"/>
            </p:nvSpPr>
            <p:spPr bwMode="gray">
              <a:xfrm>
                <a:off x="2532" y="1195"/>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8" name="Freeform 353"/>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9" name="Line 354"/>
              <p:cNvSpPr>
                <a:spLocks noChangeShapeType="1"/>
              </p:cNvSpPr>
              <p:nvPr userDrawn="1"/>
            </p:nvSpPr>
            <p:spPr bwMode="gray">
              <a:xfrm flipH="1" flipV="1">
                <a:off x="2543" y="1177"/>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0" name="Freeform 355"/>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1" name="Freeform 356"/>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2" name="Line 357"/>
              <p:cNvSpPr>
                <a:spLocks noChangeShapeType="1"/>
              </p:cNvSpPr>
              <p:nvPr userDrawn="1"/>
            </p:nvSpPr>
            <p:spPr bwMode="gray">
              <a:xfrm flipH="1" flipV="1">
                <a:off x="2530" y="1179"/>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3" name="Line 358"/>
              <p:cNvSpPr>
                <a:spLocks noChangeShapeType="1"/>
              </p:cNvSpPr>
              <p:nvPr userDrawn="1"/>
            </p:nvSpPr>
            <p:spPr bwMode="gray">
              <a:xfrm flipH="1" flipV="1">
                <a:off x="2523" y="1186"/>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4" name="Freeform 359"/>
              <p:cNvSpPr>
                <a:spLocks/>
              </p:cNvSpPr>
              <p:nvPr userDrawn="1"/>
            </p:nvSpPr>
            <p:spPr bwMode="gray">
              <a:xfrm>
                <a:off x="2523"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5" name="Line 360"/>
              <p:cNvSpPr>
                <a:spLocks noChangeShapeType="1"/>
              </p:cNvSpPr>
              <p:nvPr userDrawn="1"/>
            </p:nvSpPr>
            <p:spPr bwMode="gray">
              <a:xfrm>
                <a:off x="2532" y="1168"/>
                <a:ext cx="200"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6" name="Freeform 361"/>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7" name="Freeform 362"/>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8" name="Line 363"/>
              <p:cNvSpPr>
                <a:spLocks noChangeShapeType="1"/>
              </p:cNvSpPr>
              <p:nvPr userDrawn="1"/>
            </p:nvSpPr>
            <p:spPr bwMode="gray">
              <a:xfrm>
                <a:off x="2352" y="1277"/>
                <a:ext cx="199"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9" name="Line 364"/>
              <p:cNvSpPr>
                <a:spLocks noChangeShapeType="1"/>
              </p:cNvSpPr>
              <p:nvPr userDrawn="1"/>
            </p:nvSpPr>
            <p:spPr bwMode="gray">
              <a:xfrm>
                <a:off x="2357" y="1270"/>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0" name="Freeform 365"/>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1" name="Line 366"/>
              <p:cNvSpPr>
                <a:spLocks noChangeShapeType="1"/>
              </p:cNvSpPr>
              <p:nvPr userDrawn="1"/>
            </p:nvSpPr>
            <p:spPr bwMode="gray">
              <a:xfrm flipH="1" flipV="1">
                <a:off x="2349" y="1287"/>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2" name="Freeform 367"/>
              <p:cNvSpPr>
                <a:spLocks/>
              </p:cNvSpPr>
              <p:nvPr userDrawn="1"/>
            </p:nvSpPr>
            <p:spPr bwMode="gray">
              <a:xfrm>
                <a:off x="2349"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3" name="Freeform 368"/>
              <p:cNvSpPr>
                <a:spLocks/>
              </p:cNvSpPr>
              <p:nvPr userDrawn="1"/>
            </p:nvSpPr>
            <p:spPr bwMode="gray">
              <a:xfrm>
                <a:off x="2459" y="2060"/>
                <a:ext cx="10" cy="9"/>
              </a:xfrm>
              <a:custGeom>
                <a:avLst/>
                <a:gdLst>
                  <a:gd name="T0" fmla="*/ 0 w 10"/>
                  <a:gd name="T1" fmla="*/ 0 h 9"/>
                  <a:gd name="T2" fmla="*/ 2 w 10"/>
                  <a:gd name="T3" fmla="*/ 6 h 9"/>
                  <a:gd name="T4" fmla="*/ 3 w 10"/>
                  <a:gd name="T5" fmla="*/ 7 h 9"/>
                  <a:gd name="T6" fmla="*/ 7 w 10"/>
                  <a:gd name="T7" fmla="*/ 9 h 9"/>
                  <a:gd name="T8" fmla="*/ 1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4" name="Line 369"/>
              <p:cNvSpPr>
                <a:spLocks noChangeShapeType="1"/>
              </p:cNvSpPr>
              <p:nvPr userDrawn="1"/>
            </p:nvSpPr>
            <p:spPr bwMode="gray">
              <a:xfrm>
                <a:off x="2366"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5" name="Line 370"/>
              <p:cNvSpPr>
                <a:spLocks noChangeShapeType="1"/>
              </p:cNvSpPr>
              <p:nvPr userDrawn="1"/>
            </p:nvSpPr>
            <p:spPr bwMode="gray">
              <a:xfrm>
                <a:off x="2363" y="2024"/>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6" name="Freeform 371"/>
              <p:cNvSpPr>
                <a:spLocks/>
              </p:cNvSpPr>
              <p:nvPr userDrawn="1"/>
            </p:nvSpPr>
            <p:spPr bwMode="gray">
              <a:xfrm>
                <a:off x="2557"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7" name="Line 372"/>
              <p:cNvSpPr>
                <a:spLocks noChangeShapeType="1"/>
              </p:cNvSpPr>
              <p:nvPr userDrawn="1"/>
            </p:nvSpPr>
            <p:spPr bwMode="gray">
              <a:xfrm flipH="1" flipV="1">
                <a:off x="2371"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8" name="Freeform 373"/>
              <p:cNvSpPr>
                <a:spLocks/>
              </p:cNvSpPr>
              <p:nvPr userDrawn="1"/>
            </p:nvSpPr>
            <p:spPr bwMode="gray">
              <a:xfrm>
                <a:off x="2363" y="2024"/>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9" name="Freeform 374"/>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0" name="Freeform 375"/>
              <p:cNvSpPr>
                <a:spLocks/>
              </p:cNvSpPr>
              <p:nvPr userDrawn="1"/>
            </p:nvSpPr>
            <p:spPr bwMode="gray">
              <a:xfrm>
                <a:off x="2835" y="1314"/>
                <a:ext cx="9" cy="15"/>
              </a:xfrm>
              <a:custGeom>
                <a:avLst/>
                <a:gdLst>
                  <a:gd name="T0" fmla="*/ 9 w 9"/>
                  <a:gd name="T1" fmla="*/ 15 h 15"/>
                  <a:gd name="T2" fmla="*/ 5 w 9"/>
                  <a:gd name="T3" fmla="*/ 14 h 15"/>
                  <a:gd name="T4" fmla="*/ 2 w 9"/>
                  <a:gd name="T5" fmla="*/ 10 h 15"/>
                  <a:gd name="T6" fmla="*/ 0 w 9"/>
                  <a:gd name="T7" fmla="*/ 5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1" name="Freeform 376"/>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2" name="Line 377"/>
              <p:cNvSpPr>
                <a:spLocks noChangeShapeType="1"/>
              </p:cNvSpPr>
              <p:nvPr userDrawn="1"/>
            </p:nvSpPr>
            <p:spPr bwMode="gray">
              <a:xfrm>
                <a:off x="2838" y="1329"/>
                <a:ext cx="19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3" name="Line 378"/>
              <p:cNvSpPr>
                <a:spLocks noChangeShapeType="1"/>
              </p:cNvSpPr>
              <p:nvPr userDrawn="1"/>
            </p:nvSpPr>
            <p:spPr bwMode="gray">
              <a:xfrm>
                <a:off x="2844" y="1329"/>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4" name="Freeform 379"/>
              <p:cNvSpPr>
                <a:spLocks/>
              </p:cNvSpPr>
              <p:nvPr userDrawn="1"/>
            </p:nvSpPr>
            <p:spPr bwMode="gray">
              <a:xfrm>
                <a:off x="3031" y="1389"/>
                <a:ext cx="3"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5" name="Line 380"/>
              <p:cNvSpPr>
                <a:spLocks noChangeShapeType="1"/>
              </p:cNvSpPr>
              <p:nvPr userDrawn="1"/>
            </p:nvSpPr>
            <p:spPr bwMode="gray">
              <a:xfrm flipH="1" flipV="1">
                <a:off x="2837" y="1322"/>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6" name="Freeform 381"/>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7" name="Line 382"/>
              <p:cNvSpPr>
                <a:spLocks noChangeShapeType="1"/>
              </p:cNvSpPr>
              <p:nvPr userDrawn="1"/>
            </p:nvSpPr>
            <p:spPr bwMode="gray">
              <a:xfrm flipH="1">
                <a:off x="3370" y="1144"/>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8" name="Line 383"/>
              <p:cNvSpPr>
                <a:spLocks noChangeShapeType="1"/>
              </p:cNvSpPr>
              <p:nvPr userDrawn="1"/>
            </p:nvSpPr>
            <p:spPr bwMode="gray">
              <a:xfrm flipH="1">
                <a:off x="3382" y="1149"/>
                <a:ext cx="30" cy="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9" name="Line 384"/>
              <p:cNvSpPr>
                <a:spLocks noChangeShapeType="1"/>
              </p:cNvSpPr>
              <p:nvPr userDrawn="1"/>
            </p:nvSpPr>
            <p:spPr bwMode="gray">
              <a:xfrm flipV="1">
                <a:off x="3356" y="1133"/>
                <a:ext cx="45" cy="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0" name="Freeform 385"/>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1" name="Freeform 386"/>
              <p:cNvSpPr>
                <a:spLocks/>
              </p:cNvSpPr>
              <p:nvPr userDrawn="1"/>
            </p:nvSpPr>
            <p:spPr bwMode="gray">
              <a:xfrm>
                <a:off x="3540" y="1252"/>
                <a:ext cx="10" cy="16"/>
              </a:xfrm>
              <a:custGeom>
                <a:avLst/>
                <a:gdLst>
                  <a:gd name="T0" fmla="*/ 0 w 10"/>
                  <a:gd name="T1" fmla="*/ 0 h 16"/>
                  <a:gd name="T2" fmla="*/ 3 w 10"/>
                  <a:gd name="T3" fmla="*/ 2 h 16"/>
                  <a:gd name="T4" fmla="*/ 7 w 10"/>
                  <a:gd name="T5" fmla="*/ 6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2" name="Line 387"/>
              <p:cNvSpPr>
                <a:spLocks noChangeShapeType="1"/>
              </p:cNvSpPr>
              <p:nvPr userDrawn="1"/>
            </p:nvSpPr>
            <p:spPr bwMode="gray">
              <a:xfrm flipV="1">
                <a:off x="3538" y="1217"/>
                <a:ext cx="7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3" name="Line 388"/>
              <p:cNvSpPr>
                <a:spLocks noChangeShapeType="1"/>
              </p:cNvSpPr>
              <p:nvPr userDrawn="1"/>
            </p:nvSpPr>
            <p:spPr bwMode="gray">
              <a:xfrm flipV="1">
                <a:off x="3538" y="1212"/>
                <a:ext cx="72" cy="4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4" name="Freeform 389"/>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5" name="Line 390"/>
              <p:cNvSpPr>
                <a:spLocks noChangeShapeType="1"/>
              </p:cNvSpPr>
              <p:nvPr userDrawn="1"/>
            </p:nvSpPr>
            <p:spPr bwMode="gray">
              <a:xfrm flipH="1">
                <a:off x="3538" y="1228"/>
                <a:ext cx="82"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6" name="Freeform 391"/>
              <p:cNvSpPr>
                <a:spLocks/>
              </p:cNvSpPr>
              <p:nvPr userDrawn="1"/>
            </p:nvSpPr>
            <p:spPr bwMode="gray">
              <a:xfrm>
                <a:off x="3484" y="1172"/>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7" name="Line 392"/>
              <p:cNvSpPr>
                <a:spLocks noChangeShapeType="1"/>
              </p:cNvSpPr>
              <p:nvPr userDrawn="1"/>
            </p:nvSpPr>
            <p:spPr bwMode="gray">
              <a:xfrm flipH="1" flipV="1">
                <a:off x="3412" y="1147"/>
                <a:ext cx="20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8" name="Line 393"/>
              <p:cNvSpPr>
                <a:spLocks noChangeShapeType="1"/>
              </p:cNvSpPr>
              <p:nvPr userDrawn="1"/>
            </p:nvSpPr>
            <p:spPr bwMode="gray">
              <a:xfrm flipH="1" flipV="1">
                <a:off x="3412" y="1149"/>
                <a:ext cx="198"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9" name="Freeform 394"/>
              <p:cNvSpPr>
                <a:spLocks/>
              </p:cNvSpPr>
              <p:nvPr userDrawn="1"/>
            </p:nvSpPr>
            <p:spPr bwMode="gray">
              <a:xfrm>
                <a:off x="3408" y="1149"/>
                <a:ext cx="4" cy="5"/>
              </a:xfrm>
              <a:custGeom>
                <a:avLst/>
                <a:gdLst>
                  <a:gd name="T0" fmla="*/ 4 w 4"/>
                  <a:gd name="T1" fmla="*/ 0 h 5"/>
                  <a:gd name="T2" fmla="*/ 4 w 4"/>
                  <a:gd name="T3" fmla="*/ 0 h 5"/>
                  <a:gd name="T4" fmla="*/ 4 w 4"/>
                  <a:gd name="T5" fmla="*/ 0 h 5"/>
                  <a:gd name="T6" fmla="*/ 2 w 4"/>
                  <a:gd name="T7" fmla="*/ 2 h 5"/>
                  <a:gd name="T8" fmla="*/ 2 w 4"/>
                  <a:gd name="T9" fmla="*/ 4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0" name="Line 395"/>
              <p:cNvSpPr>
                <a:spLocks noChangeShapeType="1"/>
              </p:cNvSpPr>
              <p:nvPr userDrawn="1"/>
            </p:nvSpPr>
            <p:spPr bwMode="gray">
              <a:xfrm>
                <a:off x="3408" y="1154"/>
                <a:ext cx="209"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1" name="Freeform 396"/>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2" name="Freeform 397"/>
              <p:cNvSpPr>
                <a:spLocks/>
              </p:cNvSpPr>
              <p:nvPr userDrawn="1"/>
            </p:nvSpPr>
            <p:spPr bwMode="gray">
              <a:xfrm>
                <a:off x="3613" y="1329"/>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3" name="Line 398"/>
              <p:cNvSpPr>
                <a:spLocks noChangeShapeType="1"/>
              </p:cNvSpPr>
              <p:nvPr userDrawn="1"/>
            </p:nvSpPr>
            <p:spPr bwMode="gray">
              <a:xfrm flipV="1">
                <a:off x="3618" y="1223"/>
                <a:ext cx="4" cy="1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4" name="Line 399"/>
              <p:cNvSpPr>
                <a:spLocks noChangeShapeType="1"/>
              </p:cNvSpPr>
              <p:nvPr userDrawn="1"/>
            </p:nvSpPr>
            <p:spPr bwMode="gray">
              <a:xfrm flipV="1">
                <a:off x="3615" y="1228"/>
                <a:ext cx="5"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5" name="Freeform 400"/>
              <p:cNvSpPr>
                <a:spLocks/>
              </p:cNvSpPr>
              <p:nvPr userDrawn="1"/>
            </p:nvSpPr>
            <p:spPr bwMode="gray">
              <a:xfrm>
                <a:off x="3617" y="1219"/>
                <a:ext cx="5" cy="9"/>
              </a:xfrm>
              <a:custGeom>
                <a:avLst/>
                <a:gdLst>
                  <a:gd name="T0" fmla="*/ 3 w 5"/>
                  <a:gd name="T1" fmla="*/ 9 h 9"/>
                  <a:gd name="T2" fmla="*/ 5 w 5"/>
                  <a:gd name="T3" fmla="*/ 7 h 9"/>
                  <a:gd name="T4" fmla="*/ 5 w 5"/>
                  <a:gd name="T5" fmla="*/ 5 h 9"/>
                  <a:gd name="T6" fmla="*/ 3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6" name="Line 401"/>
              <p:cNvSpPr>
                <a:spLocks noChangeShapeType="1"/>
              </p:cNvSpPr>
              <p:nvPr userDrawn="1"/>
            </p:nvSpPr>
            <p:spPr bwMode="gray">
              <a:xfrm flipH="1">
                <a:off x="3611" y="1219"/>
                <a:ext cx="6" cy="1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7" name="Freeform 402"/>
              <p:cNvSpPr>
                <a:spLocks/>
              </p:cNvSpPr>
              <p:nvPr userDrawn="1"/>
            </p:nvSpPr>
            <p:spPr bwMode="gray">
              <a:xfrm>
                <a:off x="2816" y="1207"/>
                <a:ext cx="19" cy="2"/>
              </a:xfrm>
              <a:custGeom>
                <a:avLst/>
                <a:gdLst>
                  <a:gd name="T0" fmla="*/ 19 w 19"/>
                  <a:gd name="T1" fmla="*/ 0 h 2"/>
                  <a:gd name="T2" fmla="*/ 14 w 19"/>
                  <a:gd name="T3" fmla="*/ 2 h 2"/>
                  <a:gd name="T4" fmla="*/ 10 w 19"/>
                  <a:gd name="T5" fmla="*/ 2 h 2"/>
                  <a:gd name="T6" fmla="*/ 5 w 19"/>
                  <a:gd name="T7" fmla="*/ 2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8" name="Line 403"/>
              <p:cNvSpPr>
                <a:spLocks noChangeShapeType="1"/>
              </p:cNvSpPr>
              <p:nvPr userDrawn="1"/>
            </p:nvSpPr>
            <p:spPr bwMode="gray">
              <a:xfrm flipV="1">
                <a:off x="2826" y="1202"/>
                <a:ext cx="1" cy="1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9" name="Line 404"/>
              <p:cNvSpPr>
                <a:spLocks noChangeShapeType="1"/>
              </p:cNvSpPr>
              <p:nvPr userDrawn="1"/>
            </p:nvSpPr>
            <p:spPr bwMode="gray">
              <a:xfrm flipV="1">
                <a:off x="2835" y="1196"/>
                <a:ext cx="1" cy="1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0" name="Line 405"/>
              <p:cNvSpPr>
                <a:spLocks noChangeShapeType="1"/>
              </p:cNvSpPr>
              <p:nvPr userDrawn="1"/>
            </p:nvSpPr>
            <p:spPr bwMode="gray">
              <a:xfrm>
                <a:off x="2816" y="1207"/>
                <a:ext cx="1" cy="10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1" name="Freeform 406"/>
              <p:cNvSpPr>
                <a:spLocks/>
              </p:cNvSpPr>
              <p:nvPr userDrawn="1"/>
            </p:nvSpPr>
            <p:spPr bwMode="gray">
              <a:xfrm>
                <a:off x="2816" y="1314"/>
                <a:ext cx="19" cy="3"/>
              </a:xfrm>
              <a:custGeom>
                <a:avLst/>
                <a:gdLst>
                  <a:gd name="T0" fmla="*/ 19 w 19"/>
                  <a:gd name="T1" fmla="*/ 0 h 3"/>
                  <a:gd name="T2" fmla="*/ 12 w 19"/>
                  <a:gd name="T3" fmla="*/ 3 h 3"/>
                  <a:gd name="T4" fmla="*/ 7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2" name="Freeform 407"/>
              <p:cNvSpPr>
                <a:spLocks/>
              </p:cNvSpPr>
              <p:nvPr userDrawn="1"/>
            </p:nvSpPr>
            <p:spPr bwMode="gray">
              <a:xfrm>
                <a:off x="2817"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3" name="Line 408"/>
              <p:cNvSpPr>
                <a:spLocks noChangeShapeType="1"/>
              </p:cNvSpPr>
              <p:nvPr userDrawn="1"/>
            </p:nvSpPr>
            <p:spPr bwMode="gray">
              <a:xfrm>
                <a:off x="2826" y="1202"/>
                <a:ext cx="1" cy="1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4" name="Line 409"/>
              <p:cNvSpPr>
                <a:spLocks noChangeShapeType="1"/>
              </p:cNvSpPr>
              <p:nvPr userDrawn="1"/>
            </p:nvSpPr>
            <p:spPr bwMode="gray">
              <a:xfrm>
                <a:off x="2837" y="1196"/>
                <a:ext cx="1"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5" name="Freeform 410"/>
              <p:cNvSpPr>
                <a:spLocks/>
              </p:cNvSpPr>
              <p:nvPr userDrawn="1"/>
            </p:nvSpPr>
            <p:spPr bwMode="gray">
              <a:xfrm>
                <a:off x="2817"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6" name="Line 411"/>
              <p:cNvSpPr>
                <a:spLocks noChangeShapeType="1"/>
              </p:cNvSpPr>
              <p:nvPr userDrawn="1"/>
            </p:nvSpPr>
            <p:spPr bwMode="gray">
              <a:xfrm flipV="1">
                <a:off x="2817" y="1205"/>
                <a:ext cx="1" cy="1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7" name="Freeform 412"/>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8" name="Line 413"/>
              <p:cNvSpPr>
                <a:spLocks noChangeShapeType="1"/>
              </p:cNvSpPr>
              <p:nvPr userDrawn="1"/>
            </p:nvSpPr>
            <p:spPr bwMode="gray">
              <a:xfrm flipH="1">
                <a:off x="3038" y="1406"/>
                <a:ext cx="1" cy="1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9" name="Line 414"/>
              <p:cNvSpPr>
                <a:spLocks noChangeShapeType="1"/>
              </p:cNvSpPr>
              <p:nvPr userDrawn="1"/>
            </p:nvSpPr>
            <p:spPr bwMode="gray">
              <a:xfrm flipH="1">
                <a:off x="3039" y="1408"/>
                <a:ext cx="2" cy="1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0" name="Line 415"/>
              <p:cNvSpPr>
                <a:spLocks noChangeShapeType="1"/>
              </p:cNvSpPr>
              <p:nvPr userDrawn="1"/>
            </p:nvSpPr>
            <p:spPr bwMode="gray">
              <a:xfrm flipV="1">
                <a:off x="3043" y="1405"/>
                <a:ext cx="2" cy="1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1" name="Freeform 416"/>
              <p:cNvSpPr>
                <a:spLocks/>
              </p:cNvSpPr>
              <p:nvPr userDrawn="1"/>
            </p:nvSpPr>
            <p:spPr bwMode="gray">
              <a:xfrm>
                <a:off x="3039" y="1405"/>
                <a:ext cx="6" cy="3"/>
              </a:xfrm>
              <a:custGeom>
                <a:avLst/>
                <a:gdLst>
                  <a:gd name="T0" fmla="*/ 2 w 6"/>
                  <a:gd name="T1" fmla="*/ 3 h 3"/>
                  <a:gd name="T2" fmla="*/ 0 w 6"/>
                  <a:gd name="T3" fmla="*/ 3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2" name="Freeform 417"/>
              <p:cNvSpPr>
                <a:spLocks/>
              </p:cNvSpPr>
              <p:nvPr userDrawn="1"/>
            </p:nvSpPr>
            <p:spPr bwMode="gray">
              <a:xfrm>
                <a:off x="3192"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3" name="Line 418"/>
              <p:cNvSpPr>
                <a:spLocks noChangeShapeType="1"/>
              </p:cNvSpPr>
              <p:nvPr userDrawn="1"/>
            </p:nvSpPr>
            <p:spPr bwMode="gray">
              <a:xfrm flipH="1">
                <a:off x="3185" y="840"/>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4" name="Line 419"/>
              <p:cNvSpPr>
                <a:spLocks noChangeShapeType="1"/>
              </p:cNvSpPr>
              <p:nvPr userDrawn="1"/>
            </p:nvSpPr>
            <p:spPr bwMode="gray">
              <a:xfrm flipV="1">
                <a:off x="3188" y="840"/>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5" name="Freeform 420"/>
              <p:cNvSpPr>
                <a:spLocks/>
              </p:cNvSpPr>
              <p:nvPr userDrawn="1"/>
            </p:nvSpPr>
            <p:spPr bwMode="gray">
              <a:xfrm>
                <a:off x="3192"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6" name="Freeform 421"/>
              <p:cNvSpPr>
                <a:spLocks/>
              </p:cNvSpPr>
              <p:nvPr userDrawn="1"/>
            </p:nvSpPr>
            <p:spPr bwMode="gray">
              <a:xfrm>
                <a:off x="3401" y="1016"/>
                <a:ext cx="6" cy="7"/>
              </a:xfrm>
              <a:custGeom>
                <a:avLst/>
                <a:gdLst>
                  <a:gd name="T0" fmla="*/ 2 w 6"/>
                  <a:gd name="T1" fmla="*/ 7 h 7"/>
                  <a:gd name="T2" fmla="*/ 6 w 6"/>
                  <a:gd name="T3" fmla="*/ 7 h 7"/>
                  <a:gd name="T4" fmla="*/ 6 w 6"/>
                  <a:gd name="T5" fmla="*/ 6 h 7"/>
                  <a:gd name="T6" fmla="*/ 4 w 6"/>
                  <a:gd name="T7" fmla="*/ 4 h 7"/>
                  <a:gd name="T8" fmla="*/ 2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7" name="Line 422"/>
              <p:cNvSpPr>
                <a:spLocks noChangeShapeType="1"/>
              </p:cNvSpPr>
              <p:nvPr userDrawn="1"/>
            </p:nvSpPr>
            <p:spPr bwMode="gray">
              <a:xfrm flipV="1">
                <a:off x="3403" y="910"/>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8" name="Line 423"/>
              <p:cNvSpPr>
                <a:spLocks noChangeShapeType="1"/>
              </p:cNvSpPr>
              <p:nvPr userDrawn="1"/>
            </p:nvSpPr>
            <p:spPr bwMode="gray">
              <a:xfrm flipV="1">
                <a:off x="3401" y="913"/>
                <a:ext cx="6"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9" name="Freeform 424"/>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0" name="Line 425"/>
              <p:cNvSpPr>
                <a:spLocks noChangeShapeType="1"/>
              </p:cNvSpPr>
              <p:nvPr userDrawn="1"/>
            </p:nvSpPr>
            <p:spPr bwMode="gray">
              <a:xfrm flipH="1">
                <a:off x="3398" y="906"/>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1" name="Freeform 426"/>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2" name="Freeform 427"/>
              <p:cNvSpPr>
                <a:spLocks/>
              </p:cNvSpPr>
              <p:nvPr userDrawn="1"/>
            </p:nvSpPr>
            <p:spPr bwMode="gray">
              <a:xfrm>
                <a:off x="3324" y="936"/>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3" name="Line 428"/>
              <p:cNvSpPr>
                <a:spLocks noChangeShapeType="1"/>
              </p:cNvSpPr>
              <p:nvPr userDrawn="1"/>
            </p:nvSpPr>
            <p:spPr bwMode="gray">
              <a:xfrm flipH="1">
                <a:off x="3312" y="904"/>
                <a:ext cx="91"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4" name="Line 429"/>
              <p:cNvSpPr>
                <a:spLocks noChangeShapeType="1"/>
              </p:cNvSpPr>
              <p:nvPr userDrawn="1"/>
            </p:nvSpPr>
            <p:spPr bwMode="gray">
              <a:xfrm flipH="1">
                <a:off x="3312" y="913"/>
                <a:ext cx="95"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5" name="Line 430"/>
              <p:cNvSpPr>
                <a:spLocks noChangeShapeType="1"/>
              </p:cNvSpPr>
              <p:nvPr userDrawn="1"/>
            </p:nvSpPr>
            <p:spPr bwMode="gray">
              <a:xfrm flipV="1">
                <a:off x="3314" y="897"/>
                <a:ext cx="82"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6" name="Freeform 431"/>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7" name="Freeform 432"/>
              <p:cNvSpPr>
                <a:spLocks/>
              </p:cNvSpPr>
              <p:nvPr userDrawn="1"/>
            </p:nvSpPr>
            <p:spPr bwMode="gray">
              <a:xfrm>
                <a:off x="3298" y="868"/>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8" name="Line 433"/>
              <p:cNvSpPr>
                <a:spLocks noChangeShapeType="1"/>
              </p:cNvSpPr>
              <p:nvPr userDrawn="1"/>
            </p:nvSpPr>
            <p:spPr bwMode="gray">
              <a:xfrm>
                <a:off x="3207" y="840"/>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9" name="Line 434"/>
              <p:cNvSpPr>
                <a:spLocks noChangeShapeType="1"/>
              </p:cNvSpPr>
              <p:nvPr userDrawn="1"/>
            </p:nvSpPr>
            <p:spPr bwMode="gray">
              <a:xfrm>
                <a:off x="3209" y="847"/>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0" name="Freeform 435"/>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1" name="Line 436"/>
              <p:cNvSpPr>
                <a:spLocks noChangeShapeType="1"/>
              </p:cNvSpPr>
              <p:nvPr userDrawn="1"/>
            </p:nvSpPr>
            <p:spPr bwMode="gray">
              <a:xfrm flipH="1" flipV="1">
                <a:off x="3202" y="840"/>
                <a:ext cx="194"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2" name="Freeform 437"/>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3" name="Freeform 438"/>
              <p:cNvSpPr>
                <a:spLocks/>
              </p:cNvSpPr>
              <p:nvPr userDrawn="1"/>
            </p:nvSpPr>
            <p:spPr bwMode="gray">
              <a:xfrm>
                <a:off x="3345" y="1823"/>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4" name="Freeform 439"/>
              <p:cNvSpPr>
                <a:spLocks/>
              </p:cNvSpPr>
              <p:nvPr userDrawn="1"/>
            </p:nvSpPr>
            <p:spPr bwMode="gray">
              <a:xfrm>
                <a:off x="2976" y="1826"/>
                <a:ext cx="11" cy="16"/>
              </a:xfrm>
              <a:custGeom>
                <a:avLst/>
                <a:gdLst>
                  <a:gd name="T0" fmla="*/ 11 w 11"/>
                  <a:gd name="T1" fmla="*/ 16 h 16"/>
                  <a:gd name="T2" fmla="*/ 7 w 11"/>
                  <a:gd name="T3" fmla="*/ 14 h 16"/>
                  <a:gd name="T4" fmla="*/ 4 w 11"/>
                  <a:gd name="T5" fmla="*/ 11 h 16"/>
                  <a:gd name="T6" fmla="*/ 0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5" name="Freeform 440"/>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6" name="Line 441"/>
              <p:cNvSpPr>
                <a:spLocks noChangeShapeType="1"/>
              </p:cNvSpPr>
              <p:nvPr userDrawn="1"/>
            </p:nvSpPr>
            <p:spPr bwMode="gray">
              <a:xfrm>
                <a:off x="2982" y="1842"/>
                <a:ext cx="204"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7" name="Line 442"/>
              <p:cNvSpPr>
                <a:spLocks noChangeShapeType="1"/>
              </p:cNvSpPr>
              <p:nvPr userDrawn="1"/>
            </p:nvSpPr>
            <p:spPr bwMode="gray">
              <a:xfrm>
                <a:off x="2987" y="1842"/>
                <a:ext cx="20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8" name="Freeform 443"/>
              <p:cNvSpPr>
                <a:spLocks/>
              </p:cNvSpPr>
              <p:nvPr userDrawn="1"/>
            </p:nvSpPr>
            <p:spPr bwMode="gray">
              <a:xfrm>
                <a:off x="3185" y="1910"/>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9" name="Line 444"/>
              <p:cNvSpPr>
                <a:spLocks noChangeShapeType="1"/>
              </p:cNvSpPr>
              <p:nvPr userDrawn="1"/>
            </p:nvSpPr>
            <p:spPr bwMode="gray">
              <a:xfrm flipH="1" flipV="1">
                <a:off x="2978" y="1835"/>
                <a:ext cx="20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0" name="Freeform 445"/>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1" name="Freeform 446"/>
              <p:cNvSpPr>
                <a:spLocks/>
              </p:cNvSpPr>
              <p:nvPr userDrawn="1"/>
            </p:nvSpPr>
            <p:spPr bwMode="gray">
              <a:xfrm>
                <a:off x="3290" y="1849"/>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2" name="Line 447"/>
              <p:cNvSpPr>
                <a:spLocks noChangeShapeType="1"/>
              </p:cNvSpPr>
              <p:nvPr userDrawn="1"/>
            </p:nvSpPr>
            <p:spPr bwMode="gray">
              <a:xfrm flipV="1">
                <a:off x="3202" y="1819"/>
                <a:ext cx="156"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3" name="Line 448"/>
              <p:cNvSpPr>
                <a:spLocks noChangeShapeType="1"/>
              </p:cNvSpPr>
              <p:nvPr userDrawn="1"/>
            </p:nvSpPr>
            <p:spPr bwMode="gray">
              <a:xfrm flipV="1">
                <a:off x="3193" y="1823"/>
                <a:ext cx="152"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4" name="Freeform 449"/>
              <p:cNvSpPr>
                <a:spLocks/>
              </p:cNvSpPr>
              <p:nvPr userDrawn="1"/>
            </p:nvSpPr>
            <p:spPr bwMode="gray">
              <a:xfrm>
                <a:off x="3345" y="1810"/>
                <a:ext cx="21" cy="13"/>
              </a:xfrm>
              <a:custGeom>
                <a:avLst/>
                <a:gdLst>
                  <a:gd name="T0" fmla="*/ 0 w 21"/>
                  <a:gd name="T1" fmla="*/ 13 h 13"/>
                  <a:gd name="T2" fmla="*/ 7 w 21"/>
                  <a:gd name="T3" fmla="*/ 13 h 13"/>
                  <a:gd name="T4" fmla="*/ 13 w 21"/>
                  <a:gd name="T5" fmla="*/ 9 h 13"/>
                  <a:gd name="T6" fmla="*/ 18 w 21"/>
                  <a:gd name="T7" fmla="*/ 6 h 13"/>
                  <a:gd name="T8" fmla="*/ 21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5" name="Line 450"/>
              <p:cNvSpPr>
                <a:spLocks noChangeShapeType="1"/>
              </p:cNvSpPr>
              <p:nvPr userDrawn="1"/>
            </p:nvSpPr>
            <p:spPr bwMode="gray">
              <a:xfrm flipH="1">
                <a:off x="3206" y="1810"/>
                <a:ext cx="160" cy="10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6" name="Freeform 451"/>
              <p:cNvSpPr>
                <a:spLocks/>
              </p:cNvSpPr>
              <p:nvPr userDrawn="1"/>
            </p:nvSpPr>
            <p:spPr bwMode="gray">
              <a:xfrm>
                <a:off x="3193" y="1910"/>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7" name="Freeform 452"/>
              <p:cNvSpPr>
                <a:spLocks/>
              </p:cNvSpPr>
              <p:nvPr userDrawn="1"/>
            </p:nvSpPr>
            <p:spPr bwMode="gray">
              <a:xfrm>
                <a:off x="3519" y="1711"/>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8" name="Freeform 453"/>
              <p:cNvSpPr>
                <a:spLocks/>
              </p:cNvSpPr>
              <p:nvPr userDrawn="1"/>
            </p:nvSpPr>
            <p:spPr bwMode="gray">
              <a:xfrm>
                <a:off x="3580" y="1670"/>
                <a:ext cx="12" cy="9"/>
              </a:xfrm>
              <a:custGeom>
                <a:avLst/>
                <a:gdLst>
                  <a:gd name="T0" fmla="*/ 0 w 12"/>
                  <a:gd name="T1" fmla="*/ 9 h 9"/>
                  <a:gd name="T2" fmla="*/ 3 w 12"/>
                  <a:gd name="T3" fmla="*/ 9 h 9"/>
                  <a:gd name="T4" fmla="*/ 9 w 12"/>
                  <a:gd name="T5" fmla="*/ 7 h 9"/>
                  <a:gd name="T6" fmla="*/ 10 w 12"/>
                  <a:gd name="T7" fmla="*/ 4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9" name="Line 454"/>
              <p:cNvSpPr>
                <a:spLocks noChangeShapeType="1"/>
              </p:cNvSpPr>
              <p:nvPr userDrawn="1"/>
            </p:nvSpPr>
            <p:spPr bwMode="gray">
              <a:xfrm flipV="1">
                <a:off x="3531" y="1621"/>
                <a:ext cx="147"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0" name="Line 455"/>
              <p:cNvSpPr>
                <a:spLocks noChangeShapeType="1"/>
              </p:cNvSpPr>
              <p:nvPr userDrawn="1"/>
            </p:nvSpPr>
            <p:spPr bwMode="gray">
              <a:xfrm flipV="1">
                <a:off x="3527" y="1623"/>
                <a:ext cx="142"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1" name="Freeform 456"/>
              <p:cNvSpPr>
                <a:spLocks/>
              </p:cNvSpPr>
              <p:nvPr userDrawn="1"/>
            </p:nvSpPr>
            <p:spPr bwMode="gray">
              <a:xfrm>
                <a:off x="3669"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2" name="Line 457"/>
              <p:cNvSpPr>
                <a:spLocks noChangeShapeType="1"/>
              </p:cNvSpPr>
              <p:nvPr userDrawn="1"/>
            </p:nvSpPr>
            <p:spPr bwMode="gray">
              <a:xfrm flipH="1">
                <a:off x="3531" y="1614"/>
                <a:ext cx="15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3" name="Freeform 458"/>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4" name="Freeform 459"/>
              <p:cNvSpPr>
                <a:spLocks/>
              </p:cNvSpPr>
              <p:nvPr userDrawn="1"/>
            </p:nvSpPr>
            <p:spPr bwMode="gray">
              <a:xfrm>
                <a:off x="3669" y="1606"/>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5" name="Freeform 460"/>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6" name="Line 461"/>
              <p:cNvSpPr>
                <a:spLocks noChangeShapeType="1"/>
              </p:cNvSpPr>
              <p:nvPr userDrawn="1"/>
            </p:nvSpPr>
            <p:spPr bwMode="gray">
              <a:xfrm flipH="1" flipV="1">
                <a:off x="3151" y="1490"/>
                <a:ext cx="20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7" name="Line 462"/>
              <p:cNvSpPr>
                <a:spLocks noChangeShapeType="1"/>
              </p:cNvSpPr>
              <p:nvPr userDrawn="1"/>
            </p:nvSpPr>
            <p:spPr bwMode="gray">
              <a:xfrm flipH="1" flipV="1">
                <a:off x="3144" y="1497"/>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8" name="Freeform 463"/>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9" name="Line 464"/>
              <p:cNvSpPr>
                <a:spLocks noChangeShapeType="1"/>
              </p:cNvSpPr>
              <p:nvPr userDrawn="1"/>
            </p:nvSpPr>
            <p:spPr bwMode="gray">
              <a:xfrm>
                <a:off x="3153" y="1480"/>
                <a:ext cx="20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0" name="Freeform 465"/>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1" name="Freeform 466"/>
              <p:cNvSpPr>
                <a:spLocks/>
              </p:cNvSpPr>
              <p:nvPr userDrawn="1"/>
            </p:nvSpPr>
            <p:spPr bwMode="gray">
              <a:xfrm>
                <a:off x="3076" y="1530"/>
                <a:ext cx="12" cy="9"/>
              </a:xfrm>
              <a:custGeom>
                <a:avLst/>
                <a:gdLst>
                  <a:gd name="T0" fmla="*/ 12 w 12"/>
                  <a:gd name="T1" fmla="*/ 0 h 9"/>
                  <a:gd name="T2" fmla="*/ 9 w 12"/>
                  <a:gd name="T3" fmla="*/ 0 h 9"/>
                  <a:gd name="T4" fmla="*/ 7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2" name="Line 467"/>
              <p:cNvSpPr>
                <a:spLocks noChangeShapeType="1"/>
              </p:cNvSpPr>
              <p:nvPr userDrawn="1"/>
            </p:nvSpPr>
            <p:spPr bwMode="gray">
              <a:xfrm flipH="1">
                <a:off x="2982" y="1497"/>
                <a:ext cx="159"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3" name="Line 468"/>
              <p:cNvSpPr>
                <a:spLocks noChangeShapeType="1"/>
              </p:cNvSpPr>
              <p:nvPr userDrawn="1"/>
            </p:nvSpPr>
            <p:spPr bwMode="gray">
              <a:xfrm flipH="1">
                <a:off x="2989" y="1497"/>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208" name="Group 469"/>
            <p:cNvGrpSpPr>
              <a:grpSpLocks/>
            </p:cNvGrpSpPr>
            <p:nvPr userDrawn="1"/>
          </p:nvGrpSpPr>
          <p:grpSpPr bwMode="auto">
            <a:xfrm>
              <a:off x="2282" y="873"/>
              <a:ext cx="1410" cy="1369"/>
              <a:chOff x="2282" y="873"/>
              <a:chExt cx="1410" cy="1369"/>
            </a:xfrm>
          </p:grpSpPr>
          <p:sp>
            <p:nvSpPr>
              <p:cNvPr id="464" name="Freeform 470"/>
              <p:cNvSpPr>
                <a:spLocks/>
              </p:cNvSpPr>
              <p:nvPr userDrawn="1"/>
            </p:nvSpPr>
            <p:spPr bwMode="gray">
              <a:xfrm>
                <a:off x="2978" y="1586"/>
                <a:ext cx="11" cy="11"/>
              </a:xfrm>
              <a:custGeom>
                <a:avLst/>
                <a:gdLst>
                  <a:gd name="T0" fmla="*/ 11 w 11"/>
                  <a:gd name="T1" fmla="*/ 2 h 11"/>
                  <a:gd name="T2" fmla="*/ 7 w 11"/>
                  <a:gd name="T3" fmla="*/ 0 h 11"/>
                  <a:gd name="T4" fmla="*/ 4 w 11"/>
                  <a:gd name="T5" fmla="*/ 2 h 11"/>
                  <a:gd name="T6" fmla="*/ 0 w 11"/>
                  <a:gd name="T7" fmla="*/ 6 h 11"/>
                  <a:gd name="T8" fmla="*/ 0 w 11"/>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5" name="Line 471"/>
              <p:cNvSpPr>
                <a:spLocks noChangeShapeType="1"/>
              </p:cNvSpPr>
              <p:nvPr userDrawn="1"/>
            </p:nvSpPr>
            <p:spPr bwMode="gray">
              <a:xfrm flipV="1">
                <a:off x="2978" y="1502"/>
                <a:ext cx="16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6" name="Freeform 472"/>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7" name="Freeform 473"/>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8" name="Freeform 474"/>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9" name="Freeform 475"/>
              <p:cNvSpPr>
                <a:spLocks/>
              </p:cNvSpPr>
              <p:nvPr userDrawn="1"/>
            </p:nvSpPr>
            <p:spPr bwMode="gray">
              <a:xfrm>
                <a:off x="3295" y="1602"/>
                <a:ext cx="12" cy="18"/>
              </a:xfrm>
              <a:custGeom>
                <a:avLst/>
                <a:gdLst>
                  <a:gd name="T0" fmla="*/ 0 w 12"/>
                  <a:gd name="T1" fmla="*/ 0 h 18"/>
                  <a:gd name="T2" fmla="*/ 5 w 12"/>
                  <a:gd name="T3" fmla="*/ 4 h 18"/>
                  <a:gd name="T4" fmla="*/ 8 w 12"/>
                  <a:gd name="T5" fmla="*/ 7 h 18"/>
                  <a:gd name="T6" fmla="*/ 10 w 12"/>
                  <a:gd name="T7" fmla="*/ 12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0" name="Line 476"/>
              <p:cNvSpPr>
                <a:spLocks noChangeShapeType="1"/>
              </p:cNvSpPr>
              <p:nvPr userDrawn="1"/>
            </p:nvSpPr>
            <p:spPr bwMode="gray">
              <a:xfrm flipV="1">
                <a:off x="3206" y="1572"/>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1" name="Line 477"/>
              <p:cNvSpPr>
                <a:spLocks noChangeShapeType="1"/>
              </p:cNvSpPr>
              <p:nvPr userDrawn="1"/>
            </p:nvSpPr>
            <p:spPr bwMode="gray">
              <a:xfrm flipV="1">
                <a:off x="3197" y="1569"/>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2" name="Freeform 478"/>
              <p:cNvSpPr>
                <a:spLocks/>
              </p:cNvSpPr>
              <p:nvPr userDrawn="1"/>
            </p:nvSpPr>
            <p:spPr bwMode="gray">
              <a:xfrm>
                <a:off x="3352" y="1569"/>
                <a:ext cx="20" cy="12"/>
              </a:xfrm>
              <a:custGeom>
                <a:avLst/>
                <a:gdLst>
                  <a:gd name="T0" fmla="*/ 0 w 20"/>
                  <a:gd name="T1" fmla="*/ 0 h 12"/>
                  <a:gd name="T2" fmla="*/ 6 w 20"/>
                  <a:gd name="T3" fmla="*/ 0 h 12"/>
                  <a:gd name="T4" fmla="*/ 11 w 20"/>
                  <a:gd name="T5" fmla="*/ 2 h 12"/>
                  <a:gd name="T6" fmla="*/ 16 w 20"/>
                  <a:gd name="T7" fmla="*/ 7 h 12"/>
                  <a:gd name="T8" fmla="*/ 20 w 20"/>
                  <a:gd name="T9" fmla="*/ 1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3" name="Line 479"/>
              <p:cNvSpPr>
                <a:spLocks noChangeShapeType="1"/>
              </p:cNvSpPr>
              <p:nvPr userDrawn="1"/>
            </p:nvSpPr>
            <p:spPr bwMode="gray">
              <a:xfrm flipH="1">
                <a:off x="3209" y="1581"/>
                <a:ext cx="163"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4" name="Freeform 480"/>
              <p:cNvSpPr>
                <a:spLocks/>
              </p:cNvSpPr>
              <p:nvPr userDrawn="1"/>
            </p:nvSpPr>
            <p:spPr bwMode="gray">
              <a:xfrm>
                <a:off x="3197" y="1660"/>
                <a:ext cx="12" cy="17"/>
              </a:xfrm>
              <a:custGeom>
                <a:avLst/>
                <a:gdLst>
                  <a:gd name="T0" fmla="*/ 12 w 12"/>
                  <a:gd name="T1" fmla="*/ 17 h 17"/>
                  <a:gd name="T2" fmla="*/ 10 w 12"/>
                  <a:gd name="T3" fmla="*/ 12 h 17"/>
                  <a:gd name="T4" fmla="*/ 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5" name="Freeform 481"/>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6" name="Freeform 482"/>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7" name="Line 483"/>
              <p:cNvSpPr>
                <a:spLocks noChangeShapeType="1"/>
              </p:cNvSpPr>
              <p:nvPr userDrawn="1"/>
            </p:nvSpPr>
            <p:spPr bwMode="gray">
              <a:xfrm flipV="1">
                <a:off x="3538" y="1382"/>
                <a:ext cx="149"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8" name="Line 484"/>
              <p:cNvSpPr>
                <a:spLocks noChangeShapeType="1"/>
              </p:cNvSpPr>
              <p:nvPr userDrawn="1"/>
            </p:nvSpPr>
            <p:spPr bwMode="gray">
              <a:xfrm flipV="1">
                <a:off x="3534" y="1375"/>
                <a:ext cx="14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9" name="Freeform 485"/>
              <p:cNvSpPr>
                <a:spLocks/>
              </p:cNvSpPr>
              <p:nvPr userDrawn="1"/>
            </p:nvSpPr>
            <p:spPr bwMode="gray">
              <a:xfrm>
                <a:off x="3678" y="1375"/>
                <a:ext cx="12" cy="16"/>
              </a:xfrm>
              <a:custGeom>
                <a:avLst/>
                <a:gdLst>
                  <a:gd name="T0" fmla="*/ 0 w 12"/>
                  <a:gd name="T1" fmla="*/ 0 h 16"/>
                  <a:gd name="T2" fmla="*/ 5 w 12"/>
                  <a:gd name="T3" fmla="*/ 2 h 16"/>
                  <a:gd name="T4" fmla="*/ 9 w 12"/>
                  <a:gd name="T5" fmla="*/ 7 h 16"/>
                  <a:gd name="T6" fmla="*/ 10 w 12"/>
                  <a:gd name="T7" fmla="*/ 10 h 16"/>
                  <a:gd name="T8" fmla="*/ 1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0" name="Line 486"/>
              <p:cNvSpPr>
                <a:spLocks noChangeShapeType="1"/>
              </p:cNvSpPr>
              <p:nvPr userDrawn="1"/>
            </p:nvSpPr>
            <p:spPr bwMode="gray">
              <a:xfrm flipH="1">
                <a:off x="3538" y="1391"/>
                <a:ext cx="152"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1" name="Freeform 487"/>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2" name="Freeform 488"/>
              <p:cNvSpPr>
                <a:spLocks/>
              </p:cNvSpPr>
              <p:nvPr userDrawn="1"/>
            </p:nvSpPr>
            <p:spPr bwMode="gray">
              <a:xfrm>
                <a:off x="3576" y="1340"/>
                <a:ext cx="7" cy="9"/>
              </a:xfrm>
              <a:custGeom>
                <a:avLst/>
                <a:gdLst>
                  <a:gd name="T0" fmla="*/ 0 w 7"/>
                  <a:gd name="T1" fmla="*/ 2 h 9"/>
                  <a:gd name="T2" fmla="*/ 2 w 7"/>
                  <a:gd name="T3" fmla="*/ 0 h 9"/>
                  <a:gd name="T4" fmla="*/ 4 w 7"/>
                  <a:gd name="T5" fmla="*/ 2 h 9"/>
                  <a:gd name="T6" fmla="*/ 6 w 7"/>
                  <a:gd name="T7" fmla="*/ 2 h 9"/>
                  <a:gd name="T8" fmla="*/ 7 w 7"/>
                  <a:gd name="T9" fmla="*/ 5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3" name="Line 489"/>
              <p:cNvSpPr>
                <a:spLocks noChangeShapeType="1"/>
              </p:cNvSpPr>
              <p:nvPr userDrawn="1"/>
            </p:nvSpPr>
            <p:spPr bwMode="gray">
              <a:xfrm flipH="1" flipV="1">
                <a:off x="3536" y="1328"/>
                <a:ext cx="149"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4" name="Line 490"/>
              <p:cNvSpPr>
                <a:spLocks noChangeShapeType="1"/>
              </p:cNvSpPr>
              <p:nvPr userDrawn="1"/>
            </p:nvSpPr>
            <p:spPr bwMode="gray">
              <a:xfrm flipH="1" flipV="1">
                <a:off x="3536" y="1329"/>
                <a:ext cx="142"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5" name="Line 491"/>
              <p:cNvSpPr>
                <a:spLocks noChangeShapeType="1"/>
              </p:cNvSpPr>
              <p:nvPr userDrawn="1"/>
            </p:nvSpPr>
            <p:spPr bwMode="gray">
              <a:xfrm>
                <a:off x="3536" y="1335"/>
                <a:ext cx="151"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6" name="Freeform 492"/>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7" name="Freeform 493"/>
              <p:cNvSpPr>
                <a:spLocks/>
              </p:cNvSpPr>
              <p:nvPr userDrawn="1"/>
            </p:nvSpPr>
            <p:spPr bwMode="gray">
              <a:xfrm>
                <a:off x="3186" y="1795"/>
                <a:ext cx="21" cy="1"/>
              </a:xfrm>
              <a:custGeom>
                <a:avLst/>
                <a:gdLst>
                  <a:gd name="T0" fmla="*/ 0 w 21"/>
                  <a:gd name="T1" fmla="*/ 0 h 1"/>
                  <a:gd name="T2" fmla="*/ 6 w 21"/>
                  <a:gd name="T3" fmla="*/ 1 h 1"/>
                  <a:gd name="T4" fmla="*/ 11 w 21"/>
                  <a:gd name="T5" fmla="*/ 1 h 1"/>
                  <a:gd name="T6" fmla="*/ 16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8" name="Line 494"/>
              <p:cNvSpPr>
                <a:spLocks noChangeShapeType="1"/>
              </p:cNvSpPr>
              <p:nvPr userDrawn="1"/>
            </p:nvSpPr>
            <p:spPr bwMode="gray">
              <a:xfrm flipV="1">
                <a:off x="3195" y="1679"/>
                <a:ext cx="4"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9" name="Line 495"/>
              <p:cNvSpPr>
                <a:spLocks noChangeShapeType="1"/>
              </p:cNvSpPr>
              <p:nvPr userDrawn="1"/>
            </p:nvSpPr>
            <p:spPr bwMode="gray">
              <a:xfrm flipV="1">
                <a:off x="3185" y="1679"/>
                <a:ext cx="3"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0" name="Freeform 496"/>
              <p:cNvSpPr>
                <a:spLocks/>
              </p:cNvSpPr>
              <p:nvPr userDrawn="1"/>
            </p:nvSpPr>
            <p:spPr bwMode="gray">
              <a:xfrm>
                <a:off x="3188" y="1677"/>
                <a:ext cx="21" cy="4"/>
              </a:xfrm>
              <a:custGeom>
                <a:avLst/>
                <a:gdLst>
                  <a:gd name="T0" fmla="*/ 0 w 21"/>
                  <a:gd name="T1" fmla="*/ 2 h 4"/>
                  <a:gd name="T2" fmla="*/ 5 w 21"/>
                  <a:gd name="T3" fmla="*/ 4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1" name="Line 497"/>
              <p:cNvSpPr>
                <a:spLocks noChangeShapeType="1"/>
              </p:cNvSpPr>
              <p:nvPr userDrawn="1"/>
            </p:nvSpPr>
            <p:spPr bwMode="gray">
              <a:xfrm flipH="1">
                <a:off x="3206" y="1677"/>
                <a:ext cx="3"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2" name="Freeform 498"/>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3" name="Freeform 499"/>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4" name="Line 500"/>
              <p:cNvSpPr>
                <a:spLocks noChangeShapeType="1"/>
              </p:cNvSpPr>
              <p:nvPr userDrawn="1"/>
            </p:nvSpPr>
            <p:spPr bwMode="gray">
              <a:xfrm flipV="1">
                <a:off x="3683" y="1387"/>
                <a:ext cx="9"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5" name="Line 501"/>
              <p:cNvSpPr>
                <a:spLocks noChangeShapeType="1"/>
              </p:cNvSpPr>
              <p:nvPr userDrawn="1"/>
            </p:nvSpPr>
            <p:spPr bwMode="gray">
              <a:xfrm flipV="1">
                <a:off x="3681" y="1391"/>
                <a:ext cx="9" cy="22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6" name="Freeform 502"/>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7" name="Line 503"/>
              <p:cNvSpPr>
                <a:spLocks noChangeShapeType="1"/>
              </p:cNvSpPr>
              <p:nvPr userDrawn="1"/>
            </p:nvSpPr>
            <p:spPr bwMode="gray">
              <a:xfrm flipH="1">
                <a:off x="3678" y="1382"/>
                <a:ext cx="9"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8" name="Freeform 504"/>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9" name="Freeform 505"/>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0" name="Line 506"/>
              <p:cNvSpPr>
                <a:spLocks noChangeShapeType="1"/>
              </p:cNvSpPr>
              <p:nvPr userDrawn="1"/>
            </p:nvSpPr>
            <p:spPr bwMode="gray">
              <a:xfrm flipH="1">
                <a:off x="3359" y="1826"/>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1" name="Line 507"/>
              <p:cNvSpPr>
                <a:spLocks noChangeShapeType="1"/>
              </p:cNvSpPr>
              <p:nvPr userDrawn="1"/>
            </p:nvSpPr>
            <p:spPr bwMode="gray">
              <a:xfrm flipH="1">
                <a:off x="3349" y="1831"/>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2" name="Freeform 508"/>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3" name="Line 509"/>
              <p:cNvSpPr>
                <a:spLocks noChangeShapeType="1"/>
              </p:cNvSpPr>
              <p:nvPr userDrawn="1"/>
            </p:nvSpPr>
            <p:spPr bwMode="gray">
              <a:xfrm flipV="1">
                <a:off x="3368" y="1817"/>
                <a:ext cx="5"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4" name="Freeform 510"/>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5" name="Freeform 511"/>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6" name="Line 512"/>
              <p:cNvSpPr>
                <a:spLocks noChangeShapeType="1"/>
              </p:cNvSpPr>
              <p:nvPr userDrawn="1"/>
            </p:nvSpPr>
            <p:spPr bwMode="gray">
              <a:xfrm flipH="1" flipV="1">
                <a:off x="3150" y="1987"/>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7" name="Line 513"/>
              <p:cNvSpPr>
                <a:spLocks noChangeShapeType="1"/>
              </p:cNvSpPr>
              <p:nvPr userDrawn="1"/>
            </p:nvSpPr>
            <p:spPr bwMode="gray">
              <a:xfrm flipH="1" flipV="1">
                <a:off x="3146" y="198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8" name="Freeform 514"/>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9" name="Line 515"/>
              <p:cNvSpPr>
                <a:spLocks noChangeShapeType="1"/>
              </p:cNvSpPr>
              <p:nvPr userDrawn="1"/>
            </p:nvSpPr>
            <p:spPr bwMode="gray">
              <a:xfrm>
                <a:off x="3155" y="1987"/>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0" name="Freeform 516"/>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1" name="Freeform 517"/>
              <p:cNvSpPr>
                <a:spLocks/>
              </p:cNvSpPr>
              <p:nvPr userDrawn="1"/>
            </p:nvSpPr>
            <p:spPr bwMode="gray">
              <a:xfrm>
                <a:off x="3150" y="1357"/>
                <a:ext cx="5" cy="7"/>
              </a:xfrm>
              <a:custGeom>
                <a:avLst/>
                <a:gdLst>
                  <a:gd name="T0" fmla="*/ 5 w 5"/>
                  <a:gd name="T1" fmla="*/ 7 h 7"/>
                  <a:gd name="T2" fmla="*/ 3 w 5"/>
                  <a:gd name="T3" fmla="*/ 7 h 7"/>
                  <a:gd name="T4" fmla="*/ 1 w 5"/>
                  <a:gd name="T5" fmla="*/ 6 h 7"/>
                  <a:gd name="T6" fmla="*/ 0 w 5"/>
                  <a:gd name="T7" fmla="*/ 4 h 7"/>
                  <a:gd name="T8" fmla="*/ 0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2" name="Line 518"/>
              <p:cNvSpPr>
                <a:spLocks noChangeShapeType="1"/>
              </p:cNvSpPr>
              <p:nvPr userDrawn="1"/>
            </p:nvSpPr>
            <p:spPr bwMode="gray">
              <a:xfrm flipV="1">
                <a:off x="3148" y="1245"/>
                <a:ext cx="3"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3" name="Line 519"/>
              <p:cNvSpPr>
                <a:spLocks noChangeShapeType="1"/>
              </p:cNvSpPr>
              <p:nvPr userDrawn="1"/>
            </p:nvSpPr>
            <p:spPr bwMode="gray">
              <a:xfrm flipV="1">
                <a:off x="3153" y="1249"/>
                <a:ext cx="4"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4" name="Freeform 520"/>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5" name="Line 521"/>
              <p:cNvSpPr>
                <a:spLocks noChangeShapeType="1"/>
              </p:cNvSpPr>
              <p:nvPr userDrawn="1"/>
            </p:nvSpPr>
            <p:spPr bwMode="gray">
              <a:xfrm flipH="1">
                <a:off x="3151" y="1240"/>
                <a:ext cx="4"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6" name="Freeform 522"/>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7" name="Freeform 523"/>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8" name="Line 524"/>
              <p:cNvSpPr>
                <a:spLocks noChangeShapeType="1"/>
              </p:cNvSpPr>
              <p:nvPr userDrawn="1"/>
            </p:nvSpPr>
            <p:spPr bwMode="gray">
              <a:xfrm>
                <a:off x="3160" y="1238"/>
                <a:ext cx="208"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9" name="Line 525"/>
              <p:cNvSpPr>
                <a:spLocks noChangeShapeType="1"/>
              </p:cNvSpPr>
              <p:nvPr userDrawn="1"/>
            </p:nvSpPr>
            <p:spPr bwMode="gray">
              <a:xfrm>
                <a:off x="3157" y="1249"/>
                <a:ext cx="209"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0" name="Freeform 526"/>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1" name="Line 527"/>
              <p:cNvSpPr>
                <a:spLocks noChangeShapeType="1"/>
              </p:cNvSpPr>
              <p:nvPr userDrawn="1"/>
            </p:nvSpPr>
            <p:spPr bwMode="gray">
              <a:xfrm flipH="1" flipV="1">
                <a:off x="3165" y="1231"/>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2" name="Freeform 528"/>
              <p:cNvSpPr>
                <a:spLocks/>
              </p:cNvSpPr>
              <p:nvPr userDrawn="1"/>
            </p:nvSpPr>
            <p:spPr bwMode="gray">
              <a:xfrm>
                <a:off x="3157" y="1231"/>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3" name="Freeform 529"/>
              <p:cNvSpPr>
                <a:spLocks/>
              </p:cNvSpPr>
              <p:nvPr userDrawn="1"/>
            </p:nvSpPr>
            <p:spPr bwMode="gray">
              <a:xfrm>
                <a:off x="3363" y="1433"/>
                <a:ext cx="21" cy="3"/>
              </a:xfrm>
              <a:custGeom>
                <a:avLst/>
                <a:gdLst>
                  <a:gd name="T0" fmla="*/ 0 w 21"/>
                  <a:gd name="T1" fmla="*/ 1 h 3"/>
                  <a:gd name="T2" fmla="*/ 5 w 21"/>
                  <a:gd name="T3" fmla="*/ 3 h 3"/>
                  <a:gd name="T4" fmla="*/ 10 w 21"/>
                  <a:gd name="T5" fmla="*/ 3 h 3"/>
                  <a:gd name="T6" fmla="*/ 16 w 21"/>
                  <a:gd name="T7" fmla="*/ 1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4" name="Line 530"/>
              <p:cNvSpPr>
                <a:spLocks noChangeShapeType="1"/>
              </p:cNvSpPr>
              <p:nvPr userDrawn="1"/>
            </p:nvSpPr>
            <p:spPr bwMode="gray">
              <a:xfrm flipH="1">
                <a:off x="3372" y="1319"/>
                <a:ext cx="5"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5" name="Line 531"/>
              <p:cNvSpPr>
                <a:spLocks noChangeShapeType="1"/>
              </p:cNvSpPr>
              <p:nvPr userDrawn="1"/>
            </p:nvSpPr>
            <p:spPr bwMode="gray">
              <a:xfrm flipH="1">
                <a:off x="3361" y="131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6" name="Freeform 532"/>
              <p:cNvSpPr>
                <a:spLocks/>
              </p:cNvSpPr>
              <p:nvPr userDrawn="1"/>
            </p:nvSpPr>
            <p:spPr bwMode="gray">
              <a:xfrm>
                <a:off x="3361" y="1551"/>
                <a:ext cx="19" cy="11"/>
              </a:xfrm>
              <a:custGeom>
                <a:avLst/>
                <a:gdLst>
                  <a:gd name="T0" fmla="*/ 0 w 19"/>
                  <a:gd name="T1" fmla="*/ 0 h 11"/>
                  <a:gd name="T2" fmla="*/ 5 w 19"/>
                  <a:gd name="T3" fmla="*/ 6 h 11"/>
                  <a:gd name="T4" fmla="*/ 12 w 19"/>
                  <a:gd name="T5" fmla="*/ 9 h 11"/>
                  <a:gd name="T6" fmla="*/ 19 w 19"/>
                  <a:gd name="T7" fmla="*/ 11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7" name="Line 533"/>
              <p:cNvSpPr>
                <a:spLocks noChangeShapeType="1"/>
              </p:cNvSpPr>
              <p:nvPr userDrawn="1"/>
            </p:nvSpPr>
            <p:spPr bwMode="gray">
              <a:xfrm flipV="1">
                <a:off x="3380" y="1315"/>
                <a:ext cx="6"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8" name="Freeform 534"/>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9" name="Freeform 535"/>
              <p:cNvSpPr>
                <a:spLocks/>
              </p:cNvSpPr>
              <p:nvPr userDrawn="1"/>
            </p:nvSpPr>
            <p:spPr bwMode="gray">
              <a:xfrm>
                <a:off x="3515" y="1840"/>
                <a:ext cx="5" cy="9"/>
              </a:xfrm>
              <a:custGeom>
                <a:avLst/>
                <a:gdLst>
                  <a:gd name="T0" fmla="*/ 0 w 5"/>
                  <a:gd name="T1" fmla="*/ 0 h 9"/>
                  <a:gd name="T2" fmla="*/ 2 w 5"/>
                  <a:gd name="T3" fmla="*/ 2 h 9"/>
                  <a:gd name="T4" fmla="*/ 5 w 5"/>
                  <a:gd name="T5" fmla="*/ 4 h 9"/>
                  <a:gd name="T6" fmla="*/ 5 w 5"/>
                  <a:gd name="T7" fmla="*/ 5 h 9"/>
                  <a:gd name="T8" fmla="*/ 5 w 5"/>
                  <a:gd name="T9" fmla="*/ 7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0" name="Line 536"/>
              <p:cNvSpPr>
                <a:spLocks noChangeShapeType="1"/>
              </p:cNvSpPr>
              <p:nvPr userDrawn="1"/>
            </p:nvSpPr>
            <p:spPr bwMode="gray">
              <a:xfrm flipH="1">
                <a:off x="3517" y="1726"/>
                <a:ext cx="7" cy="2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1" name="Line 537"/>
              <p:cNvSpPr>
                <a:spLocks noChangeShapeType="1"/>
              </p:cNvSpPr>
              <p:nvPr userDrawn="1"/>
            </p:nvSpPr>
            <p:spPr bwMode="gray">
              <a:xfrm flipH="1">
                <a:off x="3512" y="1728"/>
                <a:ext cx="7"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2" name="Freeform 538"/>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3" name="Line 539"/>
              <p:cNvSpPr>
                <a:spLocks noChangeShapeType="1"/>
              </p:cNvSpPr>
              <p:nvPr userDrawn="1"/>
            </p:nvSpPr>
            <p:spPr bwMode="gray">
              <a:xfrm flipV="1">
                <a:off x="3515" y="1725"/>
                <a:ext cx="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4" name="Freeform 540"/>
              <p:cNvSpPr>
                <a:spLocks/>
              </p:cNvSpPr>
              <p:nvPr userDrawn="1"/>
            </p:nvSpPr>
            <p:spPr bwMode="gray">
              <a:xfrm>
                <a:off x="3519" y="1725"/>
                <a:ext cx="5" cy="3"/>
              </a:xfrm>
              <a:custGeom>
                <a:avLst/>
                <a:gdLst>
                  <a:gd name="T0" fmla="*/ 0 w 5"/>
                  <a:gd name="T1" fmla="*/ 3 h 3"/>
                  <a:gd name="T2" fmla="*/ 1 w 5"/>
                  <a:gd name="T3" fmla="*/ 3 h 3"/>
                  <a:gd name="T4" fmla="*/ 3 w 5"/>
                  <a:gd name="T5" fmla="*/ 3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5" name="Freeform 541"/>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6" name="Freeform 542"/>
              <p:cNvSpPr>
                <a:spLocks/>
              </p:cNvSpPr>
              <p:nvPr userDrawn="1"/>
            </p:nvSpPr>
            <p:spPr bwMode="gray">
              <a:xfrm>
                <a:off x="3307" y="1154"/>
                <a:ext cx="19" cy="2"/>
              </a:xfrm>
              <a:custGeom>
                <a:avLst/>
                <a:gdLst>
                  <a:gd name="T0" fmla="*/ 19 w 19"/>
                  <a:gd name="T1" fmla="*/ 2 h 2"/>
                  <a:gd name="T2" fmla="*/ 14 w 19"/>
                  <a:gd name="T3" fmla="*/ 0 h 2"/>
                  <a:gd name="T4" fmla="*/ 9 w 19"/>
                  <a:gd name="T5" fmla="*/ 0 h 2"/>
                  <a:gd name="T6" fmla="*/ 3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7" name="Freeform 543"/>
              <p:cNvSpPr>
                <a:spLocks/>
              </p:cNvSpPr>
              <p:nvPr userDrawn="1"/>
            </p:nvSpPr>
            <p:spPr bwMode="gray">
              <a:xfrm>
                <a:off x="2347" y="1774"/>
                <a:ext cx="10" cy="17"/>
              </a:xfrm>
              <a:custGeom>
                <a:avLst/>
                <a:gdLst>
                  <a:gd name="T0" fmla="*/ 0 w 10"/>
                  <a:gd name="T1" fmla="*/ 0 h 17"/>
                  <a:gd name="T2" fmla="*/ 3 w 10"/>
                  <a:gd name="T3" fmla="*/ 3 h 17"/>
                  <a:gd name="T4" fmla="*/ 7 w 10"/>
                  <a:gd name="T5" fmla="*/ 7 h 17"/>
                  <a:gd name="T6" fmla="*/ 9 w 10"/>
                  <a:gd name="T7" fmla="*/ 12 h 17"/>
                  <a:gd name="T8" fmla="*/ 1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8" name="Freeform 544"/>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9" name="Line 545"/>
              <p:cNvSpPr>
                <a:spLocks noChangeShapeType="1"/>
              </p:cNvSpPr>
              <p:nvPr userDrawn="1"/>
            </p:nvSpPr>
            <p:spPr bwMode="gray">
              <a:xfrm flipH="1">
                <a:off x="3533" y="1226"/>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0" name="Line 546"/>
              <p:cNvSpPr>
                <a:spLocks noChangeShapeType="1"/>
              </p:cNvSpPr>
              <p:nvPr userDrawn="1"/>
            </p:nvSpPr>
            <p:spPr bwMode="gray">
              <a:xfrm flipH="1">
                <a:off x="3527" y="1221"/>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1" name="Freeform 547"/>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2" name="Line 548"/>
              <p:cNvSpPr>
                <a:spLocks noChangeShapeType="1"/>
              </p:cNvSpPr>
              <p:nvPr userDrawn="1"/>
            </p:nvSpPr>
            <p:spPr bwMode="gray">
              <a:xfrm flipV="1">
                <a:off x="3529" y="1230"/>
                <a:ext cx="7" cy="2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3" name="Freeform 549"/>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4" name="Freeform 550"/>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5" name="Freeform 551"/>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6" name="Line 552"/>
              <p:cNvSpPr>
                <a:spLocks noChangeShapeType="1"/>
              </p:cNvSpPr>
              <p:nvPr userDrawn="1"/>
            </p:nvSpPr>
            <p:spPr bwMode="gray">
              <a:xfrm flipV="1">
                <a:off x="3151" y="1147"/>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7" name="Line 553"/>
              <p:cNvSpPr>
                <a:spLocks noChangeShapeType="1"/>
              </p:cNvSpPr>
              <p:nvPr userDrawn="1"/>
            </p:nvSpPr>
            <p:spPr bwMode="gray">
              <a:xfrm flipV="1">
                <a:off x="3155" y="1156"/>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8" name="Freeform 554"/>
              <p:cNvSpPr>
                <a:spLocks/>
              </p:cNvSpPr>
              <p:nvPr userDrawn="1"/>
            </p:nvSpPr>
            <p:spPr bwMode="gray">
              <a:xfrm>
                <a:off x="3295" y="1140"/>
                <a:ext cx="12" cy="16"/>
              </a:xfrm>
              <a:custGeom>
                <a:avLst/>
                <a:gdLst>
                  <a:gd name="T0" fmla="*/ 12 w 12"/>
                  <a:gd name="T1" fmla="*/ 16 h 16"/>
                  <a:gd name="T2" fmla="*/ 10 w 12"/>
                  <a:gd name="T3" fmla="*/ 11 h 16"/>
                  <a:gd name="T4" fmla="*/ 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9" name="Line 555"/>
              <p:cNvSpPr>
                <a:spLocks noChangeShapeType="1"/>
              </p:cNvSpPr>
              <p:nvPr userDrawn="1"/>
            </p:nvSpPr>
            <p:spPr bwMode="gray">
              <a:xfrm flipH="1">
                <a:off x="3143" y="1140"/>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0" name="Freeform 556"/>
              <p:cNvSpPr>
                <a:spLocks/>
              </p:cNvSpPr>
              <p:nvPr userDrawn="1"/>
            </p:nvSpPr>
            <p:spPr bwMode="gray">
              <a:xfrm>
                <a:off x="3143" y="1223"/>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1" name="Freeform 557"/>
              <p:cNvSpPr>
                <a:spLocks/>
              </p:cNvSpPr>
              <p:nvPr userDrawn="1"/>
            </p:nvSpPr>
            <p:spPr bwMode="gray">
              <a:xfrm>
                <a:off x="3232" y="1172"/>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2" name="Line 558"/>
              <p:cNvSpPr>
                <a:spLocks noChangeShapeType="1"/>
              </p:cNvSpPr>
              <p:nvPr userDrawn="1"/>
            </p:nvSpPr>
            <p:spPr bwMode="gray">
              <a:xfrm flipH="1">
                <a:off x="3158" y="1140"/>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3" name="Line 559"/>
              <p:cNvSpPr>
                <a:spLocks noChangeShapeType="1"/>
              </p:cNvSpPr>
              <p:nvPr userDrawn="1"/>
            </p:nvSpPr>
            <p:spPr bwMode="gray">
              <a:xfrm flipH="1">
                <a:off x="3165" y="1147"/>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4" name="Freeform 560"/>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5" name="Line 561"/>
              <p:cNvSpPr>
                <a:spLocks noChangeShapeType="1"/>
              </p:cNvSpPr>
              <p:nvPr userDrawn="1"/>
            </p:nvSpPr>
            <p:spPr bwMode="gray">
              <a:xfrm flipV="1">
                <a:off x="3155" y="1132"/>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6" name="Freeform 562"/>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7" name="Freeform 563"/>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8" name="Line 564"/>
              <p:cNvSpPr>
                <a:spLocks noChangeShapeType="1"/>
              </p:cNvSpPr>
              <p:nvPr userDrawn="1"/>
            </p:nvSpPr>
            <p:spPr bwMode="gray">
              <a:xfrm flipV="1">
                <a:off x="3384" y="1219"/>
                <a:ext cx="150"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9" name="Line 565"/>
              <p:cNvSpPr>
                <a:spLocks noChangeShapeType="1"/>
              </p:cNvSpPr>
              <p:nvPr userDrawn="1"/>
            </p:nvSpPr>
            <p:spPr bwMode="gray">
              <a:xfrm flipV="1">
                <a:off x="3375" y="1214"/>
                <a:ext cx="151"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0" name="Freeform 566"/>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1" name="Line 567"/>
              <p:cNvSpPr>
                <a:spLocks noChangeShapeType="1"/>
              </p:cNvSpPr>
              <p:nvPr userDrawn="1"/>
            </p:nvSpPr>
            <p:spPr bwMode="gray">
              <a:xfrm flipH="1">
                <a:off x="3386" y="1230"/>
                <a:ext cx="150"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2" name="Freeform 568"/>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3" name="Freeform 569"/>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4" name="Line 570"/>
              <p:cNvSpPr>
                <a:spLocks noChangeShapeType="1"/>
              </p:cNvSpPr>
              <p:nvPr userDrawn="1"/>
            </p:nvSpPr>
            <p:spPr bwMode="gray">
              <a:xfrm flipV="1">
                <a:off x="3365" y="1966"/>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5" name="Line 571"/>
              <p:cNvSpPr>
                <a:spLocks noChangeShapeType="1"/>
              </p:cNvSpPr>
              <p:nvPr userDrawn="1"/>
            </p:nvSpPr>
            <p:spPr bwMode="gray">
              <a:xfrm flipV="1">
                <a:off x="3368" y="1959"/>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6" name="Freeform 572"/>
              <p:cNvSpPr>
                <a:spLocks/>
              </p:cNvSpPr>
              <p:nvPr userDrawn="1"/>
            </p:nvSpPr>
            <p:spPr bwMode="gray">
              <a:xfrm>
                <a:off x="3503" y="1959"/>
                <a:ext cx="12" cy="9"/>
              </a:xfrm>
              <a:custGeom>
                <a:avLst/>
                <a:gdLst>
                  <a:gd name="T0" fmla="*/ 12 w 12"/>
                  <a:gd name="T1" fmla="*/ 0 h 9"/>
                  <a:gd name="T2" fmla="*/ 10 w 12"/>
                  <a:gd name="T3" fmla="*/ 5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7" name="Line 573"/>
              <p:cNvSpPr>
                <a:spLocks noChangeShapeType="1"/>
              </p:cNvSpPr>
              <p:nvPr userDrawn="1"/>
            </p:nvSpPr>
            <p:spPr bwMode="gray">
              <a:xfrm flipH="1">
                <a:off x="3358" y="1968"/>
                <a:ext cx="145"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8" name="Freeform 574"/>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9" name="Freeform 575"/>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0" name="Line 576"/>
              <p:cNvSpPr>
                <a:spLocks noChangeShapeType="1"/>
              </p:cNvSpPr>
              <p:nvPr userDrawn="1"/>
            </p:nvSpPr>
            <p:spPr bwMode="gray">
              <a:xfrm flipH="1" flipV="1">
                <a:off x="2289" y="1196"/>
                <a:ext cx="124"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1" name="Line 577"/>
              <p:cNvSpPr>
                <a:spLocks noChangeShapeType="1"/>
              </p:cNvSpPr>
              <p:nvPr userDrawn="1"/>
            </p:nvSpPr>
            <p:spPr bwMode="gray">
              <a:xfrm flipH="1" flipV="1">
                <a:off x="2293" y="1188"/>
                <a:ext cx="133"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2" name="Freeform 578"/>
              <p:cNvSpPr>
                <a:spLocks/>
              </p:cNvSpPr>
              <p:nvPr userDrawn="1"/>
            </p:nvSpPr>
            <p:spPr bwMode="gray">
              <a:xfrm>
                <a:off x="2284" y="1188"/>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3" name="Line 579"/>
              <p:cNvSpPr>
                <a:spLocks noChangeShapeType="1"/>
              </p:cNvSpPr>
              <p:nvPr userDrawn="1"/>
            </p:nvSpPr>
            <p:spPr bwMode="gray">
              <a:xfrm>
                <a:off x="2284" y="1203"/>
                <a:ext cx="119"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4" name="Freeform 580"/>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5" name="Line 581"/>
              <p:cNvSpPr>
                <a:spLocks noChangeShapeType="1"/>
              </p:cNvSpPr>
              <p:nvPr userDrawn="1"/>
            </p:nvSpPr>
            <p:spPr bwMode="gray">
              <a:xfrm flipH="1" flipV="1">
                <a:off x="2282" y="960"/>
                <a:ext cx="5"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6" name="Line 582"/>
              <p:cNvSpPr>
                <a:spLocks noChangeShapeType="1"/>
              </p:cNvSpPr>
              <p:nvPr userDrawn="1"/>
            </p:nvSpPr>
            <p:spPr bwMode="gray">
              <a:xfrm flipH="1" flipV="1">
                <a:off x="2287" y="966"/>
                <a:ext cx="6"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7" name="Freeform 583"/>
              <p:cNvSpPr>
                <a:spLocks/>
              </p:cNvSpPr>
              <p:nvPr userDrawn="1"/>
            </p:nvSpPr>
            <p:spPr bwMode="gray">
              <a:xfrm>
                <a:off x="2284" y="957"/>
                <a:ext cx="3" cy="9"/>
              </a:xfrm>
              <a:custGeom>
                <a:avLst/>
                <a:gdLst>
                  <a:gd name="T0" fmla="*/ 3 w 3"/>
                  <a:gd name="T1" fmla="*/ 9 h 9"/>
                  <a:gd name="T2" fmla="*/ 0 w 3"/>
                  <a:gd name="T3" fmla="*/ 7 h 9"/>
                  <a:gd name="T4" fmla="*/ 0 w 3"/>
                  <a:gd name="T5" fmla="*/ 5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8" name="Line 584"/>
              <p:cNvSpPr>
                <a:spLocks noChangeShapeType="1"/>
              </p:cNvSpPr>
              <p:nvPr userDrawn="1"/>
            </p:nvSpPr>
            <p:spPr bwMode="gray">
              <a:xfrm>
                <a:off x="2286" y="95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9" name="Freeform 585"/>
              <p:cNvSpPr>
                <a:spLocks/>
              </p:cNvSpPr>
              <p:nvPr userDrawn="1"/>
            </p:nvSpPr>
            <p:spPr bwMode="gray">
              <a:xfrm>
                <a:off x="2287" y="1188"/>
                <a:ext cx="6" cy="3"/>
              </a:xfrm>
              <a:custGeom>
                <a:avLst/>
                <a:gdLst>
                  <a:gd name="T0" fmla="*/ 6 w 6"/>
                  <a:gd name="T1" fmla="*/ 0 h 3"/>
                  <a:gd name="T2" fmla="*/ 2 w 6"/>
                  <a:gd name="T3" fmla="*/ 0 h 3"/>
                  <a:gd name="T4" fmla="*/ 0 w 6"/>
                  <a:gd name="T5" fmla="*/ 1 h 3"/>
                  <a:gd name="T6" fmla="*/ 0 w 6"/>
                  <a:gd name="T7" fmla="*/ 1 h 3"/>
                  <a:gd name="T8" fmla="*/ 0 w 6"/>
                  <a:gd name="T9" fmla="*/ 3 h 3"/>
                  <a:gd name="T10" fmla="*/ 2 w 6"/>
                  <a:gd name="T11" fmla="*/ 3 h 3"/>
                  <a:gd name="T12" fmla="*/ 4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0" name="Freeform 586"/>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1" name="Line 587"/>
              <p:cNvSpPr>
                <a:spLocks noChangeShapeType="1"/>
              </p:cNvSpPr>
              <p:nvPr userDrawn="1"/>
            </p:nvSpPr>
            <p:spPr bwMode="gray">
              <a:xfrm>
                <a:off x="2289" y="955"/>
                <a:ext cx="189"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2" name="Line 588"/>
              <p:cNvSpPr>
                <a:spLocks noChangeShapeType="1"/>
              </p:cNvSpPr>
              <p:nvPr userDrawn="1"/>
            </p:nvSpPr>
            <p:spPr bwMode="gray">
              <a:xfrm>
                <a:off x="2287" y="966"/>
                <a:ext cx="188"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3" name="Freeform 589"/>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4" name="Line 590"/>
              <p:cNvSpPr>
                <a:spLocks noChangeShapeType="1"/>
              </p:cNvSpPr>
              <p:nvPr userDrawn="1"/>
            </p:nvSpPr>
            <p:spPr bwMode="gray">
              <a:xfrm flipH="1" flipV="1">
                <a:off x="2296" y="948"/>
                <a:ext cx="187"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5" name="Freeform 591"/>
              <p:cNvSpPr>
                <a:spLocks/>
              </p:cNvSpPr>
              <p:nvPr userDrawn="1"/>
            </p:nvSpPr>
            <p:spPr bwMode="gray">
              <a:xfrm>
                <a:off x="2287"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6" name="Freeform 592"/>
              <p:cNvSpPr>
                <a:spLocks/>
              </p:cNvSpPr>
              <p:nvPr userDrawn="1"/>
            </p:nvSpPr>
            <p:spPr bwMode="gray">
              <a:xfrm>
                <a:off x="2476" y="1167"/>
                <a:ext cx="20" cy="1"/>
              </a:xfrm>
              <a:custGeom>
                <a:avLst/>
                <a:gdLst>
                  <a:gd name="T0" fmla="*/ 0 w 20"/>
                  <a:gd name="T1" fmla="*/ 1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7" name="Line 593"/>
              <p:cNvSpPr>
                <a:spLocks noChangeShapeType="1"/>
              </p:cNvSpPr>
              <p:nvPr userDrawn="1"/>
            </p:nvSpPr>
            <p:spPr bwMode="gray">
              <a:xfrm>
                <a:off x="2485" y="1027"/>
                <a:ext cx="4" cy="1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8" name="Line 594"/>
              <p:cNvSpPr>
                <a:spLocks noChangeShapeType="1"/>
              </p:cNvSpPr>
              <p:nvPr userDrawn="1"/>
            </p:nvSpPr>
            <p:spPr bwMode="gray">
              <a:xfrm>
                <a:off x="2475" y="1027"/>
                <a:ext cx="3" cy="1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9" name="Line 595"/>
              <p:cNvSpPr>
                <a:spLocks noChangeShapeType="1"/>
              </p:cNvSpPr>
              <p:nvPr userDrawn="1"/>
            </p:nvSpPr>
            <p:spPr bwMode="gray">
              <a:xfrm flipH="1" flipV="1">
                <a:off x="2494" y="1025"/>
                <a:ext cx="3" cy="1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0" name="Freeform 596"/>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1" name="Freeform 597"/>
              <p:cNvSpPr>
                <a:spLocks/>
              </p:cNvSpPr>
              <p:nvPr userDrawn="1"/>
            </p:nvSpPr>
            <p:spPr bwMode="gray">
              <a:xfrm>
                <a:off x="2443" y="880"/>
                <a:ext cx="19" cy="2"/>
              </a:xfrm>
              <a:custGeom>
                <a:avLst/>
                <a:gdLst>
                  <a:gd name="T0" fmla="*/ 19 w 19"/>
                  <a:gd name="T1" fmla="*/ 2 h 2"/>
                  <a:gd name="T2" fmla="*/ 12 w 19"/>
                  <a:gd name="T3" fmla="*/ 0 h 2"/>
                  <a:gd name="T4" fmla="*/ 5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2" name="Line 598"/>
              <p:cNvSpPr>
                <a:spLocks noChangeShapeType="1"/>
              </p:cNvSpPr>
              <p:nvPr userDrawn="1"/>
            </p:nvSpPr>
            <p:spPr bwMode="gray">
              <a:xfrm>
                <a:off x="2459" y="873"/>
                <a:ext cx="31"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3" name="Line 599"/>
              <p:cNvSpPr>
                <a:spLocks noChangeShapeType="1"/>
              </p:cNvSpPr>
              <p:nvPr userDrawn="1"/>
            </p:nvSpPr>
            <p:spPr bwMode="gray">
              <a:xfrm>
                <a:off x="2462" y="882"/>
                <a:ext cx="28" cy="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4" name="Line 600"/>
              <p:cNvSpPr>
                <a:spLocks noChangeShapeType="1"/>
              </p:cNvSpPr>
              <p:nvPr userDrawn="1"/>
            </p:nvSpPr>
            <p:spPr bwMode="gray">
              <a:xfrm flipH="1" flipV="1">
                <a:off x="2454" y="873"/>
                <a:ext cx="36"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5" name="Freeform 601"/>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6" name="Freeform 602"/>
              <p:cNvSpPr>
                <a:spLocks/>
              </p:cNvSpPr>
              <p:nvPr userDrawn="1"/>
            </p:nvSpPr>
            <p:spPr bwMode="gray">
              <a:xfrm>
                <a:off x="2364" y="910"/>
                <a:ext cx="11" cy="10"/>
              </a:xfrm>
              <a:custGeom>
                <a:avLst/>
                <a:gdLst>
                  <a:gd name="T0" fmla="*/ 0 w 11"/>
                  <a:gd name="T1" fmla="*/ 10 h 10"/>
                  <a:gd name="T2" fmla="*/ 2 w 11"/>
                  <a:gd name="T3" fmla="*/ 5 h 10"/>
                  <a:gd name="T4" fmla="*/ 4 w 11"/>
                  <a:gd name="T5" fmla="*/ 1 h 10"/>
                  <a:gd name="T6" fmla="*/ 6 w 11"/>
                  <a:gd name="T7" fmla="*/ 0 h 10"/>
                  <a:gd name="T8" fmla="*/ 9 w 11"/>
                  <a:gd name="T9" fmla="*/ 0 h 10"/>
                  <a:gd name="T10" fmla="*/ 11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7" name="Line 603"/>
              <p:cNvSpPr>
                <a:spLocks noChangeShapeType="1"/>
              </p:cNvSpPr>
              <p:nvPr userDrawn="1"/>
            </p:nvSpPr>
            <p:spPr bwMode="gray">
              <a:xfrm flipV="1">
                <a:off x="2289" y="875"/>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8" name="Line 604"/>
              <p:cNvSpPr>
                <a:spLocks noChangeShapeType="1"/>
              </p:cNvSpPr>
              <p:nvPr userDrawn="1"/>
            </p:nvSpPr>
            <p:spPr bwMode="gray">
              <a:xfrm flipV="1">
                <a:off x="2286" y="882"/>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9" name="Freeform 605"/>
              <p:cNvSpPr>
                <a:spLocks/>
              </p:cNvSpPr>
              <p:nvPr userDrawn="1"/>
            </p:nvSpPr>
            <p:spPr bwMode="gray">
              <a:xfrm>
                <a:off x="2443" y="873"/>
                <a:ext cx="11" cy="9"/>
              </a:xfrm>
              <a:custGeom>
                <a:avLst/>
                <a:gdLst>
                  <a:gd name="T0" fmla="*/ 0 w 11"/>
                  <a:gd name="T1" fmla="*/ 9 h 9"/>
                  <a:gd name="T2" fmla="*/ 0 w 11"/>
                  <a:gd name="T3" fmla="*/ 5 h 9"/>
                  <a:gd name="T4" fmla="*/ 2 w 11"/>
                  <a:gd name="T5" fmla="*/ 3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0" name="Line 606"/>
              <p:cNvSpPr>
                <a:spLocks noChangeShapeType="1"/>
              </p:cNvSpPr>
              <p:nvPr userDrawn="1"/>
            </p:nvSpPr>
            <p:spPr bwMode="gray">
              <a:xfrm flipH="1">
                <a:off x="2296" y="873"/>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1" name="Freeform 607"/>
              <p:cNvSpPr>
                <a:spLocks/>
              </p:cNvSpPr>
              <p:nvPr userDrawn="1"/>
            </p:nvSpPr>
            <p:spPr bwMode="gray">
              <a:xfrm>
                <a:off x="2286" y="94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2" name="Freeform 608"/>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3" name="Line 609"/>
              <p:cNvSpPr>
                <a:spLocks noChangeShapeType="1"/>
              </p:cNvSpPr>
              <p:nvPr userDrawn="1"/>
            </p:nvSpPr>
            <p:spPr bwMode="gray">
              <a:xfrm flipH="1">
                <a:off x="2494" y="101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4" name="Freeform 610"/>
              <p:cNvSpPr>
                <a:spLocks/>
              </p:cNvSpPr>
              <p:nvPr userDrawn="1"/>
            </p:nvSpPr>
            <p:spPr bwMode="gray">
              <a:xfrm>
                <a:off x="2494" y="1016"/>
                <a:ext cx="10" cy="9"/>
              </a:xfrm>
              <a:custGeom>
                <a:avLst/>
                <a:gdLst>
                  <a:gd name="T0" fmla="*/ 0 w 10"/>
                  <a:gd name="T1" fmla="*/ 9 h 9"/>
                  <a:gd name="T2" fmla="*/ 2 w 10"/>
                  <a:gd name="T3" fmla="*/ 6 h 9"/>
                  <a:gd name="T4" fmla="*/ 2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5" name="Freeform 611"/>
              <p:cNvSpPr>
                <a:spLocks/>
              </p:cNvSpPr>
              <p:nvPr userDrawn="1"/>
            </p:nvSpPr>
            <p:spPr bwMode="gray">
              <a:xfrm>
                <a:off x="2906" y="2029"/>
                <a:ext cx="20" cy="3"/>
              </a:xfrm>
              <a:custGeom>
                <a:avLst/>
                <a:gdLst>
                  <a:gd name="T0" fmla="*/ 20 w 20"/>
                  <a:gd name="T1" fmla="*/ 2 h 3"/>
                  <a:gd name="T2" fmla="*/ 16 w 20"/>
                  <a:gd name="T3" fmla="*/ 0 h 3"/>
                  <a:gd name="T4" fmla="*/ 11 w 20"/>
                  <a:gd name="T5" fmla="*/ 0 h 3"/>
                  <a:gd name="T6" fmla="*/ 6 w 20"/>
                  <a:gd name="T7" fmla="*/ 2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6" name="Line 612"/>
              <p:cNvSpPr>
                <a:spLocks noChangeShapeType="1"/>
              </p:cNvSpPr>
              <p:nvPr userDrawn="1"/>
            </p:nvSpPr>
            <p:spPr bwMode="gray">
              <a:xfrm flipV="1">
                <a:off x="2915" y="1920"/>
                <a:ext cx="2"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7" name="Line 613"/>
              <p:cNvSpPr>
                <a:spLocks noChangeShapeType="1"/>
              </p:cNvSpPr>
              <p:nvPr userDrawn="1"/>
            </p:nvSpPr>
            <p:spPr bwMode="gray">
              <a:xfrm flipV="1">
                <a:off x="2926" y="1922"/>
                <a:ext cx="1"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8" name="Freeform 614"/>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9" name="Line 615"/>
              <p:cNvSpPr>
                <a:spLocks noChangeShapeType="1"/>
              </p:cNvSpPr>
              <p:nvPr userDrawn="1"/>
            </p:nvSpPr>
            <p:spPr bwMode="gray">
              <a:xfrm flipH="1">
                <a:off x="2906" y="1924"/>
                <a:ext cx="2"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0" name="Freeform 616"/>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1" name="Freeform 617"/>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2" name="Line 618"/>
              <p:cNvSpPr>
                <a:spLocks noChangeShapeType="1"/>
              </p:cNvSpPr>
              <p:nvPr userDrawn="1"/>
            </p:nvSpPr>
            <p:spPr bwMode="gray">
              <a:xfrm>
                <a:off x="2924" y="191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3" name="Line 619"/>
              <p:cNvSpPr>
                <a:spLocks noChangeShapeType="1"/>
              </p:cNvSpPr>
              <p:nvPr userDrawn="1"/>
            </p:nvSpPr>
            <p:spPr bwMode="gray">
              <a:xfrm>
                <a:off x="2927" y="1922"/>
                <a:ext cx="19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4" name="Freeform 620"/>
              <p:cNvSpPr>
                <a:spLocks/>
              </p:cNvSpPr>
              <p:nvPr userDrawn="1"/>
            </p:nvSpPr>
            <p:spPr bwMode="gray">
              <a:xfrm>
                <a:off x="3123" y="1978"/>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5" name="Line 621"/>
              <p:cNvSpPr>
                <a:spLocks noChangeShapeType="1"/>
              </p:cNvSpPr>
              <p:nvPr userDrawn="1"/>
            </p:nvSpPr>
            <p:spPr bwMode="gray">
              <a:xfrm flipH="1" flipV="1">
                <a:off x="2924" y="1901"/>
                <a:ext cx="20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6" name="Freeform 622"/>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7" name="Freeform 623"/>
              <p:cNvSpPr>
                <a:spLocks/>
              </p:cNvSpPr>
              <p:nvPr userDrawn="1"/>
            </p:nvSpPr>
            <p:spPr bwMode="gray">
              <a:xfrm>
                <a:off x="3122"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8" name="Line 624"/>
              <p:cNvSpPr>
                <a:spLocks noChangeShapeType="1"/>
              </p:cNvSpPr>
              <p:nvPr userDrawn="1"/>
            </p:nvSpPr>
            <p:spPr bwMode="gray">
              <a:xfrm flipH="1">
                <a:off x="3130" y="1997"/>
                <a:ext cx="4"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9" name="Line 625"/>
              <p:cNvSpPr>
                <a:spLocks noChangeShapeType="1"/>
              </p:cNvSpPr>
              <p:nvPr userDrawn="1"/>
            </p:nvSpPr>
            <p:spPr bwMode="gray">
              <a:xfrm flipH="1">
                <a:off x="3122" y="1996"/>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0" name="Freeform 626"/>
              <p:cNvSpPr>
                <a:spLocks/>
              </p:cNvSpPr>
              <p:nvPr userDrawn="1"/>
            </p:nvSpPr>
            <p:spPr bwMode="gray">
              <a:xfrm>
                <a:off x="3122" y="2213"/>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1" name="Line 627"/>
              <p:cNvSpPr>
                <a:spLocks noChangeShapeType="1"/>
              </p:cNvSpPr>
              <p:nvPr userDrawn="1"/>
            </p:nvSpPr>
            <p:spPr bwMode="gray">
              <a:xfrm flipV="1">
                <a:off x="3141" y="1994"/>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2" name="Freeform 628"/>
              <p:cNvSpPr>
                <a:spLocks/>
              </p:cNvSpPr>
              <p:nvPr userDrawn="1"/>
            </p:nvSpPr>
            <p:spPr bwMode="gray">
              <a:xfrm>
                <a:off x="3123" y="1994"/>
                <a:ext cx="20" cy="3"/>
              </a:xfrm>
              <a:custGeom>
                <a:avLst/>
                <a:gdLst>
                  <a:gd name="T0" fmla="*/ 0 w 20"/>
                  <a:gd name="T1" fmla="*/ 2 h 3"/>
                  <a:gd name="T2" fmla="*/ 6 w 20"/>
                  <a:gd name="T3" fmla="*/ 3 h 3"/>
                  <a:gd name="T4" fmla="*/ 11 w 20"/>
                  <a:gd name="T5" fmla="*/ 3 h 3"/>
                  <a:gd name="T6" fmla="*/ 16 w 20"/>
                  <a:gd name="T7" fmla="*/ 3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3" name="Freeform 629"/>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4" name="Line 630"/>
              <p:cNvSpPr>
                <a:spLocks noChangeShapeType="1"/>
              </p:cNvSpPr>
              <p:nvPr userDrawn="1"/>
            </p:nvSpPr>
            <p:spPr bwMode="gray">
              <a:xfrm flipH="1" flipV="1">
                <a:off x="2922" y="2143"/>
                <a:ext cx="201"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5" name="Line 631"/>
              <p:cNvSpPr>
                <a:spLocks noChangeShapeType="1"/>
              </p:cNvSpPr>
              <p:nvPr userDrawn="1"/>
            </p:nvSpPr>
            <p:spPr bwMode="gray">
              <a:xfrm flipH="1" flipV="1">
                <a:off x="2926" y="2137"/>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6" name="Freeform 632"/>
              <p:cNvSpPr>
                <a:spLocks/>
              </p:cNvSpPr>
              <p:nvPr userDrawn="1"/>
            </p:nvSpPr>
            <p:spPr bwMode="gray">
              <a:xfrm>
                <a:off x="2922"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7" name="Line 633"/>
              <p:cNvSpPr>
                <a:spLocks noChangeShapeType="1"/>
              </p:cNvSpPr>
              <p:nvPr userDrawn="1"/>
            </p:nvSpPr>
            <p:spPr bwMode="gray">
              <a:xfrm>
                <a:off x="2924" y="2141"/>
                <a:ext cx="205"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8" name="Freeform 634"/>
              <p:cNvSpPr>
                <a:spLocks/>
              </p:cNvSpPr>
              <p:nvPr userDrawn="1"/>
            </p:nvSpPr>
            <p:spPr bwMode="gray">
              <a:xfrm>
                <a:off x="3122" y="2213"/>
                <a:ext cx="7" cy="8"/>
              </a:xfrm>
              <a:custGeom>
                <a:avLst/>
                <a:gdLst>
                  <a:gd name="T0" fmla="*/ 7 w 7"/>
                  <a:gd name="T1" fmla="*/ 7 h 8"/>
                  <a:gd name="T2" fmla="*/ 5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9" name="Freeform 635"/>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0" name="Line 636"/>
              <p:cNvSpPr>
                <a:spLocks noChangeShapeType="1"/>
              </p:cNvSpPr>
              <p:nvPr userDrawn="1"/>
            </p:nvSpPr>
            <p:spPr bwMode="gray">
              <a:xfrm flipH="1">
                <a:off x="3290" y="2039"/>
                <a:ext cx="1"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1" name="Line 637"/>
              <p:cNvSpPr>
                <a:spLocks noChangeShapeType="1"/>
              </p:cNvSpPr>
              <p:nvPr userDrawn="1"/>
            </p:nvSpPr>
            <p:spPr bwMode="gray">
              <a:xfrm>
                <a:off x="3284" y="2038"/>
                <a:ext cx="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2" name="Freeform 638"/>
              <p:cNvSpPr>
                <a:spLocks/>
              </p:cNvSpPr>
              <p:nvPr userDrawn="1"/>
            </p:nvSpPr>
            <p:spPr bwMode="gray">
              <a:xfrm>
                <a:off x="3284" y="2108"/>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3" name="Line 639"/>
              <p:cNvSpPr>
                <a:spLocks noChangeShapeType="1"/>
              </p:cNvSpPr>
              <p:nvPr userDrawn="1"/>
            </p:nvSpPr>
            <p:spPr bwMode="gray">
              <a:xfrm flipV="1">
                <a:off x="3286" y="2038"/>
                <a:ext cx="2"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4" name="Freeform 640"/>
              <p:cNvSpPr>
                <a:spLocks/>
              </p:cNvSpPr>
              <p:nvPr userDrawn="1"/>
            </p:nvSpPr>
            <p:spPr bwMode="gray">
              <a:xfrm>
                <a:off x="3276" y="2108"/>
                <a:ext cx="8" cy="17"/>
              </a:xfrm>
              <a:custGeom>
                <a:avLst/>
                <a:gdLst>
                  <a:gd name="T0" fmla="*/ 0 w 8"/>
                  <a:gd name="T1" fmla="*/ 17 h 17"/>
                  <a:gd name="T2" fmla="*/ 3 w 8"/>
                  <a:gd name="T3" fmla="*/ 14 h 17"/>
                  <a:gd name="T4" fmla="*/ 7 w 8"/>
                  <a:gd name="T5" fmla="*/ 10 h 17"/>
                  <a:gd name="T6" fmla="*/ 7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5" name="Freeform 641"/>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6" name="Line 642"/>
              <p:cNvSpPr>
                <a:spLocks noChangeShapeType="1"/>
              </p:cNvSpPr>
              <p:nvPr userDrawn="1"/>
            </p:nvSpPr>
            <p:spPr bwMode="gray">
              <a:xfrm flipV="1">
                <a:off x="3137" y="2125"/>
                <a:ext cx="146"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7" name="Line 643"/>
              <p:cNvSpPr>
                <a:spLocks noChangeShapeType="1"/>
              </p:cNvSpPr>
              <p:nvPr userDrawn="1"/>
            </p:nvSpPr>
            <p:spPr bwMode="gray">
              <a:xfrm flipV="1">
                <a:off x="3141" y="2118"/>
                <a:ext cx="14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8" name="Freeform 644"/>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9" name="Line 645"/>
              <p:cNvSpPr>
                <a:spLocks noChangeShapeType="1"/>
              </p:cNvSpPr>
              <p:nvPr userDrawn="1"/>
            </p:nvSpPr>
            <p:spPr bwMode="gray">
              <a:xfrm flipH="1">
                <a:off x="3129" y="2125"/>
                <a:ext cx="147"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0" name="Freeform 646"/>
              <p:cNvSpPr>
                <a:spLocks/>
              </p:cNvSpPr>
              <p:nvPr userDrawn="1"/>
            </p:nvSpPr>
            <p:spPr bwMode="gray">
              <a:xfrm>
                <a:off x="3129" y="2213"/>
                <a:ext cx="12" cy="8"/>
              </a:xfrm>
              <a:custGeom>
                <a:avLst/>
                <a:gdLst>
                  <a:gd name="T0" fmla="*/ 0 w 12"/>
                  <a:gd name="T1" fmla="*/ 7 h 8"/>
                  <a:gd name="T2" fmla="*/ 5 w 12"/>
                  <a:gd name="T3" fmla="*/ 8 h 8"/>
                  <a:gd name="T4" fmla="*/ 8 w 12"/>
                  <a:gd name="T5" fmla="*/ 7 h 8"/>
                  <a:gd name="T6" fmla="*/ 10 w 12"/>
                  <a:gd name="T7" fmla="*/ 3 h 8"/>
                  <a:gd name="T8" fmla="*/ 1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1" name="Line 647"/>
              <p:cNvSpPr>
                <a:spLocks noChangeShapeType="1"/>
              </p:cNvSpPr>
              <p:nvPr userDrawn="1"/>
            </p:nvSpPr>
            <p:spPr bwMode="gray">
              <a:xfrm>
                <a:off x="2537" y="2097"/>
                <a:ext cx="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2" name="Line 648"/>
              <p:cNvSpPr>
                <a:spLocks noChangeShapeType="1"/>
              </p:cNvSpPr>
              <p:nvPr userDrawn="1"/>
            </p:nvSpPr>
            <p:spPr bwMode="gray">
              <a:xfrm>
                <a:off x="2541" y="2099"/>
                <a:ext cx="1"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3" name="Freeform 649"/>
              <p:cNvSpPr>
                <a:spLocks/>
              </p:cNvSpPr>
              <p:nvPr userDrawn="1"/>
            </p:nvSpPr>
            <p:spPr bwMode="gray">
              <a:xfrm>
                <a:off x="2539" y="2150"/>
                <a:ext cx="5" cy="10"/>
              </a:xfrm>
              <a:custGeom>
                <a:avLst/>
                <a:gdLst>
                  <a:gd name="T0" fmla="*/ 2 w 5"/>
                  <a:gd name="T1" fmla="*/ 0 h 10"/>
                  <a:gd name="T2" fmla="*/ 0 w 5"/>
                  <a:gd name="T3" fmla="*/ 3 h 10"/>
                  <a:gd name="T4" fmla="*/ 0 w 5"/>
                  <a:gd name="T5" fmla="*/ 5 h 10"/>
                  <a:gd name="T6" fmla="*/ 2 w 5"/>
                  <a:gd name="T7" fmla="*/ 8 h 10"/>
                  <a:gd name="T8" fmla="*/ 5 w 5"/>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4" name="Line 650"/>
              <p:cNvSpPr>
                <a:spLocks noChangeShapeType="1"/>
              </p:cNvSpPr>
              <p:nvPr userDrawn="1"/>
            </p:nvSpPr>
            <p:spPr bwMode="gray">
              <a:xfrm flipH="1" flipV="1">
                <a:off x="2543" y="2099"/>
                <a:ext cx="1"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5" name="Freeform 651"/>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6" name="Freeform 652"/>
              <p:cNvSpPr>
                <a:spLocks/>
              </p:cNvSpPr>
              <p:nvPr userDrawn="1"/>
            </p:nvSpPr>
            <p:spPr bwMode="gray">
              <a:xfrm>
                <a:off x="2821" y="1954"/>
                <a:ext cx="10" cy="15"/>
              </a:xfrm>
              <a:custGeom>
                <a:avLst/>
                <a:gdLst>
                  <a:gd name="T0" fmla="*/ 10 w 10"/>
                  <a:gd name="T1" fmla="*/ 15 h 15"/>
                  <a:gd name="T2" fmla="*/ 10 w 10"/>
                  <a:gd name="T3" fmla="*/ 10 h 15"/>
                  <a:gd name="T4" fmla="*/ 7 w 10"/>
                  <a:gd name="T5" fmla="*/ 7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7" name="Line 653"/>
              <p:cNvSpPr>
                <a:spLocks noChangeShapeType="1"/>
              </p:cNvSpPr>
              <p:nvPr userDrawn="1"/>
            </p:nvSpPr>
            <p:spPr bwMode="gray">
              <a:xfrm flipH="1">
                <a:off x="2751" y="1912"/>
                <a:ext cx="15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8" name="Line 654"/>
              <p:cNvSpPr>
                <a:spLocks noChangeShapeType="1"/>
              </p:cNvSpPr>
              <p:nvPr userDrawn="1"/>
            </p:nvSpPr>
            <p:spPr bwMode="gray">
              <a:xfrm flipH="1">
                <a:off x="2754" y="1924"/>
                <a:ext cx="154"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9" name="Freeform 655"/>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0" name="Line 656"/>
              <p:cNvSpPr>
                <a:spLocks noChangeShapeType="1"/>
              </p:cNvSpPr>
              <p:nvPr userDrawn="1"/>
            </p:nvSpPr>
            <p:spPr bwMode="gray">
              <a:xfrm flipV="1">
                <a:off x="2744" y="1903"/>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1" name="Freeform 657"/>
              <p:cNvSpPr>
                <a:spLocks/>
              </p:cNvSpPr>
              <p:nvPr userDrawn="1"/>
            </p:nvSpPr>
            <p:spPr bwMode="gray">
              <a:xfrm>
                <a:off x="2905" y="1903"/>
                <a:ext cx="5" cy="21"/>
              </a:xfrm>
              <a:custGeom>
                <a:avLst/>
                <a:gdLst>
                  <a:gd name="T0" fmla="*/ 3 w 5"/>
                  <a:gd name="T1" fmla="*/ 21 h 21"/>
                  <a:gd name="T2" fmla="*/ 5 w 5"/>
                  <a:gd name="T3" fmla="*/ 16 h 21"/>
                  <a:gd name="T4" fmla="*/ 5 w 5"/>
                  <a:gd name="T5" fmla="*/ 10 h 21"/>
                  <a:gd name="T6" fmla="*/ 3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2" name="Freeform 658"/>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3" name="Line 659"/>
              <p:cNvSpPr>
                <a:spLocks noChangeShapeType="1"/>
              </p:cNvSpPr>
              <p:nvPr userDrawn="1"/>
            </p:nvSpPr>
            <p:spPr bwMode="gray">
              <a:xfrm>
                <a:off x="2744" y="2018"/>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4" name="Line 660"/>
              <p:cNvSpPr>
                <a:spLocks noChangeShapeType="1"/>
              </p:cNvSpPr>
              <p:nvPr userDrawn="1"/>
            </p:nvSpPr>
            <p:spPr bwMode="gray">
              <a:xfrm>
                <a:off x="2754" y="2017"/>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5" name="Freeform 661"/>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6" name="Line 662"/>
              <p:cNvSpPr>
                <a:spLocks noChangeShapeType="1"/>
              </p:cNvSpPr>
              <p:nvPr userDrawn="1"/>
            </p:nvSpPr>
            <p:spPr bwMode="gray">
              <a:xfrm flipV="1">
                <a:off x="2735" y="2017"/>
                <a:ext cx="1" cy="2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7" name="Freeform 663"/>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8" name="Freeform 664"/>
              <p:cNvSpPr>
                <a:spLocks/>
              </p:cNvSpPr>
              <p:nvPr userDrawn="1"/>
            </p:nvSpPr>
            <p:spPr bwMode="gray">
              <a:xfrm>
                <a:off x="2821" y="2186"/>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9" name="Line 665"/>
              <p:cNvSpPr>
                <a:spLocks noChangeShapeType="1"/>
              </p:cNvSpPr>
              <p:nvPr userDrawn="1"/>
            </p:nvSpPr>
            <p:spPr bwMode="gray">
              <a:xfrm flipV="1">
                <a:off x="2751" y="2144"/>
                <a:ext cx="157"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0" name="Line 666"/>
              <p:cNvSpPr>
                <a:spLocks noChangeShapeType="1"/>
              </p:cNvSpPr>
              <p:nvPr userDrawn="1"/>
            </p:nvSpPr>
            <p:spPr bwMode="gray">
              <a:xfrm flipV="1">
                <a:off x="2754" y="2139"/>
                <a:ext cx="152"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1" name="Freeform 667"/>
              <p:cNvSpPr>
                <a:spLocks/>
              </p:cNvSpPr>
              <p:nvPr userDrawn="1"/>
            </p:nvSpPr>
            <p:spPr bwMode="gray">
              <a:xfrm>
                <a:off x="2905"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2" name="Line 668"/>
              <p:cNvSpPr>
                <a:spLocks noChangeShapeType="1"/>
              </p:cNvSpPr>
              <p:nvPr userDrawn="1"/>
            </p:nvSpPr>
            <p:spPr bwMode="gray">
              <a:xfrm flipH="1">
                <a:off x="2744" y="2141"/>
                <a:ext cx="161" cy="10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3" name="Freeform 669"/>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209" name="Group 670"/>
            <p:cNvGrpSpPr>
              <a:grpSpLocks/>
            </p:cNvGrpSpPr>
            <p:nvPr userDrawn="1"/>
          </p:nvGrpSpPr>
          <p:grpSpPr bwMode="auto">
            <a:xfrm>
              <a:off x="2111" y="670"/>
              <a:ext cx="1572" cy="1574"/>
              <a:chOff x="2111" y="670"/>
              <a:chExt cx="1572" cy="1574"/>
            </a:xfrm>
          </p:grpSpPr>
          <p:sp>
            <p:nvSpPr>
              <p:cNvPr id="264" name="Freeform 671"/>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5" name="Line 672"/>
              <p:cNvSpPr>
                <a:spLocks noChangeShapeType="1"/>
              </p:cNvSpPr>
              <p:nvPr userDrawn="1"/>
            </p:nvSpPr>
            <p:spPr bwMode="gray">
              <a:xfrm>
                <a:off x="2546"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6" name="Line 673"/>
              <p:cNvSpPr>
                <a:spLocks noChangeShapeType="1"/>
              </p:cNvSpPr>
              <p:nvPr userDrawn="1"/>
            </p:nvSpPr>
            <p:spPr bwMode="gray">
              <a:xfrm>
                <a:off x="2544" y="2160"/>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7" name="Freeform 674"/>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8" name="Line 675"/>
              <p:cNvSpPr>
                <a:spLocks noChangeShapeType="1"/>
              </p:cNvSpPr>
              <p:nvPr userDrawn="1"/>
            </p:nvSpPr>
            <p:spPr bwMode="gray">
              <a:xfrm flipH="1" flipV="1">
                <a:off x="2553"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9" name="Freeform 676"/>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0" name="Freeform 677"/>
              <p:cNvSpPr>
                <a:spLocks/>
              </p:cNvSpPr>
              <p:nvPr userDrawn="1"/>
            </p:nvSpPr>
            <p:spPr bwMode="gray">
              <a:xfrm>
                <a:off x="2688" y="840"/>
                <a:ext cx="3" cy="7"/>
              </a:xfrm>
              <a:custGeom>
                <a:avLst/>
                <a:gdLst>
                  <a:gd name="T0" fmla="*/ 2 w 3"/>
                  <a:gd name="T1" fmla="*/ 7 h 7"/>
                  <a:gd name="T2" fmla="*/ 3 w 3"/>
                  <a:gd name="T3" fmla="*/ 5 h 7"/>
                  <a:gd name="T4" fmla="*/ 3 w 3"/>
                  <a:gd name="T5" fmla="*/ 3 h 7"/>
                  <a:gd name="T6" fmla="*/ 3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1" name="Freeform 678"/>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2" name="Line 679"/>
              <p:cNvSpPr>
                <a:spLocks noChangeShapeType="1"/>
              </p:cNvSpPr>
              <p:nvPr userDrawn="1"/>
            </p:nvSpPr>
            <p:spPr bwMode="gray">
              <a:xfrm flipH="1">
                <a:off x="2530" y="836"/>
                <a:ext cx="167"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3" name="Line 680"/>
              <p:cNvSpPr>
                <a:spLocks noChangeShapeType="1"/>
              </p:cNvSpPr>
              <p:nvPr userDrawn="1"/>
            </p:nvSpPr>
            <p:spPr bwMode="gray">
              <a:xfrm flipH="1">
                <a:off x="2529" y="847"/>
                <a:ext cx="161"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4" name="Freeform 681"/>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5" name="Line 682"/>
              <p:cNvSpPr>
                <a:spLocks noChangeShapeType="1"/>
              </p:cNvSpPr>
              <p:nvPr userDrawn="1"/>
            </p:nvSpPr>
            <p:spPr bwMode="gray">
              <a:xfrm flipV="1">
                <a:off x="2539" y="833"/>
                <a:ext cx="170"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6" name="Freeform 683"/>
              <p:cNvSpPr>
                <a:spLocks/>
              </p:cNvSpPr>
              <p:nvPr userDrawn="1"/>
            </p:nvSpPr>
            <p:spPr bwMode="gray">
              <a:xfrm>
                <a:off x="2690" y="833"/>
                <a:ext cx="19" cy="14"/>
              </a:xfrm>
              <a:custGeom>
                <a:avLst/>
                <a:gdLst>
                  <a:gd name="T0" fmla="*/ 0 w 19"/>
                  <a:gd name="T1" fmla="*/ 14 h 14"/>
                  <a:gd name="T2" fmla="*/ 3 w 19"/>
                  <a:gd name="T3" fmla="*/ 8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7" name="Freeform 684"/>
              <p:cNvSpPr>
                <a:spLocks/>
              </p:cNvSpPr>
              <p:nvPr userDrawn="1"/>
            </p:nvSpPr>
            <p:spPr bwMode="gray">
              <a:xfrm>
                <a:off x="2527" y="1043"/>
                <a:ext cx="5" cy="8"/>
              </a:xfrm>
              <a:custGeom>
                <a:avLst/>
                <a:gdLst>
                  <a:gd name="T0" fmla="*/ 2 w 5"/>
                  <a:gd name="T1" fmla="*/ 0 h 8"/>
                  <a:gd name="T2" fmla="*/ 0 w 5"/>
                  <a:gd name="T3" fmla="*/ 3 h 8"/>
                  <a:gd name="T4" fmla="*/ 0 w 5"/>
                  <a:gd name="T5" fmla="*/ 5 h 8"/>
                  <a:gd name="T6" fmla="*/ 2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8" name="Line 685"/>
              <p:cNvSpPr>
                <a:spLocks noChangeShapeType="1"/>
              </p:cNvSpPr>
              <p:nvPr userDrawn="1"/>
            </p:nvSpPr>
            <p:spPr bwMode="gray">
              <a:xfrm>
                <a:off x="2525" y="929"/>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9" name="Line 686"/>
              <p:cNvSpPr>
                <a:spLocks noChangeShapeType="1"/>
              </p:cNvSpPr>
              <p:nvPr userDrawn="1"/>
            </p:nvSpPr>
            <p:spPr bwMode="gray">
              <a:xfrm>
                <a:off x="2529" y="925"/>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0" name="Freeform 687"/>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1" name="Line 688"/>
              <p:cNvSpPr>
                <a:spLocks noChangeShapeType="1"/>
              </p:cNvSpPr>
              <p:nvPr userDrawn="1"/>
            </p:nvSpPr>
            <p:spPr bwMode="gray">
              <a:xfrm flipH="1" flipV="1">
                <a:off x="253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2" name="Freeform 689"/>
              <p:cNvSpPr>
                <a:spLocks/>
              </p:cNvSpPr>
              <p:nvPr userDrawn="1"/>
            </p:nvSpPr>
            <p:spPr bwMode="gray">
              <a:xfrm>
                <a:off x="2525" y="925"/>
                <a:ext cx="5" cy="9"/>
              </a:xfrm>
              <a:custGeom>
                <a:avLst/>
                <a:gdLst>
                  <a:gd name="T0" fmla="*/ 5 w 5"/>
                  <a:gd name="T1" fmla="*/ 9 h 9"/>
                  <a:gd name="T2" fmla="*/ 2 w 5"/>
                  <a:gd name="T3" fmla="*/ 7 h 9"/>
                  <a:gd name="T4" fmla="*/ 0 w 5"/>
                  <a:gd name="T5" fmla="*/ 4 h 9"/>
                  <a:gd name="T6" fmla="*/ 0 w 5"/>
                  <a:gd name="T7" fmla="*/ 2 h 9"/>
                  <a:gd name="T8" fmla="*/ 4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3" name="Freeform 690"/>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4" name="Freeform 691"/>
              <p:cNvSpPr>
                <a:spLocks/>
              </p:cNvSpPr>
              <p:nvPr userDrawn="1"/>
            </p:nvSpPr>
            <p:spPr bwMode="gray">
              <a:xfrm>
                <a:off x="2861" y="754"/>
                <a:ext cx="19" cy="2"/>
              </a:xfrm>
              <a:custGeom>
                <a:avLst/>
                <a:gdLst>
                  <a:gd name="T0" fmla="*/ 19 w 19"/>
                  <a:gd name="T1" fmla="*/ 0 h 2"/>
                  <a:gd name="T2" fmla="*/ 14 w 19"/>
                  <a:gd name="T3" fmla="*/ 2 h 2"/>
                  <a:gd name="T4" fmla="*/ 7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5" name="Freeform 692"/>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6" name="Freeform 693"/>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7" name="Line 694"/>
              <p:cNvSpPr>
                <a:spLocks noChangeShapeType="1"/>
              </p:cNvSpPr>
              <p:nvPr userDrawn="1"/>
            </p:nvSpPr>
            <p:spPr bwMode="gray">
              <a:xfrm flipH="1">
                <a:off x="2880" y="672"/>
                <a:ext cx="15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8" name="Line 695"/>
              <p:cNvSpPr>
                <a:spLocks noChangeShapeType="1"/>
              </p:cNvSpPr>
              <p:nvPr userDrawn="1"/>
            </p:nvSpPr>
            <p:spPr bwMode="gray">
              <a:xfrm flipH="1">
                <a:off x="2880" y="680"/>
                <a:ext cx="15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9" name="Freeform 696"/>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0" name="Line 697"/>
              <p:cNvSpPr>
                <a:spLocks noChangeShapeType="1"/>
              </p:cNvSpPr>
              <p:nvPr userDrawn="1"/>
            </p:nvSpPr>
            <p:spPr bwMode="gray">
              <a:xfrm flipV="1">
                <a:off x="2884" y="670"/>
                <a:ext cx="159"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1" name="Freeform 698"/>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2" name="Freeform 699"/>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3" name="Line 700"/>
              <p:cNvSpPr>
                <a:spLocks noChangeShapeType="1"/>
              </p:cNvSpPr>
              <p:nvPr userDrawn="1"/>
            </p:nvSpPr>
            <p:spPr bwMode="gray">
              <a:xfrm flipV="1">
                <a:off x="2920" y="913"/>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4" name="Line 701"/>
              <p:cNvSpPr>
                <a:spLocks noChangeShapeType="1"/>
              </p:cNvSpPr>
              <p:nvPr userDrawn="1"/>
            </p:nvSpPr>
            <p:spPr bwMode="gray">
              <a:xfrm flipV="1">
                <a:off x="2912" y="917"/>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5" name="Freeform 702"/>
              <p:cNvSpPr>
                <a:spLocks/>
              </p:cNvSpPr>
              <p:nvPr userDrawn="1"/>
            </p:nvSpPr>
            <p:spPr bwMode="gray">
              <a:xfrm>
                <a:off x="2912" y="913"/>
                <a:ext cx="21" cy="4"/>
              </a:xfrm>
              <a:custGeom>
                <a:avLst/>
                <a:gdLst>
                  <a:gd name="T0" fmla="*/ 0 w 21"/>
                  <a:gd name="T1" fmla="*/ 4 h 4"/>
                  <a:gd name="T2" fmla="*/ 7 w 21"/>
                  <a:gd name="T3" fmla="*/ 0 h 4"/>
                  <a:gd name="T4" fmla="*/ 14 w 21"/>
                  <a:gd name="T5" fmla="*/ 0 h 4"/>
                  <a:gd name="T6" fmla="*/ 21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6" name="Line 703"/>
              <p:cNvSpPr>
                <a:spLocks noChangeShapeType="1"/>
              </p:cNvSpPr>
              <p:nvPr userDrawn="1"/>
            </p:nvSpPr>
            <p:spPr bwMode="gray">
              <a:xfrm flipH="1">
                <a:off x="2931" y="915"/>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7" name="Freeform 704"/>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8" name="Freeform 705"/>
              <p:cNvSpPr>
                <a:spLocks/>
              </p:cNvSpPr>
              <p:nvPr userDrawn="1"/>
            </p:nvSpPr>
            <p:spPr bwMode="gray">
              <a:xfrm>
                <a:off x="2842" y="929"/>
                <a:ext cx="12" cy="16"/>
              </a:xfrm>
              <a:custGeom>
                <a:avLst/>
                <a:gdLst>
                  <a:gd name="T0" fmla="*/ 12 w 12"/>
                  <a:gd name="T1" fmla="*/ 16 h 16"/>
                  <a:gd name="T2" fmla="*/ 10 w 12"/>
                  <a:gd name="T3" fmla="*/ 10 h 16"/>
                  <a:gd name="T4" fmla="*/ 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9" name="Line 706"/>
              <p:cNvSpPr>
                <a:spLocks noChangeShapeType="1"/>
              </p:cNvSpPr>
              <p:nvPr userDrawn="1"/>
            </p:nvSpPr>
            <p:spPr bwMode="gray">
              <a:xfrm flipH="1">
                <a:off x="2749" y="903"/>
                <a:ext cx="164"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0" name="Line 707"/>
              <p:cNvSpPr>
                <a:spLocks noChangeShapeType="1"/>
              </p:cNvSpPr>
              <p:nvPr userDrawn="1"/>
            </p:nvSpPr>
            <p:spPr bwMode="gray">
              <a:xfrm flipH="1">
                <a:off x="2753" y="917"/>
                <a:ext cx="159"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1" name="Freeform 708"/>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2" name="Line 709"/>
              <p:cNvSpPr>
                <a:spLocks noChangeShapeType="1"/>
              </p:cNvSpPr>
              <p:nvPr userDrawn="1"/>
            </p:nvSpPr>
            <p:spPr bwMode="gray">
              <a:xfrm flipV="1">
                <a:off x="2740" y="896"/>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3" name="Freeform 710"/>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4" name="Freeform 711"/>
              <p:cNvSpPr>
                <a:spLocks/>
              </p:cNvSpPr>
              <p:nvPr userDrawn="1"/>
            </p:nvSpPr>
            <p:spPr bwMode="gray">
              <a:xfrm>
                <a:off x="2732" y="1116"/>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5" name="Line 712"/>
              <p:cNvSpPr>
                <a:spLocks noChangeShapeType="1"/>
              </p:cNvSpPr>
              <p:nvPr userDrawn="1"/>
            </p:nvSpPr>
            <p:spPr bwMode="gray">
              <a:xfrm>
                <a:off x="2742" y="999"/>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6" name="Line 713"/>
              <p:cNvSpPr>
                <a:spLocks noChangeShapeType="1"/>
              </p:cNvSpPr>
              <p:nvPr userDrawn="1"/>
            </p:nvSpPr>
            <p:spPr bwMode="gray">
              <a:xfrm>
                <a:off x="2753" y="997"/>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7" name="Freeform 714"/>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8" name="Line 715"/>
              <p:cNvSpPr>
                <a:spLocks noChangeShapeType="1"/>
              </p:cNvSpPr>
              <p:nvPr userDrawn="1"/>
            </p:nvSpPr>
            <p:spPr bwMode="gray">
              <a:xfrm flipV="1">
                <a:off x="2732" y="997"/>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9" name="Freeform 716"/>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0" name="Freeform 717"/>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1" name="Line 718"/>
              <p:cNvSpPr>
                <a:spLocks noChangeShapeType="1"/>
              </p:cNvSpPr>
              <p:nvPr userDrawn="1"/>
            </p:nvSpPr>
            <p:spPr bwMode="gray">
              <a:xfrm flipV="1">
                <a:off x="2749" y="1156"/>
                <a:ext cx="163"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2" name="Line 719"/>
              <p:cNvSpPr>
                <a:spLocks noChangeShapeType="1"/>
              </p:cNvSpPr>
              <p:nvPr userDrawn="1"/>
            </p:nvSpPr>
            <p:spPr bwMode="gray">
              <a:xfrm flipV="1">
                <a:off x="2753" y="1149"/>
                <a:ext cx="159"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3" name="Freeform 720"/>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4" name="Line 721"/>
              <p:cNvSpPr>
                <a:spLocks noChangeShapeType="1"/>
              </p:cNvSpPr>
              <p:nvPr userDrawn="1"/>
            </p:nvSpPr>
            <p:spPr bwMode="gray">
              <a:xfrm flipH="1">
                <a:off x="2740" y="1154"/>
                <a:ext cx="168"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5" name="Freeform 722"/>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6" name="Freeform 723"/>
              <p:cNvSpPr>
                <a:spLocks/>
              </p:cNvSpPr>
              <p:nvPr userDrawn="1"/>
            </p:nvSpPr>
            <p:spPr bwMode="gray">
              <a:xfrm>
                <a:off x="3099" y="820"/>
                <a:ext cx="5" cy="7"/>
              </a:xfrm>
              <a:custGeom>
                <a:avLst/>
                <a:gdLst>
                  <a:gd name="T0" fmla="*/ 3 w 5"/>
                  <a:gd name="T1" fmla="*/ 0 h 7"/>
                  <a:gd name="T2" fmla="*/ 0 w 5"/>
                  <a:gd name="T3" fmla="*/ 2 h 7"/>
                  <a:gd name="T4" fmla="*/ 0 w 5"/>
                  <a:gd name="T5" fmla="*/ 4 h 7"/>
                  <a:gd name="T6" fmla="*/ 2 w 5"/>
                  <a:gd name="T7" fmla="*/ 6 h 7"/>
                  <a:gd name="T8" fmla="*/ 3 w 5"/>
                  <a:gd name="T9" fmla="*/ 7 h 7"/>
                  <a:gd name="T10" fmla="*/ 5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7" name="Line 724"/>
              <p:cNvSpPr>
                <a:spLocks noChangeShapeType="1"/>
              </p:cNvSpPr>
              <p:nvPr userDrawn="1"/>
            </p:nvSpPr>
            <p:spPr bwMode="gray">
              <a:xfrm flipV="1">
                <a:off x="3253" y="742"/>
                <a:ext cx="2" cy="1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8" name="Line 725"/>
              <p:cNvSpPr>
                <a:spLocks noChangeShapeType="1"/>
              </p:cNvSpPr>
              <p:nvPr userDrawn="1"/>
            </p:nvSpPr>
            <p:spPr bwMode="gray">
              <a:xfrm flipV="1">
                <a:off x="3249" y="745"/>
                <a:ext cx="2" cy="10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9" name="Freeform 726"/>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0" name="Line 727"/>
              <p:cNvSpPr>
                <a:spLocks noChangeShapeType="1"/>
              </p:cNvSpPr>
              <p:nvPr userDrawn="1"/>
            </p:nvSpPr>
            <p:spPr bwMode="gray">
              <a:xfrm flipH="1">
                <a:off x="3246" y="738"/>
                <a:ext cx="3" cy="1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1" name="Freeform 728"/>
              <p:cNvSpPr>
                <a:spLocks/>
              </p:cNvSpPr>
              <p:nvPr userDrawn="1"/>
            </p:nvSpPr>
            <p:spPr bwMode="gray">
              <a:xfrm>
                <a:off x="3146" y="777"/>
                <a:ext cx="12" cy="15"/>
              </a:xfrm>
              <a:custGeom>
                <a:avLst/>
                <a:gdLst>
                  <a:gd name="T0" fmla="*/ 12 w 12"/>
                  <a:gd name="T1" fmla="*/ 15 h 15"/>
                  <a:gd name="T2" fmla="*/ 11 w 12"/>
                  <a:gd name="T3" fmla="*/ 10 h 15"/>
                  <a:gd name="T4" fmla="*/ 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2" name="Line 729"/>
              <p:cNvSpPr>
                <a:spLocks noChangeShapeType="1"/>
              </p:cNvSpPr>
              <p:nvPr userDrawn="1"/>
            </p:nvSpPr>
            <p:spPr bwMode="gray">
              <a:xfrm flipH="1">
                <a:off x="3094" y="735"/>
                <a:ext cx="15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3" name="Line 730"/>
              <p:cNvSpPr>
                <a:spLocks noChangeShapeType="1"/>
              </p:cNvSpPr>
              <p:nvPr userDrawn="1"/>
            </p:nvSpPr>
            <p:spPr bwMode="gray">
              <a:xfrm flipH="1">
                <a:off x="3102" y="745"/>
                <a:ext cx="14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4" name="Freeform 731"/>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5" name="Line 732"/>
              <p:cNvSpPr>
                <a:spLocks noChangeShapeType="1"/>
              </p:cNvSpPr>
              <p:nvPr userDrawn="1"/>
            </p:nvSpPr>
            <p:spPr bwMode="gray">
              <a:xfrm flipV="1">
                <a:off x="3081" y="729"/>
                <a:ext cx="160"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6" name="Freeform 733"/>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7" name="Freeform 734"/>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8" name="Line 735"/>
              <p:cNvSpPr>
                <a:spLocks noChangeShapeType="1"/>
              </p:cNvSpPr>
              <p:nvPr userDrawn="1"/>
            </p:nvSpPr>
            <p:spPr bwMode="gray">
              <a:xfrm>
                <a:off x="3048" y="672"/>
                <a:ext cx="198"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9" name="Line 736"/>
              <p:cNvSpPr>
                <a:spLocks noChangeShapeType="1"/>
              </p:cNvSpPr>
              <p:nvPr userDrawn="1"/>
            </p:nvSpPr>
            <p:spPr bwMode="gray">
              <a:xfrm>
                <a:off x="3052" y="679"/>
                <a:ext cx="197"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0" name="Freeform 737"/>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1" name="Line 738"/>
              <p:cNvSpPr>
                <a:spLocks noChangeShapeType="1"/>
              </p:cNvSpPr>
              <p:nvPr userDrawn="1"/>
            </p:nvSpPr>
            <p:spPr bwMode="gray">
              <a:xfrm flipH="1" flipV="1">
                <a:off x="3043" y="670"/>
                <a:ext cx="198"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2" name="Freeform 739"/>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3" name="Freeform 740"/>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4" name="Line 741"/>
              <p:cNvSpPr>
                <a:spLocks noChangeShapeType="1"/>
              </p:cNvSpPr>
              <p:nvPr userDrawn="1"/>
            </p:nvSpPr>
            <p:spPr bwMode="gray">
              <a:xfrm>
                <a:off x="2532" y="922"/>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5" name="Line 742"/>
              <p:cNvSpPr>
                <a:spLocks noChangeShapeType="1"/>
              </p:cNvSpPr>
              <p:nvPr userDrawn="1"/>
            </p:nvSpPr>
            <p:spPr bwMode="gray">
              <a:xfrm>
                <a:off x="2539" y="915"/>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6" name="Freeform 743"/>
              <p:cNvSpPr>
                <a:spLocks/>
              </p:cNvSpPr>
              <p:nvPr userDrawn="1"/>
            </p:nvSpPr>
            <p:spPr bwMode="gray">
              <a:xfrm>
                <a:off x="2732" y="980"/>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7" name="Line 744"/>
              <p:cNvSpPr>
                <a:spLocks noChangeShapeType="1"/>
              </p:cNvSpPr>
              <p:nvPr userDrawn="1"/>
            </p:nvSpPr>
            <p:spPr bwMode="gray">
              <a:xfrm flipH="1" flipV="1">
                <a:off x="2530" y="934"/>
                <a:ext cx="20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8" name="Freeform 745"/>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9" name="Line 746"/>
              <p:cNvSpPr>
                <a:spLocks noChangeShapeType="1"/>
              </p:cNvSpPr>
              <p:nvPr userDrawn="1"/>
            </p:nvSpPr>
            <p:spPr bwMode="gray">
              <a:xfrm flipH="1" flipV="1">
                <a:off x="2503" y="1016"/>
                <a:ext cx="22" cy="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0" name="Line 747"/>
              <p:cNvSpPr>
                <a:spLocks noChangeShapeType="1"/>
              </p:cNvSpPr>
              <p:nvPr userDrawn="1"/>
            </p:nvSpPr>
            <p:spPr bwMode="gray">
              <a:xfrm flipH="1" flipV="1">
                <a:off x="2496" y="1008"/>
                <a:ext cx="29"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1" name="Freeform 748"/>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2" name="Freeform 749"/>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3" name="Line 750"/>
              <p:cNvSpPr>
                <a:spLocks noChangeShapeType="1"/>
              </p:cNvSpPr>
              <p:nvPr userDrawn="1"/>
            </p:nvSpPr>
            <p:spPr bwMode="gray">
              <a:xfrm flipH="1" flipV="1">
                <a:off x="2489" y="775"/>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4" name="Line 751"/>
              <p:cNvSpPr>
                <a:spLocks noChangeShapeType="1"/>
              </p:cNvSpPr>
              <p:nvPr userDrawn="1"/>
            </p:nvSpPr>
            <p:spPr bwMode="gray">
              <a:xfrm flipH="1" flipV="1">
                <a:off x="2494" y="778"/>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5" name="Freeform 752"/>
              <p:cNvSpPr>
                <a:spLocks/>
              </p:cNvSpPr>
              <p:nvPr userDrawn="1"/>
            </p:nvSpPr>
            <p:spPr bwMode="gray">
              <a:xfrm>
                <a:off x="2489" y="771"/>
                <a:ext cx="5" cy="7"/>
              </a:xfrm>
              <a:custGeom>
                <a:avLst/>
                <a:gdLst>
                  <a:gd name="T0" fmla="*/ 5 w 5"/>
                  <a:gd name="T1" fmla="*/ 7 h 7"/>
                  <a:gd name="T2" fmla="*/ 1 w 5"/>
                  <a:gd name="T3" fmla="*/ 6 h 7"/>
                  <a:gd name="T4" fmla="*/ 0 w 5"/>
                  <a:gd name="T5" fmla="*/ 4 h 7"/>
                  <a:gd name="T6" fmla="*/ 0 w 5"/>
                  <a:gd name="T7" fmla="*/ 2 h 7"/>
                  <a:gd name="T8" fmla="*/ 3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6" name="Line 753"/>
              <p:cNvSpPr>
                <a:spLocks noChangeShapeType="1"/>
              </p:cNvSpPr>
              <p:nvPr userDrawn="1"/>
            </p:nvSpPr>
            <p:spPr bwMode="gray">
              <a:xfrm>
                <a:off x="2492" y="771"/>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7" name="Freeform 754"/>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8" name="Freeform 755"/>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9" name="Line 756"/>
              <p:cNvSpPr>
                <a:spLocks noChangeShapeType="1"/>
              </p:cNvSpPr>
              <p:nvPr userDrawn="1"/>
            </p:nvSpPr>
            <p:spPr bwMode="gray">
              <a:xfrm>
                <a:off x="2496" y="768"/>
                <a:ext cx="201"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0" name="Line 757"/>
              <p:cNvSpPr>
                <a:spLocks noChangeShapeType="1"/>
              </p:cNvSpPr>
              <p:nvPr userDrawn="1"/>
            </p:nvSpPr>
            <p:spPr bwMode="gray">
              <a:xfrm>
                <a:off x="2494" y="778"/>
                <a:ext cx="194"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1" name="Freeform 758"/>
              <p:cNvSpPr>
                <a:spLocks/>
              </p:cNvSpPr>
              <p:nvPr userDrawn="1"/>
            </p:nvSpPr>
            <p:spPr bwMode="gray">
              <a:xfrm>
                <a:off x="2688" y="826"/>
                <a:ext cx="19" cy="14"/>
              </a:xfrm>
              <a:custGeom>
                <a:avLst/>
                <a:gdLst>
                  <a:gd name="T0" fmla="*/ 0 w 19"/>
                  <a:gd name="T1" fmla="*/ 14 h 14"/>
                  <a:gd name="T2" fmla="*/ 3 w 19"/>
                  <a:gd name="T3" fmla="*/ 8 h 14"/>
                  <a:gd name="T4" fmla="*/ 9 w 19"/>
                  <a:gd name="T5" fmla="*/ 3 h 14"/>
                  <a:gd name="T6" fmla="*/ 14 w 19"/>
                  <a:gd name="T7" fmla="*/ 1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2" name="Line 759"/>
              <p:cNvSpPr>
                <a:spLocks noChangeShapeType="1"/>
              </p:cNvSpPr>
              <p:nvPr userDrawn="1"/>
            </p:nvSpPr>
            <p:spPr bwMode="gray">
              <a:xfrm flipH="1" flipV="1">
                <a:off x="2503" y="761"/>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3" name="Freeform 760"/>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4" name="Freeform 761"/>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5" name="Line 762"/>
              <p:cNvSpPr>
                <a:spLocks noChangeShapeType="1"/>
              </p:cNvSpPr>
              <p:nvPr userDrawn="1"/>
            </p:nvSpPr>
            <p:spPr bwMode="gray">
              <a:xfrm>
                <a:off x="2929" y="903"/>
                <a:ext cx="212" cy="6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6" name="Line 763"/>
              <p:cNvSpPr>
                <a:spLocks noChangeShapeType="1"/>
              </p:cNvSpPr>
              <p:nvPr userDrawn="1"/>
            </p:nvSpPr>
            <p:spPr bwMode="gray">
              <a:xfrm>
                <a:off x="2933" y="915"/>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7" name="Freeform 764"/>
              <p:cNvSpPr>
                <a:spLocks/>
              </p:cNvSpPr>
              <p:nvPr userDrawn="1"/>
            </p:nvSpPr>
            <p:spPr bwMode="gray">
              <a:xfrm>
                <a:off x="3137" y="960"/>
                <a:ext cx="9" cy="20"/>
              </a:xfrm>
              <a:custGeom>
                <a:avLst/>
                <a:gdLst>
                  <a:gd name="T0" fmla="*/ 0 w 9"/>
                  <a:gd name="T1" fmla="*/ 20 h 20"/>
                  <a:gd name="T2" fmla="*/ 2 w 9"/>
                  <a:gd name="T3" fmla="*/ 14 h 20"/>
                  <a:gd name="T4" fmla="*/ 4 w 9"/>
                  <a:gd name="T5" fmla="*/ 9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8" name="Line 765"/>
              <p:cNvSpPr>
                <a:spLocks noChangeShapeType="1"/>
              </p:cNvSpPr>
              <p:nvPr userDrawn="1"/>
            </p:nvSpPr>
            <p:spPr bwMode="gray">
              <a:xfrm flipH="1" flipV="1">
                <a:off x="2929" y="894"/>
                <a:ext cx="21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9" name="Freeform 766"/>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0" name="Freeform 767"/>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1" name="Line 768"/>
              <p:cNvSpPr>
                <a:spLocks noChangeShapeType="1"/>
              </p:cNvSpPr>
              <p:nvPr userDrawn="1"/>
            </p:nvSpPr>
            <p:spPr bwMode="gray">
              <a:xfrm flipH="1">
                <a:off x="3144" y="980"/>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2" name="Line 769"/>
              <p:cNvSpPr>
                <a:spLocks noChangeShapeType="1"/>
              </p:cNvSpPr>
              <p:nvPr userDrawn="1"/>
            </p:nvSpPr>
            <p:spPr bwMode="gray">
              <a:xfrm flipH="1">
                <a:off x="3134" y="980"/>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3" name="Freeform 770"/>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4" name="Line 771"/>
              <p:cNvSpPr>
                <a:spLocks noChangeShapeType="1"/>
              </p:cNvSpPr>
              <p:nvPr userDrawn="1"/>
            </p:nvSpPr>
            <p:spPr bwMode="gray">
              <a:xfrm flipV="1">
                <a:off x="3155" y="978"/>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5" name="Freeform 772"/>
              <p:cNvSpPr>
                <a:spLocks/>
              </p:cNvSpPr>
              <p:nvPr userDrawn="1"/>
            </p:nvSpPr>
            <p:spPr bwMode="gray">
              <a:xfrm>
                <a:off x="3137" y="978"/>
                <a:ext cx="21" cy="3"/>
              </a:xfrm>
              <a:custGeom>
                <a:avLst/>
                <a:gdLst>
                  <a:gd name="T0" fmla="*/ 21 w 21"/>
                  <a:gd name="T1" fmla="*/ 0 h 3"/>
                  <a:gd name="T2" fmla="*/ 16 w 21"/>
                  <a:gd name="T3" fmla="*/ 2 h 3"/>
                  <a:gd name="T4" fmla="*/ 11 w 21"/>
                  <a:gd name="T5" fmla="*/ 3 h 3"/>
                  <a:gd name="T6" fmla="*/ 6 w 21"/>
                  <a:gd name="T7" fmla="*/ 2 h 3"/>
                  <a:gd name="T8" fmla="*/ 0 w 21"/>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6" name="Freeform 773"/>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7" name="Line 774"/>
              <p:cNvSpPr>
                <a:spLocks noChangeShapeType="1"/>
              </p:cNvSpPr>
              <p:nvPr userDrawn="1"/>
            </p:nvSpPr>
            <p:spPr bwMode="gray">
              <a:xfrm flipH="1" flipV="1">
                <a:off x="2927" y="1154"/>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8" name="Line 775"/>
              <p:cNvSpPr>
                <a:spLocks noChangeShapeType="1"/>
              </p:cNvSpPr>
              <p:nvPr userDrawn="1"/>
            </p:nvSpPr>
            <p:spPr bwMode="gray">
              <a:xfrm flipH="1" flipV="1">
                <a:off x="2931" y="1149"/>
                <a:ext cx="203"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9" name="Freeform 776"/>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0" name="Line 777"/>
              <p:cNvSpPr>
                <a:spLocks noChangeShapeType="1"/>
              </p:cNvSpPr>
              <p:nvPr userDrawn="1"/>
            </p:nvSpPr>
            <p:spPr bwMode="gray">
              <a:xfrm>
                <a:off x="2929" y="1154"/>
                <a:ext cx="214"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1" name="Freeform 778"/>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2" name="Freeform 779"/>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3" name="Freeform 780"/>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4" name="Line 781"/>
              <p:cNvSpPr>
                <a:spLocks noChangeShapeType="1"/>
              </p:cNvSpPr>
              <p:nvPr userDrawn="1"/>
            </p:nvSpPr>
            <p:spPr bwMode="gray">
              <a:xfrm>
                <a:off x="2665" y="687"/>
                <a:ext cx="200"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5" name="Line 782"/>
              <p:cNvSpPr>
                <a:spLocks noChangeShapeType="1"/>
              </p:cNvSpPr>
              <p:nvPr userDrawn="1"/>
            </p:nvSpPr>
            <p:spPr bwMode="gray">
              <a:xfrm>
                <a:off x="2669" y="696"/>
                <a:ext cx="19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6" name="Freeform 783"/>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7" name="Line 784"/>
              <p:cNvSpPr>
                <a:spLocks noChangeShapeType="1"/>
              </p:cNvSpPr>
              <p:nvPr userDrawn="1"/>
            </p:nvSpPr>
            <p:spPr bwMode="gray">
              <a:xfrm flipH="1" flipV="1">
                <a:off x="2660" y="687"/>
                <a:ext cx="205"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8" name="Freeform 785"/>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9" name="Freeform 786"/>
              <p:cNvSpPr>
                <a:spLocks/>
              </p:cNvSpPr>
              <p:nvPr userDrawn="1"/>
            </p:nvSpPr>
            <p:spPr bwMode="gray">
              <a:xfrm>
                <a:off x="3197" y="848"/>
                <a:ext cx="9" cy="11"/>
              </a:xfrm>
              <a:custGeom>
                <a:avLst/>
                <a:gdLst>
                  <a:gd name="T0" fmla="*/ 9 w 9"/>
                  <a:gd name="T1" fmla="*/ 11 h 11"/>
                  <a:gd name="T2" fmla="*/ 9 w 9"/>
                  <a:gd name="T3" fmla="*/ 6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0" name="Line 787"/>
              <p:cNvSpPr>
                <a:spLocks noChangeShapeType="1"/>
              </p:cNvSpPr>
              <p:nvPr userDrawn="1"/>
            </p:nvSpPr>
            <p:spPr bwMode="gray">
              <a:xfrm>
                <a:off x="3097" y="819"/>
                <a:ext cx="210"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1" name="Line 788"/>
              <p:cNvSpPr>
                <a:spLocks noChangeShapeType="1"/>
              </p:cNvSpPr>
              <p:nvPr userDrawn="1"/>
            </p:nvSpPr>
            <p:spPr bwMode="gray">
              <a:xfrm>
                <a:off x="3104" y="827"/>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2" name="Freeform 789"/>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3" name="Line 790"/>
              <p:cNvSpPr>
                <a:spLocks noChangeShapeType="1"/>
              </p:cNvSpPr>
              <p:nvPr userDrawn="1"/>
            </p:nvSpPr>
            <p:spPr bwMode="gray">
              <a:xfrm flipH="1" flipV="1">
                <a:off x="3085" y="815"/>
                <a:ext cx="215"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4" name="Freeform 791"/>
              <p:cNvSpPr>
                <a:spLocks/>
              </p:cNvSpPr>
              <p:nvPr userDrawn="1"/>
            </p:nvSpPr>
            <p:spPr bwMode="gray">
              <a:xfrm>
                <a:off x="3307" y="1008"/>
                <a:ext cx="5" cy="7"/>
              </a:xfrm>
              <a:custGeom>
                <a:avLst/>
                <a:gdLst>
                  <a:gd name="T0" fmla="*/ 0 w 5"/>
                  <a:gd name="T1" fmla="*/ 0 h 7"/>
                  <a:gd name="T2" fmla="*/ 2 w 5"/>
                  <a:gd name="T3" fmla="*/ 0 h 7"/>
                  <a:gd name="T4" fmla="*/ 3 w 5"/>
                  <a:gd name="T5" fmla="*/ 1 h 7"/>
                  <a:gd name="T6" fmla="*/ 5 w 5"/>
                  <a:gd name="T7" fmla="*/ 3 h 7"/>
                  <a:gd name="T8" fmla="*/ 3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5" name="Line 792"/>
              <p:cNvSpPr>
                <a:spLocks noChangeShapeType="1"/>
              </p:cNvSpPr>
              <p:nvPr userDrawn="1"/>
            </p:nvSpPr>
            <p:spPr bwMode="gray">
              <a:xfrm flipH="1">
                <a:off x="3309" y="894"/>
                <a:ext cx="5"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6" name="Line 793"/>
              <p:cNvSpPr>
                <a:spLocks noChangeShapeType="1"/>
              </p:cNvSpPr>
              <p:nvPr userDrawn="1"/>
            </p:nvSpPr>
            <p:spPr bwMode="gray">
              <a:xfrm flipH="1">
                <a:off x="3303" y="890"/>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7" name="Freeform 794"/>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8" name="Line 795"/>
              <p:cNvSpPr>
                <a:spLocks noChangeShapeType="1"/>
              </p:cNvSpPr>
              <p:nvPr userDrawn="1"/>
            </p:nvSpPr>
            <p:spPr bwMode="gray">
              <a:xfrm flipV="1">
                <a:off x="3307" y="897"/>
                <a:ext cx="5"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9" name="Freeform 796"/>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0" name="Freeform 797"/>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1" name="Freeform 798"/>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2" name="Line 799"/>
              <p:cNvSpPr>
                <a:spLocks noChangeShapeType="1"/>
              </p:cNvSpPr>
              <p:nvPr userDrawn="1"/>
            </p:nvSpPr>
            <p:spPr bwMode="gray">
              <a:xfrm flipV="1">
                <a:off x="2494" y="689"/>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3" name="Line 800"/>
              <p:cNvSpPr>
                <a:spLocks noChangeShapeType="1"/>
              </p:cNvSpPr>
              <p:nvPr userDrawn="1"/>
            </p:nvSpPr>
            <p:spPr bwMode="gray">
              <a:xfrm flipV="1">
                <a:off x="2492" y="696"/>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4" name="Freeform 801"/>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5" name="Line 802"/>
              <p:cNvSpPr>
                <a:spLocks noChangeShapeType="1"/>
              </p:cNvSpPr>
              <p:nvPr userDrawn="1"/>
            </p:nvSpPr>
            <p:spPr bwMode="gray">
              <a:xfrm flipH="1">
                <a:off x="2503" y="687"/>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6" name="Freeform 803"/>
              <p:cNvSpPr>
                <a:spLocks/>
              </p:cNvSpPr>
              <p:nvPr userDrawn="1"/>
            </p:nvSpPr>
            <p:spPr bwMode="gray">
              <a:xfrm>
                <a:off x="2492" y="761"/>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7" name="Freeform 804"/>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8" name="Line 805"/>
              <p:cNvSpPr>
                <a:spLocks noChangeShapeType="1"/>
              </p:cNvSpPr>
              <p:nvPr userDrawn="1"/>
            </p:nvSpPr>
            <p:spPr bwMode="gray">
              <a:xfrm flipV="1">
                <a:off x="3155" y="887"/>
                <a:ext cx="154"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9" name="Line 806"/>
              <p:cNvSpPr>
                <a:spLocks noChangeShapeType="1"/>
              </p:cNvSpPr>
              <p:nvPr userDrawn="1"/>
            </p:nvSpPr>
            <p:spPr bwMode="gray">
              <a:xfrm flipV="1">
                <a:off x="3146" y="882"/>
                <a:ext cx="154"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0" name="Freeform 807"/>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1" name="Line 808"/>
              <p:cNvSpPr>
                <a:spLocks noChangeShapeType="1"/>
              </p:cNvSpPr>
              <p:nvPr userDrawn="1"/>
            </p:nvSpPr>
            <p:spPr bwMode="gray">
              <a:xfrm flipH="1">
                <a:off x="3158" y="897"/>
                <a:ext cx="15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2" name="Freeform 809"/>
              <p:cNvSpPr>
                <a:spLocks/>
              </p:cNvSpPr>
              <p:nvPr userDrawn="1"/>
            </p:nvSpPr>
            <p:spPr bwMode="gray">
              <a:xfrm>
                <a:off x="3146" y="960"/>
                <a:ext cx="12" cy="18"/>
              </a:xfrm>
              <a:custGeom>
                <a:avLst/>
                <a:gdLst>
                  <a:gd name="T0" fmla="*/ 12 w 12"/>
                  <a:gd name="T1" fmla="*/ 18 h 18"/>
                  <a:gd name="T2" fmla="*/ 11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3" name="Freeform 810"/>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4" name="Line 811"/>
              <p:cNvSpPr>
                <a:spLocks noChangeShapeType="1"/>
              </p:cNvSpPr>
              <p:nvPr userDrawn="1"/>
            </p:nvSpPr>
            <p:spPr bwMode="gray">
              <a:xfrm>
                <a:off x="2123" y="1529"/>
                <a:ext cx="14"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5" name="Line 812"/>
              <p:cNvSpPr>
                <a:spLocks noChangeShapeType="1"/>
              </p:cNvSpPr>
              <p:nvPr userDrawn="1"/>
            </p:nvSpPr>
            <p:spPr bwMode="gray">
              <a:xfrm>
                <a:off x="2130" y="1529"/>
                <a:ext cx="7"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6" name="Line 813"/>
              <p:cNvSpPr>
                <a:spLocks noChangeShapeType="1"/>
              </p:cNvSpPr>
              <p:nvPr userDrawn="1"/>
            </p:nvSpPr>
            <p:spPr bwMode="gray">
              <a:xfrm flipH="1" flipV="1">
                <a:off x="2121" y="1522"/>
                <a:ext cx="16"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7" name="Freeform 814"/>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8" name="Freeform 815"/>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9" name="Line 816"/>
              <p:cNvSpPr>
                <a:spLocks noChangeShapeType="1"/>
              </p:cNvSpPr>
              <p:nvPr userDrawn="1"/>
            </p:nvSpPr>
            <p:spPr bwMode="gray">
              <a:xfrm flipV="1">
                <a:off x="2739" y="1329"/>
                <a:ext cx="77"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0" name="Line 817"/>
              <p:cNvSpPr>
                <a:spLocks noChangeShapeType="1"/>
              </p:cNvSpPr>
              <p:nvPr userDrawn="1"/>
            </p:nvSpPr>
            <p:spPr bwMode="gray">
              <a:xfrm flipV="1">
                <a:off x="2737" y="1331"/>
                <a:ext cx="70" cy="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1" name="Freeform 818"/>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2" name="Line 819"/>
              <p:cNvSpPr>
                <a:spLocks noChangeShapeType="1"/>
              </p:cNvSpPr>
              <p:nvPr userDrawn="1"/>
            </p:nvSpPr>
            <p:spPr bwMode="gray">
              <a:xfrm flipH="1">
                <a:off x="2737" y="1322"/>
                <a:ext cx="80"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3" name="Freeform 820"/>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4" name="Freeform 821"/>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5" name="Line 822"/>
              <p:cNvSpPr>
                <a:spLocks noChangeShapeType="1"/>
              </p:cNvSpPr>
              <p:nvPr userDrawn="1"/>
            </p:nvSpPr>
            <p:spPr bwMode="gray">
              <a:xfrm flipH="1">
                <a:off x="2116" y="1203"/>
                <a:ext cx="164"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6" name="Line 823"/>
              <p:cNvSpPr>
                <a:spLocks noChangeShapeType="1"/>
              </p:cNvSpPr>
              <p:nvPr userDrawn="1"/>
            </p:nvSpPr>
            <p:spPr bwMode="gray">
              <a:xfrm flipH="1">
                <a:off x="2123" y="1203"/>
                <a:ext cx="161"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7" name="Freeform 824"/>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8" name="Line 825"/>
              <p:cNvSpPr>
                <a:spLocks noChangeShapeType="1"/>
              </p:cNvSpPr>
              <p:nvPr userDrawn="1"/>
            </p:nvSpPr>
            <p:spPr bwMode="gray">
              <a:xfrm flipV="1">
                <a:off x="2112" y="1209"/>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9" name="Freeform 826"/>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0" name="Freeform 827"/>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1" name="Line 828"/>
              <p:cNvSpPr>
                <a:spLocks noChangeShapeType="1"/>
              </p:cNvSpPr>
              <p:nvPr userDrawn="1"/>
            </p:nvSpPr>
            <p:spPr bwMode="gray">
              <a:xfrm>
                <a:off x="2118" y="1291"/>
                <a:ext cx="185"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2" name="Line 829"/>
              <p:cNvSpPr>
                <a:spLocks noChangeShapeType="1"/>
              </p:cNvSpPr>
              <p:nvPr userDrawn="1"/>
            </p:nvSpPr>
            <p:spPr bwMode="gray">
              <a:xfrm>
                <a:off x="2123" y="1284"/>
                <a:ext cx="18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3" name="Freeform 830"/>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4" name="Line 831"/>
              <p:cNvSpPr>
                <a:spLocks noChangeShapeType="1"/>
              </p:cNvSpPr>
              <p:nvPr userDrawn="1"/>
            </p:nvSpPr>
            <p:spPr bwMode="gray">
              <a:xfrm flipH="1" flipV="1">
                <a:off x="2114" y="1301"/>
                <a:ext cx="18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5" name="Freeform 832"/>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6" name="Line 833"/>
              <p:cNvSpPr>
                <a:spLocks noChangeShapeType="1"/>
              </p:cNvSpPr>
              <p:nvPr userDrawn="1"/>
            </p:nvSpPr>
            <p:spPr bwMode="gray">
              <a:xfrm flipV="1">
                <a:off x="2317" y="1342"/>
                <a:ext cx="28"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7" name="Line 834"/>
              <p:cNvSpPr>
                <a:spLocks noChangeShapeType="1"/>
              </p:cNvSpPr>
              <p:nvPr userDrawn="1"/>
            </p:nvSpPr>
            <p:spPr bwMode="gray">
              <a:xfrm flipV="1">
                <a:off x="2310" y="1331"/>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8" name="Line 835"/>
              <p:cNvSpPr>
                <a:spLocks noChangeShapeType="1"/>
              </p:cNvSpPr>
              <p:nvPr userDrawn="1"/>
            </p:nvSpPr>
            <p:spPr bwMode="gray">
              <a:xfrm flipH="1">
                <a:off x="2321" y="1354"/>
                <a:ext cx="24"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9" name="Freeform 836"/>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0" name="Freeform 837"/>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1" name="Line 838"/>
              <p:cNvSpPr>
                <a:spLocks noChangeShapeType="1"/>
              </p:cNvSpPr>
              <p:nvPr userDrawn="1"/>
            </p:nvSpPr>
            <p:spPr bwMode="gray">
              <a:xfrm flipH="1" flipV="1">
                <a:off x="2111" y="1298"/>
                <a:ext cx="5"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2" name="Line 839"/>
              <p:cNvSpPr>
                <a:spLocks noChangeShapeType="1"/>
              </p:cNvSpPr>
              <p:nvPr userDrawn="1"/>
            </p:nvSpPr>
            <p:spPr bwMode="gray">
              <a:xfrm flipH="1" flipV="1">
                <a:off x="2112" y="1293"/>
                <a:ext cx="7"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3" name="Freeform 840"/>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4" name="Line 841"/>
              <p:cNvSpPr>
                <a:spLocks noChangeShapeType="1"/>
              </p:cNvSpPr>
              <p:nvPr userDrawn="1"/>
            </p:nvSpPr>
            <p:spPr bwMode="gray">
              <a:xfrm>
                <a:off x="2114" y="1301"/>
                <a:ext cx="7" cy="22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5" name="Freeform 842"/>
              <p:cNvSpPr>
                <a:spLocks/>
              </p:cNvSpPr>
              <p:nvPr userDrawn="1"/>
            </p:nvSpPr>
            <p:spPr bwMode="gray">
              <a:xfrm>
                <a:off x="2116" y="1513"/>
                <a:ext cx="5" cy="9"/>
              </a:xfrm>
              <a:custGeom>
                <a:avLst/>
                <a:gdLst>
                  <a:gd name="T0" fmla="*/ 5 w 5"/>
                  <a:gd name="T1" fmla="*/ 9 h 9"/>
                  <a:gd name="T2" fmla="*/ 2 w 5"/>
                  <a:gd name="T3" fmla="*/ 7 h 9"/>
                  <a:gd name="T4" fmla="*/ 0 w 5"/>
                  <a:gd name="T5" fmla="*/ 5 h 9"/>
                  <a:gd name="T6" fmla="*/ 2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6" name="Freeform 843"/>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7" name="Freeform 844"/>
              <p:cNvSpPr>
                <a:spLocks/>
              </p:cNvSpPr>
              <p:nvPr userDrawn="1"/>
            </p:nvSpPr>
            <p:spPr bwMode="gray">
              <a:xfrm>
                <a:off x="3533" y="1216"/>
                <a:ext cx="5" cy="8"/>
              </a:xfrm>
              <a:custGeom>
                <a:avLst/>
                <a:gdLst>
                  <a:gd name="T0" fmla="*/ 0 w 5"/>
                  <a:gd name="T1" fmla="*/ 0 h 8"/>
                  <a:gd name="T2" fmla="*/ 1 w 5"/>
                  <a:gd name="T3" fmla="*/ 0 h 8"/>
                  <a:gd name="T4" fmla="*/ 3 w 5"/>
                  <a:gd name="T5" fmla="*/ 1 h 8"/>
                  <a:gd name="T6" fmla="*/ 3 w 5"/>
                  <a:gd name="T7" fmla="*/ 3 h 8"/>
                  <a:gd name="T8" fmla="*/ 5 w 5"/>
                  <a:gd name="T9" fmla="*/ 5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8" name="Freeform 845"/>
              <p:cNvSpPr>
                <a:spLocks/>
              </p:cNvSpPr>
              <p:nvPr userDrawn="1"/>
            </p:nvSpPr>
            <p:spPr bwMode="gray">
              <a:xfrm>
                <a:off x="2142" y="1686"/>
                <a:ext cx="7" cy="16"/>
              </a:xfrm>
              <a:custGeom>
                <a:avLst/>
                <a:gdLst>
                  <a:gd name="T0" fmla="*/ 2 w 7"/>
                  <a:gd name="T1" fmla="*/ 0 h 16"/>
                  <a:gd name="T2" fmla="*/ 0 w 7"/>
                  <a:gd name="T3" fmla="*/ 4 h 16"/>
                  <a:gd name="T4" fmla="*/ 0 w 7"/>
                  <a:gd name="T5" fmla="*/ 7 h 16"/>
                  <a:gd name="T6" fmla="*/ 2 w 7"/>
                  <a:gd name="T7" fmla="*/ 12 h 16"/>
                  <a:gd name="T8" fmla="*/ 4 w 7"/>
                  <a:gd name="T9" fmla="*/ 14 h 16"/>
                  <a:gd name="T10" fmla="*/ 7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9" name="Freeform 846"/>
              <p:cNvSpPr>
                <a:spLocks/>
              </p:cNvSpPr>
              <p:nvPr userDrawn="1"/>
            </p:nvSpPr>
            <p:spPr bwMode="gray">
              <a:xfrm>
                <a:off x="2142" y="1693"/>
                <a:ext cx="9" cy="5"/>
              </a:xfrm>
              <a:custGeom>
                <a:avLst/>
                <a:gdLst>
                  <a:gd name="T0" fmla="*/ 9 w 9"/>
                  <a:gd name="T1" fmla="*/ 5 h 5"/>
                  <a:gd name="T2" fmla="*/ 5 w 9"/>
                  <a:gd name="T3" fmla="*/ 5 h 5"/>
                  <a:gd name="T4" fmla="*/ 2 w 9"/>
                  <a:gd name="T5" fmla="*/ 5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0" name="Freeform 847"/>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1" name="Freeform 848"/>
              <p:cNvSpPr>
                <a:spLocks/>
              </p:cNvSpPr>
              <p:nvPr userDrawn="1"/>
            </p:nvSpPr>
            <p:spPr bwMode="gray">
              <a:xfrm>
                <a:off x="2784" y="1933"/>
                <a:ext cx="11" cy="8"/>
              </a:xfrm>
              <a:custGeom>
                <a:avLst/>
                <a:gdLst>
                  <a:gd name="T0" fmla="*/ 0 w 11"/>
                  <a:gd name="T1" fmla="*/ 8 h 8"/>
                  <a:gd name="T2" fmla="*/ 2 w 11"/>
                  <a:gd name="T3" fmla="*/ 8 h 8"/>
                  <a:gd name="T4" fmla="*/ 5 w 11"/>
                  <a:gd name="T5" fmla="*/ 7 h 8"/>
                  <a:gd name="T6" fmla="*/ 7 w 11"/>
                  <a:gd name="T7" fmla="*/ 5 h 8"/>
                  <a:gd name="T8" fmla="*/ 11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2" name="Freeform 849"/>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3" name="Freeform 850"/>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4" name="Freeform 851"/>
              <p:cNvSpPr>
                <a:spLocks/>
              </p:cNvSpPr>
              <p:nvPr userDrawn="1"/>
            </p:nvSpPr>
            <p:spPr bwMode="gray">
              <a:xfrm>
                <a:off x="2788" y="1683"/>
                <a:ext cx="1" cy="19"/>
              </a:xfrm>
              <a:custGeom>
                <a:avLst/>
                <a:gdLst>
                  <a:gd name="T0" fmla="*/ 1 w 1"/>
                  <a:gd name="T1" fmla="*/ 19 h 19"/>
                  <a:gd name="T2" fmla="*/ 1 w 1"/>
                  <a:gd name="T3" fmla="*/ 14 h 19"/>
                  <a:gd name="T4" fmla="*/ 1 w 1"/>
                  <a:gd name="T5" fmla="*/ 10 h 19"/>
                  <a:gd name="T6" fmla="*/ 0 w 1"/>
                  <a:gd name="T7" fmla="*/ 5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5" name="Freeform 852"/>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6" name="Freeform 853"/>
              <p:cNvSpPr>
                <a:spLocks/>
              </p:cNvSpPr>
              <p:nvPr userDrawn="1"/>
            </p:nvSpPr>
            <p:spPr bwMode="gray">
              <a:xfrm>
                <a:off x="2359" y="2013"/>
                <a:ext cx="7" cy="18"/>
              </a:xfrm>
              <a:custGeom>
                <a:avLst/>
                <a:gdLst>
                  <a:gd name="T0" fmla="*/ 2 w 7"/>
                  <a:gd name="T1" fmla="*/ 0 h 18"/>
                  <a:gd name="T2" fmla="*/ 0 w 7"/>
                  <a:gd name="T3" fmla="*/ 5 h 18"/>
                  <a:gd name="T4" fmla="*/ 0 w 7"/>
                  <a:gd name="T5" fmla="*/ 9 h 18"/>
                  <a:gd name="T6" fmla="*/ 2 w 7"/>
                  <a:gd name="T7" fmla="*/ 12 h 18"/>
                  <a:gd name="T8" fmla="*/ 4 w 7"/>
                  <a:gd name="T9" fmla="*/ 16 h 18"/>
                  <a:gd name="T10" fmla="*/ 7 w 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7" name="Freeform 854"/>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8" name="Freeform 855"/>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9" name="Freeform 856"/>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0" name="Freeform 857"/>
              <p:cNvSpPr>
                <a:spLocks/>
              </p:cNvSpPr>
              <p:nvPr userDrawn="1"/>
            </p:nvSpPr>
            <p:spPr bwMode="gray">
              <a:xfrm>
                <a:off x="2565" y="2101"/>
                <a:ext cx="2" cy="7"/>
              </a:xfrm>
              <a:custGeom>
                <a:avLst/>
                <a:gdLst>
                  <a:gd name="T0" fmla="*/ 0 w 2"/>
                  <a:gd name="T1" fmla="*/ 5 h 7"/>
                  <a:gd name="T2" fmla="*/ 2 w 2"/>
                  <a:gd name="T3" fmla="*/ 7 h 7"/>
                  <a:gd name="T4" fmla="*/ 2 w 2"/>
                  <a:gd name="T5" fmla="*/ 7 h 7"/>
                  <a:gd name="T6" fmla="*/ 2 w 2"/>
                  <a:gd name="T7" fmla="*/ 7 h 7"/>
                  <a:gd name="T8" fmla="*/ 2 w 2"/>
                  <a:gd name="T9" fmla="*/ 7 h 7"/>
                  <a:gd name="T10" fmla="*/ 2 w 2"/>
                  <a:gd name="T11" fmla="*/ 5 h 7"/>
                  <a:gd name="T12" fmla="*/ 2 w 2"/>
                  <a:gd name="T13" fmla="*/ 3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1" name="Freeform 858"/>
              <p:cNvSpPr>
                <a:spLocks/>
              </p:cNvSpPr>
              <p:nvPr userDrawn="1"/>
            </p:nvSpPr>
            <p:spPr bwMode="gray">
              <a:xfrm>
                <a:off x="2558" y="2102"/>
                <a:ext cx="18" cy="4"/>
              </a:xfrm>
              <a:custGeom>
                <a:avLst/>
                <a:gdLst>
                  <a:gd name="T0" fmla="*/ 18 w 18"/>
                  <a:gd name="T1" fmla="*/ 0 h 4"/>
                  <a:gd name="T2" fmla="*/ 14 w 18"/>
                  <a:gd name="T3" fmla="*/ 4 h 4"/>
                  <a:gd name="T4" fmla="*/ 9 w 18"/>
                  <a:gd name="T5" fmla="*/ 4 h 4"/>
                  <a:gd name="T6" fmla="*/ 4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2" name="Freeform 859"/>
              <p:cNvSpPr>
                <a:spLocks/>
              </p:cNvSpPr>
              <p:nvPr userDrawn="1"/>
            </p:nvSpPr>
            <p:spPr bwMode="gray">
              <a:xfrm>
                <a:off x="2558" y="1340"/>
                <a:ext cx="2" cy="19"/>
              </a:xfrm>
              <a:custGeom>
                <a:avLst/>
                <a:gdLst>
                  <a:gd name="T0" fmla="*/ 2 w 2"/>
                  <a:gd name="T1" fmla="*/ 19 h 19"/>
                  <a:gd name="T2" fmla="*/ 2 w 2"/>
                  <a:gd name="T3" fmla="*/ 14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3" name="Freeform 860"/>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4" name="Freeform 861"/>
              <p:cNvSpPr>
                <a:spLocks/>
              </p:cNvSpPr>
              <p:nvPr userDrawn="1"/>
            </p:nvSpPr>
            <p:spPr bwMode="gray">
              <a:xfrm>
                <a:off x="3610" y="1212"/>
                <a:ext cx="12" cy="11"/>
              </a:xfrm>
              <a:custGeom>
                <a:avLst/>
                <a:gdLst>
                  <a:gd name="T0" fmla="*/ 12 w 12"/>
                  <a:gd name="T1" fmla="*/ 11 h 11"/>
                  <a:gd name="T2" fmla="*/ 12 w 12"/>
                  <a:gd name="T3" fmla="*/ 7 h 11"/>
                  <a:gd name="T4" fmla="*/ 10 w 12"/>
                  <a:gd name="T5" fmla="*/ 4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5" name="Freeform 862"/>
              <p:cNvSpPr>
                <a:spLocks/>
              </p:cNvSpPr>
              <p:nvPr userDrawn="1"/>
            </p:nvSpPr>
            <p:spPr bwMode="gray">
              <a:xfrm>
                <a:off x="3617" y="1214"/>
                <a:ext cx="3" cy="7"/>
              </a:xfrm>
              <a:custGeom>
                <a:avLst/>
                <a:gdLst>
                  <a:gd name="T0" fmla="*/ 0 w 3"/>
                  <a:gd name="T1" fmla="*/ 0 h 7"/>
                  <a:gd name="T2" fmla="*/ 0 w 3"/>
                  <a:gd name="T3" fmla="*/ 0 h 7"/>
                  <a:gd name="T4" fmla="*/ 1 w 3"/>
                  <a:gd name="T5" fmla="*/ 2 h 7"/>
                  <a:gd name="T6" fmla="*/ 3 w 3"/>
                  <a:gd name="T7" fmla="*/ 2 h 7"/>
                  <a:gd name="T8" fmla="*/ 3 w 3"/>
                  <a:gd name="T9" fmla="*/ 5 h 7"/>
                  <a:gd name="T10" fmla="*/ 1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6" name="Freeform 863"/>
              <p:cNvSpPr>
                <a:spLocks/>
              </p:cNvSpPr>
              <p:nvPr userDrawn="1"/>
            </p:nvSpPr>
            <p:spPr bwMode="gray">
              <a:xfrm>
                <a:off x="3195" y="840"/>
                <a:ext cx="14" cy="7"/>
              </a:xfrm>
              <a:custGeom>
                <a:avLst/>
                <a:gdLst>
                  <a:gd name="T0" fmla="*/ 0 w 14"/>
                  <a:gd name="T1" fmla="*/ 0 h 7"/>
                  <a:gd name="T2" fmla="*/ 4 w 14"/>
                  <a:gd name="T3" fmla="*/ 0 h 7"/>
                  <a:gd name="T4" fmla="*/ 9 w 14"/>
                  <a:gd name="T5" fmla="*/ 1 h 7"/>
                  <a:gd name="T6" fmla="*/ 12 w 14"/>
                  <a:gd name="T7" fmla="*/ 5 h 7"/>
                  <a:gd name="T8" fmla="*/ 14 w 14"/>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7" name="Freeform 864"/>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8" name="Freeform 865"/>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9" name="Freeform 866"/>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0" name="Freeform 867"/>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1" name="Freeform 868"/>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2" name="Freeform 869"/>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3" name="Freeform 870"/>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210" name="Freeform 871"/>
            <p:cNvSpPr>
              <a:spLocks/>
            </p:cNvSpPr>
            <p:nvPr userDrawn="1"/>
          </p:nvSpPr>
          <p:spPr bwMode="gray">
            <a:xfrm>
              <a:off x="3197" y="1660"/>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1" name="Freeform 872"/>
            <p:cNvSpPr>
              <a:spLocks/>
            </p:cNvSpPr>
            <p:nvPr userDrawn="1"/>
          </p:nvSpPr>
          <p:spPr bwMode="gray">
            <a:xfrm>
              <a:off x="3190" y="1670"/>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2" name="Freeform 873"/>
            <p:cNvSpPr>
              <a:spLocks/>
            </p:cNvSpPr>
            <p:nvPr userDrawn="1"/>
          </p:nvSpPr>
          <p:spPr bwMode="gray">
            <a:xfrm>
              <a:off x="3687" y="1380"/>
              <a:ext cx="3" cy="2"/>
            </a:xfrm>
            <a:custGeom>
              <a:avLst/>
              <a:gdLst>
                <a:gd name="T0" fmla="*/ 0 w 3"/>
                <a:gd name="T1" fmla="*/ 2 h 2"/>
                <a:gd name="T2" fmla="*/ 1 w 3"/>
                <a:gd name="T3" fmla="*/ 0 h 2"/>
                <a:gd name="T4" fmla="*/ 3 w 3"/>
                <a:gd name="T5" fmla="*/ 0 h 2"/>
                <a:gd name="T6" fmla="*/ 3 w 3"/>
                <a:gd name="T7" fmla="*/ 0 h 2"/>
                <a:gd name="T8" fmla="*/ 3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3" name="Freeform 874"/>
            <p:cNvSpPr>
              <a:spLocks/>
            </p:cNvSpPr>
            <p:nvPr userDrawn="1"/>
          </p:nvSpPr>
          <p:spPr bwMode="gray">
            <a:xfrm>
              <a:off x="3681" y="1375"/>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4" name="Freeform 875"/>
            <p:cNvSpPr>
              <a:spLocks/>
            </p:cNvSpPr>
            <p:nvPr userDrawn="1"/>
          </p:nvSpPr>
          <p:spPr bwMode="gray">
            <a:xfrm>
              <a:off x="3349" y="2055"/>
              <a:ext cx="16" cy="7"/>
            </a:xfrm>
            <a:custGeom>
              <a:avLst/>
              <a:gdLst>
                <a:gd name="T0" fmla="*/ 0 w 16"/>
                <a:gd name="T1" fmla="*/ 0 h 7"/>
                <a:gd name="T2" fmla="*/ 2 w 16"/>
                <a:gd name="T3" fmla="*/ 4 h 7"/>
                <a:gd name="T4" fmla="*/ 5 w 16"/>
                <a:gd name="T5" fmla="*/ 5 h 7"/>
                <a:gd name="T6" fmla="*/ 10 w 16"/>
                <a:gd name="T7" fmla="*/ 7 h 7"/>
                <a:gd name="T8" fmla="*/ 12 w 16"/>
                <a:gd name="T9" fmla="*/ 7 h 7"/>
                <a:gd name="T10" fmla="*/ 16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5" name="Freeform 876"/>
            <p:cNvSpPr>
              <a:spLocks/>
            </p:cNvSpPr>
            <p:nvPr userDrawn="1"/>
          </p:nvSpPr>
          <p:spPr bwMode="gray">
            <a:xfrm>
              <a:off x="3352" y="2055"/>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6" name="Freeform 877"/>
            <p:cNvSpPr>
              <a:spLocks/>
            </p:cNvSpPr>
            <p:nvPr userDrawn="1"/>
          </p:nvSpPr>
          <p:spPr bwMode="gray">
            <a:xfrm>
              <a:off x="3366" y="1305"/>
              <a:ext cx="18" cy="12"/>
            </a:xfrm>
            <a:custGeom>
              <a:avLst/>
              <a:gdLst>
                <a:gd name="T0" fmla="*/ 0 w 18"/>
                <a:gd name="T1" fmla="*/ 12 h 12"/>
                <a:gd name="T2" fmla="*/ 9 w 18"/>
                <a:gd name="T3" fmla="*/ 5 h 12"/>
                <a:gd name="T4" fmla="*/ 18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7" name="Freeform 878"/>
            <p:cNvSpPr>
              <a:spLocks/>
            </p:cNvSpPr>
            <p:nvPr userDrawn="1"/>
          </p:nvSpPr>
          <p:spPr bwMode="gray">
            <a:xfrm>
              <a:off x="3372" y="1303"/>
              <a:ext cx="10" cy="14"/>
            </a:xfrm>
            <a:custGeom>
              <a:avLst/>
              <a:gdLst>
                <a:gd name="T0" fmla="*/ 10 w 10"/>
                <a:gd name="T1" fmla="*/ 14 h 14"/>
                <a:gd name="T2" fmla="*/ 7 w 10"/>
                <a:gd name="T3" fmla="*/ 11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8" name="Freeform 879"/>
            <p:cNvSpPr>
              <a:spLocks/>
            </p:cNvSpPr>
            <p:nvPr userDrawn="1"/>
          </p:nvSpPr>
          <p:spPr bwMode="gray">
            <a:xfrm>
              <a:off x="3503" y="1954"/>
              <a:ext cx="14" cy="14"/>
            </a:xfrm>
            <a:custGeom>
              <a:avLst/>
              <a:gdLst>
                <a:gd name="T0" fmla="*/ 0 w 14"/>
                <a:gd name="T1" fmla="*/ 14 h 14"/>
                <a:gd name="T2" fmla="*/ 5 w 14"/>
                <a:gd name="T3" fmla="*/ 12 h 14"/>
                <a:gd name="T4" fmla="*/ 10 w 14"/>
                <a:gd name="T5" fmla="*/ 10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9" name="Freeform 880"/>
            <p:cNvSpPr>
              <a:spLocks/>
            </p:cNvSpPr>
            <p:nvPr userDrawn="1"/>
          </p:nvSpPr>
          <p:spPr bwMode="gray">
            <a:xfrm>
              <a:off x="3510" y="1955"/>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0" name="Freeform 881"/>
            <p:cNvSpPr>
              <a:spLocks/>
            </p:cNvSpPr>
            <p:nvPr userDrawn="1"/>
          </p:nvSpPr>
          <p:spPr bwMode="gray">
            <a:xfrm>
              <a:off x="2284" y="950"/>
              <a:ext cx="5" cy="16"/>
            </a:xfrm>
            <a:custGeom>
              <a:avLst/>
              <a:gdLst>
                <a:gd name="T0" fmla="*/ 3 w 5"/>
                <a:gd name="T1" fmla="*/ 16 h 16"/>
                <a:gd name="T2" fmla="*/ 2 w 5"/>
                <a:gd name="T3" fmla="*/ 12 h 16"/>
                <a:gd name="T4" fmla="*/ 0 w 5"/>
                <a:gd name="T5" fmla="*/ 9 h 16"/>
                <a:gd name="T6" fmla="*/ 2 w 5"/>
                <a:gd name="T7" fmla="*/ 3 h 16"/>
                <a:gd name="T8" fmla="*/ 2 w 5"/>
                <a:gd name="T9" fmla="*/ 2 h 16"/>
                <a:gd name="T10" fmla="*/ 5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1" name="Freeform 882"/>
            <p:cNvSpPr>
              <a:spLocks/>
            </p:cNvSpPr>
            <p:nvPr userDrawn="1"/>
          </p:nvSpPr>
          <p:spPr bwMode="gray">
            <a:xfrm>
              <a:off x="2284" y="952"/>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2" name="Freeform 883"/>
            <p:cNvSpPr>
              <a:spLocks/>
            </p:cNvSpPr>
            <p:nvPr userDrawn="1"/>
          </p:nvSpPr>
          <p:spPr bwMode="gray">
            <a:xfrm>
              <a:off x="2452" y="873"/>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3" name="Freeform 884"/>
            <p:cNvSpPr>
              <a:spLocks/>
            </p:cNvSpPr>
            <p:nvPr userDrawn="1"/>
          </p:nvSpPr>
          <p:spPr bwMode="gray">
            <a:xfrm>
              <a:off x="2443" y="875"/>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4" name="Freeform 885"/>
            <p:cNvSpPr>
              <a:spLocks/>
            </p:cNvSpPr>
            <p:nvPr userDrawn="1"/>
          </p:nvSpPr>
          <p:spPr bwMode="gray">
            <a:xfrm>
              <a:off x="3123" y="2213"/>
              <a:ext cx="18" cy="8"/>
            </a:xfrm>
            <a:custGeom>
              <a:avLst/>
              <a:gdLst>
                <a:gd name="T0" fmla="*/ 0 w 18"/>
                <a:gd name="T1" fmla="*/ 7 h 8"/>
                <a:gd name="T2" fmla="*/ 6 w 18"/>
                <a:gd name="T3" fmla="*/ 8 h 8"/>
                <a:gd name="T4" fmla="*/ 11 w 18"/>
                <a:gd name="T5" fmla="*/ 7 h 8"/>
                <a:gd name="T6" fmla="*/ 14 w 18"/>
                <a:gd name="T7" fmla="*/ 3 h 8"/>
                <a:gd name="T8" fmla="*/ 18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5" name="Freeform 886"/>
            <p:cNvSpPr>
              <a:spLocks/>
            </p:cNvSpPr>
            <p:nvPr userDrawn="1"/>
          </p:nvSpPr>
          <p:spPr bwMode="gray">
            <a:xfrm>
              <a:off x="3127" y="2214"/>
              <a:ext cx="7" cy="7"/>
            </a:xfrm>
            <a:custGeom>
              <a:avLst/>
              <a:gdLst>
                <a:gd name="T0" fmla="*/ 7 w 7"/>
                <a:gd name="T1" fmla="*/ 6 h 7"/>
                <a:gd name="T2" fmla="*/ 5 w 7"/>
                <a:gd name="T3" fmla="*/ 7 h 7"/>
                <a:gd name="T4" fmla="*/ 3 w 7"/>
                <a:gd name="T5" fmla="*/ 6 h 7"/>
                <a:gd name="T6" fmla="*/ 2 w 7"/>
                <a:gd name="T7" fmla="*/ 4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6" name="Freeform 887"/>
            <p:cNvSpPr>
              <a:spLocks/>
            </p:cNvSpPr>
            <p:nvPr userDrawn="1"/>
          </p:nvSpPr>
          <p:spPr bwMode="gray">
            <a:xfrm>
              <a:off x="3283" y="2108"/>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7" name="Freeform 888"/>
            <p:cNvSpPr>
              <a:spLocks/>
            </p:cNvSpPr>
            <p:nvPr userDrawn="1"/>
          </p:nvSpPr>
          <p:spPr bwMode="gray">
            <a:xfrm>
              <a:off x="3279" y="2115"/>
              <a:ext cx="11" cy="7"/>
            </a:xfrm>
            <a:custGeom>
              <a:avLst/>
              <a:gdLst>
                <a:gd name="T0" fmla="*/ 0 w 11"/>
                <a:gd name="T1" fmla="*/ 7 h 7"/>
                <a:gd name="T2" fmla="*/ 4 w 11"/>
                <a:gd name="T3" fmla="*/ 7 h 7"/>
                <a:gd name="T4" fmla="*/ 7 w 11"/>
                <a:gd name="T5" fmla="*/ 5 h 7"/>
                <a:gd name="T6" fmla="*/ 9 w 11"/>
                <a:gd name="T7" fmla="*/ 3 h 7"/>
                <a:gd name="T8" fmla="*/ 11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8" name="Freeform 889"/>
            <p:cNvSpPr>
              <a:spLocks/>
            </p:cNvSpPr>
            <p:nvPr userDrawn="1"/>
          </p:nvSpPr>
          <p:spPr bwMode="gray">
            <a:xfrm>
              <a:off x="2541" y="2150"/>
              <a:ext cx="5"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5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9" name="Freeform 890"/>
            <p:cNvSpPr>
              <a:spLocks/>
            </p:cNvSpPr>
            <p:nvPr userDrawn="1"/>
          </p:nvSpPr>
          <p:spPr bwMode="gray">
            <a:xfrm>
              <a:off x="2539" y="2157"/>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0" name="Freeform 891"/>
            <p:cNvSpPr>
              <a:spLocks/>
            </p:cNvSpPr>
            <p:nvPr userDrawn="1"/>
          </p:nvSpPr>
          <p:spPr bwMode="gray">
            <a:xfrm>
              <a:off x="2744" y="2237"/>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1" name="Freeform 892"/>
            <p:cNvSpPr>
              <a:spLocks/>
            </p:cNvSpPr>
            <p:nvPr userDrawn="1"/>
          </p:nvSpPr>
          <p:spPr bwMode="gray">
            <a:xfrm>
              <a:off x="2735" y="2239"/>
              <a:ext cx="18" cy="3"/>
            </a:xfrm>
            <a:custGeom>
              <a:avLst/>
              <a:gdLst>
                <a:gd name="T0" fmla="*/ 18 w 18"/>
                <a:gd name="T1" fmla="*/ 0 h 3"/>
                <a:gd name="T2" fmla="*/ 14 w 18"/>
                <a:gd name="T3" fmla="*/ 3 h 3"/>
                <a:gd name="T4" fmla="*/ 11 w 18"/>
                <a:gd name="T5" fmla="*/ 3 h 3"/>
                <a:gd name="T6" fmla="*/ 5 w 18"/>
                <a:gd name="T7" fmla="*/ 3 h 3"/>
                <a:gd name="T8" fmla="*/ 0 w 18"/>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2" name="Freeform 893"/>
            <p:cNvSpPr>
              <a:spLocks/>
            </p:cNvSpPr>
            <p:nvPr userDrawn="1"/>
          </p:nvSpPr>
          <p:spPr bwMode="gray">
            <a:xfrm>
              <a:off x="2527" y="922"/>
              <a:ext cx="5" cy="3"/>
            </a:xfrm>
            <a:custGeom>
              <a:avLst/>
              <a:gdLst>
                <a:gd name="T0" fmla="*/ 2 w 5"/>
                <a:gd name="T1" fmla="*/ 3 h 3"/>
                <a:gd name="T2" fmla="*/ 0 w 5"/>
                <a:gd name="T3" fmla="*/ 2 h 3"/>
                <a:gd name="T4" fmla="*/ 0 w 5"/>
                <a:gd name="T5" fmla="*/ 2 h 3"/>
                <a:gd name="T6" fmla="*/ 0 w 5"/>
                <a:gd name="T7" fmla="*/ 0 h 3"/>
                <a:gd name="T8" fmla="*/ 0 w 5"/>
                <a:gd name="T9" fmla="*/ 0 h 3"/>
                <a:gd name="T10" fmla="*/ 3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3" name="Freeform 894"/>
            <p:cNvSpPr>
              <a:spLocks/>
            </p:cNvSpPr>
            <p:nvPr userDrawn="1"/>
          </p:nvSpPr>
          <p:spPr bwMode="gray">
            <a:xfrm>
              <a:off x="2525" y="915"/>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4" name="Freeform 895"/>
            <p:cNvSpPr>
              <a:spLocks/>
            </p:cNvSpPr>
            <p:nvPr userDrawn="1"/>
          </p:nvSpPr>
          <p:spPr bwMode="gray">
            <a:xfrm>
              <a:off x="3041" y="670"/>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5" name="Freeform 896"/>
            <p:cNvSpPr>
              <a:spLocks/>
            </p:cNvSpPr>
            <p:nvPr userDrawn="1"/>
          </p:nvSpPr>
          <p:spPr bwMode="gray">
            <a:xfrm>
              <a:off x="3034" y="672"/>
              <a:ext cx="16" cy="3"/>
            </a:xfrm>
            <a:custGeom>
              <a:avLst/>
              <a:gdLst>
                <a:gd name="T0" fmla="*/ 0 w 16"/>
                <a:gd name="T1" fmla="*/ 3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6" name="Freeform 897"/>
            <p:cNvSpPr>
              <a:spLocks/>
            </p:cNvSpPr>
            <p:nvPr userDrawn="1"/>
          </p:nvSpPr>
          <p:spPr bwMode="gray">
            <a:xfrm>
              <a:off x="2740" y="980"/>
              <a:ext cx="2" cy="19"/>
            </a:xfrm>
            <a:custGeom>
              <a:avLst/>
              <a:gdLst>
                <a:gd name="T0" fmla="*/ 2 w 2"/>
                <a:gd name="T1" fmla="*/ 19 h 19"/>
                <a:gd name="T2" fmla="*/ 2 w 2"/>
                <a:gd name="T3" fmla="*/ 15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7" name="Freeform 898"/>
            <p:cNvSpPr>
              <a:spLocks/>
            </p:cNvSpPr>
            <p:nvPr userDrawn="1"/>
          </p:nvSpPr>
          <p:spPr bwMode="gray">
            <a:xfrm>
              <a:off x="2732" y="990"/>
              <a:ext cx="19" cy="2"/>
            </a:xfrm>
            <a:custGeom>
              <a:avLst/>
              <a:gdLst>
                <a:gd name="T0" fmla="*/ 19 w 19"/>
                <a:gd name="T1" fmla="*/ 0 h 2"/>
                <a:gd name="T2" fmla="*/ 14 w 19"/>
                <a:gd name="T3" fmla="*/ 0 h 2"/>
                <a:gd name="T4" fmla="*/ 10 w 19"/>
                <a:gd name="T5" fmla="*/ 0 h 2"/>
                <a:gd name="T6" fmla="*/ 5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8" name="Freeform 899"/>
            <p:cNvSpPr>
              <a:spLocks/>
            </p:cNvSpPr>
            <p:nvPr userDrawn="1"/>
          </p:nvSpPr>
          <p:spPr bwMode="gray">
            <a:xfrm>
              <a:off x="3249" y="733"/>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9" name="Freeform 900"/>
            <p:cNvSpPr>
              <a:spLocks/>
            </p:cNvSpPr>
            <p:nvPr userDrawn="1"/>
          </p:nvSpPr>
          <p:spPr bwMode="gray">
            <a:xfrm>
              <a:off x="3244" y="728"/>
              <a:ext cx="11" cy="15"/>
            </a:xfrm>
            <a:custGeom>
              <a:avLst/>
              <a:gdLst>
                <a:gd name="T0" fmla="*/ 11 w 11"/>
                <a:gd name="T1" fmla="*/ 15 h 15"/>
                <a:gd name="T2" fmla="*/ 11 w 11"/>
                <a:gd name="T3" fmla="*/ 10 h 15"/>
                <a:gd name="T4" fmla="*/ 7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0" name="Freeform 901"/>
            <p:cNvSpPr>
              <a:spLocks/>
            </p:cNvSpPr>
            <p:nvPr userDrawn="1"/>
          </p:nvSpPr>
          <p:spPr bwMode="gray">
            <a:xfrm>
              <a:off x="2490" y="763"/>
              <a:ext cx="4" cy="15"/>
            </a:xfrm>
            <a:custGeom>
              <a:avLst/>
              <a:gdLst>
                <a:gd name="T0" fmla="*/ 4 w 4"/>
                <a:gd name="T1" fmla="*/ 15 h 15"/>
                <a:gd name="T2" fmla="*/ 0 w 4"/>
                <a:gd name="T3" fmla="*/ 12 h 15"/>
                <a:gd name="T4" fmla="*/ 0 w 4"/>
                <a:gd name="T5" fmla="*/ 8 h 15"/>
                <a:gd name="T6" fmla="*/ 0 w 4"/>
                <a:gd name="T7" fmla="*/ 5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1" name="Freeform 902"/>
            <p:cNvSpPr>
              <a:spLocks/>
            </p:cNvSpPr>
            <p:nvPr userDrawn="1"/>
          </p:nvSpPr>
          <p:spPr bwMode="gray">
            <a:xfrm>
              <a:off x="2489" y="764"/>
              <a:ext cx="8" cy="9"/>
            </a:xfrm>
            <a:custGeom>
              <a:avLst/>
              <a:gdLst>
                <a:gd name="T0" fmla="*/ 8 w 8"/>
                <a:gd name="T1" fmla="*/ 0 h 9"/>
                <a:gd name="T2" fmla="*/ 5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2" name="Freeform 903"/>
            <p:cNvSpPr>
              <a:spLocks/>
            </p:cNvSpPr>
            <p:nvPr userDrawn="1"/>
          </p:nvSpPr>
          <p:spPr bwMode="gray">
            <a:xfrm>
              <a:off x="3146" y="960"/>
              <a:ext cx="2" cy="20"/>
            </a:xfrm>
            <a:custGeom>
              <a:avLst/>
              <a:gdLst>
                <a:gd name="T0" fmla="*/ 2 w 2"/>
                <a:gd name="T1" fmla="*/ 20 h 20"/>
                <a:gd name="T2" fmla="*/ 2 w 2"/>
                <a:gd name="T3" fmla="*/ 16 h 20"/>
                <a:gd name="T4" fmla="*/ 2 w 2"/>
                <a:gd name="T5" fmla="*/ 11 h 20"/>
                <a:gd name="T6" fmla="*/ 2 w 2"/>
                <a:gd name="T7" fmla="*/ 6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3" name="Freeform 904"/>
            <p:cNvSpPr>
              <a:spLocks/>
            </p:cNvSpPr>
            <p:nvPr userDrawn="1"/>
          </p:nvSpPr>
          <p:spPr bwMode="gray">
            <a:xfrm>
              <a:off x="3139" y="971"/>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4" name="Freeform 905"/>
            <p:cNvSpPr>
              <a:spLocks/>
            </p:cNvSpPr>
            <p:nvPr userDrawn="1"/>
          </p:nvSpPr>
          <p:spPr bwMode="gray">
            <a:xfrm>
              <a:off x="2651" y="687"/>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5" name="Freeform 906"/>
            <p:cNvSpPr>
              <a:spLocks/>
            </p:cNvSpPr>
            <p:nvPr userDrawn="1"/>
          </p:nvSpPr>
          <p:spPr bwMode="gray">
            <a:xfrm>
              <a:off x="2653" y="687"/>
              <a:ext cx="10" cy="9"/>
            </a:xfrm>
            <a:custGeom>
              <a:avLst/>
              <a:gdLst>
                <a:gd name="T0" fmla="*/ 10 w 10"/>
                <a:gd name="T1" fmla="*/ 0 h 9"/>
                <a:gd name="T2" fmla="*/ 7 w 10"/>
                <a:gd name="T3" fmla="*/ 0 h 9"/>
                <a:gd name="T4" fmla="*/ 5 w 10"/>
                <a:gd name="T5" fmla="*/ 2 h 9"/>
                <a:gd name="T6" fmla="*/ 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6" name="Freeform 907"/>
            <p:cNvSpPr>
              <a:spLocks/>
            </p:cNvSpPr>
            <p:nvPr userDrawn="1"/>
          </p:nvSpPr>
          <p:spPr bwMode="gray">
            <a:xfrm>
              <a:off x="3300" y="882"/>
              <a:ext cx="14" cy="12"/>
            </a:xfrm>
            <a:custGeom>
              <a:avLst/>
              <a:gdLst>
                <a:gd name="T0" fmla="*/ 14 w 14"/>
                <a:gd name="T1" fmla="*/ 12 h 12"/>
                <a:gd name="T2" fmla="*/ 14 w 14"/>
                <a:gd name="T3" fmla="*/ 7 h 12"/>
                <a:gd name="T4" fmla="*/ 12 w 14"/>
                <a:gd name="T5" fmla="*/ 3 h 12"/>
                <a:gd name="T6" fmla="*/ 9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7" name="Freeform 908"/>
            <p:cNvSpPr>
              <a:spLocks/>
            </p:cNvSpPr>
            <p:nvPr userDrawn="1"/>
          </p:nvSpPr>
          <p:spPr bwMode="gray">
            <a:xfrm>
              <a:off x="3307" y="885"/>
              <a:ext cx="5" cy="7"/>
            </a:xfrm>
            <a:custGeom>
              <a:avLst/>
              <a:gdLst>
                <a:gd name="T0" fmla="*/ 0 w 5"/>
                <a:gd name="T1" fmla="*/ 0 h 7"/>
                <a:gd name="T2" fmla="*/ 3 w 5"/>
                <a:gd name="T3" fmla="*/ 0 h 7"/>
                <a:gd name="T4" fmla="*/ 5 w 5"/>
                <a:gd name="T5" fmla="*/ 2 h 7"/>
                <a:gd name="T6" fmla="*/ 5 w 5"/>
                <a:gd name="T7" fmla="*/ 4 h 7"/>
                <a:gd name="T8" fmla="*/ 3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8" name="Freeform 909"/>
            <p:cNvSpPr>
              <a:spLocks/>
            </p:cNvSpPr>
            <p:nvPr userDrawn="1"/>
          </p:nvSpPr>
          <p:spPr bwMode="gray">
            <a:xfrm>
              <a:off x="2118" y="1513"/>
              <a:ext cx="5" cy="16"/>
            </a:xfrm>
            <a:custGeom>
              <a:avLst/>
              <a:gdLst>
                <a:gd name="T0" fmla="*/ 1 w 5"/>
                <a:gd name="T1" fmla="*/ 0 h 16"/>
                <a:gd name="T2" fmla="*/ 0 w 5"/>
                <a:gd name="T3" fmla="*/ 3 h 16"/>
                <a:gd name="T4" fmla="*/ 0 w 5"/>
                <a:gd name="T5" fmla="*/ 7 h 16"/>
                <a:gd name="T6" fmla="*/ 1 w 5"/>
                <a:gd name="T7" fmla="*/ 12 h 16"/>
                <a:gd name="T8" fmla="*/ 3 w 5"/>
                <a:gd name="T9" fmla="*/ 14 h 16"/>
                <a:gd name="T10" fmla="*/ 5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9" name="Freeform 910"/>
            <p:cNvSpPr>
              <a:spLocks/>
            </p:cNvSpPr>
            <p:nvPr userDrawn="1"/>
          </p:nvSpPr>
          <p:spPr bwMode="gray">
            <a:xfrm>
              <a:off x="2118" y="1520"/>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0" name="Freeform 911"/>
            <p:cNvSpPr>
              <a:spLocks/>
            </p:cNvSpPr>
            <p:nvPr userDrawn="1"/>
          </p:nvSpPr>
          <p:spPr bwMode="gray">
            <a:xfrm>
              <a:off x="2111" y="1284"/>
              <a:ext cx="12" cy="14"/>
            </a:xfrm>
            <a:custGeom>
              <a:avLst/>
              <a:gdLst>
                <a:gd name="T0" fmla="*/ 0 w 12"/>
                <a:gd name="T1" fmla="*/ 14 h 14"/>
                <a:gd name="T2" fmla="*/ 0 w 12"/>
                <a:gd name="T3" fmla="*/ 9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1" name="Freeform 912"/>
            <p:cNvSpPr>
              <a:spLocks/>
            </p:cNvSpPr>
            <p:nvPr userDrawn="1"/>
          </p:nvSpPr>
          <p:spPr bwMode="gray">
            <a:xfrm>
              <a:off x="2112" y="1287"/>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2" name="Line 913"/>
            <p:cNvSpPr>
              <a:spLocks noChangeShapeType="1"/>
            </p:cNvSpPr>
            <p:nvPr userDrawn="1"/>
          </p:nvSpPr>
          <p:spPr bwMode="gray">
            <a:xfrm flipH="1" flipV="1">
              <a:off x="3314" y="93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3" name="Line 914"/>
            <p:cNvSpPr>
              <a:spLocks noChangeShapeType="1"/>
            </p:cNvSpPr>
            <p:nvPr userDrawn="1"/>
          </p:nvSpPr>
          <p:spPr bwMode="gray">
            <a:xfrm flipV="1">
              <a:off x="3248" y="1887"/>
              <a:ext cx="1"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4" name="Freeform 915"/>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5" name="Line 916"/>
            <p:cNvSpPr>
              <a:spLocks noChangeShapeType="1"/>
            </p:cNvSpPr>
            <p:nvPr userDrawn="1"/>
          </p:nvSpPr>
          <p:spPr bwMode="gray">
            <a:xfrm flipV="1">
              <a:off x="3141" y="1901"/>
              <a:ext cx="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6" name="Line 917"/>
            <p:cNvSpPr>
              <a:spLocks noChangeShapeType="1"/>
            </p:cNvSpPr>
            <p:nvPr userDrawn="1"/>
          </p:nvSpPr>
          <p:spPr bwMode="gray">
            <a:xfrm flipV="1">
              <a:off x="3146" y="1903"/>
              <a:ext cx="2"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7" name="Line 918"/>
            <p:cNvSpPr>
              <a:spLocks noChangeShapeType="1"/>
            </p:cNvSpPr>
            <p:nvPr userDrawn="1"/>
          </p:nvSpPr>
          <p:spPr bwMode="gray">
            <a:xfrm>
              <a:off x="3144" y="1903"/>
              <a:ext cx="1"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8" name="Freeform 919"/>
            <p:cNvSpPr>
              <a:spLocks/>
            </p:cNvSpPr>
            <p:nvPr userDrawn="1"/>
          </p:nvSpPr>
          <p:spPr bwMode="gray">
            <a:xfrm>
              <a:off x="3141" y="1971"/>
              <a:ext cx="5" cy="9"/>
            </a:xfrm>
            <a:custGeom>
              <a:avLst/>
              <a:gdLst>
                <a:gd name="T0" fmla="*/ 5 w 5"/>
                <a:gd name="T1" fmla="*/ 9 h 9"/>
                <a:gd name="T2" fmla="*/ 2 w 5"/>
                <a:gd name="T3" fmla="*/ 7 h 9"/>
                <a:gd name="T4" fmla="*/ 0 w 5"/>
                <a:gd name="T5" fmla="*/ 5 h 9"/>
                <a:gd name="T6" fmla="*/ 0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9" name="Freeform 920"/>
            <p:cNvSpPr>
              <a:spLocks/>
            </p:cNvSpPr>
            <p:nvPr userDrawn="1"/>
          </p:nvSpPr>
          <p:spPr bwMode="gray">
            <a:xfrm>
              <a:off x="3143" y="1985"/>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0" name="Freeform 921"/>
            <p:cNvSpPr>
              <a:spLocks/>
            </p:cNvSpPr>
            <p:nvPr userDrawn="1"/>
          </p:nvSpPr>
          <p:spPr bwMode="gray">
            <a:xfrm>
              <a:off x="3132" y="1971"/>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1" name="Freeform 922"/>
            <p:cNvSpPr>
              <a:spLocks/>
            </p:cNvSpPr>
            <p:nvPr userDrawn="1"/>
          </p:nvSpPr>
          <p:spPr bwMode="gray">
            <a:xfrm>
              <a:off x="3123" y="1978"/>
              <a:ext cx="9" cy="18"/>
            </a:xfrm>
            <a:custGeom>
              <a:avLst/>
              <a:gdLst>
                <a:gd name="T0" fmla="*/ 0 w 9"/>
                <a:gd name="T1" fmla="*/ 18 h 18"/>
                <a:gd name="T2" fmla="*/ 2 w 9"/>
                <a:gd name="T3" fmla="*/ 14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2" name="Freeform 923"/>
            <p:cNvSpPr>
              <a:spLocks/>
            </p:cNvSpPr>
            <p:nvPr userDrawn="1"/>
          </p:nvSpPr>
          <p:spPr bwMode="gray">
            <a:xfrm>
              <a:off x="3123" y="1996"/>
              <a:ext cx="20" cy="1"/>
            </a:xfrm>
            <a:custGeom>
              <a:avLst/>
              <a:gdLst>
                <a:gd name="T0" fmla="*/ 0 w 20"/>
                <a:gd name="T1" fmla="*/ 0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3" name="Line 924"/>
            <p:cNvSpPr>
              <a:spLocks noChangeShapeType="1"/>
            </p:cNvSpPr>
            <p:nvPr userDrawn="1"/>
          </p:nvSpPr>
          <p:spPr bwMode="gray">
            <a:xfrm>
              <a:off x="2837" y="1216"/>
              <a:ext cx="314" cy="10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864" name="Group 925"/>
          <p:cNvGrpSpPr>
            <a:grpSpLocks/>
          </p:cNvGrpSpPr>
          <p:nvPr userDrawn="1"/>
        </p:nvGrpSpPr>
        <p:grpSpPr bwMode="auto">
          <a:xfrm>
            <a:off x="5867400" y="3789363"/>
            <a:ext cx="2798763" cy="2786062"/>
            <a:chOff x="4059" y="2614"/>
            <a:chExt cx="1581" cy="1574"/>
          </a:xfrm>
        </p:grpSpPr>
        <p:sp>
          <p:nvSpPr>
            <p:cNvPr id="865" name="Line 926"/>
            <p:cNvSpPr>
              <a:spLocks noChangeShapeType="1"/>
            </p:cNvSpPr>
            <p:nvPr userDrawn="1"/>
          </p:nvSpPr>
          <p:spPr bwMode="gray">
            <a:xfrm flipH="1">
              <a:off x="5040" y="3476"/>
              <a:ext cx="156"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6" name="Line 927"/>
            <p:cNvSpPr>
              <a:spLocks noChangeShapeType="1"/>
            </p:cNvSpPr>
            <p:nvPr userDrawn="1"/>
          </p:nvSpPr>
          <p:spPr bwMode="gray">
            <a:xfrm flipH="1" flipV="1">
              <a:off x="5049" y="3467"/>
              <a:ext cx="206"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7" name="Line 928"/>
            <p:cNvSpPr>
              <a:spLocks noChangeShapeType="1"/>
            </p:cNvSpPr>
            <p:nvPr userDrawn="1"/>
          </p:nvSpPr>
          <p:spPr bwMode="gray">
            <a:xfrm flipV="1">
              <a:off x="5029" y="358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8" name="Line 929"/>
            <p:cNvSpPr>
              <a:spLocks noChangeShapeType="1"/>
            </p:cNvSpPr>
            <p:nvPr userDrawn="1"/>
          </p:nvSpPr>
          <p:spPr bwMode="gray">
            <a:xfrm flipV="1">
              <a:off x="5397" y="3462"/>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9" name="Line 930"/>
            <p:cNvSpPr>
              <a:spLocks noChangeShapeType="1"/>
            </p:cNvSpPr>
            <p:nvPr userDrawn="1"/>
          </p:nvSpPr>
          <p:spPr bwMode="gray">
            <a:xfrm flipH="1">
              <a:off x="5404" y="3217"/>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0" name="Line 931"/>
            <p:cNvSpPr>
              <a:spLocks noChangeShapeType="1"/>
            </p:cNvSpPr>
            <p:nvPr userDrawn="1"/>
          </p:nvSpPr>
          <p:spPr bwMode="gray">
            <a:xfrm flipV="1">
              <a:off x="4938" y="2878"/>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1" name="Freeform 932"/>
            <p:cNvSpPr>
              <a:spLocks/>
            </p:cNvSpPr>
            <p:nvPr userDrawn="1"/>
          </p:nvSpPr>
          <p:spPr bwMode="gray">
            <a:xfrm>
              <a:off x="5031" y="3567"/>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2" name="Line 933"/>
            <p:cNvSpPr>
              <a:spLocks noChangeShapeType="1"/>
            </p:cNvSpPr>
            <p:nvPr userDrawn="1"/>
          </p:nvSpPr>
          <p:spPr bwMode="gray">
            <a:xfrm>
              <a:off x="4931" y="3539"/>
              <a:ext cx="20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3" name="Line 934"/>
            <p:cNvSpPr>
              <a:spLocks noChangeShapeType="1"/>
            </p:cNvSpPr>
            <p:nvPr userDrawn="1"/>
          </p:nvSpPr>
          <p:spPr bwMode="gray">
            <a:xfrm>
              <a:off x="4937" y="3532"/>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4" name="Line 935"/>
            <p:cNvSpPr>
              <a:spLocks noChangeShapeType="1"/>
            </p:cNvSpPr>
            <p:nvPr userDrawn="1"/>
          </p:nvSpPr>
          <p:spPr bwMode="gray">
            <a:xfrm flipH="1" flipV="1">
              <a:off x="4928" y="3550"/>
              <a:ext cx="208"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5" name="Line 936"/>
            <p:cNvSpPr>
              <a:spLocks noChangeShapeType="1"/>
            </p:cNvSpPr>
            <p:nvPr userDrawn="1"/>
          </p:nvSpPr>
          <p:spPr bwMode="gray">
            <a:xfrm>
              <a:off x="4905" y="3786"/>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6" name="Line 937"/>
            <p:cNvSpPr>
              <a:spLocks noChangeShapeType="1"/>
            </p:cNvSpPr>
            <p:nvPr userDrawn="1"/>
          </p:nvSpPr>
          <p:spPr bwMode="gray">
            <a:xfrm flipH="1" flipV="1">
              <a:off x="4179" y="3352"/>
              <a:ext cx="116"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7" name="Line 938"/>
            <p:cNvSpPr>
              <a:spLocks noChangeShapeType="1"/>
            </p:cNvSpPr>
            <p:nvPr userDrawn="1"/>
          </p:nvSpPr>
          <p:spPr bwMode="gray">
            <a:xfrm flipV="1">
              <a:off x="4232" y="3411"/>
              <a:ext cx="63" cy="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8" name="Line 939"/>
            <p:cNvSpPr>
              <a:spLocks noChangeShapeType="1"/>
            </p:cNvSpPr>
            <p:nvPr userDrawn="1"/>
          </p:nvSpPr>
          <p:spPr bwMode="gray">
            <a:xfrm flipH="1" flipV="1">
              <a:off x="4613" y="3508"/>
              <a:ext cx="203"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9" name="Line 940"/>
            <p:cNvSpPr>
              <a:spLocks noChangeShapeType="1"/>
            </p:cNvSpPr>
            <p:nvPr userDrawn="1"/>
          </p:nvSpPr>
          <p:spPr bwMode="gray">
            <a:xfrm flipV="1">
              <a:off x="4590" y="3483"/>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0" name="Line 941"/>
            <p:cNvSpPr>
              <a:spLocks noChangeShapeType="1"/>
            </p:cNvSpPr>
            <p:nvPr userDrawn="1"/>
          </p:nvSpPr>
          <p:spPr bwMode="gray">
            <a:xfrm flipV="1">
              <a:off x="4828" y="3597"/>
              <a:ext cx="1"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1" name="Line 942"/>
            <p:cNvSpPr>
              <a:spLocks noChangeShapeType="1"/>
            </p:cNvSpPr>
            <p:nvPr userDrawn="1"/>
          </p:nvSpPr>
          <p:spPr bwMode="gray">
            <a:xfrm flipV="1">
              <a:off x="4746" y="3665"/>
              <a:ext cx="161"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2" name="Line 943"/>
            <p:cNvSpPr>
              <a:spLocks noChangeShapeType="1"/>
            </p:cNvSpPr>
            <p:nvPr userDrawn="1"/>
          </p:nvSpPr>
          <p:spPr bwMode="gray">
            <a:xfrm>
              <a:off x="4681" y="3450"/>
              <a:ext cx="11"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3" name="Line 944"/>
            <p:cNvSpPr>
              <a:spLocks noChangeShapeType="1"/>
            </p:cNvSpPr>
            <p:nvPr userDrawn="1"/>
          </p:nvSpPr>
          <p:spPr bwMode="gray">
            <a:xfrm flipV="1">
              <a:off x="4692" y="3453"/>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4" name="Line 945"/>
            <p:cNvSpPr>
              <a:spLocks noChangeShapeType="1"/>
            </p:cNvSpPr>
            <p:nvPr userDrawn="1"/>
          </p:nvSpPr>
          <p:spPr bwMode="gray">
            <a:xfrm flipH="1" flipV="1">
              <a:off x="4400" y="3513"/>
              <a:ext cx="4" cy="2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5" name="Line 946"/>
            <p:cNvSpPr>
              <a:spLocks noChangeShapeType="1"/>
            </p:cNvSpPr>
            <p:nvPr userDrawn="1"/>
          </p:nvSpPr>
          <p:spPr bwMode="gray">
            <a:xfrm>
              <a:off x="4090" y="3527"/>
              <a:ext cx="637"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6" name="Line 947"/>
            <p:cNvSpPr>
              <a:spLocks noChangeShapeType="1"/>
            </p:cNvSpPr>
            <p:nvPr userDrawn="1"/>
          </p:nvSpPr>
          <p:spPr bwMode="gray">
            <a:xfrm flipV="1">
              <a:off x="4512" y="3553"/>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7" name="Line 948"/>
            <p:cNvSpPr>
              <a:spLocks noChangeShapeType="1"/>
            </p:cNvSpPr>
            <p:nvPr userDrawn="1"/>
          </p:nvSpPr>
          <p:spPr bwMode="gray">
            <a:xfrm flipH="1" flipV="1">
              <a:off x="4499" y="3550"/>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8" name="Line 949"/>
            <p:cNvSpPr>
              <a:spLocks noChangeShapeType="1"/>
            </p:cNvSpPr>
            <p:nvPr userDrawn="1"/>
          </p:nvSpPr>
          <p:spPr bwMode="gray">
            <a:xfrm flipH="1" flipV="1">
              <a:off x="4302" y="3478"/>
              <a:ext cx="19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9" name="Line 950"/>
            <p:cNvSpPr>
              <a:spLocks noChangeShapeType="1"/>
            </p:cNvSpPr>
            <p:nvPr userDrawn="1"/>
          </p:nvSpPr>
          <p:spPr bwMode="gray">
            <a:xfrm flipH="1" flipV="1">
              <a:off x="4291" y="3474"/>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0" name="Line 951"/>
            <p:cNvSpPr>
              <a:spLocks noChangeShapeType="1"/>
            </p:cNvSpPr>
            <p:nvPr userDrawn="1"/>
          </p:nvSpPr>
          <p:spPr bwMode="gray">
            <a:xfrm flipV="1">
              <a:off x="4291" y="3474"/>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1" name="Line 952"/>
            <p:cNvSpPr>
              <a:spLocks noChangeShapeType="1"/>
            </p:cNvSpPr>
            <p:nvPr userDrawn="1"/>
          </p:nvSpPr>
          <p:spPr bwMode="gray">
            <a:xfrm>
              <a:off x="4295" y="3714"/>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2" name="Line 953"/>
            <p:cNvSpPr>
              <a:spLocks noChangeShapeType="1"/>
            </p:cNvSpPr>
            <p:nvPr userDrawn="1"/>
          </p:nvSpPr>
          <p:spPr bwMode="gray">
            <a:xfrm>
              <a:off x="4295" y="3728"/>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3" name="Line 954"/>
            <p:cNvSpPr>
              <a:spLocks noChangeShapeType="1"/>
            </p:cNvSpPr>
            <p:nvPr userDrawn="1"/>
          </p:nvSpPr>
          <p:spPr bwMode="gray">
            <a:xfrm>
              <a:off x="4307" y="3732"/>
              <a:ext cx="195"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4" name="Line 955"/>
            <p:cNvSpPr>
              <a:spLocks noChangeShapeType="1"/>
            </p:cNvSpPr>
            <p:nvPr userDrawn="1"/>
          </p:nvSpPr>
          <p:spPr bwMode="gray">
            <a:xfrm>
              <a:off x="4503" y="3805"/>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5" name="Line 956"/>
            <p:cNvSpPr>
              <a:spLocks noChangeShapeType="1"/>
            </p:cNvSpPr>
            <p:nvPr userDrawn="1"/>
          </p:nvSpPr>
          <p:spPr bwMode="gray">
            <a:xfrm>
              <a:off x="4513" y="3796"/>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6" name="Line 957"/>
            <p:cNvSpPr>
              <a:spLocks noChangeShapeType="1"/>
            </p:cNvSpPr>
            <p:nvPr userDrawn="1"/>
          </p:nvSpPr>
          <p:spPr bwMode="gray">
            <a:xfrm flipH="1" flipV="1">
              <a:off x="4604" y="3836"/>
              <a:ext cx="2" cy="1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7" name="Line 958"/>
            <p:cNvSpPr>
              <a:spLocks noChangeShapeType="1"/>
            </p:cNvSpPr>
            <p:nvPr userDrawn="1"/>
          </p:nvSpPr>
          <p:spPr bwMode="gray">
            <a:xfrm flipV="1">
              <a:off x="4524" y="3836"/>
              <a:ext cx="7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8" name="Line 959"/>
            <p:cNvSpPr>
              <a:spLocks noChangeShapeType="1"/>
            </p:cNvSpPr>
            <p:nvPr userDrawn="1"/>
          </p:nvSpPr>
          <p:spPr bwMode="gray">
            <a:xfrm flipH="1" flipV="1">
              <a:off x="4601" y="3256"/>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9" name="Line 960"/>
            <p:cNvSpPr>
              <a:spLocks noChangeShapeType="1"/>
            </p:cNvSpPr>
            <p:nvPr userDrawn="1"/>
          </p:nvSpPr>
          <p:spPr bwMode="gray">
            <a:xfrm flipV="1">
              <a:off x="4520" y="3378"/>
              <a:ext cx="163" cy="8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0" name="Line 961"/>
            <p:cNvSpPr>
              <a:spLocks noChangeShapeType="1"/>
            </p:cNvSpPr>
            <p:nvPr userDrawn="1"/>
          </p:nvSpPr>
          <p:spPr bwMode="gray">
            <a:xfrm>
              <a:off x="4389" y="3172"/>
              <a:ext cx="200"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1" name="Line 962"/>
            <p:cNvSpPr>
              <a:spLocks noChangeShapeType="1"/>
            </p:cNvSpPr>
            <p:nvPr userDrawn="1"/>
          </p:nvSpPr>
          <p:spPr bwMode="gray">
            <a:xfrm flipH="1">
              <a:off x="4405" y="3163"/>
              <a:ext cx="166"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2" name="Line 963"/>
            <p:cNvSpPr>
              <a:spLocks noChangeShapeType="1"/>
            </p:cNvSpPr>
            <p:nvPr userDrawn="1"/>
          </p:nvSpPr>
          <p:spPr bwMode="gray">
            <a:xfrm>
              <a:off x="4307" y="3808"/>
              <a:ext cx="195"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3" name="Line 964"/>
            <p:cNvSpPr>
              <a:spLocks noChangeShapeType="1"/>
            </p:cNvSpPr>
            <p:nvPr userDrawn="1"/>
          </p:nvSpPr>
          <p:spPr bwMode="gray">
            <a:xfrm>
              <a:off x="4403" y="3768"/>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4" name="Line 965"/>
            <p:cNvSpPr>
              <a:spLocks noChangeShapeType="1"/>
            </p:cNvSpPr>
            <p:nvPr userDrawn="1"/>
          </p:nvSpPr>
          <p:spPr bwMode="gray">
            <a:xfrm>
              <a:off x="4300" y="3398"/>
              <a:ext cx="199"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5" name="Line 966"/>
            <p:cNvSpPr>
              <a:spLocks noChangeShapeType="1"/>
            </p:cNvSpPr>
            <p:nvPr userDrawn="1"/>
          </p:nvSpPr>
          <p:spPr bwMode="gray">
            <a:xfrm>
              <a:off x="4396" y="3266"/>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6" name="Line 967"/>
            <p:cNvSpPr>
              <a:spLocks noChangeShapeType="1"/>
            </p:cNvSpPr>
            <p:nvPr userDrawn="1"/>
          </p:nvSpPr>
          <p:spPr bwMode="gray">
            <a:xfrm flipV="1">
              <a:off x="5386" y="3111"/>
              <a:ext cx="30" cy="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7" name="Line 968"/>
            <p:cNvSpPr>
              <a:spLocks noChangeShapeType="1"/>
            </p:cNvSpPr>
            <p:nvPr userDrawn="1"/>
          </p:nvSpPr>
          <p:spPr bwMode="gray">
            <a:xfrm flipV="1">
              <a:off x="5496" y="3212"/>
              <a:ext cx="4"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8" name="Line 969"/>
            <p:cNvSpPr>
              <a:spLocks noChangeShapeType="1"/>
            </p:cNvSpPr>
            <p:nvPr userDrawn="1"/>
          </p:nvSpPr>
          <p:spPr bwMode="gray">
            <a:xfrm flipV="1">
              <a:off x="5547" y="3280"/>
              <a:ext cx="18"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9" name="Line 970"/>
            <p:cNvSpPr>
              <a:spLocks noChangeShapeType="1"/>
            </p:cNvSpPr>
            <p:nvPr userDrawn="1"/>
          </p:nvSpPr>
          <p:spPr bwMode="gray">
            <a:xfrm>
              <a:off x="5346" y="3083"/>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0" name="Line 971"/>
            <p:cNvSpPr>
              <a:spLocks noChangeShapeType="1"/>
            </p:cNvSpPr>
            <p:nvPr userDrawn="1"/>
          </p:nvSpPr>
          <p:spPr bwMode="gray">
            <a:xfrm flipV="1">
              <a:off x="5356" y="3086"/>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1" name="Line 972"/>
            <p:cNvSpPr>
              <a:spLocks noChangeShapeType="1"/>
            </p:cNvSpPr>
            <p:nvPr userDrawn="1"/>
          </p:nvSpPr>
          <p:spPr bwMode="gray">
            <a:xfrm flipV="1">
              <a:off x="5087" y="3168"/>
              <a:ext cx="4" cy="2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2" name="Line 973"/>
            <p:cNvSpPr>
              <a:spLocks noChangeShapeType="1"/>
            </p:cNvSpPr>
            <p:nvPr userDrawn="1"/>
          </p:nvSpPr>
          <p:spPr bwMode="gray">
            <a:xfrm>
              <a:off x="4982" y="333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3" name="Line 974"/>
            <p:cNvSpPr>
              <a:spLocks noChangeShapeType="1"/>
            </p:cNvSpPr>
            <p:nvPr userDrawn="1"/>
          </p:nvSpPr>
          <p:spPr bwMode="gray">
            <a:xfrm>
              <a:off x="4982" y="3345"/>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4" name="Line 975"/>
            <p:cNvSpPr>
              <a:spLocks noChangeShapeType="1"/>
            </p:cNvSpPr>
            <p:nvPr userDrawn="1"/>
          </p:nvSpPr>
          <p:spPr bwMode="gray">
            <a:xfrm flipV="1">
              <a:off x="5279" y="2896"/>
              <a:ext cx="4" cy="19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5" name="Line 976"/>
            <p:cNvSpPr>
              <a:spLocks noChangeShapeType="1"/>
            </p:cNvSpPr>
            <p:nvPr userDrawn="1"/>
          </p:nvSpPr>
          <p:spPr bwMode="gray">
            <a:xfrm flipV="1">
              <a:off x="5257" y="3014"/>
              <a:ext cx="94"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6" name="Line 977"/>
            <p:cNvSpPr>
              <a:spLocks noChangeShapeType="1"/>
            </p:cNvSpPr>
            <p:nvPr userDrawn="1"/>
          </p:nvSpPr>
          <p:spPr bwMode="gray">
            <a:xfrm flipH="1">
              <a:off x="5232" y="2812"/>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7" name="Line 978"/>
            <p:cNvSpPr>
              <a:spLocks noChangeShapeType="1"/>
            </p:cNvSpPr>
            <p:nvPr userDrawn="1"/>
          </p:nvSpPr>
          <p:spPr bwMode="gray">
            <a:xfrm>
              <a:off x="4991" y="3422"/>
              <a:ext cx="83" cy="2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8" name="Line 979"/>
            <p:cNvSpPr>
              <a:spLocks noChangeShapeType="1"/>
            </p:cNvSpPr>
            <p:nvPr userDrawn="1"/>
          </p:nvSpPr>
          <p:spPr bwMode="gray">
            <a:xfrm flipH="1" flipV="1">
              <a:off x="4993" y="3349"/>
              <a:ext cx="105"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9" name="Line 980"/>
            <p:cNvSpPr>
              <a:spLocks noChangeShapeType="1"/>
            </p:cNvSpPr>
            <p:nvPr userDrawn="1"/>
          </p:nvSpPr>
          <p:spPr bwMode="gray">
            <a:xfrm flipH="1">
              <a:off x="5482" y="3286"/>
              <a:ext cx="42" cy="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0" name="Line 981"/>
            <p:cNvSpPr>
              <a:spLocks noChangeShapeType="1"/>
            </p:cNvSpPr>
            <p:nvPr userDrawn="1"/>
          </p:nvSpPr>
          <p:spPr bwMode="gray">
            <a:xfrm flipH="1" flipV="1">
              <a:off x="5481" y="3364"/>
              <a:ext cx="43"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1" name="Line 982"/>
            <p:cNvSpPr>
              <a:spLocks noChangeShapeType="1"/>
            </p:cNvSpPr>
            <p:nvPr userDrawn="1"/>
          </p:nvSpPr>
          <p:spPr bwMode="gray">
            <a:xfrm flipV="1">
              <a:off x="5091" y="3432"/>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2" name="Line 983"/>
            <p:cNvSpPr>
              <a:spLocks noChangeShapeType="1"/>
            </p:cNvSpPr>
            <p:nvPr userDrawn="1"/>
          </p:nvSpPr>
          <p:spPr bwMode="gray">
            <a:xfrm flipV="1">
              <a:off x="5091" y="3429"/>
              <a:ext cx="8"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3" name="Line 984"/>
            <p:cNvSpPr>
              <a:spLocks noChangeShapeType="1"/>
            </p:cNvSpPr>
            <p:nvPr userDrawn="1"/>
          </p:nvSpPr>
          <p:spPr bwMode="gray">
            <a:xfrm>
              <a:off x="4928" y="3665"/>
              <a:ext cx="20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4" name="Line 985"/>
            <p:cNvSpPr>
              <a:spLocks noChangeShapeType="1"/>
            </p:cNvSpPr>
            <p:nvPr userDrawn="1"/>
          </p:nvSpPr>
          <p:spPr bwMode="gray">
            <a:xfrm flipV="1">
              <a:off x="5155" y="3446"/>
              <a:ext cx="478" cy="2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5" name="Line 986"/>
            <p:cNvSpPr>
              <a:spLocks noChangeShapeType="1"/>
            </p:cNvSpPr>
            <p:nvPr userDrawn="1"/>
          </p:nvSpPr>
          <p:spPr bwMode="gray">
            <a:xfrm flipV="1">
              <a:off x="5486" y="341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6" name="Line 987"/>
            <p:cNvSpPr>
              <a:spLocks noChangeShapeType="1"/>
            </p:cNvSpPr>
            <p:nvPr userDrawn="1"/>
          </p:nvSpPr>
          <p:spPr bwMode="gray">
            <a:xfrm flipH="1">
              <a:off x="5477" y="3413"/>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7" name="Line 988"/>
            <p:cNvSpPr>
              <a:spLocks noChangeShapeType="1"/>
            </p:cNvSpPr>
            <p:nvPr userDrawn="1"/>
          </p:nvSpPr>
          <p:spPr bwMode="gray">
            <a:xfrm flipH="1">
              <a:off x="5328" y="3418"/>
              <a:ext cx="14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8" name="Line 989"/>
            <p:cNvSpPr>
              <a:spLocks noChangeShapeType="1"/>
            </p:cNvSpPr>
            <p:nvPr userDrawn="1"/>
          </p:nvSpPr>
          <p:spPr bwMode="gray">
            <a:xfrm flipH="1">
              <a:off x="5320" y="3506"/>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9" name="Line 990"/>
            <p:cNvSpPr>
              <a:spLocks noChangeShapeType="1"/>
            </p:cNvSpPr>
            <p:nvPr userDrawn="1"/>
          </p:nvSpPr>
          <p:spPr bwMode="gray">
            <a:xfrm flipV="1">
              <a:off x="5320" y="3511"/>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0" name="Line 991"/>
            <p:cNvSpPr>
              <a:spLocks noChangeShapeType="1"/>
            </p:cNvSpPr>
            <p:nvPr userDrawn="1"/>
          </p:nvSpPr>
          <p:spPr bwMode="gray">
            <a:xfrm>
              <a:off x="5314" y="3754"/>
              <a:ext cx="4"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1" name="Line 992"/>
            <p:cNvSpPr>
              <a:spLocks noChangeShapeType="1"/>
            </p:cNvSpPr>
            <p:nvPr userDrawn="1"/>
          </p:nvSpPr>
          <p:spPr bwMode="gray">
            <a:xfrm flipV="1">
              <a:off x="5314" y="3761"/>
              <a:ext cx="7" cy="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2" name="Line 993"/>
            <p:cNvSpPr>
              <a:spLocks noChangeShapeType="1"/>
            </p:cNvSpPr>
            <p:nvPr userDrawn="1"/>
          </p:nvSpPr>
          <p:spPr bwMode="gray">
            <a:xfrm flipV="1">
              <a:off x="5321" y="3669"/>
              <a:ext cx="149" cy="9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3" name="Line 994"/>
            <p:cNvSpPr>
              <a:spLocks noChangeShapeType="1"/>
            </p:cNvSpPr>
            <p:nvPr userDrawn="1"/>
          </p:nvSpPr>
          <p:spPr bwMode="gray">
            <a:xfrm flipV="1">
              <a:off x="5470" y="366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4" name="Line 995"/>
            <p:cNvSpPr>
              <a:spLocks noChangeShapeType="1"/>
            </p:cNvSpPr>
            <p:nvPr userDrawn="1"/>
          </p:nvSpPr>
          <p:spPr bwMode="gray">
            <a:xfrm>
              <a:off x="5479" y="3651"/>
              <a:ext cx="4"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5" name="Line 996"/>
            <p:cNvSpPr>
              <a:spLocks noChangeShapeType="1"/>
            </p:cNvSpPr>
            <p:nvPr userDrawn="1"/>
          </p:nvSpPr>
          <p:spPr bwMode="gray">
            <a:xfrm flipH="1" flipV="1">
              <a:off x="5227" y="3814"/>
              <a:ext cx="74" cy="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6" name="Line 997"/>
            <p:cNvSpPr>
              <a:spLocks noChangeShapeType="1"/>
            </p:cNvSpPr>
            <p:nvPr userDrawn="1"/>
          </p:nvSpPr>
          <p:spPr bwMode="gray">
            <a:xfrm flipV="1">
              <a:off x="5204" y="3226"/>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7" name="Line 998"/>
            <p:cNvSpPr>
              <a:spLocks noChangeShapeType="1"/>
            </p:cNvSpPr>
            <p:nvPr userDrawn="1"/>
          </p:nvSpPr>
          <p:spPr bwMode="gray">
            <a:xfrm flipH="1" flipV="1">
              <a:off x="5103" y="3357"/>
              <a:ext cx="208"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8" name="Line 999"/>
            <p:cNvSpPr>
              <a:spLocks noChangeShapeType="1"/>
            </p:cNvSpPr>
            <p:nvPr userDrawn="1"/>
          </p:nvSpPr>
          <p:spPr bwMode="gray">
            <a:xfrm flipV="1">
              <a:off x="5218" y="3125"/>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9" name="Line 1000"/>
            <p:cNvSpPr>
              <a:spLocks noChangeShapeType="1"/>
            </p:cNvSpPr>
            <p:nvPr userDrawn="1"/>
          </p:nvSpPr>
          <p:spPr bwMode="gray">
            <a:xfrm>
              <a:off x="5190" y="3133"/>
              <a:ext cx="208"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0" name="Line 1001"/>
            <p:cNvSpPr>
              <a:spLocks noChangeShapeType="1"/>
            </p:cNvSpPr>
            <p:nvPr userDrawn="1"/>
          </p:nvSpPr>
          <p:spPr bwMode="gray">
            <a:xfrm flipV="1">
              <a:off x="5320" y="3747"/>
              <a:ext cx="148"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1" name="Line 1002"/>
            <p:cNvSpPr>
              <a:spLocks noChangeShapeType="1"/>
            </p:cNvSpPr>
            <p:nvPr userDrawn="1"/>
          </p:nvSpPr>
          <p:spPr bwMode="gray">
            <a:xfrm flipH="1">
              <a:off x="5390" y="3714"/>
              <a:ext cx="7"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2" name="Line 1003"/>
            <p:cNvSpPr>
              <a:spLocks noChangeShapeType="1"/>
            </p:cNvSpPr>
            <p:nvPr userDrawn="1"/>
          </p:nvSpPr>
          <p:spPr bwMode="gray">
            <a:xfrm flipV="1">
              <a:off x="5330" y="3338"/>
              <a:ext cx="152"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3" name="Line 1004"/>
            <p:cNvSpPr>
              <a:spLocks noChangeShapeType="1"/>
            </p:cNvSpPr>
            <p:nvPr userDrawn="1"/>
          </p:nvSpPr>
          <p:spPr bwMode="gray">
            <a:xfrm flipH="1" flipV="1">
              <a:off x="4328" y="2939"/>
              <a:ext cx="5"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4" name="Line 1005"/>
            <p:cNvSpPr>
              <a:spLocks noChangeShapeType="1"/>
            </p:cNvSpPr>
            <p:nvPr userDrawn="1"/>
          </p:nvSpPr>
          <p:spPr bwMode="gray">
            <a:xfrm flipH="1" flipV="1">
              <a:off x="4239" y="3067"/>
              <a:ext cx="187"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5" name="Line 1006"/>
            <p:cNvSpPr>
              <a:spLocks noChangeShapeType="1"/>
            </p:cNvSpPr>
            <p:nvPr userDrawn="1"/>
          </p:nvSpPr>
          <p:spPr bwMode="gray">
            <a:xfrm flipV="1">
              <a:off x="4230" y="3140"/>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6" name="Line 1007"/>
            <p:cNvSpPr>
              <a:spLocks noChangeShapeType="1"/>
            </p:cNvSpPr>
            <p:nvPr userDrawn="1"/>
          </p:nvSpPr>
          <p:spPr bwMode="gray">
            <a:xfrm flipH="1">
              <a:off x="4230" y="313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7" name="Line 1008"/>
            <p:cNvSpPr>
              <a:spLocks noChangeShapeType="1"/>
            </p:cNvSpPr>
            <p:nvPr userDrawn="1"/>
          </p:nvSpPr>
          <p:spPr bwMode="gray">
            <a:xfrm flipV="1">
              <a:off x="4337" y="2873"/>
              <a:ext cx="10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8" name="Line 1009"/>
            <p:cNvSpPr>
              <a:spLocks noChangeShapeType="1"/>
            </p:cNvSpPr>
            <p:nvPr userDrawn="1"/>
          </p:nvSpPr>
          <p:spPr bwMode="gray">
            <a:xfrm>
              <a:off x="4323" y="2854"/>
              <a:ext cx="117" cy="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9" name="Line 1010"/>
            <p:cNvSpPr>
              <a:spLocks noChangeShapeType="1"/>
            </p:cNvSpPr>
            <p:nvPr userDrawn="1"/>
          </p:nvSpPr>
          <p:spPr bwMode="gray">
            <a:xfrm>
              <a:off x="4874" y="3975"/>
              <a:ext cx="19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0" name="Line 1011"/>
            <p:cNvSpPr>
              <a:spLocks noChangeShapeType="1"/>
            </p:cNvSpPr>
            <p:nvPr userDrawn="1"/>
          </p:nvSpPr>
          <p:spPr bwMode="gray">
            <a:xfrm flipV="1">
              <a:off x="4930" y="388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1" name="Line 1012"/>
            <p:cNvSpPr>
              <a:spLocks noChangeShapeType="1"/>
            </p:cNvSpPr>
            <p:nvPr userDrawn="1"/>
          </p:nvSpPr>
          <p:spPr bwMode="gray">
            <a:xfrm>
              <a:off x="4853" y="3847"/>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2" name="Line 1013"/>
            <p:cNvSpPr>
              <a:spLocks noChangeShapeType="1"/>
            </p:cNvSpPr>
            <p:nvPr userDrawn="1"/>
          </p:nvSpPr>
          <p:spPr bwMode="gray">
            <a:xfrm flipH="1">
              <a:off x="4865" y="3845"/>
              <a:ext cx="7"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3" name="Line 1014"/>
            <p:cNvSpPr>
              <a:spLocks noChangeShapeType="1"/>
            </p:cNvSpPr>
            <p:nvPr userDrawn="1"/>
          </p:nvSpPr>
          <p:spPr bwMode="gray">
            <a:xfrm flipV="1">
              <a:off x="5091" y="3973"/>
              <a:ext cx="11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4" name="Line 1015"/>
            <p:cNvSpPr>
              <a:spLocks noChangeShapeType="1"/>
            </p:cNvSpPr>
            <p:nvPr userDrawn="1"/>
          </p:nvSpPr>
          <p:spPr bwMode="gray">
            <a:xfrm flipH="1">
              <a:off x="5162" y="3955"/>
              <a:ext cx="2" cy="15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5" name="Line 1016"/>
            <p:cNvSpPr>
              <a:spLocks noChangeShapeType="1"/>
            </p:cNvSpPr>
            <p:nvPr userDrawn="1"/>
          </p:nvSpPr>
          <p:spPr bwMode="gray">
            <a:xfrm flipH="1">
              <a:off x="4863" y="4085"/>
              <a:ext cx="9"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6" name="Line 1017"/>
            <p:cNvSpPr>
              <a:spLocks noChangeShapeType="1"/>
            </p:cNvSpPr>
            <p:nvPr userDrawn="1"/>
          </p:nvSpPr>
          <p:spPr bwMode="gray">
            <a:xfrm flipH="1" flipV="1">
              <a:off x="4853" y="408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7" name="Line 1018"/>
            <p:cNvSpPr>
              <a:spLocks noChangeShapeType="1"/>
            </p:cNvSpPr>
            <p:nvPr userDrawn="1"/>
          </p:nvSpPr>
          <p:spPr bwMode="gray">
            <a:xfrm flipH="1">
              <a:off x="4702" y="3976"/>
              <a:ext cx="152"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8" name="Line 1019"/>
            <p:cNvSpPr>
              <a:spLocks noChangeShapeType="1"/>
            </p:cNvSpPr>
            <p:nvPr userDrawn="1"/>
          </p:nvSpPr>
          <p:spPr bwMode="gray">
            <a:xfrm flipV="1">
              <a:off x="4811" y="3894"/>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9" name="Line 1020"/>
            <p:cNvSpPr>
              <a:spLocks noChangeShapeType="1"/>
            </p:cNvSpPr>
            <p:nvPr userDrawn="1"/>
          </p:nvSpPr>
          <p:spPr bwMode="gray">
            <a:xfrm>
              <a:off x="4564" y="4025"/>
              <a:ext cx="11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0" name="Line 1021"/>
            <p:cNvSpPr>
              <a:spLocks noChangeShapeType="1"/>
            </p:cNvSpPr>
            <p:nvPr userDrawn="1"/>
          </p:nvSpPr>
          <p:spPr bwMode="gray">
            <a:xfrm>
              <a:off x="4585" y="4011"/>
              <a:ext cx="2"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1" name="Line 1022"/>
            <p:cNvSpPr>
              <a:spLocks noChangeShapeType="1"/>
            </p:cNvSpPr>
            <p:nvPr userDrawn="1"/>
          </p:nvSpPr>
          <p:spPr bwMode="gray">
            <a:xfrm flipH="1">
              <a:off x="4701" y="2978"/>
              <a:ext cx="159"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2" name="Line 1023"/>
            <p:cNvSpPr>
              <a:spLocks noChangeShapeType="1"/>
            </p:cNvSpPr>
            <p:nvPr userDrawn="1"/>
          </p:nvSpPr>
          <p:spPr bwMode="gray">
            <a:xfrm flipV="1">
              <a:off x="4813" y="2883"/>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3" name="Line 1024"/>
            <p:cNvSpPr>
              <a:spLocks noChangeShapeType="1"/>
            </p:cNvSpPr>
            <p:nvPr userDrawn="1"/>
          </p:nvSpPr>
          <p:spPr bwMode="gray">
            <a:xfrm flipV="1">
              <a:off x="5094" y="2742"/>
              <a:ext cx="1"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4" name="Line 1025"/>
            <p:cNvSpPr>
              <a:spLocks noChangeShapeType="1"/>
            </p:cNvSpPr>
            <p:nvPr userDrawn="1"/>
          </p:nvSpPr>
          <p:spPr bwMode="gray">
            <a:xfrm>
              <a:off x="4734" y="2731"/>
              <a:ext cx="222"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5" name="Line 1026"/>
            <p:cNvSpPr>
              <a:spLocks noChangeShapeType="1"/>
            </p:cNvSpPr>
            <p:nvPr userDrawn="1"/>
          </p:nvSpPr>
          <p:spPr bwMode="gray">
            <a:xfrm flipH="1">
              <a:off x="4587" y="2644"/>
              <a:ext cx="502"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6" name="Line 1027"/>
            <p:cNvSpPr>
              <a:spLocks noChangeShapeType="1"/>
            </p:cNvSpPr>
            <p:nvPr userDrawn="1"/>
          </p:nvSpPr>
          <p:spPr bwMode="gray">
            <a:xfrm>
              <a:off x="4858" y="2840"/>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7" name="Line 1028"/>
            <p:cNvSpPr>
              <a:spLocks noChangeShapeType="1"/>
            </p:cNvSpPr>
            <p:nvPr userDrawn="1"/>
          </p:nvSpPr>
          <p:spPr bwMode="gray">
            <a:xfrm flipV="1">
              <a:off x="4868" y="283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8" name="Line 1029"/>
            <p:cNvSpPr>
              <a:spLocks noChangeShapeType="1"/>
            </p:cNvSpPr>
            <p:nvPr userDrawn="1"/>
          </p:nvSpPr>
          <p:spPr bwMode="gray">
            <a:xfrm flipV="1">
              <a:off x="4877" y="2759"/>
              <a:ext cx="156"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9" name="Line 1030"/>
            <p:cNvSpPr>
              <a:spLocks noChangeShapeType="1"/>
            </p:cNvSpPr>
            <p:nvPr userDrawn="1"/>
          </p:nvSpPr>
          <p:spPr bwMode="gray">
            <a:xfrm flipV="1">
              <a:off x="5033" y="2756"/>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0" name="Line 1031"/>
            <p:cNvSpPr>
              <a:spLocks noChangeShapeType="1"/>
            </p:cNvSpPr>
            <p:nvPr userDrawn="1"/>
          </p:nvSpPr>
          <p:spPr bwMode="gray">
            <a:xfrm>
              <a:off x="5029" y="2752"/>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1" name="Line 1032"/>
            <p:cNvSpPr>
              <a:spLocks noChangeShapeType="1"/>
            </p:cNvSpPr>
            <p:nvPr userDrawn="1"/>
          </p:nvSpPr>
          <p:spPr bwMode="gray">
            <a:xfrm flipH="1" flipV="1">
              <a:off x="4821" y="2689"/>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2" name="Line 1033"/>
            <p:cNvSpPr>
              <a:spLocks noChangeShapeType="1"/>
            </p:cNvSpPr>
            <p:nvPr userDrawn="1"/>
          </p:nvSpPr>
          <p:spPr bwMode="gray">
            <a:xfrm flipH="1">
              <a:off x="4813" y="2689"/>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3" name="Line 1034"/>
            <p:cNvSpPr>
              <a:spLocks noChangeShapeType="1"/>
            </p:cNvSpPr>
            <p:nvPr userDrawn="1"/>
          </p:nvSpPr>
          <p:spPr bwMode="gray">
            <a:xfrm flipH="1">
              <a:off x="4655" y="2693"/>
              <a:ext cx="15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4" name="Line 1035"/>
            <p:cNvSpPr>
              <a:spLocks noChangeShapeType="1"/>
            </p:cNvSpPr>
            <p:nvPr userDrawn="1"/>
          </p:nvSpPr>
          <p:spPr bwMode="gray">
            <a:xfrm flipH="1">
              <a:off x="4646" y="2770"/>
              <a:ext cx="9"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5" name="Line 1036"/>
            <p:cNvSpPr>
              <a:spLocks noChangeShapeType="1"/>
            </p:cNvSpPr>
            <p:nvPr userDrawn="1"/>
          </p:nvSpPr>
          <p:spPr bwMode="gray">
            <a:xfrm flipH="1" flipV="1">
              <a:off x="4646" y="2773"/>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6" name="Line 1037"/>
            <p:cNvSpPr>
              <a:spLocks noChangeShapeType="1"/>
            </p:cNvSpPr>
            <p:nvPr userDrawn="1"/>
          </p:nvSpPr>
          <p:spPr bwMode="gray">
            <a:xfrm>
              <a:off x="4480" y="2995"/>
              <a:ext cx="200"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7" name="Line 1038"/>
            <p:cNvSpPr>
              <a:spLocks noChangeShapeType="1"/>
            </p:cNvSpPr>
            <p:nvPr userDrawn="1"/>
          </p:nvSpPr>
          <p:spPr bwMode="gray">
            <a:xfrm>
              <a:off x="4578" y="2910"/>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8" name="Line 1039"/>
            <p:cNvSpPr>
              <a:spLocks noChangeShapeType="1"/>
            </p:cNvSpPr>
            <p:nvPr userDrawn="1"/>
          </p:nvSpPr>
          <p:spPr bwMode="gray">
            <a:xfrm flipH="1">
              <a:off x="4868" y="309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9" name="Line 1040"/>
            <p:cNvSpPr>
              <a:spLocks noChangeShapeType="1"/>
            </p:cNvSpPr>
            <p:nvPr userDrawn="1"/>
          </p:nvSpPr>
          <p:spPr bwMode="gray">
            <a:xfrm>
              <a:off x="4856" y="3098"/>
              <a:ext cx="12"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0" name="Line 1041"/>
            <p:cNvSpPr>
              <a:spLocks noChangeShapeType="1"/>
            </p:cNvSpPr>
            <p:nvPr userDrawn="1"/>
          </p:nvSpPr>
          <p:spPr bwMode="gray">
            <a:xfrm>
              <a:off x="4442" y="2838"/>
              <a:ext cx="50" cy="1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1" name="Line 1042"/>
            <p:cNvSpPr>
              <a:spLocks noChangeShapeType="1"/>
            </p:cNvSpPr>
            <p:nvPr userDrawn="1"/>
          </p:nvSpPr>
          <p:spPr bwMode="gray">
            <a:xfrm flipH="1" flipV="1">
              <a:off x="4578" y="2764"/>
              <a:ext cx="2" cy="4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2" name="Line 1043"/>
            <p:cNvSpPr>
              <a:spLocks noChangeShapeType="1"/>
            </p:cNvSpPr>
            <p:nvPr userDrawn="1"/>
          </p:nvSpPr>
          <p:spPr bwMode="gray">
            <a:xfrm>
              <a:off x="4879" y="2976"/>
              <a:ext cx="20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3" name="Line 1044"/>
            <p:cNvSpPr>
              <a:spLocks noChangeShapeType="1"/>
            </p:cNvSpPr>
            <p:nvPr userDrawn="1"/>
          </p:nvSpPr>
          <p:spPr bwMode="gray">
            <a:xfrm flipV="1">
              <a:off x="4949" y="2782"/>
              <a:ext cx="15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4" name="Line 1045"/>
            <p:cNvSpPr>
              <a:spLocks noChangeShapeType="1"/>
            </p:cNvSpPr>
            <p:nvPr userDrawn="1"/>
          </p:nvSpPr>
          <p:spPr bwMode="gray">
            <a:xfrm>
              <a:off x="4956" y="2799"/>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5" name="Line 1046"/>
            <p:cNvSpPr>
              <a:spLocks noChangeShapeType="1"/>
            </p:cNvSpPr>
            <p:nvPr userDrawn="1"/>
          </p:nvSpPr>
          <p:spPr bwMode="gray">
            <a:xfrm flipV="1">
              <a:off x="4587" y="2673"/>
              <a:ext cx="157"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6" name="Line 1047"/>
            <p:cNvSpPr>
              <a:spLocks noChangeShapeType="1"/>
            </p:cNvSpPr>
            <p:nvPr userDrawn="1"/>
          </p:nvSpPr>
          <p:spPr bwMode="gray">
            <a:xfrm>
              <a:off x="4529" y="2668"/>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7" name="Line 1048"/>
            <p:cNvSpPr>
              <a:spLocks noChangeShapeType="1"/>
            </p:cNvSpPr>
            <p:nvPr userDrawn="1"/>
          </p:nvSpPr>
          <p:spPr bwMode="gray">
            <a:xfrm flipV="1">
              <a:off x="5105" y="2959"/>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8" name="Line 1049"/>
            <p:cNvSpPr>
              <a:spLocks noChangeShapeType="1"/>
            </p:cNvSpPr>
            <p:nvPr userDrawn="1"/>
          </p:nvSpPr>
          <p:spPr bwMode="gray">
            <a:xfrm flipH="1">
              <a:off x="5180" y="2882"/>
              <a:ext cx="3"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9" name="Line 1050"/>
            <p:cNvSpPr>
              <a:spLocks noChangeShapeType="1"/>
            </p:cNvSpPr>
            <p:nvPr userDrawn="1"/>
          </p:nvSpPr>
          <p:spPr bwMode="gray">
            <a:xfrm flipH="1">
              <a:off x="4164" y="3179"/>
              <a:ext cx="161"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0" name="Line 1051"/>
            <p:cNvSpPr>
              <a:spLocks noChangeShapeType="1"/>
            </p:cNvSpPr>
            <p:nvPr userDrawn="1"/>
          </p:nvSpPr>
          <p:spPr bwMode="gray">
            <a:xfrm flipH="1" flipV="1">
              <a:off x="4185" y="3170"/>
              <a:ext cx="11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1" name="Line 1052"/>
            <p:cNvSpPr>
              <a:spLocks noChangeShapeType="1"/>
            </p:cNvSpPr>
            <p:nvPr userDrawn="1"/>
          </p:nvSpPr>
          <p:spPr bwMode="gray">
            <a:xfrm flipH="1" flipV="1">
              <a:off x="4155" y="3277"/>
              <a:ext cx="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2" name="Line 1053"/>
            <p:cNvSpPr>
              <a:spLocks noChangeShapeType="1"/>
            </p:cNvSpPr>
            <p:nvPr userDrawn="1"/>
          </p:nvSpPr>
          <p:spPr bwMode="gray">
            <a:xfrm>
              <a:off x="4066" y="3356"/>
              <a:ext cx="59" cy="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3" name="Line 1054"/>
            <p:cNvSpPr>
              <a:spLocks noChangeShapeType="1"/>
            </p:cNvSpPr>
            <p:nvPr userDrawn="1"/>
          </p:nvSpPr>
          <p:spPr bwMode="gray">
            <a:xfrm flipV="1">
              <a:off x="4680" y="3160"/>
              <a:ext cx="85" cy="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4" name="Freeform 1055"/>
            <p:cNvSpPr>
              <a:spLocks/>
            </p:cNvSpPr>
            <p:nvPr userDrawn="1"/>
          </p:nvSpPr>
          <p:spPr bwMode="gray">
            <a:xfrm>
              <a:off x="5369" y="3123"/>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5" name="Line 1056"/>
            <p:cNvSpPr>
              <a:spLocks noChangeShapeType="1"/>
            </p:cNvSpPr>
            <p:nvPr userDrawn="1"/>
          </p:nvSpPr>
          <p:spPr bwMode="gray">
            <a:xfrm>
              <a:off x="5272" y="3091"/>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6" name="Line 1057"/>
            <p:cNvSpPr>
              <a:spLocks noChangeShapeType="1"/>
            </p:cNvSpPr>
            <p:nvPr userDrawn="1"/>
          </p:nvSpPr>
          <p:spPr bwMode="gray">
            <a:xfrm>
              <a:off x="5274" y="3100"/>
              <a:ext cx="20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7" name="Freeform 1058"/>
            <p:cNvSpPr>
              <a:spLocks/>
            </p:cNvSpPr>
            <p:nvPr userDrawn="1"/>
          </p:nvSpPr>
          <p:spPr bwMode="gray">
            <a:xfrm>
              <a:off x="5474" y="3156"/>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8" name="Line 1059"/>
            <p:cNvSpPr>
              <a:spLocks noChangeShapeType="1"/>
            </p:cNvSpPr>
            <p:nvPr userDrawn="1"/>
          </p:nvSpPr>
          <p:spPr bwMode="gray">
            <a:xfrm flipH="1" flipV="1">
              <a:off x="5265" y="3091"/>
              <a:ext cx="209"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9" name="Freeform 1060"/>
            <p:cNvSpPr>
              <a:spLocks/>
            </p:cNvSpPr>
            <p:nvPr userDrawn="1"/>
          </p:nvSpPr>
          <p:spPr bwMode="gray">
            <a:xfrm>
              <a:off x="5265" y="3090"/>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0" name="Freeform 1061"/>
            <p:cNvSpPr>
              <a:spLocks/>
            </p:cNvSpPr>
            <p:nvPr userDrawn="1"/>
          </p:nvSpPr>
          <p:spPr bwMode="gray">
            <a:xfrm>
              <a:off x="4092" y="3630"/>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1" name="Freeform 1062"/>
            <p:cNvSpPr>
              <a:spLocks/>
            </p:cNvSpPr>
            <p:nvPr userDrawn="1"/>
          </p:nvSpPr>
          <p:spPr bwMode="gray">
            <a:xfrm>
              <a:off x="4213" y="3684"/>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2" name="Line 1063"/>
            <p:cNvSpPr>
              <a:spLocks noChangeShapeType="1"/>
            </p:cNvSpPr>
            <p:nvPr userDrawn="1"/>
          </p:nvSpPr>
          <p:spPr bwMode="gray">
            <a:xfrm>
              <a:off x="4097" y="3646"/>
              <a:ext cx="196"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3" name="Line 1064"/>
            <p:cNvSpPr>
              <a:spLocks noChangeShapeType="1"/>
            </p:cNvSpPr>
            <p:nvPr userDrawn="1"/>
          </p:nvSpPr>
          <p:spPr bwMode="gray">
            <a:xfrm>
              <a:off x="4102" y="3646"/>
              <a:ext cx="193"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4" name="Freeform 1065"/>
            <p:cNvSpPr>
              <a:spLocks/>
            </p:cNvSpPr>
            <p:nvPr userDrawn="1"/>
          </p:nvSpPr>
          <p:spPr bwMode="gray">
            <a:xfrm>
              <a:off x="4293" y="3714"/>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5" name="Line 1066"/>
            <p:cNvSpPr>
              <a:spLocks noChangeShapeType="1"/>
            </p:cNvSpPr>
            <p:nvPr userDrawn="1"/>
          </p:nvSpPr>
          <p:spPr bwMode="gray">
            <a:xfrm flipH="1" flipV="1">
              <a:off x="4094" y="3639"/>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6" name="Freeform 1067"/>
            <p:cNvSpPr>
              <a:spLocks/>
            </p:cNvSpPr>
            <p:nvPr userDrawn="1"/>
          </p:nvSpPr>
          <p:spPr bwMode="gray">
            <a:xfrm>
              <a:off x="4094" y="3639"/>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7" name="Freeform 1068"/>
            <p:cNvSpPr>
              <a:spLocks/>
            </p:cNvSpPr>
            <p:nvPr userDrawn="1"/>
          </p:nvSpPr>
          <p:spPr bwMode="gray">
            <a:xfrm>
              <a:off x="4522" y="3807"/>
              <a:ext cx="13" cy="10"/>
            </a:xfrm>
            <a:custGeom>
              <a:avLst/>
              <a:gdLst>
                <a:gd name="T0" fmla="*/ 36 w 12"/>
                <a:gd name="T1" fmla="*/ 1 h 10"/>
                <a:gd name="T2" fmla="*/ 24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8" name="Line 1069"/>
            <p:cNvSpPr>
              <a:spLocks noChangeShapeType="1"/>
            </p:cNvSpPr>
            <p:nvPr userDrawn="1"/>
          </p:nvSpPr>
          <p:spPr bwMode="gray">
            <a:xfrm flipV="1">
              <a:off x="4522" y="3810"/>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9" name="Freeform 1070"/>
            <p:cNvSpPr>
              <a:spLocks/>
            </p:cNvSpPr>
            <p:nvPr userDrawn="1"/>
          </p:nvSpPr>
          <p:spPr bwMode="gray">
            <a:xfrm>
              <a:off x="4599" y="3829"/>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0" name="Line 1071"/>
            <p:cNvSpPr>
              <a:spLocks noChangeShapeType="1"/>
            </p:cNvSpPr>
            <p:nvPr userDrawn="1"/>
          </p:nvSpPr>
          <p:spPr bwMode="gray">
            <a:xfrm>
              <a:off x="4522" y="3807"/>
              <a:ext cx="207"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1" name="Line 1072"/>
            <p:cNvSpPr>
              <a:spLocks noChangeShapeType="1"/>
            </p:cNvSpPr>
            <p:nvPr userDrawn="1"/>
          </p:nvSpPr>
          <p:spPr bwMode="gray">
            <a:xfrm>
              <a:off x="4534" y="3808"/>
              <a:ext cx="202"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2" name="Freeform 1073"/>
            <p:cNvSpPr>
              <a:spLocks/>
            </p:cNvSpPr>
            <p:nvPr userDrawn="1"/>
          </p:nvSpPr>
          <p:spPr bwMode="gray">
            <a:xfrm>
              <a:off x="4727" y="3877"/>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3" name="Line 1074"/>
            <p:cNvSpPr>
              <a:spLocks noChangeShapeType="1"/>
            </p:cNvSpPr>
            <p:nvPr userDrawn="1"/>
          </p:nvSpPr>
          <p:spPr bwMode="gray">
            <a:xfrm flipH="1" flipV="1">
              <a:off x="4513" y="3796"/>
              <a:ext cx="214"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4" name="Freeform 1075"/>
            <p:cNvSpPr>
              <a:spLocks/>
            </p:cNvSpPr>
            <p:nvPr userDrawn="1"/>
          </p:nvSpPr>
          <p:spPr bwMode="gray">
            <a:xfrm>
              <a:off x="4513" y="3796"/>
              <a:ext cx="22" cy="12"/>
            </a:xfrm>
            <a:custGeom>
              <a:avLst/>
              <a:gdLst>
                <a:gd name="T0" fmla="*/ 38 w 21"/>
                <a:gd name="T1" fmla="*/ 12 h 12"/>
                <a:gd name="T2" fmla="*/ 28 w 21"/>
                <a:gd name="T3" fmla="*/ 12 h 12"/>
                <a:gd name="T4" fmla="*/ 25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5" name="Freeform 1076"/>
            <p:cNvSpPr>
              <a:spLocks/>
            </p:cNvSpPr>
            <p:nvPr userDrawn="1"/>
          </p:nvSpPr>
          <p:spPr bwMode="gray">
            <a:xfrm>
              <a:off x="4816" y="3828"/>
              <a:ext cx="13" cy="8"/>
            </a:xfrm>
            <a:custGeom>
              <a:avLst/>
              <a:gdLst>
                <a:gd name="T0" fmla="*/ 0 w 12"/>
                <a:gd name="T1" fmla="*/ 8 h 8"/>
                <a:gd name="T2" fmla="*/ 4 w 12"/>
                <a:gd name="T3" fmla="*/ 8 h 8"/>
                <a:gd name="T4" fmla="*/ 5 w 12"/>
                <a:gd name="T5" fmla="*/ 8 h 8"/>
                <a:gd name="T6" fmla="*/ 28 w 12"/>
                <a:gd name="T7" fmla="*/ 7 h 8"/>
                <a:gd name="T8" fmla="*/ 33 w 12"/>
                <a:gd name="T9" fmla="*/ 3 h 8"/>
                <a:gd name="T10" fmla="*/ 36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6" name="Line 1077"/>
            <p:cNvSpPr>
              <a:spLocks noChangeShapeType="1"/>
            </p:cNvSpPr>
            <p:nvPr userDrawn="1"/>
          </p:nvSpPr>
          <p:spPr bwMode="gray">
            <a:xfrm flipV="1">
              <a:off x="4744" y="3788"/>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7" name="Line 1078"/>
            <p:cNvSpPr>
              <a:spLocks noChangeShapeType="1"/>
            </p:cNvSpPr>
            <p:nvPr userDrawn="1"/>
          </p:nvSpPr>
          <p:spPr bwMode="gray">
            <a:xfrm flipV="1">
              <a:off x="4736" y="3789"/>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8" name="Freeform 1079"/>
            <p:cNvSpPr>
              <a:spLocks/>
            </p:cNvSpPr>
            <p:nvPr userDrawn="1"/>
          </p:nvSpPr>
          <p:spPr bwMode="gray">
            <a:xfrm>
              <a:off x="4895" y="3781"/>
              <a:ext cx="13" cy="8"/>
            </a:xfrm>
            <a:custGeom>
              <a:avLst/>
              <a:gdLst>
                <a:gd name="T0" fmla="*/ 0 w 12"/>
                <a:gd name="T1" fmla="*/ 8 h 8"/>
                <a:gd name="T2" fmla="*/ 5 w 12"/>
                <a:gd name="T3" fmla="*/ 8 h 8"/>
                <a:gd name="T4" fmla="*/ 24 w 12"/>
                <a:gd name="T5" fmla="*/ 8 h 8"/>
                <a:gd name="T6" fmla="*/ 30 w 12"/>
                <a:gd name="T7" fmla="*/ 7 h 8"/>
                <a:gd name="T8" fmla="*/ 36 w 12"/>
                <a:gd name="T9" fmla="*/ 3 h 8"/>
                <a:gd name="T10" fmla="*/ 36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9" name="Line 1080"/>
            <p:cNvSpPr>
              <a:spLocks noChangeShapeType="1"/>
            </p:cNvSpPr>
            <p:nvPr userDrawn="1"/>
          </p:nvSpPr>
          <p:spPr bwMode="gray">
            <a:xfrm flipH="1">
              <a:off x="4746" y="3781"/>
              <a:ext cx="161"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0" name="Freeform 1081"/>
            <p:cNvSpPr>
              <a:spLocks/>
            </p:cNvSpPr>
            <p:nvPr userDrawn="1"/>
          </p:nvSpPr>
          <p:spPr bwMode="gray">
            <a:xfrm>
              <a:off x="4736" y="3875"/>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1" name="Freeform 1082"/>
            <p:cNvSpPr>
              <a:spLocks/>
            </p:cNvSpPr>
            <p:nvPr userDrawn="1"/>
          </p:nvSpPr>
          <p:spPr bwMode="gray">
            <a:xfrm>
              <a:off x="4895" y="3770"/>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2" name="Freeform 1083"/>
            <p:cNvSpPr>
              <a:spLocks/>
            </p:cNvSpPr>
            <p:nvPr userDrawn="1"/>
          </p:nvSpPr>
          <p:spPr bwMode="gray">
            <a:xfrm>
              <a:off x="4290" y="3457"/>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3" name="Line 1084"/>
            <p:cNvSpPr>
              <a:spLocks noChangeShapeType="1"/>
            </p:cNvSpPr>
            <p:nvPr userDrawn="1"/>
          </p:nvSpPr>
          <p:spPr bwMode="gray">
            <a:xfrm flipH="1" flipV="1">
              <a:off x="4267" y="3310"/>
              <a:ext cx="26"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4" name="Line 1085"/>
            <p:cNvSpPr>
              <a:spLocks noChangeShapeType="1"/>
            </p:cNvSpPr>
            <p:nvPr userDrawn="1"/>
          </p:nvSpPr>
          <p:spPr bwMode="gray">
            <a:xfrm flipH="1" flipV="1">
              <a:off x="4262" y="3310"/>
              <a:ext cx="3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5" name="Freeform 1086"/>
            <p:cNvSpPr>
              <a:spLocks/>
            </p:cNvSpPr>
            <p:nvPr userDrawn="1"/>
          </p:nvSpPr>
          <p:spPr bwMode="gray">
            <a:xfrm>
              <a:off x="4262" y="3308"/>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6" name="Line 1087"/>
            <p:cNvSpPr>
              <a:spLocks noChangeShapeType="1"/>
            </p:cNvSpPr>
            <p:nvPr userDrawn="1"/>
          </p:nvSpPr>
          <p:spPr bwMode="gray">
            <a:xfrm>
              <a:off x="4270" y="3319"/>
              <a:ext cx="23"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7" name="Freeform 1088"/>
            <p:cNvSpPr>
              <a:spLocks/>
            </p:cNvSpPr>
            <p:nvPr userDrawn="1"/>
          </p:nvSpPr>
          <p:spPr bwMode="gray">
            <a:xfrm>
              <a:off x="4169" y="3352"/>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8" name="Line 1089"/>
            <p:cNvSpPr>
              <a:spLocks noChangeShapeType="1"/>
            </p:cNvSpPr>
            <p:nvPr userDrawn="1"/>
          </p:nvSpPr>
          <p:spPr bwMode="gray">
            <a:xfrm flipH="1">
              <a:off x="4088" y="3312"/>
              <a:ext cx="165"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9" name="Line 1090"/>
            <p:cNvSpPr>
              <a:spLocks noChangeShapeType="1"/>
            </p:cNvSpPr>
            <p:nvPr userDrawn="1"/>
          </p:nvSpPr>
          <p:spPr bwMode="gray">
            <a:xfrm flipH="1">
              <a:off x="4095" y="3310"/>
              <a:ext cx="167"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0" name="Freeform 1091"/>
            <p:cNvSpPr>
              <a:spLocks/>
            </p:cNvSpPr>
            <p:nvPr userDrawn="1"/>
          </p:nvSpPr>
          <p:spPr bwMode="gray">
            <a:xfrm>
              <a:off x="4087" y="3394"/>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1" name="Line 1092"/>
            <p:cNvSpPr>
              <a:spLocks noChangeShapeType="1"/>
            </p:cNvSpPr>
            <p:nvPr userDrawn="1"/>
          </p:nvSpPr>
          <p:spPr bwMode="gray">
            <a:xfrm flipV="1">
              <a:off x="4087" y="3319"/>
              <a:ext cx="164"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2" name="Freeform 1093"/>
            <p:cNvSpPr>
              <a:spLocks/>
            </p:cNvSpPr>
            <p:nvPr userDrawn="1"/>
          </p:nvSpPr>
          <p:spPr bwMode="gray">
            <a:xfrm>
              <a:off x="4251" y="3310"/>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3" name="Freeform 1094"/>
            <p:cNvSpPr>
              <a:spLocks/>
            </p:cNvSpPr>
            <p:nvPr userDrawn="1"/>
          </p:nvSpPr>
          <p:spPr bwMode="gray">
            <a:xfrm>
              <a:off x="4209" y="3439"/>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4" name="Line 1095"/>
            <p:cNvSpPr>
              <a:spLocks noChangeShapeType="1"/>
            </p:cNvSpPr>
            <p:nvPr userDrawn="1"/>
          </p:nvSpPr>
          <p:spPr bwMode="gray">
            <a:xfrm>
              <a:off x="4090" y="3403"/>
              <a:ext cx="195"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5" name="Line 1096"/>
            <p:cNvSpPr>
              <a:spLocks noChangeShapeType="1"/>
            </p:cNvSpPr>
            <p:nvPr userDrawn="1"/>
          </p:nvSpPr>
          <p:spPr bwMode="gray">
            <a:xfrm>
              <a:off x="4095" y="3396"/>
              <a:ext cx="195"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6" name="Freeform 1097"/>
            <p:cNvSpPr>
              <a:spLocks/>
            </p:cNvSpPr>
            <p:nvPr userDrawn="1"/>
          </p:nvSpPr>
          <p:spPr bwMode="gray">
            <a:xfrm>
              <a:off x="4288" y="3466"/>
              <a:ext cx="4" cy="21"/>
            </a:xfrm>
            <a:custGeom>
              <a:avLst/>
              <a:gdLst>
                <a:gd name="T0" fmla="*/ 116 w 3"/>
                <a:gd name="T1" fmla="*/ 0 h 21"/>
                <a:gd name="T2" fmla="*/ 0 w 3"/>
                <a:gd name="T3" fmla="*/ 7 h 21"/>
                <a:gd name="T4" fmla="*/ 0 w 3"/>
                <a:gd name="T5" fmla="*/ 14 h 21"/>
                <a:gd name="T6" fmla="*/ 155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7" name="Line 1098"/>
            <p:cNvSpPr>
              <a:spLocks noChangeShapeType="1"/>
            </p:cNvSpPr>
            <p:nvPr userDrawn="1"/>
          </p:nvSpPr>
          <p:spPr bwMode="gray">
            <a:xfrm flipH="1" flipV="1">
              <a:off x="4087" y="3413"/>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8" name="Freeform 1099"/>
            <p:cNvSpPr>
              <a:spLocks/>
            </p:cNvSpPr>
            <p:nvPr userDrawn="1"/>
          </p:nvSpPr>
          <p:spPr bwMode="gray">
            <a:xfrm>
              <a:off x="4087" y="3396"/>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9" name="Freeform 1100"/>
            <p:cNvSpPr>
              <a:spLocks/>
            </p:cNvSpPr>
            <p:nvPr userDrawn="1"/>
          </p:nvSpPr>
          <p:spPr bwMode="gray">
            <a:xfrm>
              <a:off x="4603" y="3490"/>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0" name="Line 1101"/>
            <p:cNvSpPr>
              <a:spLocks noChangeShapeType="1"/>
            </p:cNvSpPr>
            <p:nvPr userDrawn="1"/>
          </p:nvSpPr>
          <p:spPr bwMode="gray">
            <a:xfrm flipH="1">
              <a:off x="4524" y="3455"/>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1" name="Line 1102"/>
            <p:cNvSpPr>
              <a:spLocks noChangeShapeType="1"/>
            </p:cNvSpPr>
            <p:nvPr userDrawn="1"/>
          </p:nvSpPr>
          <p:spPr bwMode="gray">
            <a:xfrm flipH="1">
              <a:off x="4531" y="3462"/>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2" name="Freeform 1103"/>
            <p:cNvSpPr>
              <a:spLocks/>
            </p:cNvSpPr>
            <p:nvPr userDrawn="1"/>
          </p:nvSpPr>
          <p:spPr bwMode="gray">
            <a:xfrm>
              <a:off x="4520" y="3536"/>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3" name="Line 1104"/>
            <p:cNvSpPr>
              <a:spLocks noChangeShapeType="1"/>
            </p:cNvSpPr>
            <p:nvPr userDrawn="1"/>
          </p:nvSpPr>
          <p:spPr bwMode="gray">
            <a:xfrm flipV="1">
              <a:off x="4520" y="3446"/>
              <a:ext cx="163"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4" name="Freeform 1105"/>
            <p:cNvSpPr>
              <a:spLocks/>
            </p:cNvSpPr>
            <p:nvPr userDrawn="1"/>
          </p:nvSpPr>
          <p:spPr bwMode="gray">
            <a:xfrm>
              <a:off x="4683" y="3446"/>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5" name="Freeform 1106"/>
            <p:cNvSpPr>
              <a:spLocks/>
            </p:cNvSpPr>
            <p:nvPr userDrawn="1"/>
          </p:nvSpPr>
          <p:spPr bwMode="gray">
            <a:xfrm>
              <a:off x="4597" y="3579"/>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6" name="Line 1107"/>
            <p:cNvSpPr>
              <a:spLocks noChangeShapeType="1"/>
            </p:cNvSpPr>
            <p:nvPr userDrawn="1"/>
          </p:nvSpPr>
          <p:spPr bwMode="gray">
            <a:xfrm>
              <a:off x="4519" y="3558"/>
              <a:ext cx="210"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7" name="Line 1108"/>
            <p:cNvSpPr>
              <a:spLocks noChangeShapeType="1"/>
            </p:cNvSpPr>
            <p:nvPr userDrawn="1"/>
          </p:nvSpPr>
          <p:spPr bwMode="gray">
            <a:xfrm>
              <a:off x="4531" y="3553"/>
              <a:ext cx="20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8" name="Freeform 1109"/>
            <p:cNvSpPr>
              <a:spLocks/>
            </p:cNvSpPr>
            <p:nvPr userDrawn="1"/>
          </p:nvSpPr>
          <p:spPr bwMode="gray">
            <a:xfrm>
              <a:off x="4727" y="3627"/>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9" name="Line 1110"/>
            <p:cNvSpPr>
              <a:spLocks noChangeShapeType="1"/>
            </p:cNvSpPr>
            <p:nvPr userDrawn="1"/>
          </p:nvSpPr>
          <p:spPr bwMode="gray">
            <a:xfrm flipH="1" flipV="1">
              <a:off x="4512" y="3567"/>
              <a:ext cx="21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0" name="Freeform 1111"/>
            <p:cNvSpPr>
              <a:spLocks/>
            </p:cNvSpPr>
            <p:nvPr userDrawn="1"/>
          </p:nvSpPr>
          <p:spPr bwMode="gray">
            <a:xfrm>
              <a:off x="4512" y="3553"/>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1" name="Freeform 1112"/>
            <p:cNvSpPr>
              <a:spLocks/>
            </p:cNvSpPr>
            <p:nvPr userDrawn="1"/>
          </p:nvSpPr>
          <p:spPr bwMode="gray">
            <a:xfrm>
              <a:off x="4816" y="3579"/>
              <a:ext cx="13" cy="18"/>
            </a:xfrm>
            <a:custGeom>
              <a:avLst/>
              <a:gdLst>
                <a:gd name="T0" fmla="*/ 0 w 12"/>
                <a:gd name="T1" fmla="*/ 0 h 18"/>
                <a:gd name="T2" fmla="*/ 5 w 12"/>
                <a:gd name="T3" fmla="*/ 2 h 18"/>
                <a:gd name="T4" fmla="*/ 28 w 12"/>
                <a:gd name="T5" fmla="*/ 7 h 18"/>
                <a:gd name="T6" fmla="*/ 33 w 12"/>
                <a:gd name="T7" fmla="*/ 13 h 18"/>
                <a:gd name="T8" fmla="*/ 36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2" name="Line 1113"/>
            <p:cNvSpPr>
              <a:spLocks noChangeShapeType="1"/>
            </p:cNvSpPr>
            <p:nvPr userDrawn="1"/>
          </p:nvSpPr>
          <p:spPr bwMode="gray">
            <a:xfrm flipV="1">
              <a:off x="4744" y="3541"/>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3" name="Line 1114"/>
            <p:cNvSpPr>
              <a:spLocks noChangeShapeType="1"/>
            </p:cNvSpPr>
            <p:nvPr userDrawn="1"/>
          </p:nvSpPr>
          <p:spPr bwMode="gray">
            <a:xfrm flipV="1">
              <a:off x="4736" y="3534"/>
              <a:ext cx="160"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4" name="Freeform 1115"/>
            <p:cNvSpPr>
              <a:spLocks/>
            </p:cNvSpPr>
            <p:nvPr userDrawn="1"/>
          </p:nvSpPr>
          <p:spPr bwMode="gray">
            <a:xfrm>
              <a:off x="4896" y="3534"/>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5" name="Line 1116"/>
            <p:cNvSpPr>
              <a:spLocks noChangeShapeType="1"/>
            </p:cNvSpPr>
            <p:nvPr userDrawn="1"/>
          </p:nvSpPr>
          <p:spPr bwMode="gray">
            <a:xfrm flipH="1">
              <a:off x="4746" y="3550"/>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6" name="Freeform 1117"/>
            <p:cNvSpPr>
              <a:spLocks/>
            </p:cNvSpPr>
            <p:nvPr userDrawn="1"/>
          </p:nvSpPr>
          <p:spPr bwMode="gray">
            <a:xfrm>
              <a:off x="4736" y="3627"/>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7" name="Freeform 1118"/>
            <p:cNvSpPr>
              <a:spLocks/>
            </p:cNvSpPr>
            <p:nvPr userDrawn="1"/>
          </p:nvSpPr>
          <p:spPr bwMode="gray">
            <a:xfrm>
              <a:off x="4769" y="3487"/>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8" name="Line 1119"/>
            <p:cNvSpPr>
              <a:spLocks noChangeShapeType="1"/>
            </p:cNvSpPr>
            <p:nvPr userDrawn="1"/>
          </p:nvSpPr>
          <p:spPr bwMode="gray">
            <a:xfrm flipH="1" flipV="1">
              <a:off x="4695" y="3460"/>
              <a:ext cx="208"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9" name="Line 1120"/>
            <p:cNvSpPr>
              <a:spLocks noChangeShapeType="1"/>
            </p:cNvSpPr>
            <p:nvPr userDrawn="1"/>
          </p:nvSpPr>
          <p:spPr bwMode="gray">
            <a:xfrm flipH="1" flipV="1">
              <a:off x="4694" y="3462"/>
              <a:ext cx="202"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0" name="Freeform 1121"/>
            <p:cNvSpPr>
              <a:spLocks/>
            </p:cNvSpPr>
            <p:nvPr userDrawn="1"/>
          </p:nvSpPr>
          <p:spPr bwMode="gray">
            <a:xfrm>
              <a:off x="4692" y="3460"/>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1" name="Line 1122"/>
            <p:cNvSpPr>
              <a:spLocks noChangeShapeType="1"/>
            </p:cNvSpPr>
            <p:nvPr userDrawn="1"/>
          </p:nvSpPr>
          <p:spPr bwMode="gray">
            <a:xfrm>
              <a:off x="4692" y="3466"/>
              <a:ext cx="213"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2" name="Freeform 1123"/>
            <p:cNvSpPr>
              <a:spLocks/>
            </p:cNvSpPr>
            <p:nvPr userDrawn="1"/>
          </p:nvSpPr>
          <p:spPr bwMode="gray">
            <a:xfrm>
              <a:off x="4896" y="3532"/>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3" name="Freeform 1124"/>
            <p:cNvSpPr>
              <a:spLocks/>
            </p:cNvSpPr>
            <p:nvPr userDrawn="1"/>
          </p:nvSpPr>
          <p:spPr bwMode="gray">
            <a:xfrm>
              <a:off x="4907" y="3663"/>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nvGrpSpPr>
            <p:cNvPr id="1064" name="Group 1125"/>
            <p:cNvGrpSpPr>
              <a:grpSpLocks/>
            </p:cNvGrpSpPr>
            <p:nvPr userDrawn="1"/>
          </p:nvGrpSpPr>
          <p:grpSpPr bwMode="auto">
            <a:xfrm>
              <a:off x="4083" y="2782"/>
              <a:ext cx="1546" cy="1270"/>
              <a:chOff x="2135" y="838"/>
              <a:chExt cx="1546" cy="1270"/>
            </a:xfrm>
          </p:grpSpPr>
          <p:sp>
            <p:nvSpPr>
              <p:cNvPr id="1521" name="Line 1126"/>
              <p:cNvSpPr>
                <a:spLocks noChangeShapeType="1"/>
              </p:cNvSpPr>
              <p:nvPr userDrawn="1"/>
            </p:nvSpPr>
            <p:spPr bwMode="gray">
              <a:xfrm flipV="1">
                <a:off x="2968" y="1604"/>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2" name="Line 1127"/>
              <p:cNvSpPr>
                <a:spLocks noChangeShapeType="1"/>
              </p:cNvSpPr>
              <p:nvPr userDrawn="1"/>
            </p:nvSpPr>
            <p:spPr bwMode="gray">
              <a:xfrm flipV="1">
                <a:off x="2959" y="1605"/>
                <a:ext cx="2"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3" name="Freeform 1128"/>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4" name="Line 1129"/>
              <p:cNvSpPr>
                <a:spLocks noChangeShapeType="1"/>
              </p:cNvSpPr>
              <p:nvPr userDrawn="1"/>
            </p:nvSpPr>
            <p:spPr bwMode="gray">
              <a:xfrm flipH="1">
                <a:off x="2978" y="1605"/>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5" name="Freeform 1130"/>
              <p:cNvSpPr>
                <a:spLocks/>
              </p:cNvSpPr>
              <p:nvPr userDrawn="1"/>
            </p:nvSpPr>
            <p:spPr bwMode="gray">
              <a:xfrm>
                <a:off x="2959" y="1831"/>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6" name="Freeform 1131"/>
              <p:cNvSpPr>
                <a:spLocks/>
              </p:cNvSpPr>
              <p:nvPr userDrawn="1"/>
            </p:nvSpPr>
            <p:spPr bwMode="gray">
              <a:xfrm>
                <a:off x="2319" y="1366"/>
                <a:ext cx="4" cy="9"/>
              </a:xfrm>
              <a:custGeom>
                <a:avLst/>
                <a:gdLst>
                  <a:gd name="T0" fmla="*/ 155 w 3"/>
                  <a:gd name="T1" fmla="*/ 9 h 9"/>
                  <a:gd name="T2" fmla="*/ 0 w 3"/>
                  <a:gd name="T3" fmla="*/ 7 h 9"/>
                  <a:gd name="T4" fmla="*/ 0 w 3"/>
                  <a:gd name="T5" fmla="*/ 4 h 9"/>
                  <a:gd name="T6" fmla="*/ 0 w 3"/>
                  <a:gd name="T7" fmla="*/ 2 h 9"/>
                  <a:gd name="T8" fmla="*/ 116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7" name="Freeform 1132"/>
              <p:cNvSpPr>
                <a:spLocks/>
              </p:cNvSpPr>
              <p:nvPr userDrawn="1"/>
            </p:nvSpPr>
            <p:spPr bwMode="gray">
              <a:xfrm>
                <a:off x="2958" y="1709"/>
                <a:ext cx="19" cy="4"/>
              </a:xfrm>
              <a:custGeom>
                <a:avLst/>
                <a:gdLst>
                  <a:gd name="T0" fmla="*/ 0 w 19"/>
                  <a:gd name="T1" fmla="*/ 0 h 2"/>
                  <a:gd name="T2" fmla="*/ 5 w 19"/>
                  <a:gd name="T3" fmla="*/ 32768 h 2"/>
                  <a:gd name="T4" fmla="*/ 11 w 19"/>
                  <a:gd name="T5" fmla="*/ 32768 h 2"/>
                  <a:gd name="T6" fmla="*/ 16 w 19"/>
                  <a:gd name="T7" fmla="*/ 32768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8" name="Line 1133"/>
              <p:cNvSpPr>
                <a:spLocks noChangeShapeType="1"/>
              </p:cNvSpPr>
              <p:nvPr userDrawn="1"/>
            </p:nvSpPr>
            <p:spPr bwMode="gray">
              <a:xfrm flipH="1">
                <a:off x="2967"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9" name="Line 1134"/>
              <p:cNvSpPr>
                <a:spLocks noChangeShapeType="1"/>
              </p:cNvSpPr>
              <p:nvPr userDrawn="1"/>
            </p:nvSpPr>
            <p:spPr bwMode="gray">
              <a:xfrm flipH="1">
                <a:off x="2955" y="1596"/>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0" name="Freeform 1135"/>
              <p:cNvSpPr>
                <a:spLocks/>
              </p:cNvSpPr>
              <p:nvPr userDrawn="1"/>
            </p:nvSpPr>
            <p:spPr bwMode="gray">
              <a:xfrm>
                <a:off x="2955" y="1826"/>
                <a:ext cx="22" cy="4"/>
              </a:xfrm>
              <a:custGeom>
                <a:avLst/>
                <a:gdLst>
                  <a:gd name="T0" fmla="*/ 0 w 21"/>
                  <a:gd name="T1" fmla="*/ 0 h 4"/>
                  <a:gd name="T2" fmla="*/ 6 w 21"/>
                  <a:gd name="T3" fmla="*/ 2 h 4"/>
                  <a:gd name="T4" fmla="*/ 25 w 21"/>
                  <a:gd name="T5" fmla="*/ 4 h 4"/>
                  <a:gd name="T6" fmla="*/ 30 w 21"/>
                  <a:gd name="T7" fmla="*/ 2 h 4"/>
                  <a:gd name="T8" fmla="*/ 38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1" name="Line 1136"/>
              <p:cNvSpPr>
                <a:spLocks noChangeShapeType="1"/>
              </p:cNvSpPr>
              <p:nvPr userDrawn="1"/>
            </p:nvSpPr>
            <p:spPr bwMode="gray">
              <a:xfrm flipV="1">
                <a:off x="2976"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2" name="Freeform 1137"/>
              <p:cNvSpPr>
                <a:spLocks/>
              </p:cNvSpPr>
              <p:nvPr userDrawn="1"/>
            </p:nvSpPr>
            <p:spPr bwMode="gray">
              <a:xfrm>
                <a:off x="2958" y="1596"/>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3" name="Freeform 1138"/>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4" name="Freeform 1139"/>
              <p:cNvSpPr>
                <a:spLocks/>
              </p:cNvSpPr>
              <p:nvPr userDrawn="1"/>
            </p:nvSpPr>
            <p:spPr bwMode="gray">
              <a:xfrm>
                <a:off x="2139" y="1574"/>
                <a:ext cx="4" cy="9"/>
              </a:xfrm>
              <a:custGeom>
                <a:avLst/>
                <a:gdLst>
                  <a:gd name="T0" fmla="*/ 1 w 3"/>
                  <a:gd name="T1" fmla="*/ 0 h 9"/>
                  <a:gd name="T2" fmla="*/ 0 w 3"/>
                  <a:gd name="T3" fmla="*/ 2 h 9"/>
                  <a:gd name="T4" fmla="*/ 0 w 3"/>
                  <a:gd name="T5" fmla="*/ 4 h 9"/>
                  <a:gd name="T6" fmla="*/ 0 w 3"/>
                  <a:gd name="T7" fmla="*/ 7 h 9"/>
                  <a:gd name="T8" fmla="*/ 155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5" name="Line 1140"/>
              <p:cNvSpPr>
                <a:spLocks noChangeShapeType="1"/>
              </p:cNvSpPr>
              <p:nvPr userDrawn="1"/>
            </p:nvSpPr>
            <p:spPr bwMode="gray">
              <a:xfrm flipH="1" flipV="1">
                <a:off x="2135" y="1466"/>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6" name="Line 1141"/>
              <p:cNvSpPr>
                <a:spLocks noChangeShapeType="1"/>
              </p:cNvSpPr>
              <p:nvPr userDrawn="1"/>
            </p:nvSpPr>
            <p:spPr bwMode="gray">
              <a:xfrm flipH="1" flipV="1">
                <a:off x="2139" y="1460"/>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7" name="Freeform 1142"/>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8" name="Line 1143"/>
              <p:cNvSpPr>
                <a:spLocks noChangeShapeType="1"/>
              </p:cNvSpPr>
              <p:nvPr userDrawn="1"/>
            </p:nvSpPr>
            <p:spPr bwMode="gray">
              <a:xfrm>
                <a:off x="2139" y="1469"/>
                <a:ext cx="7" cy="2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9" name="Freeform 1144"/>
              <p:cNvSpPr>
                <a:spLocks/>
              </p:cNvSpPr>
              <p:nvPr userDrawn="1"/>
            </p:nvSpPr>
            <p:spPr bwMode="gray">
              <a:xfrm>
                <a:off x="2141" y="1683"/>
                <a:ext cx="4" cy="13"/>
              </a:xfrm>
              <a:custGeom>
                <a:avLst/>
                <a:gdLst>
                  <a:gd name="T0" fmla="*/ 1 w 6"/>
                  <a:gd name="T1" fmla="*/ 1531 h 9"/>
                  <a:gd name="T2" fmla="*/ 1 w 6"/>
                  <a:gd name="T3" fmla="*/ 1147 h 9"/>
                  <a:gd name="T4" fmla="*/ 0 w 6"/>
                  <a:gd name="T5" fmla="*/ 794 h 9"/>
                  <a:gd name="T6" fmla="*/ 1 w 6"/>
                  <a:gd name="T7" fmla="*/ 352 h 9"/>
                  <a:gd name="T8" fmla="*/ 1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0" name="Freeform 1145"/>
              <p:cNvSpPr>
                <a:spLocks/>
              </p:cNvSpPr>
              <p:nvPr userDrawn="1"/>
            </p:nvSpPr>
            <p:spPr bwMode="gray">
              <a:xfrm>
                <a:off x="2779" y="1814"/>
                <a:ext cx="19" cy="4"/>
              </a:xfrm>
              <a:custGeom>
                <a:avLst/>
                <a:gdLst>
                  <a:gd name="T0" fmla="*/ 0 w 19"/>
                  <a:gd name="T1" fmla="*/ 1 h 3"/>
                  <a:gd name="T2" fmla="*/ 5 w 19"/>
                  <a:gd name="T3" fmla="*/ 155 h 3"/>
                  <a:gd name="T4" fmla="*/ 10 w 19"/>
                  <a:gd name="T5" fmla="*/ 155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1" name="Line 1146"/>
              <p:cNvSpPr>
                <a:spLocks noChangeShapeType="1"/>
              </p:cNvSpPr>
              <p:nvPr userDrawn="1"/>
            </p:nvSpPr>
            <p:spPr bwMode="gray">
              <a:xfrm flipV="1">
                <a:off x="2789" y="1700"/>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2" name="Line 1147"/>
              <p:cNvSpPr>
                <a:spLocks noChangeShapeType="1"/>
              </p:cNvSpPr>
              <p:nvPr userDrawn="1"/>
            </p:nvSpPr>
            <p:spPr bwMode="gray">
              <a:xfrm flipV="1">
                <a:off x="2779" y="1700"/>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3" name="Freeform 1148"/>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4" name="Line 1149"/>
              <p:cNvSpPr>
                <a:spLocks noChangeShapeType="1"/>
              </p:cNvSpPr>
              <p:nvPr userDrawn="1"/>
            </p:nvSpPr>
            <p:spPr bwMode="gray">
              <a:xfrm>
                <a:off x="2798" y="1698"/>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5" name="Freeform 1150"/>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6" name="Freeform 1151"/>
              <p:cNvSpPr>
                <a:spLocks/>
              </p:cNvSpPr>
              <p:nvPr userDrawn="1"/>
            </p:nvSpPr>
            <p:spPr bwMode="gray">
              <a:xfrm>
                <a:off x="2356" y="1901"/>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7" name="Line 1152"/>
              <p:cNvSpPr>
                <a:spLocks noChangeShapeType="1"/>
              </p:cNvSpPr>
              <p:nvPr userDrawn="1"/>
            </p:nvSpPr>
            <p:spPr bwMode="gray">
              <a:xfrm>
                <a:off x="2354" y="1787"/>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8" name="Line 1153"/>
              <p:cNvSpPr>
                <a:spLocks noChangeShapeType="1"/>
              </p:cNvSpPr>
              <p:nvPr userDrawn="1"/>
            </p:nvSpPr>
            <p:spPr bwMode="gray">
              <a:xfrm>
                <a:off x="2359" y="179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9" name="Freeform 1154"/>
              <p:cNvSpPr>
                <a:spLocks/>
              </p:cNvSpPr>
              <p:nvPr userDrawn="1"/>
            </p:nvSpPr>
            <p:spPr bwMode="gray">
              <a:xfrm>
                <a:off x="2359" y="2013"/>
                <a:ext cx="4" cy="11"/>
              </a:xfrm>
              <a:custGeom>
                <a:avLst/>
                <a:gdLst>
                  <a:gd name="T0" fmla="*/ 1 w 6"/>
                  <a:gd name="T1" fmla="*/ 0 h 11"/>
                  <a:gd name="T2" fmla="*/ 1 w 6"/>
                  <a:gd name="T3" fmla="*/ 4 h 11"/>
                  <a:gd name="T4" fmla="*/ 0 w 6"/>
                  <a:gd name="T5" fmla="*/ 5 h 11"/>
                  <a:gd name="T6" fmla="*/ 1 w 6"/>
                  <a:gd name="T7" fmla="*/ 9 h 11"/>
                  <a:gd name="T8" fmla="*/ 1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0" name="Line 1155"/>
              <p:cNvSpPr>
                <a:spLocks noChangeShapeType="1"/>
              </p:cNvSpPr>
              <p:nvPr userDrawn="1"/>
            </p:nvSpPr>
            <p:spPr bwMode="gray">
              <a:xfrm flipH="1" flipV="1">
                <a:off x="2359" y="178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1" name="Freeform 1156"/>
              <p:cNvSpPr>
                <a:spLocks/>
              </p:cNvSpPr>
              <p:nvPr userDrawn="1"/>
            </p:nvSpPr>
            <p:spPr bwMode="gray">
              <a:xfrm>
                <a:off x="2354" y="1787"/>
                <a:ext cx="5" cy="4"/>
              </a:xfrm>
              <a:custGeom>
                <a:avLst/>
                <a:gdLst>
                  <a:gd name="T0" fmla="*/ 3 w 5"/>
                  <a:gd name="T1" fmla="*/ 155 h 3"/>
                  <a:gd name="T2" fmla="*/ 2 w 5"/>
                  <a:gd name="T3" fmla="*/ 155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2" name="Freeform 1157"/>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3" name="Freeform 1158"/>
              <p:cNvSpPr>
                <a:spLocks/>
              </p:cNvSpPr>
              <p:nvPr userDrawn="1"/>
            </p:nvSpPr>
            <p:spPr bwMode="gray">
              <a:xfrm>
                <a:off x="2515"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4" name="Freeform 1159"/>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5" name="Line 1160"/>
              <p:cNvSpPr>
                <a:spLocks noChangeShapeType="1"/>
              </p:cNvSpPr>
              <p:nvPr userDrawn="1"/>
            </p:nvSpPr>
            <p:spPr bwMode="gray">
              <a:xfrm flipH="1">
                <a:off x="2350" y="1187"/>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6" name="Line 1161"/>
              <p:cNvSpPr>
                <a:spLocks noChangeShapeType="1"/>
              </p:cNvSpPr>
              <p:nvPr userDrawn="1"/>
            </p:nvSpPr>
            <p:spPr bwMode="gray">
              <a:xfrm flipH="1">
                <a:off x="2347" y="1195"/>
                <a:ext cx="169"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7" name="Freeform 1162"/>
              <p:cNvSpPr>
                <a:spLocks/>
              </p:cNvSpPr>
              <p:nvPr userDrawn="1"/>
            </p:nvSpPr>
            <p:spPr bwMode="gray">
              <a:xfrm>
                <a:off x="2347" y="1270"/>
                <a:ext cx="13" cy="10"/>
              </a:xfrm>
              <a:custGeom>
                <a:avLst/>
                <a:gdLst>
                  <a:gd name="T0" fmla="*/ 0 w 10"/>
                  <a:gd name="T1" fmla="*/ 10 h 10"/>
                  <a:gd name="T2" fmla="*/ 101 w 10"/>
                  <a:gd name="T3" fmla="*/ 5 h 10"/>
                  <a:gd name="T4" fmla="*/ 131 w 10"/>
                  <a:gd name="T5" fmla="*/ 2 h 10"/>
                  <a:gd name="T6" fmla="*/ 221 w 10"/>
                  <a:gd name="T7" fmla="*/ 0 h 10"/>
                  <a:gd name="T8" fmla="*/ 373 w 10"/>
                  <a:gd name="T9" fmla="*/ 0 h 10"/>
                  <a:gd name="T10" fmla="*/ 40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8" name="Line 1163"/>
              <p:cNvSpPr>
                <a:spLocks noChangeShapeType="1"/>
              </p:cNvSpPr>
              <p:nvPr userDrawn="1"/>
            </p:nvSpPr>
            <p:spPr bwMode="gray">
              <a:xfrm flipV="1">
                <a:off x="2359" y="1186"/>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9" name="Freeform 1164"/>
              <p:cNvSpPr>
                <a:spLocks/>
              </p:cNvSpPr>
              <p:nvPr userDrawn="1"/>
            </p:nvSpPr>
            <p:spPr bwMode="gray">
              <a:xfrm>
                <a:off x="2515"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0" name="Freeform 1165"/>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1" name="Line 1166"/>
              <p:cNvSpPr>
                <a:spLocks noChangeShapeType="1"/>
              </p:cNvSpPr>
              <p:nvPr userDrawn="1"/>
            </p:nvSpPr>
            <p:spPr bwMode="gray">
              <a:xfrm>
                <a:off x="2343" y="1283"/>
                <a:ext cx="6"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2" name="Line 1167"/>
              <p:cNvSpPr>
                <a:spLocks noChangeShapeType="1"/>
              </p:cNvSpPr>
              <p:nvPr userDrawn="1"/>
            </p:nvSpPr>
            <p:spPr bwMode="gray">
              <a:xfrm>
                <a:off x="2347" y="1280"/>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3" name="Freeform 1168"/>
              <p:cNvSpPr>
                <a:spLocks/>
              </p:cNvSpPr>
              <p:nvPr userDrawn="1"/>
            </p:nvSpPr>
            <p:spPr bwMode="gray">
              <a:xfrm>
                <a:off x="2350" y="1513"/>
                <a:ext cx="4" cy="21"/>
              </a:xfrm>
              <a:custGeom>
                <a:avLst/>
                <a:gdLst>
                  <a:gd name="T0" fmla="*/ 2 w 5"/>
                  <a:gd name="T1" fmla="*/ 0 h 21"/>
                  <a:gd name="T2" fmla="*/ 0 w 5"/>
                  <a:gd name="T3" fmla="*/ 5 h 21"/>
                  <a:gd name="T4" fmla="*/ 0 w 5"/>
                  <a:gd name="T5" fmla="*/ 10 h 21"/>
                  <a:gd name="T6" fmla="*/ 1 w 5"/>
                  <a:gd name="T7" fmla="*/ 16 h 21"/>
                  <a:gd name="T8" fmla="*/ 2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4" name="Line 1169"/>
              <p:cNvSpPr>
                <a:spLocks noChangeShapeType="1"/>
              </p:cNvSpPr>
              <p:nvPr userDrawn="1"/>
            </p:nvSpPr>
            <p:spPr bwMode="gray">
              <a:xfrm flipH="1" flipV="1">
                <a:off x="2350" y="1287"/>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5" name="Freeform 1170"/>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6" name="Freeform 1171"/>
              <p:cNvSpPr>
                <a:spLocks/>
              </p:cNvSpPr>
              <p:nvPr userDrawn="1"/>
            </p:nvSpPr>
            <p:spPr bwMode="gray">
              <a:xfrm>
                <a:off x="2558"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7" name="Line 1172"/>
              <p:cNvSpPr>
                <a:spLocks noChangeShapeType="1"/>
              </p:cNvSpPr>
              <p:nvPr userDrawn="1"/>
            </p:nvSpPr>
            <p:spPr bwMode="gray">
              <a:xfrm>
                <a:off x="2567" y="1870"/>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8" name="Line 1173"/>
              <p:cNvSpPr>
                <a:spLocks noChangeShapeType="1"/>
              </p:cNvSpPr>
              <p:nvPr userDrawn="1"/>
            </p:nvSpPr>
            <p:spPr bwMode="gray">
              <a:xfrm>
                <a:off x="2576" y="1873"/>
                <a:ext cx="4"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9" name="Freeform 1174"/>
              <p:cNvSpPr>
                <a:spLocks/>
              </p:cNvSpPr>
              <p:nvPr userDrawn="1"/>
            </p:nvSpPr>
            <p:spPr bwMode="gray">
              <a:xfrm>
                <a:off x="2558"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0" name="Line 1175"/>
              <p:cNvSpPr>
                <a:spLocks noChangeShapeType="1"/>
              </p:cNvSpPr>
              <p:nvPr userDrawn="1"/>
            </p:nvSpPr>
            <p:spPr bwMode="gray">
              <a:xfrm flipH="1" flipV="1">
                <a:off x="2555" y="1861"/>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1" name="Freeform 1176"/>
              <p:cNvSpPr>
                <a:spLocks/>
              </p:cNvSpPr>
              <p:nvPr userDrawn="1"/>
            </p:nvSpPr>
            <p:spPr bwMode="gray">
              <a:xfrm>
                <a:off x="2555" y="1861"/>
                <a:ext cx="22" cy="12"/>
              </a:xfrm>
              <a:custGeom>
                <a:avLst/>
                <a:gdLst>
                  <a:gd name="T0" fmla="*/ 145 w 19"/>
                  <a:gd name="T1" fmla="*/ 12 h 12"/>
                  <a:gd name="T2" fmla="*/ 93 w 19"/>
                  <a:gd name="T3" fmla="*/ 9 h 12"/>
                  <a:gd name="T4" fmla="*/ 39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2" name="Freeform 1177"/>
              <p:cNvSpPr>
                <a:spLocks/>
              </p:cNvSpPr>
              <p:nvPr userDrawn="1"/>
            </p:nvSpPr>
            <p:spPr bwMode="gray">
              <a:xfrm>
                <a:off x="2646" y="2048"/>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3" name="Line 1178"/>
              <p:cNvSpPr>
                <a:spLocks noChangeShapeType="1"/>
              </p:cNvSpPr>
              <p:nvPr userDrawn="1"/>
            </p:nvSpPr>
            <p:spPr bwMode="gray">
              <a:xfrm flipV="1">
                <a:off x="2576" y="2010"/>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4" name="Line 1179"/>
              <p:cNvSpPr>
                <a:spLocks noChangeShapeType="1"/>
              </p:cNvSpPr>
              <p:nvPr userDrawn="1"/>
            </p:nvSpPr>
            <p:spPr bwMode="gray">
              <a:xfrm flipV="1">
                <a:off x="2578" y="2003"/>
                <a:ext cx="159"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5" name="Freeform 1180"/>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6" name="Line 1181"/>
              <p:cNvSpPr>
                <a:spLocks noChangeShapeType="1"/>
              </p:cNvSpPr>
              <p:nvPr userDrawn="1"/>
            </p:nvSpPr>
            <p:spPr bwMode="gray">
              <a:xfrm flipH="1">
                <a:off x="2567" y="2010"/>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7" name="Freeform 1182"/>
              <p:cNvSpPr>
                <a:spLocks/>
              </p:cNvSpPr>
              <p:nvPr userDrawn="1"/>
            </p:nvSpPr>
            <p:spPr bwMode="gray">
              <a:xfrm>
                <a:off x="2567"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8" name="Line 1183"/>
              <p:cNvSpPr>
                <a:spLocks noChangeShapeType="1"/>
              </p:cNvSpPr>
              <p:nvPr userDrawn="1"/>
            </p:nvSpPr>
            <p:spPr bwMode="gray">
              <a:xfrm flipV="1">
                <a:off x="2741" y="1924"/>
                <a:ext cx="1"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9" name="Line 1184"/>
              <p:cNvSpPr>
                <a:spLocks noChangeShapeType="1"/>
              </p:cNvSpPr>
              <p:nvPr userDrawn="1"/>
            </p:nvSpPr>
            <p:spPr bwMode="gray">
              <a:xfrm flipV="1">
                <a:off x="2737" y="1924"/>
                <a:ext cx="1"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0" name="Line 1185"/>
              <p:cNvSpPr>
                <a:spLocks noChangeShapeType="1"/>
              </p:cNvSpPr>
              <p:nvPr userDrawn="1"/>
            </p:nvSpPr>
            <p:spPr bwMode="gray">
              <a:xfrm>
                <a:off x="2733" y="1922"/>
                <a:ext cx="2"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1" name="Freeform 1186"/>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2" name="Freeform 1187"/>
              <p:cNvSpPr>
                <a:spLocks/>
              </p:cNvSpPr>
              <p:nvPr userDrawn="1"/>
            </p:nvSpPr>
            <p:spPr bwMode="gray">
              <a:xfrm>
                <a:off x="2732" y="1377"/>
                <a:ext cx="4" cy="8"/>
              </a:xfrm>
              <a:custGeom>
                <a:avLst/>
                <a:gdLst>
                  <a:gd name="T0" fmla="*/ 2 w 5"/>
                  <a:gd name="T1" fmla="*/ 8 h 8"/>
                  <a:gd name="T2" fmla="*/ 2 w 5"/>
                  <a:gd name="T3" fmla="*/ 7 h 8"/>
                  <a:gd name="T4" fmla="*/ 2 w 5"/>
                  <a:gd name="T5" fmla="*/ 5 h 8"/>
                  <a:gd name="T6" fmla="*/ 2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3" name="Line 1188"/>
              <p:cNvSpPr>
                <a:spLocks noChangeShapeType="1"/>
              </p:cNvSpPr>
              <p:nvPr userDrawn="1"/>
            </p:nvSpPr>
            <p:spPr bwMode="gray">
              <a:xfrm flipH="1" flipV="1">
                <a:off x="2737" y="1265"/>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4" name="Line 1189"/>
              <p:cNvSpPr>
                <a:spLocks noChangeShapeType="1"/>
              </p:cNvSpPr>
              <p:nvPr userDrawn="1"/>
            </p:nvSpPr>
            <p:spPr bwMode="gray">
              <a:xfrm flipV="1">
                <a:off x="2735" y="1270"/>
                <a:ext cx="1"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5" name="Freeform 1190"/>
              <p:cNvSpPr>
                <a:spLocks/>
              </p:cNvSpPr>
              <p:nvPr userDrawn="1"/>
            </p:nvSpPr>
            <p:spPr bwMode="gray">
              <a:xfrm>
                <a:off x="2732" y="1261"/>
                <a:ext cx="4" cy="9"/>
              </a:xfrm>
              <a:custGeom>
                <a:avLst/>
                <a:gdLst>
                  <a:gd name="T0" fmla="*/ 2 w 5"/>
                  <a:gd name="T1" fmla="*/ 9 h 9"/>
                  <a:gd name="T2" fmla="*/ 2 w 5"/>
                  <a:gd name="T3" fmla="*/ 5 h 9"/>
                  <a:gd name="T4" fmla="*/ 2 w 5"/>
                  <a:gd name="T5" fmla="*/ 4 h 9"/>
                  <a:gd name="T6" fmla="*/ 2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6" name="Line 1191"/>
              <p:cNvSpPr>
                <a:spLocks noChangeShapeType="1"/>
              </p:cNvSpPr>
              <p:nvPr userDrawn="1"/>
            </p:nvSpPr>
            <p:spPr bwMode="gray">
              <a:xfrm>
                <a:off x="2732" y="1261"/>
                <a:ext cx="1" cy="2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7" name="Freeform 1192"/>
              <p:cNvSpPr>
                <a:spLocks/>
              </p:cNvSpPr>
              <p:nvPr userDrawn="1"/>
            </p:nvSpPr>
            <p:spPr bwMode="gray">
              <a:xfrm>
                <a:off x="2733" y="1500"/>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8" name="Freeform 1193"/>
              <p:cNvSpPr>
                <a:spLocks/>
              </p:cNvSpPr>
              <p:nvPr userDrawn="1"/>
            </p:nvSpPr>
            <p:spPr bwMode="gray">
              <a:xfrm>
                <a:off x="2641" y="1296"/>
                <a:ext cx="13" cy="13"/>
              </a:xfrm>
              <a:custGeom>
                <a:avLst/>
                <a:gdLst>
                  <a:gd name="T0" fmla="*/ 36 w 12"/>
                  <a:gd name="T1" fmla="*/ 2 h 16"/>
                  <a:gd name="T2" fmla="*/ 30 w 12"/>
                  <a:gd name="T3" fmla="*/ 2 h 16"/>
                  <a:gd name="T4" fmla="*/ 26 w 12"/>
                  <a:gd name="T5" fmla="*/ 2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9" name="Line 1194"/>
              <p:cNvSpPr>
                <a:spLocks noChangeShapeType="1"/>
              </p:cNvSpPr>
              <p:nvPr userDrawn="1"/>
            </p:nvSpPr>
            <p:spPr bwMode="gray">
              <a:xfrm flipH="1">
                <a:off x="2567" y="1257"/>
                <a:ext cx="165"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0" name="Line 1195"/>
              <p:cNvSpPr>
                <a:spLocks noChangeShapeType="1"/>
              </p:cNvSpPr>
              <p:nvPr userDrawn="1"/>
            </p:nvSpPr>
            <p:spPr bwMode="gray">
              <a:xfrm flipH="1">
                <a:off x="2571" y="1270"/>
                <a:ext cx="164"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1" name="Freeform 1196"/>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2" name="Line 1197"/>
              <p:cNvSpPr>
                <a:spLocks noChangeShapeType="1"/>
              </p:cNvSpPr>
              <p:nvPr userDrawn="1"/>
            </p:nvSpPr>
            <p:spPr bwMode="gray">
              <a:xfrm flipV="1">
                <a:off x="2558" y="1252"/>
                <a:ext cx="165"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3" name="Freeform 1198"/>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4" name="Freeform 1199"/>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5" name="Line 1200"/>
              <p:cNvSpPr>
                <a:spLocks noChangeShapeType="1"/>
              </p:cNvSpPr>
              <p:nvPr userDrawn="1"/>
            </p:nvSpPr>
            <p:spPr bwMode="gray">
              <a:xfrm>
                <a:off x="2560" y="1359"/>
                <a:ext cx="2" cy="24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6" name="Line 1201"/>
              <p:cNvSpPr>
                <a:spLocks noChangeShapeType="1"/>
              </p:cNvSpPr>
              <p:nvPr userDrawn="1"/>
            </p:nvSpPr>
            <p:spPr bwMode="gray">
              <a:xfrm>
                <a:off x="2571" y="1356"/>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7" name="Freeform 1202"/>
              <p:cNvSpPr>
                <a:spLocks/>
              </p:cNvSpPr>
              <p:nvPr userDrawn="1"/>
            </p:nvSpPr>
            <p:spPr bwMode="gray">
              <a:xfrm>
                <a:off x="2551" y="1592"/>
                <a:ext cx="21" cy="13"/>
              </a:xfrm>
              <a:custGeom>
                <a:avLst/>
                <a:gdLst>
                  <a:gd name="T0" fmla="*/ 21 w 21"/>
                  <a:gd name="T1" fmla="*/ 0 h 14"/>
                  <a:gd name="T2" fmla="*/ 16 w 21"/>
                  <a:gd name="T3" fmla="*/ 5 h 14"/>
                  <a:gd name="T4" fmla="*/ 13 w 21"/>
                  <a:gd name="T5" fmla="*/ 7 h 14"/>
                  <a:gd name="T6" fmla="*/ 7 w 21"/>
                  <a:gd name="T7" fmla="*/ 7 h 14"/>
                  <a:gd name="T8" fmla="*/ 0 w 21"/>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8" name="Line 1203"/>
              <p:cNvSpPr>
                <a:spLocks noChangeShapeType="1"/>
              </p:cNvSpPr>
              <p:nvPr userDrawn="1"/>
            </p:nvSpPr>
            <p:spPr bwMode="gray">
              <a:xfrm flipH="1" flipV="1">
                <a:off x="2550" y="1357"/>
                <a:ext cx="1"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9" name="Freeform 1204"/>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0" name="Freeform 1205"/>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1" name="Freeform 1206"/>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2" name="Freeform 1207"/>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3" name="Line 1208"/>
              <p:cNvSpPr>
                <a:spLocks noChangeShapeType="1"/>
              </p:cNvSpPr>
              <p:nvPr userDrawn="1"/>
            </p:nvSpPr>
            <p:spPr bwMode="gray">
              <a:xfrm>
                <a:off x="2536" y="1184"/>
                <a:ext cx="19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4" name="Line 1209"/>
              <p:cNvSpPr>
                <a:spLocks noChangeShapeType="1"/>
              </p:cNvSpPr>
              <p:nvPr userDrawn="1"/>
            </p:nvSpPr>
            <p:spPr bwMode="gray">
              <a:xfrm>
                <a:off x="2532" y="1195"/>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5" name="Freeform 1210"/>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6" name="Line 1211"/>
              <p:cNvSpPr>
                <a:spLocks noChangeShapeType="1"/>
              </p:cNvSpPr>
              <p:nvPr userDrawn="1"/>
            </p:nvSpPr>
            <p:spPr bwMode="gray">
              <a:xfrm flipH="1" flipV="1">
                <a:off x="2543" y="1177"/>
                <a:ext cx="197"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7" name="Freeform 1212"/>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8" name="Freeform 1213"/>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9" name="Line 1214"/>
              <p:cNvSpPr>
                <a:spLocks noChangeShapeType="1"/>
              </p:cNvSpPr>
              <p:nvPr userDrawn="1"/>
            </p:nvSpPr>
            <p:spPr bwMode="gray">
              <a:xfrm flipH="1" flipV="1">
                <a:off x="2530" y="1179"/>
                <a:ext cx="204"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0" name="Line 1215"/>
              <p:cNvSpPr>
                <a:spLocks noChangeShapeType="1"/>
              </p:cNvSpPr>
              <p:nvPr userDrawn="1"/>
            </p:nvSpPr>
            <p:spPr bwMode="gray">
              <a:xfrm flipH="1" flipV="1">
                <a:off x="2524" y="1186"/>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1" name="Freeform 1216"/>
              <p:cNvSpPr>
                <a:spLocks/>
              </p:cNvSpPr>
              <p:nvPr userDrawn="1"/>
            </p:nvSpPr>
            <p:spPr bwMode="gray">
              <a:xfrm>
                <a:off x="2524"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2" name="Line 1217"/>
              <p:cNvSpPr>
                <a:spLocks noChangeShapeType="1"/>
              </p:cNvSpPr>
              <p:nvPr userDrawn="1"/>
            </p:nvSpPr>
            <p:spPr bwMode="gray">
              <a:xfrm>
                <a:off x="2532" y="1168"/>
                <a:ext cx="200"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3" name="Freeform 1218"/>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4" name="Freeform 1219"/>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5" name="Line 1220"/>
              <p:cNvSpPr>
                <a:spLocks noChangeShapeType="1"/>
              </p:cNvSpPr>
              <p:nvPr userDrawn="1"/>
            </p:nvSpPr>
            <p:spPr bwMode="gray">
              <a:xfrm>
                <a:off x="2352" y="1274"/>
                <a:ext cx="19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6" name="Line 1221"/>
              <p:cNvSpPr>
                <a:spLocks noChangeShapeType="1"/>
              </p:cNvSpPr>
              <p:nvPr userDrawn="1"/>
            </p:nvSpPr>
            <p:spPr bwMode="gray">
              <a:xfrm>
                <a:off x="2359" y="1270"/>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7" name="Freeform 1222"/>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8" name="Line 1223"/>
              <p:cNvSpPr>
                <a:spLocks noChangeShapeType="1"/>
              </p:cNvSpPr>
              <p:nvPr userDrawn="1"/>
            </p:nvSpPr>
            <p:spPr bwMode="gray">
              <a:xfrm flipH="1" flipV="1">
                <a:off x="2350" y="1287"/>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9" name="Freeform 1224"/>
              <p:cNvSpPr>
                <a:spLocks/>
              </p:cNvSpPr>
              <p:nvPr userDrawn="1"/>
            </p:nvSpPr>
            <p:spPr bwMode="gray">
              <a:xfrm>
                <a:off x="2350"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0" name="Freeform 1225"/>
              <p:cNvSpPr>
                <a:spLocks/>
              </p:cNvSpPr>
              <p:nvPr userDrawn="1"/>
            </p:nvSpPr>
            <p:spPr bwMode="gray">
              <a:xfrm>
                <a:off x="2459" y="2057"/>
                <a:ext cx="10" cy="13"/>
              </a:xfrm>
              <a:custGeom>
                <a:avLst/>
                <a:gdLst>
                  <a:gd name="T0" fmla="*/ 0 w 10"/>
                  <a:gd name="T1" fmla="*/ 0 h 9"/>
                  <a:gd name="T2" fmla="*/ 2 w 10"/>
                  <a:gd name="T3" fmla="*/ 1060 h 9"/>
                  <a:gd name="T4" fmla="*/ 3 w 10"/>
                  <a:gd name="T5" fmla="*/ 1147 h 9"/>
                  <a:gd name="T6" fmla="*/ 7 w 10"/>
                  <a:gd name="T7" fmla="*/ 1531 h 9"/>
                  <a:gd name="T8" fmla="*/ 10 w 10"/>
                  <a:gd name="T9" fmla="*/ 114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1" name="Line 1226"/>
              <p:cNvSpPr>
                <a:spLocks noChangeShapeType="1"/>
              </p:cNvSpPr>
              <p:nvPr userDrawn="1"/>
            </p:nvSpPr>
            <p:spPr bwMode="gray">
              <a:xfrm>
                <a:off x="2367" y="2031"/>
                <a:ext cx="194"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2" name="Line 1227"/>
              <p:cNvSpPr>
                <a:spLocks noChangeShapeType="1"/>
              </p:cNvSpPr>
              <p:nvPr userDrawn="1"/>
            </p:nvSpPr>
            <p:spPr bwMode="gray">
              <a:xfrm>
                <a:off x="2363" y="2022"/>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3" name="Freeform 1228"/>
              <p:cNvSpPr>
                <a:spLocks/>
              </p:cNvSpPr>
              <p:nvPr userDrawn="1"/>
            </p:nvSpPr>
            <p:spPr bwMode="gray">
              <a:xfrm>
                <a:off x="2558"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4" name="Line 1229"/>
              <p:cNvSpPr>
                <a:spLocks noChangeShapeType="1"/>
              </p:cNvSpPr>
              <p:nvPr userDrawn="1"/>
            </p:nvSpPr>
            <p:spPr bwMode="gray">
              <a:xfrm flipH="1" flipV="1">
                <a:off x="2371" y="2031"/>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5" name="Freeform 1230"/>
              <p:cNvSpPr>
                <a:spLocks/>
              </p:cNvSpPr>
              <p:nvPr userDrawn="1"/>
            </p:nvSpPr>
            <p:spPr bwMode="gray">
              <a:xfrm>
                <a:off x="2363" y="2022"/>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6" name="Freeform 1231"/>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7" name="Freeform 1232"/>
              <p:cNvSpPr>
                <a:spLocks/>
              </p:cNvSpPr>
              <p:nvPr userDrawn="1"/>
            </p:nvSpPr>
            <p:spPr bwMode="gray">
              <a:xfrm>
                <a:off x="2836" y="1314"/>
                <a:ext cx="9" cy="13"/>
              </a:xfrm>
              <a:custGeom>
                <a:avLst/>
                <a:gdLst>
                  <a:gd name="T0" fmla="*/ 9 w 9"/>
                  <a:gd name="T1" fmla="*/ 3 h 15"/>
                  <a:gd name="T2" fmla="*/ 5 w 9"/>
                  <a:gd name="T3" fmla="*/ 3 h 15"/>
                  <a:gd name="T4" fmla="*/ 2 w 9"/>
                  <a:gd name="T5" fmla="*/ 3 h 15"/>
                  <a:gd name="T6" fmla="*/ 0 w 9"/>
                  <a:gd name="T7" fmla="*/ 3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8" name="Freeform 1233"/>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9" name="Line 1234"/>
              <p:cNvSpPr>
                <a:spLocks noChangeShapeType="1"/>
              </p:cNvSpPr>
              <p:nvPr userDrawn="1"/>
            </p:nvSpPr>
            <p:spPr bwMode="gray">
              <a:xfrm>
                <a:off x="2838" y="1327"/>
                <a:ext cx="19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0" name="Line 1235"/>
              <p:cNvSpPr>
                <a:spLocks noChangeShapeType="1"/>
              </p:cNvSpPr>
              <p:nvPr userDrawn="1"/>
            </p:nvSpPr>
            <p:spPr bwMode="gray">
              <a:xfrm>
                <a:off x="2845" y="1327"/>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1" name="Freeform 1236"/>
              <p:cNvSpPr>
                <a:spLocks/>
              </p:cNvSpPr>
              <p:nvPr userDrawn="1"/>
            </p:nvSpPr>
            <p:spPr bwMode="gray">
              <a:xfrm>
                <a:off x="3031" y="1387"/>
                <a:ext cx="4"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155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2" name="Line 1237"/>
              <p:cNvSpPr>
                <a:spLocks noChangeShapeType="1"/>
              </p:cNvSpPr>
              <p:nvPr userDrawn="1"/>
            </p:nvSpPr>
            <p:spPr bwMode="gray">
              <a:xfrm flipH="1" flipV="1">
                <a:off x="2837" y="1322"/>
                <a:ext cx="19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3" name="Freeform 1238"/>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4" name="Line 1239"/>
              <p:cNvSpPr>
                <a:spLocks noChangeShapeType="1"/>
              </p:cNvSpPr>
              <p:nvPr userDrawn="1"/>
            </p:nvSpPr>
            <p:spPr bwMode="gray">
              <a:xfrm flipH="1">
                <a:off x="3370" y="1144"/>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5" name="Line 1240"/>
              <p:cNvSpPr>
                <a:spLocks noChangeShapeType="1"/>
              </p:cNvSpPr>
              <p:nvPr userDrawn="1"/>
            </p:nvSpPr>
            <p:spPr bwMode="gray">
              <a:xfrm flipH="1">
                <a:off x="3384" y="1149"/>
                <a:ext cx="30" cy="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6" name="Line 1241"/>
              <p:cNvSpPr>
                <a:spLocks noChangeShapeType="1"/>
              </p:cNvSpPr>
              <p:nvPr userDrawn="1"/>
            </p:nvSpPr>
            <p:spPr bwMode="gray">
              <a:xfrm flipV="1">
                <a:off x="3358" y="1133"/>
                <a:ext cx="45" cy="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7" name="Freeform 1242"/>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8" name="Freeform 1243"/>
              <p:cNvSpPr>
                <a:spLocks/>
              </p:cNvSpPr>
              <p:nvPr userDrawn="1"/>
            </p:nvSpPr>
            <p:spPr bwMode="gray">
              <a:xfrm>
                <a:off x="3540" y="1252"/>
                <a:ext cx="10" cy="13"/>
              </a:xfrm>
              <a:custGeom>
                <a:avLst/>
                <a:gdLst>
                  <a:gd name="T0" fmla="*/ 0 w 10"/>
                  <a:gd name="T1" fmla="*/ 0 h 16"/>
                  <a:gd name="T2" fmla="*/ 3 w 10"/>
                  <a:gd name="T3" fmla="*/ 2 h 16"/>
                  <a:gd name="T4" fmla="*/ 7 w 10"/>
                  <a:gd name="T5" fmla="*/ 2 h 16"/>
                  <a:gd name="T6" fmla="*/ 8 w 10"/>
                  <a:gd name="T7" fmla="*/ 2 h 16"/>
                  <a:gd name="T8" fmla="*/ 10 w 10"/>
                  <a:gd name="T9" fmla="*/ 2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9" name="Line 1244"/>
              <p:cNvSpPr>
                <a:spLocks noChangeShapeType="1"/>
              </p:cNvSpPr>
              <p:nvPr userDrawn="1"/>
            </p:nvSpPr>
            <p:spPr bwMode="gray">
              <a:xfrm flipV="1">
                <a:off x="3540" y="1217"/>
                <a:ext cx="79"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0" name="Line 1245"/>
              <p:cNvSpPr>
                <a:spLocks noChangeShapeType="1"/>
              </p:cNvSpPr>
              <p:nvPr userDrawn="1"/>
            </p:nvSpPr>
            <p:spPr bwMode="gray">
              <a:xfrm flipV="1">
                <a:off x="3540" y="1212"/>
                <a:ext cx="72" cy="4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1" name="Freeform 1246"/>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2" name="Line 1247"/>
              <p:cNvSpPr>
                <a:spLocks noChangeShapeType="1"/>
              </p:cNvSpPr>
              <p:nvPr userDrawn="1"/>
            </p:nvSpPr>
            <p:spPr bwMode="gray">
              <a:xfrm flipH="1">
                <a:off x="3540" y="1228"/>
                <a:ext cx="82"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3" name="Freeform 1248"/>
              <p:cNvSpPr>
                <a:spLocks/>
              </p:cNvSpPr>
              <p:nvPr userDrawn="1"/>
            </p:nvSpPr>
            <p:spPr bwMode="gray">
              <a:xfrm>
                <a:off x="3484" y="1170"/>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4" name="Line 1249"/>
              <p:cNvSpPr>
                <a:spLocks noChangeShapeType="1"/>
              </p:cNvSpPr>
              <p:nvPr userDrawn="1"/>
            </p:nvSpPr>
            <p:spPr bwMode="gray">
              <a:xfrm flipH="1" flipV="1">
                <a:off x="3412" y="1147"/>
                <a:ext cx="20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5" name="Line 1250"/>
              <p:cNvSpPr>
                <a:spLocks noChangeShapeType="1"/>
              </p:cNvSpPr>
              <p:nvPr userDrawn="1"/>
            </p:nvSpPr>
            <p:spPr bwMode="gray">
              <a:xfrm flipH="1" flipV="1">
                <a:off x="3412" y="1149"/>
                <a:ext cx="198"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6" name="Freeform 1251"/>
              <p:cNvSpPr>
                <a:spLocks/>
              </p:cNvSpPr>
              <p:nvPr userDrawn="1"/>
            </p:nvSpPr>
            <p:spPr bwMode="gray">
              <a:xfrm>
                <a:off x="3410" y="1149"/>
                <a:ext cx="4" cy="4"/>
              </a:xfrm>
              <a:custGeom>
                <a:avLst/>
                <a:gdLst>
                  <a:gd name="T0" fmla="*/ 4 w 4"/>
                  <a:gd name="T1" fmla="*/ 0 h 5"/>
                  <a:gd name="T2" fmla="*/ 4 w 4"/>
                  <a:gd name="T3" fmla="*/ 0 h 5"/>
                  <a:gd name="T4" fmla="*/ 4 w 4"/>
                  <a:gd name="T5" fmla="*/ 0 h 5"/>
                  <a:gd name="T6" fmla="*/ 2 w 4"/>
                  <a:gd name="T7" fmla="*/ 2 h 5"/>
                  <a:gd name="T8" fmla="*/ 2 w 4"/>
                  <a:gd name="T9" fmla="*/ 2 h 5"/>
                  <a:gd name="T10" fmla="*/ 0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7" name="Line 1252"/>
              <p:cNvSpPr>
                <a:spLocks noChangeShapeType="1"/>
              </p:cNvSpPr>
              <p:nvPr userDrawn="1"/>
            </p:nvSpPr>
            <p:spPr bwMode="gray">
              <a:xfrm>
                <a:off x="3410" y="1153"/>
                <a:ext cx="20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8" name="Freeform 1253"/>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9" name="Freeform 1254"/>
              <p:cNvSpPr>
                <a:spLocks/>
              </p:cNvSpPr>
              <p:nvPr userDrawn="1"/>
            </p:nvSpPr>
            <p:spPr bwMode="gray">
              <a:xfrm>
                <a:off x="3613" y="1327"/>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0" name="Line 1255"/>
              <p:cNvSpPr>
                <a:spLocks noChangeShapeType="1"/>
              </p:cNvSpPr>
              <p:nvPr userDrawn="1"/>
            </p:nvSpPr>
            <p:spPr bwMode="gray">
              <a:xfrm flipV="1">
                <a:off x="3618" y="1222"/>
                <a:ext cx="4" cy="1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1" name="Line 1256"/>
              <p:cNvSpPr>
                <a:spLocks noChangeShapeType="1"/>
              </p:cNvSpPr>
              <p:nvPr userDrawn="1"/>
            </p:nvSpPr>
            <p:spPr bwMode="gray">
              <a:xfrm flipV="1">
                <a:off x="3615" y="1228"/>
                <a:ext cx="5"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2" name="Freeform 1257"/>
              <p:cNvSpPr>
                <a:spLocks/>
              </p:cNvSpPr>
              <p:nvPr userDrawn="1"/>
            </p:nvSpPr>
            <p:spPr bwMode="gray">
              <a:xfrm>
                <a:off x="3618" y="1219"/>
                <a:ext cx="4" cy="9"/>
              </a:xfrm>
              <a:custGeom>
                <a:avLst/>
                <a:gdLst>
                  <a:gd name="T0" fmla="*/ 2 w 5"/>
                  <a:gd name="T1" fmla="*/ 9 h 9"/>
                  <a:gd name="T2" fmla="*/ 2 w 5"/>
                  <a:gd name="T3" fmla="*/ 7 h 9"/>
                  <a:gd name="T4" fmla="*/ 2 w 5"/>
                  <a:gd name="T5" fmla="*/ 5 h 9"/>
                  <a:gd name="T6" fmla="*/ 2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3" name="Line 1258"/>
              <p:cNvSpPr>
                <a:spLocks noChangeShapeType="1"/>
              </p:cNvSpPr>
              <p:nvPr userDrawn="1"/>
            </p:nvSpPr>
            <p:spPr bwMode="gray">
              <a:xfrm flipH="1">
                <a:off x="3611" y="1219"/>
                <a:ext cx="6" cy="1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4" name="Freeform 1259"/>
              <p:cNvSpPr>
                <a:spLocks/>
              </p:cNvSpPr>
              <p:nvPr userDrawn="1"/>
            </p:nvSpPr>
            <p:spPr bwMode="gray">
              <a:xfrm>
                <a:off x="2816" y="1205"/>
                <a:ext cx="22" cy="4"/>
              </a:xfrm>
              <a:custGeom>
                <a:avLst/>
                <a:gdLst>
                  <a:gd name="T0" fmla="*/ 145 w 19"/>
                  <a:gd name="T1" fmla="*/ 0 h 2"/>
                  <a:gd name="T2" fmla="*/ 108 w 19"/>
                  <a:gd name="T3" fmla="*/ 32768 h 2"/>
                  <a:gd name="T4" fmla="*/ 80 w 19"/>
                  <a:gd name="T5" fmla="*/ 32768 h 2"/>
                  <a:gd name="T6" fmla="*/ 39 w 19"/>
                  <a:gd name="T7" fmla="*/ 32768 h 2"/>
                  <a:gd name="T8" fmla="*/ 0 w 19"/>
                  <a:gd name="T9" fmla="*/ 32768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5" name="Line 1260"/>
              <p:cNvSpPr>
                <a:spLocks noChangeShapeType="1"/>
              </p:cNvSpPr>
              <p:nvPr userDrawn="1"/>
            </p:nvSpPr>
            <p:spPr bwMode="gray">
              <a:xfrm flipV="1">
                <a:off x="2828" y="1202"/>
                <a:ext cx="1" cy="1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6" name="Line 1261"/>
              <p:cNvSpPr>
                <a:spLocks noChangeShapeType="1"/>
              </p:cNvSpPr>
              <p:nvPr userDrawn="1"/>
            </p:nvSpPr>
            <p:spPr bwMode="gray">
              <a:xfrm flipV="1">
                <a:off x="2836" y="1196"/>
                <a:ext cx="1" cy="1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7" name="Line 1262"/>
              <p:cNvSpPr>
                <a:spLocks noChangeShapeType="1"/>
              </p:cNvSpPr>
              <p:nvPr userDrawn="1"/>
            </p:nvSpPr>
            <p:spPr bwMode="gray">
              <a:xfrm>
                <a:off x="2816" y="1205"/>
                <a:ext cx="4" cy="10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8" name="Freeform 1263"/>
              <p:cNvSpPr>
                <a:spLocks/>
              </p:cNvSpPr>
              <p:nvPr userDrawn="1"/>
            </p:nvSpPr>
            <p:spPr bwMode="gray">
              <a:xfrm>
                <a:off x="2816" y="1314"/>
                <a:ext cx="22" cy="3"/>
              </a:xfrm>
              <a:custGeom>
                <a:avLst/>
                <a:gdLst>
                  <a:gd name="T0" fmla="*/ 145 w 19"/>
                  <a:gd name="T1" fmla="*/ 0 h 3"/>
                  <a:gd name="T2" fmla="*/ 93 w 19"/>
                  <a:gd name="T3" fmla="*/ 3 h 3"/>
                  <a:gd name="T4" fmla="*/ 52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9" name="Freeform 1264"/>
              <p:cNvSpPr>
                <a:spLocks/>
              </p:cNvSpPr>
              <p:nvPr userDrawn="1"/>
            </p:nvSpPr>
            <p:spPr bwMode="gray">
              <a:xfrm>
                <a:off x="2819"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0" name="Line 1265"/>
              <p:cNvSpPr>
                <a:spLocks noChangeShapeType="1"/>
              </p:cNvSpPr>
              <p:nvPr userDrawn="1"/>
            </p:nvSpPr>
            <p:spPr bwMode="gray">
              <a:xfrm>
                <a:off x="2828" y="1202"/>
                <a:ext cx="1" cy="1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1" name="Line 1266"/>
              <p:cNvSpPr>
                <a:spLocks noChangeShapeType="1"/>
              </p:cNvSpPr>
              <p:nvPr userDrawn="1"/>
            </p:nvSpPr>
            <p:spPr bwMode="gray">
              <a:xfrm>
                <a:off x="2837" y="1196"/>
                <a:ext cx="1"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2" name="Freeform 1267"/>
              <p:cNvSpPr>
                <a:spLocks/>
              </p:cNvSpPr>
              <p:nvPr userDrawn="1"/>
            </p:nvSpPr>
            <p:spPr bwMode="gray">
              <a:xfrm>
                <a:off x="2819"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3" name="Line 1268"/>
              <p:cNvSpPr>
                <a:spLocks noChangeShapeType="1"/>
              </p:cNvSpPr>
              <p:nvPr userDrawn="1"/>
            </p:nvSpPr>
            <p:spPr bwMode="gray">
              <a:xfrm flipV="1">
                <a:off x="2819" y="1205"/>
                <a:ext cx="1" cy="1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4" name="Freeform 1269"/>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5" name="Line 1270"/>
              <p:cNvSpPr>
                <a:spLocks noChangeShapeType="1"/>
              </p:cNvSpPr>
              <p:nvPr userDrawn="1"/>
            </p:nvSpPr>
            <p:spPr bwMode="gray">
              <a:xfrm flipH="1">
                <a:off x="3038" y="1405"/>
                <a:ext cx="1" cy="15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6" name="Line 1271"/>
              <p:cNvSpPr>
                <a:spLocks noChangeShapeType="1"/>
              </p:cNvSpPr>
              <p:nvPr userDrawn="1"/>
            </p:nvSpPr>
            <p:spPr bwMode="gray">
              <a:xfrm flipH="1">
                <a:off x="3039" y="1408"/>
                <a:ext cx="2" cy="14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7" name="Line 1272"/>
              <p:cNvSpPr>
                <a:spLocks noChangeShapeType="1"/>
              </p:cNvSpPr>
              <p:nvPr userDrawn="1"/>
            </p:nvSpPr>
            <p:spPr bwMode="gray">
              <a:xfrm flipV="1">
                <a:off x="3045" y="1405"/>
                <a:ext cx="2" cy="1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8" name="Freeform 1273"/>
              <p:cNvSpPr>
                <a:spLocks/>
              </p:cNvSpPr>
              <p:nvPr userDrawn="1"/>
            </p:nvSpPr>
            <p:spPr bwMode="gray">
              <a:xfrm>
                <a:off x="3039" y="1405"/>
                <a:ext cx="6" cy="4"/>
              </a:xfrm>
              <a:custGeom>
                <a:avLst/>
                <a:gdLst>
                  <a:gd name="T0" fmla="*/ 2 w 6"/>
                  <a:gd name="T1" fmla="*/ 155 h 3"/>
                  <a:gd name="T2" fmla="*/ 0 w 6"/>
                  <a:gd name="T3" fmla="*/ 155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9" name="Freeform 1274"/>
              <p:cNvSpPr>
                <a:spLocks/>
              </p:cNvSpPr>
              <p:nvPr userDrawn="1"/>
            </p:nvSpPr>
            <p:spPr bwMode="gray">
              <a:xfrm>
                <a:off x="3193"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0" name="Line 1275"/>
              <p:cNvSpPr>
                <a:spLocks noChangeShapeType="1"/>
              </p:cNvSpPr>
              <p:nvPr userDrawn="1"/>
            </p:nvSpPr>
            <p:spPr bwMode="gray">
              <a:xfrm flipH="1">
                <a:off x="3185" y="840"/>
                <a:ext cx="10"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1" name="Line 1276"/>
              <p:cNvSpPr>
                <a:spLocks noChangeShapeType="1"/>
              </p:cNvSpPr>
              <p:nvPr userDrawn="1"/>
            </p:nvSpPr>
            <p:spPr bwMode="gray">
              <a:xfrm flipV="1">
                <a:off x="3188" y="840"/>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2" name="Freeform 1277"/>
              <p:cNvSpPr>
                <a:spLocks/>
              </p:cNvSpPr>
              <p:nvPr userDrawn="1"/>
            </p:nvSpPr>
            <p:spPr bwMode="gray">
              <a:xfrm>
                <a:off x="3193"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3" name="Freeform 1278"/>
              <p:cNvSpPr>
                <a:spLocks/>
              </p:cNvSpPr>
              <p:nvPr userDrawn="1"/>
            </p:nvSpPr>
            <p:spPr bwMode="gray">
              <a:xfrm>
                <a:off x="3401" y="1013"/>
                <a:ext cx="4" cy="7"/>
              </a:xfrm>
              <a:custGeom>
                <a:avLst/>
                <a:gdLst>
                  <a:gd name="T0" fmla="*/ 1 w 6"/>
                  <a:gd name="T1" fmla="*/ 7 h 7"/>
                  <a:gd name="T2" fmla="*/ 1 w 6"/>
                  <a:gd name="T3" fmla="*/ 7 h 7"/>
                  <a:gd name="T4" fmla="*/ 1 w 6"/>
                  <a:gd name="T5" fmla="*/ 6 h 7"/>
                  <a:gd name="T6" fmla="*/ 1 w 6"/>
                  <a:gd name="T7" fmla="*/ 4 h 7"/>
                  <a:gd name="T8" fmla="*/ 1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4" name="Line 1279"/>
              <p:cNvSpPr>
                <a:spLocks noChangeShapeType="1"/>
              </p:cNvSpPr>
              <p:nvPr userDrawn="1"/>
            </p:nvSpPr>
            <p:spPr bwMode="gray">
              <a:xfrm flipV="1">
                <a:off x="3403" y="909"/>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5" name="Line 1280"/>
              <p:cNvSpPr>
                <a:spLocks noChangeShapeType="1"/>
              </p:cNvSpPr>
              <p:nvPr userDrawn="1"/>
            </p:nvSpPr>
            <p:spPr bwMode="gray">
              <a:xfrm flipV="1">
                <a:off x="3401" y="913"/>
                <a:ext cx="4"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6" name="Freeform 1281"/>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7" name="Line 1282"/>
              <p:cNvSpPr>
                <a:spLocks noChangeShapeType="1"/>
              </p:cNvSpPr>
              <p:nvPr userDrawn="1"/>
            </p:nvSpPr>
            <p:spPr bwMode="gray">
              <a:xfrm flipH="1">
                <a:off x="3398" y="906"/>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8" name="Freeform 1283"/>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9" name="Freeform 1284"/>
              <p:cNvSpPr>
                <a:spLocks/>
              </p:cNvSpPr>
              <p:nvPr userDrawn="1"/>
            </p:nvSpPr>
            <p:spPr bwMode="gray">
              <a:xfrm>
                <a:off x="3324" y="935"/>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0" name="Line 1285"/>
              <p:cNvSpPr>
                <a:spLocks noChangeShapeType="1"/>
              </p:cNvSpPr>
              <p:nvPr userDrawn="1"/>
            </p:nvSpPr>
            <p:spPr bwMode="gray">
              <a:xfrm flipH="1">
                <a:off x="3314" y="904"/>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1" name="Line 1286"/>
              <p:cNvSpPr>
                <a:spLocks noChangeShapeType="1"/>
              </p:cNvSpPr>
              <p:nvPr userDrawn="1"/>
            </p:nvSpPr>
            <p:spPr bwMode="gray">
              <a:xfrm flipH="1">
                <a:off x="3314" y="913"/>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2" name="Line 1287"/>
              <p:cNvSpPr>
                <a:spLocks noChangeShapeType="1"/>
              </p:cNvSpPr>
              <p:nvPr userDrawn="1"/>
            </p:nvSpPr>
            <p:spPr bwMode="gray">
              <a:xfrm flipV="1">
                <a:off x="3314" y="897"/>
                <a:ext cx="82"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3" name="Freeform 1288"/>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4" name="Freeform 1289"/>
              <p:cNvSpPr>
                <a:spLocks/>
              </p:cNvSpPr>
              <p:nvPr userDrawn="1"/>
            </p:nvSpPr>
            <p:spPr bwMode="gray">
              <a:xfrm>
                <a:off x="3298" y="866"/>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5" name="Line 1290"/>
              <p:cNvSpPr>
                <a:spLocks noChangeShapeType="1"/>
              </p:cNvSpPr>
              <p:nvPr userDrawn="1"/>
            </p:nvSpPr>
            <p:spPr bwMode="gray">
              <a:xfrm>
                <a:off x="3207" y="840"/>
                <a:ext cx="195"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6" name="Line 1291"/>
              <p:cNvSpPr>
                <a:spLocks noChangeShapeType="1"/>
              </p:cNvSpPr>
              <p:nvPr userDrawn="1"/>
            </p:nvSpPr>
            <p:spPr bwMode="gray">
              <a:xfrm>
                <a:off x="3210" y="847"/>
                <a:ext cx="194"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7" name="Freeform 1292"/>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8" name="Line 1293"/>
              <p:cNvSpPr>
                <a:spLocks noChangeShapeType="1"/>
              </p:cNvSpPr>
              <p:nvPr userDrawn="1"/>
            </p:nvSpPr>
            <p:spPr bwMode="gray">
              <a:xfrm flipH="1" flipV="1">
                <a:off x="3202" y="840"/>
                <a:ext cx="194"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9" name="Freeform 1294"/>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0" name="Freeform 1295"/>
              <p:cNvSpPr>
                <a:spLocks/>
              </p:cNvSpPr>
              <p:nvPr userDrawn="1"/>
            </p:nvSpPr>
            <p:spPr bwMode="gray">
              <a:xfrm>
                <a:off x="3345" y="1822"/>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1" name="Freeform 1296"/>
              <p:cNvSpPr>
                <a:spLocks/>
              </p:cNvSpPr>
              <p:nvPr userDrawn="1"/>
            </p:nvSpPr>
            <p:spPr bwMode="gray">
              <a:xfrm>
                <a:off x="2976" y="1826"/>
                <a:ext cx="11" cy="13"/>
              </a:xfrm>
              <a:custGeom>
                <a:avLst/>
                <a:gdLst>
                  <a:gd name="T0" fmla="*/ 11 w 11"/>
                  <a:gd name="T1" fmla="*/ 2 h 16"/>
                  <a:gd name="T2" fmla="*/ 7 w 11"/>
                  <a:gd name="T3" fmla="*/ 2 h 16"/>
                  <a:gd name="T4" fmla="*/ 4 w 11"/>
                  <a:gd name="T5" fmla="*/ 2 h 16"/>
                  <a:gd name="T6" fmla="*/ 0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2" name="Freeform 1297"/>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3" name="Line 1298"/>
              <p:cNvSpPr>
                <a:spLocks noChangeShapeType="1"/>
              </p:cNvSpPr>
              <p:nvPr userDrawn="1"/>
            </p:nvSpPr>
            <p:spPr bwMode="gray">
              <a:xfrm>
                <a:off x="2984" y="1840"/>
                <a:ext cx="204"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4" name="Line 1299"/>
              <p:cNvSpPr>
                <a:spLocks noChangeShapeType="1"/>
              </p:cNvSpPr>
              <p:nvPr userDrawn="1"/>
            </p:nvSpPr>
            <p:spPr bwMode="gray">
              <a:xfrm>
                <a:off x="2987" y="1840"/>
                <a:ext cx="20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5" name="Freeform 1300"/>
              <p:cNvSpPr>
                <a:spLocks/>
              </p:cNvSpPr>
              <p:nvPr userDrawn="1"/>
            </p:nvSpPr>
            <p:spPr bwMode="gray">
              <a:xfrm>
                <a:off x="3185" y="1909"/>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6" name="Line 1301"/>
              <p:cNvSpPr>
                <a:spLocks noChangeShapeType="1"/>
              </p:cNvSpPr>
              <p:nvPr userDrawn="1"/>
            </p:nvSpPr>
            <p:spPr bwMode="gray">
              <a:xfrm flipH="1" flipV="1">
                <a:off x="2978" y="1835"/>
                <a:ext cx="20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7" name="Freeform 1302"/>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8" name="Freeform 1303"/>
              <p:cNvSpPr>
                <a:spLocks/>
              </p:cNvSpPr>
              <p:nvPr userDrawn="1"/>
            </p:nvSpPr>
            <p:spPr bwMode="gray">
              <a:xfrm>
                <a:off x="3290" y="1848"/>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9" name="Line 1304"/>
              <p:cNvSpPr>
                <a:spLocks noChangeShapeType="1"/>
              </p:cNvSpPr>
              <p:nvPr userDrawn="1"/>
            </p:nvSpPr>
            <p:spPr bwMode="gray">
              <a:xfrm flipV="1">
                <a:off x="3202" y="1819"/>
                <a:ext cx="156"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0" name="Line 1305"/>
              <p:cNvSpPr>
                <a:spLocks noChangeShapeType="1"/>
              </p:cNvSpPr>
              <p:nvPr userDrawn="1"/>
            </p:nvSpPr>
            <p:spPr bwMode="gray">
              <a:xfrm flipV="1">
                <a:off x="3193" y="1822"/>
                <a:ext cx="152"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1" name="Freeform 1306"/>
              <p:cNvSpPr>
                <a:spLocks/>
              </p:cNvSpPr>
              <p:nvPr userDrawn="1"/>
            </p:nvSpPr>
            <p:spPr bwMode="gray">
              <a:xfrm>
                <a:off x="3345" y="1810"/>
                <a:ext cx="22" cy="13"/>
              </a:xfrm>
              <a:custGeom>
                <a:avLst/>
                <a:gdLst>
                  <a:gd name="T0" fmla="*/ 0 w 21"/>
                  <a:gd name="T1" fmla="*/ 13 h 13"/>
                  <a:gd name="T2" fmla="*/ 7 w 21"/>
                  <a:gd name="T3" fmla="*/ 13 h 13"/>
                  <a:gd name="T4" fmla="*/ 27 w 21"/>
                  <a:gd name="T5" fmla="*/ 9 h 13"/>
                  <a:gd name="T6" fmla="*/ 32 w 21"/>
                  <a:gd name="T7" fmla="*/ 6 h 13"/>
                  <a:gd name="T8" fmla="*/ 38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2" name="Line 1307"/>
              <p:cNvSpPr>
                <a:spLocks noChangeShapeType="1"/>
              </p:cNvSpPr>
              <p:nvPr userDrawn="1"/>
            </p:nvSpPr>
            <p:spPr bwMode="gray">
              <a:xfrm flipH="1">
                <a:off x="3206" y="1810"/>
                <a:ext cx="161" cy="10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3" name="Freeform 1308"/>
              <p:cNvSpPr>
                <a:spLocks/>
              </p:cNvSpPr>
              <p:nvPr userDrawn="1"/>
            </p:nvSpPr>
            <p:spPr bwMode="gray">
              <a:xfrm>
                <a:off x="3193" y="1909"/>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4" name="Freeform 1309"/>
              <p:cNvSpPr>
                <a:spLocks/>
              </p:cNvSpPr>
              <p:nvPr userDrawn="1"/>
            </p:nvSpPr>
            <p:spPr bwMode="gray">
              <a:xfrm>
                <a:off x="3519" y="1709"/>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5" name="Freeform 1310"/>
              <p:cNvSpPr>
                <a:spLocks/>
              </p:cNvSpPr>
              <p:nvPr userDrawn="1"/>
            </p:nvSpPr>
            <p:spPr bwMode="gray">
              <a:xfrm>
                <a:off x="3580" y="1670"/>
                <a:ext cx="13" cy="9"/>
              </a:xfrm>
              <a:custGeom>
                <a:avLst/>
                <a:gdLst>
                  <a:gd name="T0" fmla="*/ 0 w 12"/>
                  <a:gd name="T1" fmla="*/ 9 h 9"/>
                  <a:gd name="T2" fmla="*/ 3 w 12"/>
                  <a:gd name="T3" fmla="*/ 9 h 9"/>
                  <a:gd name="T4" fmla="*/ 28 w 12"/>
                  <a:gd name="T5" fmla="*/ 7 h 9"/>
                  <a:gd name="T6" fmla="*/ 30 w 12"/>
                  <a:gd name="T7" fmla="*/ 4 h 9"/>
                  <a:gd name="T8" fmla="*/ 36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6" name="Line 1311"/>
              <p:cNvSpPr>
                <a:spLocks noChangeShapeType="1"/>
              </p:cNvSpPr>
              <p:nvPr userDrawn="1"/>
            </p:nvSpPr>
            <p:spPr bwMode="gray">
              <a:xfrm flipV="1">
                <a:off x="3531" y="1621"/>
                <a:ext cx="147"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7" name="Line 1312"/>
              <p:cNvSpPr>
                <a:spLocks noChangeShapeType="1"/>
              </p:cNvSpPr>
              <p:nvPr userDrawn="1"/>
            </p:nvSpPr>
            <p:spPr bwMode="gray">
              <a:xfrm flipV="1">
                <a:off x="3527" y="1622"/>
                <a:ext cx="143"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8" name="Freeform 1313"/>
              <p:cNvSpPr>
                <a:spLocks/>
              </p:cNvSpPr>
              <p:nvPr userDrawn="1"/>
            </p:nvSpPr>
            <p:spPr bwMode="gray">
              <a:xfrm>
                <a:off x="3670"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9" name="Line 1314"/>
              <p:cNvSpPr>
                <a:spLocks noChangeShapeType="1"/>
              </p:cNvSpPr>
              <p:nvPr userDrawn="1"/>
            </p:nvSpPr>
            <p:spPr bwMode="gray">
              <a:xfrm flipH="1">
                <a:off x="3531" y="1614"/>
                <a:ext cx="150"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0" name="Freeform 1315"/>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1" name="Freeform 1316"/>
              <p:cNvSpPr>
                <a:spLocks/>
              </p:cNvSpPr>
              <p:nvPr userDrawn="1"/>
            </p:nvSpPr>
            <p:spPr bwMode="gray">
              <a:xfrm>
                <a:off x="3670" y="1605"/>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2" name="Freeform 1317"/>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3" name="Line 1318"/>
              <p:cNvSpPr>
                <a:spLocks noChangeShapeType="1"/>
              </p:cNvSpPr>
              <p:nvPr userDrawn="1"/>
            </p:nvSpPr>
            <p:spPr bwMode="gray">
              <a:xfrm flipH="1" flipV="1">
                <a:off x="3151" y="1490"/>
                <a:ext cx="207"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4" name="Line 1319"/>
              <p:cNvSpPr>
                <a:spLocks noChangeShapeType="1"/>
              </p:cNvSpPr>
              <p:nvPr userDrawn="1"/>
            </p:nvSpPr>
            <p:spPr bwMode="gray">
              <a:xfrm flipH="1" flipV="1">
                <a:off x="3144" y="1497"/>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5" name="Freeform 1320"/>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6" name="Line 1321"/>
              <p:cNvSpPr>
                <a:spLocks noChangeShapeType="1"/>
              </p:cNvSpPr>
              <p:nvPr userDrawn="1"/>
            </p:nvSpPr>
            <p:spPr bwMode="gray">
              <a:xfrm>
                <a:off x="3153" y="1480"/>
                <a:ext cx="208"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7" name="Freeform 1322"/>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8" name="Freeform 1323"/>
              <p:cNvSpPr>
                <a:spLocks/>
              </p:cNvSpPr>
              <p:nvPr userDrawn="1"/>
            </p:nvSpPr>
            <p:spPr bwMode="gray">
              <a:xfrm>
                <a:off x="3076" y="1530"/>
                <a:ext cx="13" cy="9"/>
              </a:xfrm>
              <a:custGeom>
                <a:avLst/>
                <a:gdLst>
                  <a:gd name="T0" fmla="*/ 36 w 12"/>
                  <a:gd name="T1" fmla="*/ 0 h 9"/>
                  <a:gd name="T2" fmla="*/ 28 w 12"/>
                  <a:gd name="T3" fmla="*/ 0 h 9"/>
                  <a:gd name="T4" fmla="*/ 24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9" name="Line 1324"/>
              <p:cNvSpPr>
                <a:spLocks noChangeShapeType="1"/>
              </p:cNvSpPr>
              <p:nvPr userDrawn="1"/>
            </p:nvSpPr>
            <p:spPr bwMode="gray">
              <a:xfrm flipH="1">
                <a:off x="2984" y="1497"/>
                <a:ext cx="15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20" name="Line 1325"/>
              <p:cNvSpPr>
                <a:spLocks noChangeShapeType="1"/>
              </p:cNvSpPr>
              <p:nvPr userDrawn="1"/>
            </p:nvSpPr>
            <p:spPr bwMode="gray">
              <a:xfrm flipH="1">
                <a:off x="2989" y="1497"/>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1065" name="Group 1326"/>
            <p:cNvGrpSpPr>
              <a:grpSpLocks/>
            </p:cNvGrpSpPr>
            <p:nvPr userDrawn="1"/>
          </p:nvGrpSpPr>
          <p:grpSpPr bwMode="auto">
            <a:xfrm>
              <a:off x="4230" y="2817"/>
              <a:ext cx="1410" cy="1369"/>
              <a:chOff x="2282" y="873"/>
              <a:chExt cx="1410" cy="1369"/>
            </a:xfrm>
          </p:grpSpPr>
          <p:sp>
            <p:nvSpPr>
              <p:cNvPr id="1321" name="Freeform 1327"/>
              <p:cNvSpPr>
                <a:spLocks/>
              </p:cNvSpPr>
              <p:nvPr userDrawn="1"/>
            </p:nvSpPr>
            <p:spPr bwMode="gray">
              <a:xfrm>
                <a:off x="2978" y="1586"/>
                <a:ext cx="11" cy="13"/>
              </a:xfrm>
              <a:custGeom>
                <a:avLst/>
                <a:gdLst>
                  <a:gd name="T0" fmla="*/ 11 w 11"/>
                  <a:gd name="T1" fmla="*/ 2 h 11"/>
                  <a:gd name="T2" fmla="*/ 7 w 11"/>
                  <a:gd name="T3" fmla="*/ 0 h 11"/>
                  <a:gd name="T4" fmla="*/ 4 w 11"/>
                  <a:gd name="T5" fmla="*/ 2 h 11"/>
                  <a:gd name="T6" fmla="*/ 0 w 11"/>
                  <a:gd name="T7" fmla="*/ 57 h 11"/>
                  <a:gd name="T8" fmla="*/ 0 w 11"/>
                  <a:gd name="T9" fmla="*/ 11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2" name="Line 1328"/>
              <p:cNvSpPr>
                <a:spLocks noChangeShapeType="1"/>
              </p:cNvSpPr>
              <p:nvPr userDrawn="1"/>
            </p:nvSpPr>
            <p:spPr bwMode="gray">
              <a:xfrm flipV="1">
                <a:off x="2978" y="1502"/>
                <a:ext cx="165"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3" name="Freeform 1329"/>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4" name="Freeform 1330"/>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5" name="Freeform 1331"/>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6" name="Freeform 1332"/>
              <p:cNvSpPr>
                <a:spLocks/>
              </p:cNvSpPr>
              <p:nvPr userDrawn="1"/>
            </p:nvSpPr>
            <p:spPr bwMode="gray">
              <a:xfrm>
                <a:off x="3295" y="1602"/>
                <a:ext cx="13" cy="18"/>
              </a:xfrm>
              <a:custGeom>
                <a:avLst/>
                <a:gdLst>
                  <a:gd name="T0" fmla="*/ 0 w 12"/>
                  <a:gd name="T1" fmla="*/ 0 h 18"/>
                  <a:gd name="T2" fmla="*/ 5 w 12"/>
                  <a:gd name="T3" fmla="*/ 4 h 18"/>
                  <a:gd name="T4" fmla="*/ 26 w 12"/>
                  <a:gd name="T5" fmla="*/ 7 h 18"/>
                  <a:gd name="T6" fmla="*/ 30 w 12"/>
                  <a:gd name="T7" fmla="*/ 12 h 18"/>
                  <a:gd name="T8" fmla="*/ 36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7" name="Line 1333"/>
              <p:cNvSpPr>
                <a:spLocks noChangeShapeType="1"/>
              </p:cNvSpPr>
              <p:nvPr userDrawn="1"/>
            </p:nvSpPr>
            <p:spPr bwMode="gray">
              <a:xfrm flipV="1">
                <a:off x="3206" y="1572"/>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8" name="Line 1334"/>
              <p:cNvSpPr>
                <a:spLocks noChangeShapeType="1"/>
              </p:cNvSpPr>
              <p:nvPr userDrawn="1"/>
            </p:nvSpPr>
            <p:spPr bwMode="gray">
              <a:xfrm flipV="1">
                <a:off x="3197" y="1569"/>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9" name="Freeform 1335"/>
              <p:cNvSpPr>
                <a:spLocks/>
              </p:cNvSpPr>
              <p:nvPr userDrawn="1"/>
            </p:nvSpPr>
            <p:spPr bwMode="gray">
              <a:xfrm>
                <a:off x="3352" y="1569"/>
                <a:ext cx="20" cy="13"/>
              </a:xfrm>
              <a:custGeom>
                <a:avLst/>
                <a:gdLst>
                  <a:gd name="T0" fmla="*/ 0 w 20"/>
                  <a:gd name="T1" fmla="*/ 0 h 12"/>
                  <a:gd name="T2" fmla="*/ 6 w 20"/>
                  <a:gd name="T3" fmla="*/ 0 h 12"/>
                  <a:gd name="T4" fmla="*/ 11 w 20"/>
                  <a:gd name="T5" fmla="*/ 2 h 12"/>
                  <a:gd name="T6" fmla="*/ 16 w 20"/>
                  <a:gd name="T7" fmla="*/ 24 h 12"/>
                  <a:gd name="T8" fmla="*/ 20 w 20"/>
                  <a:gd name="T9" fmla="*/ 36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0" name="Line 1336"/>
              <p:cNvSpPr>
                <a:spLocks noChangeShapeType="1"/>
              </p:cNvSpPr>
              <p:nvPr userDrawn="1"/>
            </p:nvSpPr>
            <p:spPr bwMode="gray">
              <a:xfrm flipH="1">
                <a:off x="3210" y="1581"/>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1" name="Freeform 1337"/>
              <p:cNvSpPr>
                <a:spLocks/>
              </p:cNvSpPr>
              <p:nvPr userDrawn="1"/>
            </p:nvSpPr>
            <p:spPr bwMode="gray">
              <a:xfrm>
                <a:off x="3197" y="1660"/>
                <a:ext cx="13" cy="17"/>
              </a:xfrm>
              <a:custGeom>
                <a:avLst/>
                <a:gdLst>
                  <a:gd name="T0" fmla="*/ 36 w 12"/>
                  <a:gd name="T1" fmla="*/ 17 h 17"/>
                  <a:gd name="T2" fmla="*/ 30 w 12"/>
                  <a:gd name="T3" fmla="*/ 12 h 17"/>
                  <a:gd name="T4" fmla="*/ 2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2" name="Freeform 1338"/>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3" name="Freeform 1339"/>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4" name="Line 1340"/>
              <p:cNvSpPr>
                <a:spLocks noChangeShapeType="1"/>
              </p:cNvSpPr>
              <p:nvPr userDrawn="1"/>
            </p:nvSpPr>
            <p:spPr bwMode="gray">
              <a:xfrm flipV="1">
                <a:off x="3538" y="1382"/>
                <a:ext cx="149"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5" name="Line 1341"/>
              <p:cNvSpPr>
                <a:spLocks noChangeShapeType="1"/>
              </p:cNvSpPr>
              <p:nvPr userDrawn="1"/>
            </p:nvSpPr>
            <p:spPr bwMode="gray">
              <a:xfrm flipV="1">
                <a:off x="3534" y="1375"/>
                <a:ext cx="143"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6" name="Freeform 1342"/>
              <p:cNvSpPr>
                <a:spLocks/>
              </p:cNvSpPr>
              <p:nvPr userDrawn="1"/>
            </p:nvSpPr>
            <p:spPr bwMode="gray">
              <a:xfrm>
                <a:off x="3678" y="1375"/>
                <a:ext cx="13" cy="16"/>
              </a:xfrm>
              <a:custGeom>
                <a:avLst/>
                <a:gdLst>
                  <a:gd name="T0" fmla="*/ 0 w 12"/>
                  <a:gd name="T1" fmla="*/ 0 h 16"/>
                  <a:gd name="T2" fmla="*/ 5 w 12"/>
                  <a:gd name="T3" fmla="*/ 2 h 16"/>
                  <a:gd name="T4" fmla="*/ 28 w 12"/>
                  <a:gd name="T5" fmla="*/ 7 h 16"/>
                  <a:gd name="T6" fmla="*/ 30 w 12"/>
                  <a:gd name="T7" fmla="*/ 10 h 16"/>
                  <a:gd name="T8" fmla="*/ 36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7" name="Line 1343"/>
              <p:cNvSpPr>
                <a:spLocks noChangeShapeType="1"/>
              </p:cNvSpPr>
              <p:nvPr userDrawn="1"/>
            </p:nvSpPr>
            <p:spPr bwMode="gray">
              <a:xfrm flipH="1">
                <a:off x="3538" y="1391"/>
                <a:ext cx="152"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8" name="Freeform 1344"/>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9" name="Freeform 1345"/>
              <p:cNvSpPr>
                <a:spLocks/>
              </p:cNvSpPr>
              <p:nvPr userDrawn="1"/>
            </p:nvSpPr>
            <p:spPr bwMode="gray">
              <a:xfrm>
                <a:off x="3576" y="1340"/>
                <a:ext cx="4" cy="9"/>
              </a:xfrm>
              <a:custGeom>
                <a:avLst/>
                <a:gdLst>
                  <a:gd name="T0" fmla="*/ 0 w 7"/>
                  <a:gd name="T1" fmla="*/ 2 h 9"/>
                  <a:gd name="T2" fmla="*/ 1 w 7"/>
                  <a:gd name="T3" fmla="*/ 0 h 9"/>
                  <a:gd name="T4" fmla="*/ 1 w 7"/>
                  <a:gd name="T5" fmla="*/ 2 h 9"/>
                  <a:gd name="T6" fmla="*/ 1 w 7"/>
                  <a:gd name="T7" fmla="*/ 2 h 9"/>
                  <a:gd name="T8" fmla="*/ 1 w 7"/>
                  <a:gd name="T9" fmla="*/ 5 h 9"/>
                  <a:gd name="T10" fmla="*/ 1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0" name="Line 1346"/>
              <p:cNvSpPr>
                <a:spLocks noChangeShapeType="1"/>
              </p:cNvSpPr>
              <p:nvPr userDrawn="1"/>
            </p:nvSpPr>
            <p:spPr bwMode="gray">
              <a:xfrm flipH="1" flipV="1">
                <a:off x="3536" y="1328"/>
                <a:ext cx="149"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1" name="Line 1347"/>
              <p:cNvSpPr>
                <a:spLocks noChangeShapeType="1"/>
              </p:cNvSpPr>
              <p:nvPr userDrawn="1"/>
            </p:nvSpPr>
            <p:spPr bwMode="gray">
              <a:xfrm flipH="1" flipV="1">
                <a:off x="3536" y="1329"/>
                <a:ext cx="142"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2" name="Line 1348"/>
              <p:cNvSpPr>
                <a:spLocks noChangeShapeType="1"/>
              </p:cNvSpPr>
              <p:nvPr userDrawn="1"/>
            </p:nvSpPr>
            <p:spPr bwMode="gray">
              <a:xfrm>
                <a:off x="3536" y="1335"/>
                <a:ext cx="15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3" name="Freeform 1349"/>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4" name="Freeform 1350"/>
              <p:cNvSpPr>
                <a:spLocks/>
              </p:cNvSpPr>
              <p:nvPr userDrawn="1"/>
            </p:nvSpPr>
            <p:spPr bwMode="gray">
              <a:xfrm>
                <a:off x="3186" y="1795"/>
                <a:ext cx="21" cy="4"/>
              </a:xfrm>
              <a:custGeom>
                <a:avLst/>
                <a:gdLst>
                  <a:gd name="T0" fmla="*/ 0 w 21"/>
                  <a:gd name="T1" fmla="*/ 0 h 1"/>
                  <a:gd name="T2" fmla="*/ 6 w 21"/>
                  <a:gd name="T3" fmla="*/ 268435456 h 1"/>
                  <a:gd name="T4" fmla="*/ 11 w 21"/>
                  <a:gd name="T5" fmla="*/ 268435456 h 1"/>
                  <a:gd name="T6" fmla="*/ 16 w 21"/>
                  <a:gd name="T7" fmla="*/ 268435456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5" name="Line 1351"/>
              <p:cNvSpPr>
                <a:spLocks noChangeShapeType="1"/>
              </p:cNvSpPr>
              <p:nvPr userDrawn="1"/>
            </p:nvSpPr>
            <p:spPr bwMode="gray">
              <a:xfrm flipV="1">
                <a:off x="3195" y="1679"/>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6" name="Line 1352"/>
              <p:cNvSpPr>
                <a:spLocks noChangeShapeType="1"/>
              </p:cNvSpPr>
              <p:nvPr userDrawn="1"/>
            </p:nvSpPr>
            <p:spPr bwMode="gray">
              <a:xfrm flipV="1">
                <a:off x="3185" y="1679"/>
                <a:ext cx="3"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7" name="Freeform 1353"/>
              <p:cNvSpPr>
                <a:spLocks/>
              </p:cNvSpPr>
              <p:nvPr userDrawn="1"/>
            </p:nvSpPr>
            <p:spPr bwMode="gray">
              <a:xfrm>
                <a:off x="3188" y="1677"/>
                <a:ext cx="22" cy="4"/>
              </a:xfrm>
              <a:custGeom>
                <a:avLst/>
                <a:gdLst>
                  <a:gd name="T0" fmla="*/ 0 w 21"/>
                  <a:gd name="T1" fmla="*/ 2 h 4"/>
                  <a:gd name="T2" fmla="*/ 5 w 21"/>
                  <a:gd name="T3" fmla="*/ 4 h 4"/>
                  <a:gd name="T4" fmla="*/ 25 w 21"/>
                  <a:gd name="T5" fmla="*/ 4 h 4"/>
                  <a:gd name="T6" fmla="*/ 30 w 21"/>
                  <a:gd name="T7" fmla="*/ 2 h 4"/>
                  <a:gd name="T8" fmla="*/ 38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8" name="Line 1354"/>
              <p:cNvSpPr>
                <a:spLocks noChangeShapeType="1"/>
              </p:cNvSpPr>
              <p:nvPr userDrawn="1"/>
            </p:nvSpPr>
            <p:spPr bwMode="gray">
              <a:xfrm flipH="1">
                <a:off x="3206" y="1677"/>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9" name="Freeform 1355"/>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0" name="Freeform 1356"/>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1" name="Line 1357"/>
              <p:cNvSpPr>
                <a:spLocks noChangeShapeType="1"/>
              </p:cNvSpPr>
              <p:nvPr userDrawn="1"/>
            </p:nvSpPr>
            <p:spPr bwMode="gray">
              <a:xfrm flipV="1">
                <a:off x="3683" y="1387"/>
                <a:ext cx="9"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2" name="Line 1358"/>
              <p:cNvSpPr>
                <a:spLocks noChangeShapeType="1"/>
              </p:cNvSpPr>
              <p:nvPr userDrawn="1"/>
            </p:nvSpPr>
            <p:spPr bwMode="gray">
              <a:xfrm flipV="1">
                <a:off x="3681" y="1391"/>
                <a:ext cx="9" cy="22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3" name="Freeform 1359"/>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4" name="Line 1360"/>
              <p:cNvSpPr>
                <a:spLocks noChangeShapeType="1"/>
              </p:cNvSpPr>
              <p:nvPr userDrawn="1"/>
            </p:nvSpPr>
            <p:spPr bwMode="gray">
              <a:xfrm flipH="1">
                <a:off x="3678" y="1382"/>
                <a:ext cx="9"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5" name="Freeform 1361"/>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6" name="Freeform 1362"/>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7" name="Line 1363"/>
              <p:cNvSpPr>
                <a:spLocks noChangeShapeType="1"/>
              </p:cNvSpPr>
              <p:nvPr userDrawn="1"/>
            </p:nvSpPr>
            <p:spPr bwMode="gray">
              <a:xfrm flipH="1">
                <a:off x="3359" y="1826"/>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8" name="Line 1364"/>
              <p:cNvSpPr>
                <a:spLocks noChangeShapeType="1"/>
              </p:cNvSpPr>
              <p:nvPr userDrawn="1"/>
            </p:nvSpPr>
            <p:spPr bwMode="gray">
              <a:xfrm flipH="1">
                <a:off x="3349" y="183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9" name="Freeform 1365"/>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0" name="Line 1366"/>
              <p:cNvSpPr>
                <a:spLocks noChangeShapeType="1"/>
              </p:cNvSpPr>
              <p:nvPr userDrawn="1"/>
            </p:nvSpPr>
            <p:spPr bwMode="gray">
              <a:xfrm flipV="1">
                <a:off x="3368" y="181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1" name="Freeform 1367"/>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2" name="Freeform 1368"/>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3" name="Line 1369"/>
              <p:cNvSpPr>
                <a:spLocks noChangeShapeType="1"/>
              </p:cNvSpPr>
              <p:nvPr userDrawn="1"/>
            </p:nvSpPr>
            <p:spPr bwMode="gray">
              <a:xfrm flipH="1" flipV="1">
                <a:off x="3150" y="1987"/>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4" name="Line 1370"/>
              <p:cNvSpPr>
                <a:spLocks noChangeShapeType="1"/>
              </p:cNvSpPr>
              <p:nvPr userDrawn="1"/>
            </p:nvSpPr>
            <p:spPr bwMode="gray">
              <a:xfrm flipH="1" flipV="1">
                <a:off x="3146" y="1980"/>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5" name="Freeform 1371"/>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6" name="Line 1372"/>
              <p:cNvSpPr>
                <a:spLocks noChangeShapeType="1"/>
              </p:cNvSpPr>
              <p:nvPr userDrawn="1"/>
            </p:nvSpPr>
            <p:spPr bwMode="gray">
              <a:xfrm>
                <a:off x="3155" y="1987"/>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7" name="Freeform 1373"/>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8" name="Freeform 1374"/>
              <p:cNvSpPr>
                <a:spLocks/>
              </p:cNvSpPr>
              <p:nvPr userDrawn="1"/>
            </p:nvSpPr>
            <p:spPr bwMode="gray">
              <a:xfrm>
                <a:off x="3150" y="1357"/>
                <a:ext cx="4" cy="7"/>
              </a:xfrm>
              <a:custGeom>
                <a:avLst/>
                <a:gdLst>
                  <a:gd name="T0" fmla="*/ 2 w 5"/>
                  <a:gd name="T1" fmla="*/ 7 h 7"/>
                  <a:gd name="T2" fmla="*/ 2 w 5"/>
                  <a:gd name="T3" fmla="*/ 7 h 7"/>
                  <a:gd name="T4" fmla="*/ 1 w 5"/>
                  <a:gd name="T5" fmla="*/ 6 h 7"/>
                  <a:gd name="T6" fmla="*/ 0 w 5"/>
                  <a:gd name="T7" fmla="*/ 4 h 7"/>
                  <a:gd name="T8" fmla="*/ 0 w 5"/>
                  <a:gd name="T9" fmla="*/ 2 h 7"/>
                  <a:gd name="T10" fmla="*/ 2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9" name="Line 1375"/>
              <p:cNvSpPr>
                <a:spLocks noChangeShapeType="1"/>
              </p:cNvSpPr>
              <p:nvPr userDrawn="1"/>
            </p:nvSpPr>
            <p:spPr bwMode="gray">
              <a:xfrm flipV="1">
                <a:off x="3148" y="1245"/>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0" name="Line 1376"/>
              <p:cNvSpPr>
                <a:spLocks noChangeShapeType="1"/>
              </p:cNvSpPr>
              <p:nvPr userDrawn="1"/>
            </p:nvSpPr>
            <p:spPr bwMode="gray">
              <a:xfrm flipV="1">
                <a:off x="3153" y="1248"/>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1" name="Freeform 1377"/>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2" name="Line 1378"/>
              <p:cNvSpPr>
                <a:spLocks noChangeShapeType="1"/>
              </p:cNvSpPr>
              <p:nvPr userDrawn="1"/>
            </p:nvSpPr>
            <p:spPr bwMode="gray">
              <a:xfrm flipH="1">
                <a:off x="3151" y="1240"/>
                <a:ext cx="4"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3" name="Freeform 1379"/>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4" name="Freeform 1380"/>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5" name="Line 1381"/>
              <p:cNvSpPr>
                <a:spLocks noChangeShapeType="1"/>
              </p:cNvSpPr>
              <p:nvPr userDrawn="1"/>
            </p:nvSpPr>
            <p:spPr bwMode="gray">
              <a:xfrm>
                <a:off x="3160" y="1238"/>
                <a:ext cx="208"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6" name="Line 1382"/>
              <p:cNvSpPr>
                <a:spLocks noChangeShapeType="1"/>
              </p:cNvSpPr>
              <p:nvPr userDrawn="1"/>
            </p:nvSpPr>
            <p:spPr bwMode="gray">
              <a:xfrm>
                <a:off x="3158" y="1248"/>
                <a:ext cx="209"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7" name="Freeform 1383"/>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8" name="Line 1384"/>
              <p:cNvSpPr>
                <a:spLocks noChangeShapeType="1"/>
              </p:cNvSpPr>
              <p:nvPr userDrawn="1"/>
            </p:nvSpPr>
            <p:spPr bwMode="gray">
              <a:xfrm flipH="1" flipV="1">
                <a:off x="3165" y="1231"/>
                <a:ext cx="213"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9" name="Freeform 1385"/>
              <p:cNvSpPr>
                <a:spLocks/>
              </p:cNvSpPr>
              <p:nvPr userDrawn="1"/>
            </p:nvSpPr>
            <p:spPr bwMode="gray">
              <a:xfrm>
                <a:off x="3158" y="1231"/>
                <a:ext cx="4" cy="18"/>
              </a:xfrm>
              <a:custGeom>
                <a:avLst/>
                <a:gdLst>
                  <a:gd name="T0" fmla="*/ 0 w 8"/>
                  <a:gd name="T1" fmla="*/ 18 h 18"/>
                  <a:gd name="T2" fmla="*/ 1 w 8"/>
                  <a:gd name="T3" fmla="*/ 13 h 18"/>
                  <a:gd name="T4" fmla="*/ 1 w 8"/>
                  <a:gd name="T5" fmla="*/ 7 h 18"/>
                  <a:gd name="T6" fmla="*/ 1 w 8"/>
                  <a:gd name="T7" fmla="*/ 4 h 18"/>
                  <a:gd name="T8" fmla="*/ 1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0" name="Freeform 1386"/>
              <p:cNvSpPr>
                <a:spLocks/>
              </p:cNvSpPr>
              <p:nvPr userDrawn="1"/>
            </p:nvSpPr>
            <p:spPr bwMode="gray">
              <a:xfrm>
                <a:off x="3363" y="1433"/>
                <a:ext cx="22" cy="3"/>
              </a:xfrm>
              <a:custGeom>
                <a:avLst/>
                <a:gdLst>
                  <a:gd name="T0" fmla="*/ 0 w 21"/>
                  <a:gd name="T1" fmla="*/ 1 h 3"/>
                  <a:gd name="T2" fmla="*/ 5 w 21"/>
                  <a:gd name="T3" fmla="*/ 3 h 3"/>
                  <a:gd name="T4" fmla="*/ 10 w 21"/>
                  <a:gd name="T5" fmla="*/ 3 h 3"/>
                  <a:gd name="T6" fmla="*/ 30 w 21"/>
                  <a:gd name="T7" fmla="*/ 1 h 3"/>
                  <a:gd name="T8" fmla="*/ 38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1" name="Line 1387"/>
              <p:cNvSpPr>
                <a:spLocks noChangeShapeType="1"/>
              </p:cNvSpPr>
              <p:nvPr userDrawn="1"/>
            </p:nvSpPr>
            <p:spPr bwMode="gray">
              <a:xfrm flipH="1">
                <a:off x="3372" y="1318"/>
                <a:ext cx="5"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2" name="Line 1388"/>
              <p:cNvSpPr>
                <a:spLocks noChangeShapeType="1"/>
              </p:cNvSpPr>
              <p:nvPr userDrawn="1"/>
            </p:nvSpPr>
            <p:spPr bwMode="gray">
              <a:xfrm flipH="1">
                <a:off x="3361" y="131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3" name="Freeform 1389"/>
              <p:cNvSpPr>
                <a:spLocks/>
              </p:cNvSpPr>
              <p:nvPr userDrawn="1"/>
            </p:nvSpPr>
            <p:spPr bwMode="gray">
              <a:xfrm>
                <a:off x="3361" y="1551"/>
                <a:ext cx="19" cy="13"/>
              </a:xfrm>
              <a:custGeom>
                <a:avLst/>
                <a:gdLst>
                  <a:gd name="T0" fmla="*/ 0 w 19"/>
                  <a:gd name="T1" fmla="*/ 0 h 11"/>
                  <a:gd name="T2" fmla="*/ 5 w 19"/>
                  <a:gd name="T3" fmla="*/ 57 h 11"/>
                  <a:gd name="T4" fmla="*/ 12 w 19"/>
                  <a:gd name="T5" fmla="*/ 93 h 11"/>
                  <a:gd name="T6" fmla="*/ 19 w 19"/>
                  <a:gd name="T7" fmla="*/ 11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4" name="Line 1390"/>
              <p:cNvSpPr>
                <a:spLocks noChangeShapeType="1"/>
              </p:cNvSpPr>
              <p:nvPr userDrawn="1"/>
            </p:nvSpPr>
            <p:spPr bwMode="gray">
              <a:xfrm flipV="1">
                <a:off x="3380" y="1315"/>
                <a:ext cx="6"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5" name="Freeform 1391"/>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6" name="Freeform 1392"/>
              <p:cNvSpPr>
                <a:spLocks/>
              </p:cNvSpPr>
              <p:nvPr userDrawn="1"/>
            </p:nvSpPr>
            <p:spPr bwMode="gray">
              <a:xfrm>
                <a:off x="3515" y="1840"/>
                <a:ext cx="4" cy="9"/>
              </a:xfrm>
              <a:custGeom>
                <a:avLst/>
                <a:gdLst>
                  <a:gd name="T0" fmla="*/ 0 w 5"/>
                  <a:gd name="T1" fmla="*/ 0 h 9"/>
                  <a:gd name="T2" fmla="*/ 2 w 5"/>
                  <a:gd name="T3" fmla="*/ 2 h 9"/>
                  <a:gd name="T4" fmla="*/ 2 w 5"/>
                  <a:gd name="T5" fmla="*/ 4 h 9"/>
                  <a:gd name="T6" fmla="*/ 2 w 5"/>
                  <a:gd name="T7" fmla="*/ 5 h 9"/>
                  <a:gd name="T8" fmla="*/ 2 w 5"/>
                  <a:gd name="T9" fmla="*/ 7 h 9"/>
                  <a:gd name="T10" fmla="*/ 2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7" name="Line 1393"/>
              <p:cNvSpPr>
                <a:spLocks noChangeShapeType="1"/>
              </p:cNvSpPr>
              <p:nvPr userDrawn="1"/>
            </p:nvSpPr>
            <p:spPr bwMode="gray">
              <a:xfrm flipH="1">
                <a:off x="3517" y="1726"/>
                <a:ext cx="7"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8" name="Line 1394"/>
              <p:cNvSpPr>
                <a:spLocks noChangeShapeType="1"/>
              </p:cNvSpPr>
              <p:nvPr userDrawn="1"/>
            </p:nvSpPr>
            <p:spPr bwMode="gray">
              <a:xfrm flipH="1">
                <a:off x="3512" y="1728"/>
                <a:ext cx="7"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9" name="Freeform 1395"/>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0" name="Line 1396"/>
              <p:cNvSpPr>
                <a:spLocks noChangeShapeType="1"/>
              </p:cNvSpPr>
              <p:nvPr userDrawn="1"/>
            </p:nvSpPr>
            <p:spPr bwMode="gray">
              <a:xfrm flipV="1">
                <a:off x="3515" y="172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1" name="Freeform 1397"/>
              <p:cNvSpPr>
                <a:spLocks/>
              </p:cNvSpPr>
              <p:nvPr userDrawn="1"/>
            </p:nvSpPr>
            <p:spPr bwMode="gray">
              <a:xfrm>
                <a:off x="3519" y="1725"/>
                <a:ext cx="5" cy="4"/>
              </a:xfrm>
              <a:custGeom>
                <a:avLst/>
                <a:gdLst>
                  <a:gd name="T0" fmla="*/ 0 w 5"/>
                  <a:gd name="T1" fmla="*/ 155 h 3"/>
                  <a:gd name="T2" fmla="*/ 1 w 5"/>
                  <a:gd name="T3" fmla="*/ 155 h 3"/>
                  <a:gd name="T4" fmla="*/ 3 w 5"/>
                  <a:gd name="T5" fmla="*/ 155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2" name="Freeform 1398"/>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3" name="Freeform 1399"/>
              <p:cNvSpPr>
                <a:spLocks/>
              </p:cNvSpPr>
              <p:nvPr userDrawn="1"/>
            </p:nvSpPr>
            <p:spPr bwMode="gray">
              <a:xfrm>
                <a:off x="3307" y="1153"/>
                <a:ext cx="19" cy="4"/>
              </a:xfrm>
              <a:custGeom>
                <a:avLst/>
                <a:gdLst>
                  <a:gd name="T0" fmla="*/ 19 w 19"/>
                  <a:gd name="T1" fmla="*/ 32768 h 2"/>
                  <a:gd name="T2" fmla="*/ 14 w 19"/>
                  <a:gd name="T3" fmla="*/ 0 h 2"/>
                  <a:gd name="T4" fmla="*/ 9 w 19"/>
                  <a:gd name="T5" fmla="*/ 0 h 2"/>
                  <a:gd name="T6" fmla="*/ 3 w 19"/>
                  <a:gd name="T7" fmla="*/ 0 h 2"/>
                  <a:gd name="T8" fmla="*/ 0 w 19"/>
                  <a:gd name="T9" fmla="*/ 32768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4" name="Freeform 1400"/>
              <p:cNvSpPr>
                <a:spLocks/>
              </p:cNvSpPr>
              <p:nvPr userDrawn="1"/>
            </p:nvSpPr>
            <p:spPr bwMode="gray">
              <a:xfrm>
                <a:off x="2347" y="1774"/>
                <a:ext cx="13" cy="17"/>
              </a:xfrm>
              <a:custGeom>
                <a:avLst/>
                <a:gdLst>
                  <a:gd name="T0" fmla="*/ 0 w 10"/>
                  <a:gd name="T1" fmla="*/ 0 h 17"/>
                  <a:gd name="T2" fmla="*/ 131 w 10"/>
                  <a:gd name="T3" fmla="*/ 3 h 17"/>
                  <a:gd name="T4" fmla="*/ 287 w 10"/>
                  <a:gd name="T5" fmla="*/ 7 h 17"/>
                  <a:gd name="T6" fmla="*/ 373 w 10"/>
                  <a:gd name="T7" fmla="*/ 12 h 17"/>
                  <a:gd name="T8" fmla="*/ 40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5" name="Freeform 1401"/>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6" name="Line 1402"/>
              <p:cNvSpPr>
                <a:spLocks noChangeShapeType="1"/>
              </p:cNvSpPr>
              <p:nvPr userDrawn="1"/>
            </p:nvSpPr>
            <p:spPr bwMode="gray">
              <a:xfrm flipH="1">
                <a:off x="3533" y="1226"/>
                <a:ext cx="7"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7" name="Line 1403"/>
              <p:cNvSpPr>
                <a:spLocks noChangeShapeType="1"/>
              </p:cNvSpPr>
              <p:nvPr userDrawn="1"/>
            </p:nvSpPr>
            <p:spPr bwMode="gray">
              <a:xfrm flipH="1">
                <a:off x="3527" y="1221"/>
                <a:ext cx="6"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8" name="Freeform 1404"/>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9" name="Line 1405"/>
              <p:cNvSpPr>
                <a:spLocks noChangeShapeType="1"/>
              </p:cNvSpPr>
              <p:nvPr userDrawn="1"/>
            </p:nvSpPr>
            <p:spPr bwMode="gray">
              <a:xfrm flipV="1">
                <a:off x="3529" y="1230"/>
                <a:ext cx="7" cy="2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0" name="Freeform 1406"/>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1" name="Freeform 1407"/>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2" name="Freeform 1408"/>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3" name="Line 1409"/>
              <p:cNvSpPr>
                <a:spLocks noChangeShapeType="1"/>
              </p:cNvSpPr>
              <p:nvPr userDrawn="1"/>
            </p:nvSpPr>
            <p:spPr bwMode="gray">
              <a:xfrm flipV="1">
                <a:off x="3151"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4" name="Line 1410"/>
              <p:cNvSpPr>
                <a:spLocks noChangeShapeType="1"/>
              </p:cNvSpPr>
              <p:nvPr userDrawn="1"/>
            </p:nvSpPr>
            <p:spPr bwMode="gray">
              <a:xfrm flipV="1">
                <a:off x="3155" y="1156"/>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5" name="Freeform 1411"/>
              <p:cNvSpPr>
                <a:spLocks/>
              </p:cNvSpPr>
              <p:nvPr userDrawn="1"/>
            </p:nvSpPr>
            <p:spPr bwMode="gray">
              <a:xfrm>
                <a:off x="3295" y="1140"/>
                <a:ext cx="13" cy="16"/>
              </a:xfrm>
              <a:custGeom>
                <a:avLst/>
                <a:gdLst>
                  <a:gd name="T0" fmla="*/ 36 w 12"/>
                  <a:gd name="T1" fmla="*/ 16 h 16"/>
                  <a:gd name="T2" fmla="*/ 30 w 12"/>
                  <a:gd name="T3" fmla="*/ 11 h 16"/>
                  <a:gd name="T4" fmla="*/ 26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6" name="Line 1412"/>
              <p:cNvSpPr>
                <a:spLocks noChangeShapeType="1"/>
              </p:cNvSpPr>
              <p:nvPr userDrawn="1"/>
            </p:nvSpPr>
            <p:spPr bwMode="gray">
              <a:xfrm flipH="1">
                <a:off x="3143" y="1140"/>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7" name="Freeform 1413"/>
              <p:cNvSpPr>
                <a:spLocks/>
              </p:cNvSpPr>
              <p:nvPr userDrawn="1"/>
            </p:nvSpPr>
            <p:spPr bwMode="gray">
              <a:xfrm>
                <a:off x="3143" y="1222"/>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8" name="Freeform 1414"/>
              <p:cNvSpPr>
                <a:spLocks/>
              </p:cNvSpPr>
              <p:nvPr userDrawn="1"/>
            </p:nvSpPr>
            <p:spPr bwMode="gray">
              <a:xfrm>
                <a:off x="3232" y="1172"/>
                <a:ext cx="10" cy="13"/>
              </a:xfrm>
              <a:custGeom>
                <a:avLst/>
                <a:gdLst>
                  <a:gd name="T0" fmla="*/ 10 w 10"/>
                  <a:gd name="T1" fmla="*/ 2 h 17"/>
                  <a:gd name="T2" fmla="*/ 7 w 10"/>
                  <a:gd name="T3" fmla="*/ 2 h 17"/>
                  <a:gd name="T4" fmla="*/ 3 w 10"/>
                  <a:gd name="T5" fmla="*/ 2 h 17"/>
                  <a:gd name="T6" fmla="*/ 0 w 10"/>
                  <a:gd name="T7" fmla="*/ 2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9" name="Line 1415"/>
              <p:cNvSpPr>
                <a:spLocks noChangeShapeType="1"/>
              </p:cNvSpPr>
              <p:nvPr userDrawn="1"/>
            </p:nvSpPr>
            <p:spPr bwMode="gray">
              <a:xfrm flipH="1">
                <a:off x="3158" y="1140"/>
                <a:ext cx="15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0" name="Line 1416"/>
              <p:cNvSpPr>
                <a:spLocks noChangeShapeType="1"/>
              </p:cNvSpPr>
              <p:nvPr userDrawn="1"/>
            </p:nvSpPr>
            <p:spPr bwMode="gray">
              <a:xfrm flipH="1">
                <a:off x="3165"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1" name="Freeform 1417"/>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2" name="Line 1418"/>
              <p:cNvSpPr>
                <a:spLocks noChangeShapeType="1"/>
              </p:cNvSpPr>
              <p:nvPr userDrawn="1"/>
            </p:nvSpPr>
            <p:spPr bwMode="gray">
              <a:xfrm flipV="1">
                <a:off x="3155" y="1132"/>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3" name="Freeform 1419"/>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4" name="Freeform 1420"/>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5" name="Line 1421"/>
              <p:cNvSpPr>
                <a:spLocks noChangeShapeType="1"/>
              </p:cNvSpPr>
              <p:nvPr userDrawn="1"/>
            </p:nvSpPr>
            <p:spPr bwMode="gray">
              <a:xfrm flipV="1">
                <a:off x="3384" y="1219"/>
                <a:ext cx="150"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6" name="Line 1422"/>
              <p:cNvSpPr>
                <a:spLocks noChangeShapeType="1"/>
              </p:cNvSpPr>
              <p:nvPr userDrawn="1"/>
            </p:nvSpPr>
            <p:spPr bwMode="gray">
              <a:xfrm flipV="1">
                <a:off x="3375" y="1214"/>
                <a:ext cx="151"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7" name="Freeform 1423"/>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8" name="Line 1424"/>
              <p:cNvSpPr>
                <a:spLocks noChangeShapeType="1"/>
              </p:cNvSpPr>
              <p:nvPr userDrawn="1"/>
            </p:nvSpPr>
            <p:spPr bwMode="gray">
              <a:xfrm flipH="1">
                <a:off x="3386" y="1230"/>
                <a:ext cx="150"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9" name="Freeform 1425"/>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0" name="Freeform 1426"/>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1" name="Line 1427"/>
              <p:cNvSpPr>
                <a:spLocks noChangeShapeType="1"/>
              </p:cNvSpPr>
              <p:nvPr userDrawn="1"/>
            </p:nvSpPr>
            <p:spPr bwMode="gray">
              <a:xfrm flipV="1">
                <a:off x="3365" y="1966"/>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2" name="Line 1428"/>
              <p:cNvSpPr>
                <a:spLocks noChangeShapeType="1"/>
              </p:cNvSpPr>
              <p:nvPr userDrawn="1"/>
            </p:nvSpPr>
            <p:spPr bwMode="gray">
              <a:xfrm flipV="1">
                <a:off x="3368" y="1959"/>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3" name="Freeform 1429"/>
              <p:cNvSpPr>
                <a:spLocks/>
              </p:cNvSpPr>
              <p:nvPr userDrawn="1"/>
            </p:nvSpPr>
            <p:spPr bwMode="gray">
              <a:xfrm>
                <a:off x="3503" y="1959"/>
                <a:ext cx="13" cy="9"/>
              </a:xfrm>
              <a:custGeom>
                <a:avLst/>
                <a:gdLst>
                  <a:gd name="T0" fmla="*/ 36 w 12"/>
                  <a:gd name="T1" fmla="*/ 0 h 9"/>
                  <a:gd name="T2" fmla="*/ 30 w 12"/>
                  <a:gd name="T3" fmla="*/ 5 h 9"/>
                  <a:gd name="T4" fmla="*/ 28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4" name="Line 1430"/>
              <p:cNvSpPr>
                <a:spLocks noChangeShapeType="1"/>
              </p:cNvSpPr>
              <p:nvPr userDrawn="1"/>
            </p:nvSpPr>
            <p:spPr bwMode="gray">
              <a:xfrm flipH="1">
                <a:off x="3358" y="1968"/>
                <a:ext cx="143"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5" name="Freeform 1431"/>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6" name="Freeform 1432"/>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7" name="Line 1433"/>
              <p:cNvSpPr>
                <a:spLocks noChangeShapeType="1"/>
              </p:cNvSpPr>
              <p:nvPr userDrawn="1"/>
            </p:nvSpPr>
            <p:spPr bwMode="gray">
              <a:xfrm flipH="1" flipV="1">
                <a:off x="2289" y="1196"/>
                <a:ext cx="124"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8" name="Line 1434"/>
              <p:cNvSpPr>
                <a:spLocks noChangeShapeType="1"/>
              </p:cNvSpPr>
              <p:nvPr userDrawn="1"/>
            </p:nvSpPr>
            <p:spPr bwMode="gray">
              <a:xfrm flipH="1" flipV="1">
                <a:off x="2293" y="1187"/>
                <a:ext cx="135"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9" name="Freeform 1435"/>
              <p:cNvSpPr>
                <a:spLocks/>
              </p:cNvSpPr>
              <p:nvPr userDrawn="1"/>
            </p:nvSpPr>
            <p:spPr bwMode="gray">
              <a:xfrm>
                <a:off x="2284" y="1187"/>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0" name="Line 1436"/>
              <p:cNvSpPr>
                <a:spLocks noChangeShapeType="1"/>
              </p:cNvSpPr>
              <p:nvPr userDrawn="1"/>
            </p:nvSpPr>
            <p:spPr bwMode="gray">
              <a:xfrm>
                <a:off x="2284" y="1203"/>
                <a:ext cx="119"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1" name="Freeform 1437"/>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2" name="Line 1438"/>
              <p:cNvSpPr>
                <a:spLocks noChangeShapeType="1"/>
              </p:cNvSpPr>
              <p:nvPr userDrawn="1"/>
            </p:nvSpPr>
            <p:spPr bwMode="gray">
              <a:xfrm flipH="1" flipV="1">
                <a:off x="2282" y="960"/>
                <a:ext cx="5"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3" name="Line 1439"/>
              <p:cNvSpPr>
                <a:spLocks noChangeShapeType="1"/>
              </p:cNvSpPr>
              <p:nvPr userDrawn="1"/>
            </p:nvSpPr>
            <p:spPr bwMode="gray">
              <a:xfrm flipH="1" flipV="1">
                <a:off x="2289" y="966"/>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4" name="Freeform 1440"/>
              <p:cNvSpPr>
                <a:spLocks/>
              </p:cNvSpPr>
              <p:nvPr userDrawn="1"/>
            </p:nvSpPr>
            <p:spPr bwMode="gray">
              <a:xfrm>
                <a:off x="2284" y="957"/>
                <a:ext cx="4" cy="9"/>
              </a:xfrm>
              <a:custGeom>
                <a:avLst/>
                <a:gdLst>
                  <a:gd name="T0" fmla="*/ 155 w 3"/>
                  <a:gd name="T1" fmla="*/ 9 h 9"/>
                  <a:gd name="T2" fmla="*/ 0 w 3"/>
                  <a:gd name="T3" fmla="*/ 7 h 9"/>
                  <a:gd name="T4" fmla="*/ 0 w 3"/>
                  <a:gd name="T5" fmla="*/ 5 h 9"/>
                  <a:gd name="T6" fmla="*/ 0 w 3"/>
                  <a:gd name="T7" fmla="*/ 2 h 9"/>
                  <a:gd name="T8" fmla="*/ 116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5" name="Line 1441"/>
              <p:cNvSpPr>
                <a:spLocks noChangeShapeType="1"/>
              </p:cNvSpPr>
              <p:nvPr userDrawn="1"/>
            </p:nvSpPr>
            <p:spPr bwMode="gray">
              <a:xfrm>
                <a:off x="2286" y="95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6" name="Freeform 1442"/>
              <p:cNvSpPr>
                <a:spLocks/>
              </p:cNvSpPr>
              <p:nvPr userDrawn="1"/>
            </p:nvSpPr>
            <p:spPr bwMode="gray">
              <a:xfrm>
                <a:off x="2289" y="1187"/>
                <a:ext cx="4" cy="4"/>
              </a:xfrm>
              <a:custGeom>
                <a:avLst/>
                <a:gdLst>
                  <a:gd name="T0" fmla="*/ 1 w 6"/>
                  <a:gd name="T1" fmla="*/ 0 h 3"/>
                  <a:gd name="T2" fmla="*/ 1 w 6"/>
                  <a:gd name="T3" fmla="*/ 0 h 3"/>
                  <a:gd name="T4" fmla="*/ 0 w 6"/>
                  <a:gd name="T5" fmla="*/ 1 h 3"/>
                  <a:gd name="T6" fmla="*/ 0 w 6"/>
                  <a:gd name="T7" fmla="*/ 1 h 3"/>
                  <a:gd name="T8" fmla="*/ 0 w 6"/>
                  <a:gd name="T9" fmla="*/ 155 h 3"/>
                  <a:gd name="T10" fmla="*/ 1 w 6"/>
                  <a:gd name="T11" fmla="*/ 155 h 3"/>
                  <a:gd name="T12" fmla="*/ 1 w 6"/>
                  <a:gd name="T13" fmla="*/ 155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7" name="Freeform 1443"/>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8" name="Line 1444"/>
              <p:cNvSpPr>
                <a:spLocks noChangeShapeType="1"/>
              </p:cNvSpPr>
              <p:nvPr userDrawn="1"/>
            </p:nvSpPr>
            <p:spPr bwMode="gray">
              <a:xfrm>
                <a:off x="2289" y="953"/>
                <a:ext cx="18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9" name="Line 1445"/>
              <p:cNvSpPr>
                <a:spLocks noChangeShapeType="1"/>
              </p:cNvSpPr>
              <p:nvPr userDrawn="1"/>
            </p:nvSpPr>
            <p:spPr bwMode="gray">
              <a:xfrm>
                <a:off x="2289" y="966"/>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0" name="Freeform 1446"/>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1" name="Line 1447"/>
              <p:cNvSpPr>
                <a:spLocks noChangeShapeType="1"/>
              </p:cNvSpPr>
              <p:nvPr userDrawn="1"/>
            </p:nvSpPr>
            <p:spPr bwMode="gray">
              <a:xfrm flipH="1" flipV="1">
                <a:off x="2298" y="948"/>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2" name="Freeform 1448"/>
              <p:cNvSpPr>
                <a:spLocks/>
              </p:cNvSpPr>
              <p:nvPr userDrawn="1"/>
            </p:nvSpPr>
            <p:spPr bwMode="gray">
              <a:xfrm>
                <a:off x="2289"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3" name="Freeform 1449"/>
              <p:cNvSpPr>
                <a:spLocks/>
              </p:cNvSpPr>
              <p:nvPr userDrawn="1"/>
            </p:nvSpPr>
            <p:spPr bwMode="gray">
              <a:xfrm>
                <a:off x="2476" y="1167"/>
                <a:ext cx="22" cy="1"/>
              </a:xfrm>
              <a:custGeom>
                <a:avLst/>
                <a:gdLst>
                  <a:gd name="T0" fmla="*/ 0 w 20"/>
                  <a:gd name="T1" fmla="*/ 1 h 1"/>
                  <a:gd name="T2" fmla="*/ 25 w 20"/>
                  <a:gd name="T3" fmla="*/ 1 h 1"/>
                  <a:gd name="T4" fmla="*/ 41 w 20"/>
                  <a:gd name="T5" fmla="*/ 1 h 1"/>
                  <a:gd name="T6" fmla="*/ 63 w 20"/>
                  <a:gd name="T7" fmla="*/ 1 h 1"/>
                  <a:gd name="T8" fmla="*/ 76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4" name="Line 1450"/>
              <p:cNvSpPr>
                <a:spLocks noChangeShapeType="1"/>
              </p:cNvSpPr>
              <p:nvPr userDrawn="1"/>
            </p:nvSpPr>
            <p:spPr bwMode="gray">
              <a:xfrm>
                <a:off x="2485" y="1027"/>
                <a:ext cx="4" cy="1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5" name="Line 1451"/>
              <p:cNvSpPr>
                <a:spLocks noChangeShapeType="1"/>
              </p:cNvSpPr>
              <p:nvPr userDrawn="1"/>
            </p:nvSpPr>
            <p:spPr bwMode="gray">
              <a:xfrm>
                <a:off x="2475" y="1027"/>
                <a:ext cx="4" cy="1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6" name="Line 1452"/>
              <p:cNvSpPr>
                <a:spLocks noChangeShapeType="1"/>
              </p:cNvSpPr>
              <p:nvPr userDrawn="1"/>
            </p:nvSpPr>
            <p:spPr bwMode="gray">
              <a:xfrm flipH="1" flipV="1">
                <a:off x="2494" y="1025"/>
                <a:ext cx="4" cy="1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7" name="Freeform 1453"/>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8" name="Freeform 1454"/>
              <p:cNvSpPr>
                <a:spLocks/>
              </p:cNvSpPr>
              <p:nvPr userDrawn="1"/>
            </p:nvSpPr>
            <p:spPr bwMode="gray">
              <a:xfrm>
                <a:off x="2443" y="880"/>
                <a:ext cx="22" cy="2"/>
              </a:xfrm>
              <a:custGeom>
                <a:avLst/>
                <a:gdLst>
                  <a:gd name="T0" fmla="*/ 145 w 19"/>
                  <a:gd name="T1" fmla="*/ 2 h 2"/>
                  <a:gd name="T2" fmla="*/ 93 w 19"/>
                  <a:gd name="T3" fmla="*/ 0 h 2"/>
                  <a:gd name="T4" fmla="*/ 39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9" name="Line 1455"/>
              <p:cNvSpPr>
                <a:spLocks noChangeShapeType="1"/>
              </p:cNvSpPr>
              <p:nvPr userDrawn="1"/>
            </p:nvSpPr>
            <p:spPr bwMode="gray">
              <a:xfrm>
                <a:off x="2459" y="873"/>
                <a:ext cx="31"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0" name="Line 1456"/>
              <p:cNvSpPr>
                <a:spLocks noChangeShapeType="1"/>
              </p:cNvSpPr>
              <p:nvPr userDrawn="1"/>
            </p:nvSpPr>
            <p:spPr bwMode="gray">
              <a:xfrm>
                <a:off x="2463" y="882"/>
                <a:ext cx="28" cy="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1" name="Line 1457"/>
              <p:cNvSpPr>
                <a:spLocks noChangeShapeType="1"/>
              </p:cNvSpPr>
              <p:nvPr userDrawn="1"/>
            </p:nvSpPr>
            <p:spPr bwMode="gray">
              <a:xfrm flipH="1" flipV="1">
                <a:off x="2454" y="873"/>
                <a:ext cx="36"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2" name="Freeform 1458"/>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3" name="Freeform 1459"/>
              <p:cNvSpPr>
                <a:spLocks/>
              </p:cNvSpPr>
              <p:nvPr userDrawn="1"/>
            </p:nvSpPr>
            <p:spPr bwMode="gray">
              <a:xfrm>
                <a:off x="2364" y="909"/>
                <a:ext cx="13" cy="10"/>
              </a:xfrm>
              <a:custGeom>
                <a:avLst/>
                <a:gdLst>
                  <a:gd name="T0" fmla="*/ 0 w 11"/>
                  <a:gd name="T1" fmla="*/ 10 h 10"/>
                  <a:gd name="T2" fmla="*/ 2 w 11"/>
                  <a:gd name="T3" fmla="*/ 5 h 10"/>
                  <a:gd name="T4" fmla="*/ 41 w 11"/>
                  <a:gd name="T5" fmla="*/ 1 h 10"/>
                  <a:gd name="T6" fmla="*/ 57 w 11"/>
                  <a:gd name="T7" fmla="*/ 0 h 10"/>
                  <a:gd name="T8" fmla="*/ 93 w 11"/>
                  <a:gd name="T9" fmla="*/ 0 h 10"/>
                  <a:gd name="T10" fmla="*/ 110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4" name="Line 1460"/>
              <p:cNvSpPr>
                <a:spLocks noChangeShapeType="1"/>
              </p:cNvSpPr>
              <p:nvPr userDrawn="1"/>
            </p:nvSpPr>
            <p:spPr bwMode="gray">
              <a:xfrm flipV="1">
                <a:off x="2289" y="874"/>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5" name="Line 1461"/>
              <p:cNvSpPr>
                <a:spLocks noChangeShapeType="1"/>
              </p:cNvSpPr>
              <p:nvPr userDrawn="1"/>
            </p:nvSpPr>
            <p:spPr bwMode="gray">
              <a:xfrm flipV="1">
                <a:off x="2286" y="882"/>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6" name="Freeform 1462"/>
              <p:cNvSpPr>
                <a:spLocks/>
              </p:cNvSpPr>
              <p:nvPr userDrawn="1"/>
            </p:nvSpPr>
            <p:spPr bwMode="gray">
              <a:xfrm>
                <a:off x="2443" y="873"/>
                <a:ext cx="13" cy="9"/>
              </a:xfrm>
              <a:custGeom>
                <a:avLst/>
                <a:gdLst>
                  <a:gd name="T0" fmla="*/ 0 w 11"/>
                  <a:gd name="T1" fmla="*/ 9 h 9"/>
                  <a:gd name="T2" fmla="*/ 0 w 11"/>
                  <a:gd name="T3" fmla="*/ 5 h 9"/>
                  <a:gd name="T4" fmla="*/ 2 w 11"/>
                  <a:gd name="T5" fmla="*/ 3 h 9"/>
                  <a:gd name="T6" fmla="*/ 41 w 11"/>
                  <a:gd name="T7" fmla="*/ 0 h 9"/>
                  <a:gd name="T8" fmla="*/ 67 w 11"/>
                  <a:gd name="T9" fmla="*/ 0 h 9"/>
                  <a:gd name="T10" fmla="*/ 110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7" name="Line 1463"/>
              <p:cNvSpPr>
                <a:spLocks noChangeShapeType="1"/>
              </p:cNvSpPr>
              <p:nvPr userDrawn="1"/>
            </p:nvSpPr>
            <p:spPr bwMode="gray">
              <a:xfrm flipH="1">
                <a:off x="2298" y="873"/>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8" name="Freeform 1464"/>
              <p:cNvSpPr>
                <a:spLocks/>
              </p:cNvSpPr>
              <p:nvPr userDrawn="1"/>
            </p:nvSpPr>
            <p:spPr bwMode="gray">
              <a:xfrm>
                <a:off x="2286" y="948"/>
                <a:ext cx="13" cy="9"/>
              </a:xfrm>
              <a:custGeom>
                <a:avLst/>
                <a:gdLst>
                  <a:gd name="T0" fmla="*/ 400 w 10"/>
                  <a:gd name="T1" fmla="*/ 0 h 9"/>
                  <a:gd name="T2" fmla="*/ 287 w 10"/>
                  <a:gd name="T3" fmla="*/ 0 h 9"/>
                  <a:gd name="T4" fmla="*/ 221 w 10"/>
                  <a:gd name="T5" fmla="*/ 0 h 9"/>
                  <a:gd name="T6" fmla="*/ 131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9" name="Freeform 1465"/>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0" name="Line 1466"/>
              <p:cNvSpPr>
                <a:spLocks noChangeShapeType="1"/>
              </p:cNvSpPr>
              <p:nvPr userDrawn="1"/>
            </p:nvSpPr>
            <p:spPr bwMode="gray">
              <a:xfrm flipH="1">
                <a:off x="2494" y="1018"/>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1" name="Freeform 1467"/>
              <p:cNvSpPr>
                <a:spLocks/>
              </p:cNvSpPr>
              <p:nvPr userDrawn="1"/>
            </p:nvSpPr>
            <p:spPr bwMode="gray">
              <a:xfrm>
                <a:off x="2494" y="1016"/>
                <a:ext cx="13" cy="9"/>
              </a:xfrm>
              <a:custGeom>
                <a:avLst/>
                <a:gdLst>
                  <a:gd name="T0" fmla="*/ 0 w 10"/>
                  <a:gd name="T1" fmla="*/ 9 h 9"/>
                  <a:gd name="T2" fmla="*/ 101 w 10"/>
                  <a:gd name="T3" fmla="*/ 6 h 9"/>
                  <a:gd name="T4" fmla="*/ 101 w 10"/>
                  <a:gd name="T5" fmla="*/ 2 h 9"/>
                  <a:gd name="T6" fmla="*/ 221 w 10"/>
                  <a:gd name="T7" fmla="*/ 0 h 9"/>
                  <a:gd name="T8" fmla="*/ 287 w 10"/>
                  <a:gd name="T9" fmla="*/ 0 h 9"/>
                  <a:gd name="T10" fmla="*/ 40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2" name="Freeform 1468"/>
              <p:cNvSpPr>
                <a:spLocks/>
              </p:cNvSpPr>
              <p:nvPr userDrawn="1"/>
            </p:nvSpPr>
            <p:spPr bwMode="gray">
              <a:xfrm>
                <a:off x="2906" y="2029"/>
                <a:ext cx="20" cy="4"/>
              </a:xfrm>
              <a:custGeom>
                <a:avLst/>
                <a:gdLst>
                  <a:gd name="T0" fmla="*/ 20 w 20"/>
                  <a:gd name="T1" fmla="*/ 116 h 3"/>
                  <a:gd name="T2" fmla="*/ 16 w 20"/>
                  <a:gd name="T3" fmla="*/ 0 h 3"/>
                  <a:gd name="T4" fmla="*/ 11 w 20"/>
                  <a:gd name="T5" fmla="*/ 0 h 3"/>
                  <a:gd name="T6" fmla="*/ 6 w 20"/>
                  <a:gd name="T7" fmla="*/ 116 h 3"/>
                  <a:gd name="T8" fmla="*/ 0 w 20"/>
                  <a:gd name="T9" fmla="*/ 155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3" name="Line 1469"/>
              <p:cNvSpPr>
                <a:spLocks noChangeShapeType="1"/>
              </p:cNvSpPr>
              <p:nvPr userDrawn="1"/>
            </p:nvSpPr>
            <p:spPr bwMode="gray">
              <a:xfrm flipV="1">
                <a:off x="2915" y="1920"/>
                <a:ext cx="2"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4" name="Line 1470"/>
              <p:cNvSpPr>
                <a:spLocks noChangeShapeType="1"/>
              </p:cNvSpPr>
              <p:nvPr userDrawn="1"/>
            </p:nvSpPr>
            <p:spPr bwMode="gray">
              <a:xfrm flipV="1">
                <a:off x="2926" y="1922"/>
                <a:ext cx="1"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5" name="Freeform 1471"/>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6" name="Line 1472"/>
              <p:cNvSpPr>
                <a:spLocks noChangeShapeType="1"/>
              </p:cNvSpPr>
              <p:nvPr userDrawn="1"/>
            </p:nvSpPr>
            <p:spPr bwMode="gray">
              <a:xfrm flipH="1">
                <a:off x="2906" y="1924"/>
                <a:ext cx="2"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7" name="Freeform 1473"/>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8" name="Freeform 1474"/>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9" name="Line 1475"/>
              <p:cNvSpPr>
                <a:spLocks noChangeShapeType="1"/>
              </p:cNvSpPr>
              <p:nvPr userDrawn="1"/>
            </p:nvSpPr>
            <p:spPr bwMode="gray">
              <a:xfrm>
                <a:off x="2924" y="1910"/>
                <a:ext cx="203"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0" name="Line 1476"/>
              <p:cNvSpPr>
                <a:spLocks noChangeShapeType="1"/>
              </p:cNvSpPr>
              <p:nvPr userDrawn="1"/>
            </p:nvSpPr>
            <p:spPr bwMode="gray">
              <a:xfrm>
                <a:off x="2927" y="1922"/>
                <a:ext cx="19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1" name="Freeform 1477"/>
              <p:cNvSpPr>
                <a:spLocks/>
              </p:cNvSpPr>
              <p:nvPr userDrawn="1"/>
            </p:nvSpPr>
            <p:spPr bwMode="gray">
              <a:xfrm>
                <a:off x="3123" y="1979"/>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2" name="Line 1478"/>
              <p:cNvSpPr>
                <a:spLocks noChangeShapeType="1"/>
              </p:cNvSpPr>
              <p:nvPr userDrawn="1"/>
            </p:nvSpPr>
            <p:spPr bwMode="gray">
              <a:xfrm flipH="1" flipV="1">
                <a:off x="2924" y="1901"/>
                <a:ext cx="20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3" name="Freeform 1479"/>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4" name="Freeform 1480"/>
              <p:cNvSpPr>
                <a:spLocks/>
              </p:cNvSpPr>
              <p:nvPr userDrawn="1"/>
            </p:nvSpPr>
            <p:spPr bwMode="gray">
              <a:xfrm>
                <a:off x="3123"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5" name="Line 1481"/>
              <p:cNvSpPr>
                <a:spLocks noChangeShapeType="1"/>
              </p:cNvSpPr>
              <p:nvPr userDrawn="1"/>
            </p:nvSpPr>
            <p:spPr bwMode="gray">
              <a:xfrm flipH="1">
                <a:off x="3130" y="1997"/>
                <a:ext cx="4"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6" name="Line 1482"/>
              <p:cNvSpPr>
                <a:spLocks noChangeShapeType="1"/>
              </p:cNvSpPr>
              <p:nvPr userDrawn="1"/>
            </p:nvSpPr>
            <p:spPr bwMode="gray">
              <a:xfrm flipH="1">
                <a:off x="3123" y="1996"/>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7" name="Freeform 1483"/>
              <p:cNvSpPr>
                <a:spLocks/>
              </p:cNvSpPr>
              <p:nvPr userDrawn="1"/>
            </p:nvSpPr>
            <p:spPr bwMode="gray">
              <a:xfrm>
                <a:off x="3123" y="2214"/>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8" name="Line 1484"/>
              <p:cNvSpPr>
                <a:spLocks noChangeShapeType="1"/>
              </p:cNvSpPr>
              <p:nvPr userDrawn="1"/>
            </p:nvSpPr>
            <p:spPr bwMode="gray">
              <a:xfrm flipV="1">
                <a:off x="3141" y="1994"/>
                <a:ext cx="2"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9" name="Freeform 1485"/>
              <p:cNvSpPr>
                <a:spLocks/>
              </p:cNvSpPr>
              <p:nvPr userDrawn="1"/>
            </p:nvSpPr>
            <p:spPr bwMode="gray">
              <a:xfrm>
                <a:off x="3123" y="1994"/>
                <a:ext cx="20" cy="4"/>
              </a:xfrm>
              <a:custGeom>
                <a:avLst/>
                <a:gdLst>
                  <a:gd name="T0" fmla="*/ 0 w 20"/>
                  <a:gd name="T1" fmla="*/ 116 h 3"/>
                  <a:gd name="T2" fmla="*/ 6 w 20"/>
                  <a:gd name="T3" fmla="*/ 155 h 3"/>
                  <a:gd name="T4" fmla="*/ 11 w 20"/>
                  <a:gd name="T5" fmla="*/ 155 h 3"/>
                  <a:gd name="T6" fmla="*/ 16 w 20"/>
                  <a:gd name="T7" fmla="*/ 155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0" name="Freeform 1486"/>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1" name="Line 1487"/>
              <p:cNvSpPr>
                <a:spLocks noChangeShapeType="1"/>
              </p:cNvSpPr>
              <p:nvPr userDrawn="1"/>
            </p:nvSpPr>
            <p:spPr bwMode="gray">
              <a:xfrm flipH="1" flipV="1">
                <a:off x="2923" y="2144"/>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2" name="Line 1488"/>
              <p:cNvSpPr>
                <a:spLocks noChangeShapeType="1"/>
              </p:cNvSpPr>
              <p:nvPr userDrawn="1"/>
            </p:nvSpPr>
            <p:spPr bwMode="gray">
              <a:xfrm flipH="1" flipV="1">
                <a:off x="2926" y="2137"/>
                <a:ext cx="196"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3" name="Freeform 1489"/>
              <p:cNvSpPr>
                <a:spLocks/>
              </p:cNvSpPr>
              <p:nvPr userDrawn="1"/>
            </p:nvSpPr>
            <p:spPr bwMode="gray">
              <a:xfrm>
                <a:off x="2923"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4" name="Line 1490"/>
              <p:cNvSpPr>
                <a:spLocks noChangeShapeType="1"/>
              </p:cNvSpPr>
              <p:nvPr userDrawn="1"/>
            </p:nvSpPr>
            <p:spPr bwMode="gray">
              <a:xfrm>
                <a:off x="2924" y="2141"/>
                <a:ext cx="20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5" name="Freeform 1491"/>
              <p:cNvSpPr>
                <a:spLocks/>
              </p:cNvSpPr>
              <p:nvPr userDrawn="1"/>
            </p:nvSpPr>
            <p:spPr bwMode="gray">
              <a:xfrm>
                <a:off x="3123" y="2214"/>
                <a:ext cx="4" cy="8"/>
              </a:xfrm>
              <a:custGeom>
                <a:avLst/>
                <a:gdLst>
                  <a:gd name="T0" fmla="*/ 1 w 7"/>
                  <a:gd name="T1" fmla="*/ 7 h 8"/>
                  <a:gd name="T2" fmla="*/ 1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6" name="Freeform 1492"/>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7" name="Line 1493"/>
              <p:cNvSpPr>
                <a:spLocks noChangeShapeType="1"/>
              </p:cNvSpPr>
              <p:nvPr userDrawn="1"/>
            </p:nvSpPr>
            <p:spPr bwMode="gray">
              <a:xfrm flipH="1">
                <a:off x="3290" y="2040"/>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8" name="Line 1494"/>
              <p:cNvSpPr>
                <a:spLocks noChangeShapeType="1"/>
              </p:cNvSpPr>
              <p:nvPr userDrawn="1"/>
            </p:nvSpPr>
            <p:spPr bwMode="gray">
              <a:xfrm>
                <a:off x="3284" y="2038"/>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9" name="Freeform 1495"/>
              <p:cNvSpPr>
                <a:spLocks/>
              </p:cNvSpPr>
              <p:nvPr userDrawn="1"/>
            </p:nvSpPr>
            <p:spPr bwMode="gray">
              <a:xfrm>
                <a:off x="3284" y="2109"/>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0" name="Line 1496"/>
              <p:cNvSpPr>
                <a:spLocks noChangeShapeType="1"/>
              </p:cNvSpPr>
              <p:nvPr userDrawn="1"/>
            </p:nvSpPr>
            <p:spPr bwMode="gray">
              <a:xfrm flipV="1">
                <a:off x="3286" y="2038"/>
                <a:ext cx="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1" name="Freeform 1497"/>
              <p:cNvSpPr>
                <a:spLocks/>
              </p:cNvSpPr>
              <p:nvPr userDrawn="1"/>
            </p:nvSpPr>
            <p:spPr bwMode="gray">
              <a:xfrm>
                <a:off x="3276" y="2109"/>
                <a:ext cx="8" cy="13"/>
              </a:xfrm>
              <a:custGeom>
                <a:avLst/>
                <a:gdLst>
                  <a:gd name="T0" fmla="*/ 0 w 8"/>
                  <a:gd name="T1" fmla="*/ 2 h 17"/>
                  <a:gd name="T2" fmla="*/ 3 w 8"/>
                  <a:gd name="T3" fmla="*/ 2 h 17"/>
                  <a:gd name="T4" fmla="*/ 7 w 8"/>
                  <a:gd name="T5" fmla="*/ 2 h 17"/>
                  <a:gd name="T6" fmla="*/ 7 w 8"/>
                  <a:gd name="T7" fmla="*/ 2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2" name="Freeform 1498"/>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3" name="Line 1499"/>
              <p:cNvSpPr>
                <a:spLocks noChangeShapeType="1"/>
              </p:cNvSpPr>
              <p:nvPr userDrawn="1"/>
            </p:nvSpPr>
            <p:spPr bwMode="gray">
              <a:xfrm flipV="1">
                <a:off x="3137" y="2125"/>
                <a:ext cx="146"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4" name="Line 1500"/>
              <p:cNvSpPr>
                <a:spLocks noChangeShapeType="1"/>
              </p:cNvSpPr>
              <p:nvPr userDrawn="1"/>
            </p:nvSpPr>
            <p:spPr bwMode="gray">
              <a:xfrm flipV="1">
                <a:off x="3141" y="2118"/>
                <a:ext cx="143"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5" name="Freeform 1501"/>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6" name="Line 1502"/>
              <p:cNvSpPr>
                <a:spLocks noChangeShapeType="1"/>
              </p:cNvSpPr>
              <p:nvPr userDrawn="1"/>
            </p:nvSpPr>
            <p:spPr bwMode="gray">
              <a:xfrm flipH="1">
                <a:off x="3129" y="2125"/>
                <a:ext cx="147"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7" name="Freeform 1503"/>
              <p:cNvSpPr>
                <a:spLocks/>
              </p:cNvSpPr>
              <p:nvPr userDrawn="1"/>
            </p:nvSpPr>
            <p:spPr bwMode="gray">
              <a:xfrm>
                <a:off x="3129" y="2214"/>
                <a:ext cx="13" cy="8"/>
              </a:xfrm>
              <a:custGeom>
                <a:avLst/>
                <a:gdLst>
                  <a:gd name="T0" fmla="*/ 0 w 12"/>
                  <a:gd name="T1" fmla="*/ 7 h 8"/>
                  <a:gd name="T2" fmla="*/ 5 w 12"/>
                  <a:gd name="T3" fmla="*/ 8 h 8"/>
                  <a:gd name="T4" fmla="*/ 26 w 12"/>
                  <a:gd name="T5" fmla="*/ 7 h 8"/>
                  <a:gd name="T6" fmla="*/ 30 w 12"/>
                  <a:gd name="T7" fmla="*/ 3 h 8"/>
                  <a:gd name="T8" fmla="*/ 36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8" name="Line 1504"/>
              <p:cNvSpPr>
                <a:spLocks noChangeShapeType="1"/>
              </p:cNvSpPr>
              <p:nvPr userDrawn="1"/>
            </p:nvSpPr>
            <p:spPr bwMode="gray">
              <a:xfrm>
                <a:off x="2537" y="2097"/>
                <a:ext cx="4"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9" name="Line 1505"/>
              <p:cNvSpPr>
                <a:spLocks noChangeShapeType="1"/>
              </p:cNvSpPr>
              <p:nvPr userDrawn="1"/>
            </p:nvSpPr>
            <p:spPr bwMode="gray">
              <a:xfrm>
                <a:off x="2541" y="2099"/>
                <a:ext cx="1"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0" name="Freeform 1506"/>
              <p:cNvSpPr>
                <a:spLocks/>
              </p:cNvSpPr>
              <p:nvPr userDrawn="1"/>
            </p:nvSpPr>
            <p:spPr bwMode="gray">
              <a:xfrm>
                <a:off x="2541" y="2150"/>
                <a:ext cx="4" cy="13"/>
              </a:xfrm>
              <a:custGeom>
                <a:avLst/>
                <a:gdLst>
                  <a:gd name="T0" fmla="*/ 2 w 5"/>
                  <a:gd name="T1" fmla="*/ 0 h 10"/>
                  <a:gd name="T2" fmla="*/ 0 w 5"/>
                  <a:gd name="T3" fmla="*/ 131 h 10"/>
                  <a:gd name="T4" fmla="*/ 0 w 5"/>
                  <a:gd name="T5" fmla="*/ 221 h 10"/>
                  <a:gd name="T6" fmla="*/ 2 w 5"/>
                  <a:gd name="T7" fmla="*/ 308 h 10"/>
                  <a:gd name="T8" fmla="*/ 2 w 5"/>
                  <a:gd name="T9" fmla="*/ 40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1" name="Line 1507"/>
              <p:cNvSpPr>
                <a:spLocks noChangeShapeType="1"/>
              </p:cNvSpPr>
              <p:nvPr userDrawn="1"/>
            </p:nvSpPr>
            <p:spPr bwMode="gray">
              <a:xfrm flipH="1" flipV="1">
                <a:off x="2543" y="2099"/>
                <a:ext cx="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2" name="Freeform 1508"/>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3" name="Freeform 1509"/>
              <p:cNvSpPr>
                <a:spLocks/>
              </p:cNvSpPr>
              <p:nvPr userDrawn="1"/>
            </p:nvSpPr>
            <p:spPr bwMode="gray">
              <a:xfrm>
                <a:off x="2821" y="1954"/>
                <a:ext cx="10" cy="13"/>
              </a:xfrm>
              <a:custGeom>
                <a:avLst/>
                <a:gdLst>
                  <a:gd name="T0" fmla="*/ 10 w 10"/>
                  <a:gd name="T1" fmla="*/ 3 h 15"/>
                  <a:gd name="T2" fmla="*/ 10 w 10"/>
                  <a:gd name="T3" fmla="*/ 3 h 15"/>
                  <a:gd name="T4" fmla="*/ 7 w 10"/>
                  <a:gd name="T5" fmla="*/ 3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4" name="Line 1510"/>
              <p:cNvSpPr>
                <a:spLocks noChangeShapeType="1"/>
              </p:cNvSpPr>
              <p:nvPr userDrawn="1"/>
            </p:nvSpPr>
            <p:spPr bwMode="gray">
              <a:xfrm flipH="1">
                <a:off x="2751" y="1912"/>
                <a:ext cx="15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5" name="Line 1511"/>
              <p:cNvSpPr>
                <a:spLocks noChangeShapeType="1"/>
              </p:cNvSpPr>
              <p:nvPr userDrawn="1"/>
            </p:nvSpPr>
            <p:spPr bwMode="gray">
              <a:xfrm flipH="1">
                <a:off x="2754" y="1924"/>
                <a:ext cx="154"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6" name="Freeform 1512"/>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7" name="Line 1513"/>
              <p:cNvSpPr>
                <a:spLocks noChangeShapeType="1"/>
              </p:cNvSpPr>
              <p:nvPr userDrawn="1"/>
            </p:nvSpPr>
            <p:spPr bwMode="gray">
              <a:xfrm flipV="1">
                <a:off x="2744" y="1903"/>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8" name="Freeform 1514"/>
              <p:cNvSpPr>
                <a:spLocks/>
              </p:cNvSpPr>
              <p:nvPr userDrawn="1"/>
            </p:nvSpPr>
            <p:spPr bwMode="gray">
              <a:xfrm>
                <a:off x="2906" y="1903"/>
                <a:ext cx="4" cy="21"/>
              </a:xfrm>
              <a:custGeom>
                <a:avLst/>
                <a:gdLst>
                  <a:gd name="T0" fmla="*/ 2 w 5"/>
                  <a:gd name="T1" fmla="*/ 21 h 21"/>
                  <a:gd name="T2" fmla="*/ 2 w 5"/>
                  <a:gd name="T3" fmla="*/ 16 h 21"/>
                  <a:gd name="T4" fmla="*/ 2 w 5"/>
                  <a:gd name="T5" fmla="*/ 10 h 21"/>
                  <a:gd name="T6" fmla="*/ 2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9" name="Freeform 1515"/>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0" name="Line 1516"/>
              <p:cNvSpPr>
                <a:spLocks noChangeShapeType="1"/>
              </p:cNvSpPr>
              <p:nvPr userDrawn="1"/>
            </p:nvSpPr>
            <p:spPr bwMode="gray">
              <a:xfrm>
                <a:off x="2744" y="2018"/>
                <a:ext cx="2" cy="2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1" name="Line 1517"/>
              <p:cNvSpPr>
                <a:spLocks noChangeShapeType="1"/>
              </p:cNvSpPr>
              <p:nvPr userDrawn="1"/>
            </p:nvSpPr>
            <p:spPr bwMode="gray">
              <a:xfrm>
                <a:off x="2754" y="201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2" name="Freeform 1518"/>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3" name="Line 1519"/>
              <p:cNvSpPr>
                <a:spLocks noChangeShapeType="1"/>
              </p:cNvSpPr>
              <p:nvPr userDrawn="1"/>
            </p:nvSpPr>
            <p:spPr bwMode="gray">
              <a:xfrm flipV="1">
                <a:off x="2735" y="2017"/>
                <a:ext cx="1" cy="2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4" name="Freeform 1520"/>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5" name="Freeform 1521"/>
              <p:cNvSpPr>
                <a:spLocks/>
              </p:cNvSpPr>
              <p:nvPr userDrawn="1"/>
            </p:nvSpPr>
            <p:spPr bwMode="gray">
              <a:xfrm>
                <a:off x="2821" y="2187"/>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6" name="Line 1522"/>
              <p:cNvSpPr>
                <a:spLocks noChangeShapeType="1"/>
              </p:cNvSpPr>
              <p:nvPr userDrawn="1"/>
            </p:nvSpPr>
            <p:spPr bwMode="gray">
              <a:xfrm flipV="1">
                <a:off x="2751" y="2144"/>
                <a:ext cx="157"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7" name="Line 1523"/>
              <p:cNvSpPr>
                <a:spLocks noChangeShapeType="1"/>
              </p:cNvSpPr>
              <p:nvPr userDrawn="1"/>
            </p:nvSpPr>
            <p:spPr bwMode="gray">
              <a:xfrm flipV="1">
                <a:off x="2754" y="2139"/>
                <a:ext cx="152"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8" name="Freeform 1524"/>
              <p:cNvSpPr>
                <a:spLocks/>
              </p:cNvSpPr>
              <p:nvPr userDrawn="1"/>
            </p:nvSpPr>
            <p:spPr bwMode="gray">
              <a:xfrm>
                <a:off x="2906"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9" name="Line 1525"/>
              <p:cNvSpPr>
                <a:spLocks noChangeShapeType="1"/>
              </p:cNvSpPr>
              <p:nvPr userDrawn="1"/>
            </p:nvSpPr>
            <p:spPr bwMode="gray">
              <a:xfrm flipH="1">
                <a:off x="2744" y="2141"/>
                <a:ext cx="161" cy="10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0" name="Freeform 1526"/>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1066" name="Group 1527"/>
            <p:cNvGrpSpPr>
              <a:grpSpLocks/>
            </p:cNvGrpSpPr>
            <p:nvPr userDrawn="1"/>
          </p:nvGrpSpPr>
          <p:grpSpPr bwMode="auto">
            <a:xfrm>
              <a:off x="4059" y="2614"/>
              <a:ext cx="1572" cy="1574"/>
              <a:chOff x="2111" y="670"/>
              <a:chExt cx="1572" cy="1574"/>
            </a:xfrm>
          </p:grpSpPr>
          <p:sp>
            <p:nvSpPr>
              <p:cNvPr id="1121" name="Freeform 1528"/>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2" name="Line 1529"/>
              <p:cNvSpPr>
                <a:spLocks noChangeShapeType="1"/>
              </p:cNvSpPr>
              <p:nvPr userDrawn="1"/>
            </p:nvSpPr>
            <p:spPr bwMode="gray">
              <a:xfrm>
                <a:off x="2546"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3" name="Line 1530"/>
              <p:cNvSpPr>
                <a:spLocks noChangeShapeType="1"/>
              </p:cNvSpPr>
              <p:nvPr userDrawn="1"/>
            </p:nvSpPr>
            <p:spPr bwMode="gray">
              <a:xfrm>
                <a:off x="2544" y="2160"/>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4" name="Freeform 1531"/>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5" name="Line 1532"/>
              <p:cNvSpPr>
                <a:spLocks noChangeShapeType="1"/>
              </p:cNvSpPr>
              <p:nvPr userDrawn="1"/>
            </p:nvSpPr>
            <p:spPr bwMode="gray">
              <a:xfrm flipH="1" flipV="1">
                <a:off x="2553"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6" name="Freeform 1533"/>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7" name="Freeform 1534"/>
              <p:cNvSpPr>
                <a:spLocks/>
              </p:cNvSpPr>
              <p:nvPr userDrawn="1"/>
            </p:nvSpPr>
            <p:spPr bwMode="gray">
              <a:xfrm>
                <a:off x="2688" y="840"/>
                <a:ext cx="4" cy="4"/>
              </a:xfrm>
              <a:custGeom>
                <a:avLst/>
                <a:gdLst>
                  <a:gd name="T0" fmla="*/ 116 w 3"/>
                  <a:gd name="T1" fmla="*/ 1 h 7"/>
                  <a:gd name="T2" fmla="*/ 155 w 3"/>
                  <a:gd name="T3" fmla="*/ 1 h 7"/>
                  <a:gd name="T4" fmla="*/ 155 w 3"/>
                  <a:gd name="T5" fmla="*/ 1 h 7"/>
                  <a:gd name="T6" fmla="*/ 155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8" name="Freeform 1535"/>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9" name="Line 1536"/>
              <p:cNvSpPr>
                <a:spLocks noChangeShapeType="1"/>
              </p:cNvSpPr>
              <p:nvPr userDrawn="1"/>
            </p:nvSpPr>
            <p:spPr bwMode="gray">
              <a:xfrm flipH="1">
                <a:off x="2530" y="836"/>
                <a:ext cx="167"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0" name="Line 1537"/>
              <p:cNvSpPr>
                <a:spLocks noChangeShapeType="1"/>
              </p:cNvSpPr>
              <p:nvPr userDrawn="1"/>
            </p:nvSpPr>
            <p:spPr bwMode="gray">
              <a:xfrm flipH="1">
                <a:off x="2529" y="847"/>
                <a:ext cx="161"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1" name="Freeform 1538"/>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2" name="Line 1539"/>
              <p:cNvSpPr>
                <a:spLocks noChangeShapeType="1"/>
              </p:cNvSpPr>
              <p:nvPr userDrawn="1"/>
            </p:nvSpPr>
            <p:spPr bwMode="gray">
              <a:xfrm flipV="1">
                <a:off x="2539" y="833"/>
                <a:ext cx="170"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3" name="Freeform 1540"/>
              <p:cNvSpPr>
                <a:spLocks/>
              </p:cNvSpPr>
              <p:nvPr userDrawn="1"/>
            </p:nvSpPr>
            <p:spPr bwMode="gray">
              <a:xfrm>
                <a:off x="2690" y="833"/>
                <a:ext cx="19" cy="13"/>
              </a:xfrm>
              <a:custGeom>
                <a:avLst/>
                <a:gdLst>
                  <a:gd name="T0" fmla="*/ 0 w 19"/>
                  <a:gd name="T1" fmla="*/ 7 h 14"/>
                  <a:gd name="T2" fmla="*/ 3 w 19"/>
                  <a:gd name="T3" fmla="*/ 7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4" name="Freeform 1541"/>
              <p:cNvSpPr>
                <a:spLocks/>
              </p:cNvSpPr>
              <p:nvPr userDrawn="1"/>
            </p:nvSpPr>
            <p:spPr bwMode="gray">
              <a:xfrm>
                <a:off x="2527" y="1043"/>
                <a:ext cx="4" cy="8"/>
              </a:xfrm>
              <a:custGeom>
                <a:avLst/>
                <a:gdLst>
                  <a:gd name="T0" fmla="*/ 2 w 5"/>
                  <a:gd name="T1" fmla="*/ 0 h 8"/>
                  <a:gd name="T2" fmla="*/ 0 w 5"/>
                  <a:gd name="T3" fmla="*/ 3 h 8"/>
                  <a:gd name="T4" fmla="*/ 0 w 5"/>
                  <a:gd name="T5" fmla="*/ 5 h 8"/>
                  <a:gd name="T6" fmla="*/ 2 w 5"/>
                  <a:gd name="T7" fmla="*/ 7 h 8"/>
                  <a:gd name="T8" fmla="*/ 2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5" name="Line 1542"/>
              <p:cNvSpPr>
                <a:spLocks noChangeShapeType="1"/>
              </p:cNvSpPr>
              <p:nvPr userDrawn="1"/>
            </p:nvSpPr>
            <p:spPr bwMode="gray">
              <a:xfrm>
                <a:off x="2525" y="929"/>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6" name="Line 1543"/>
              <p:cNvSpPr>
                <a:spLocks noChangeShapeType="1"/>
              </p:cNvSpPr>
              <p:nvPr userDrawn="1"/>
            </p:nvSpPr>
            <p:spPr bwMode="gray">
              <a:xfrm>
                <a:off x="2529" y="925"/>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7" name="Freeform 1544"/>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8" name="Line 1545"/>
              <p:cNvSpPr>
                <a:spLocks noChangeShapeType="1"/>
              </p:cNvSpPr>
              <p:nvPr userDrawn="1"/>
            </p:nvSpPr>
            <p:spPr bwMode="gray">
              <a:xfrm flipH="1" flipV="1">
                <a:off x="2530" y="934"/>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9" name="Freeform 1546"/>
              <p:cNvSpPr>
                <a:spLocks/>
              </p:cNvSpPr>
              <p:nvPr userDrawn="1"/>
            </p:nvSpPr>
            <p:spPr bwMode="gray">
              <a:xfrm>
                <a:off x="2525" y="925"/>
                <a:ext cx="4" cy="9"/>
              </a:xfrm>
              <a:custGeom>
                <a:avLst/>
                <a:gdLst>
                  <a:gd name="T0" fmla="*/ 2 w 5"/>
                  <a:gd name="T1" fmla="*/ 9 h 9"/>
                  <a:gd name="T2" fmla="*/ 2 w 5"/>
                  <a:gd name="T3" fmla="*/ 7 h 9"/>
                  <a:gd name="T4" fmla="*/ 0 w 5"/>
                  <a:gd name="T5" fmla="*/ 4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0" name="Freeform 1547"/>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1" name="Freeform 1548"/>
              <p:cNvSpPr>
                <a:spLocks/>
              </p:cNvSpPr>
              <p:nvPr userDrawn="1"/>
            </p:nvSpPr>
            <p:spPr bwMode="gray">
              <a:xfrm>
                <a:off x="2861" y="754"/>
                <a:ext cx="22" cy="2"/>
              </a:xfrm>
              <a:custGeom>
                <a:avLst/>
                <a:gdLst>
                  <a:gd name="T0" fmla="*/ 145 w 19"/>
                  <a:gd name="T1" fmla="*/ 0 h 2"/>
                  <a:gd name="T2" fmla="*/ 108 w 19"/>
                  <a:gd name="T3" fmla="*/ 2 h 2"/>
                  <a:gd name="T4" fmla="*/ 52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2" name="Freeform 1549"/>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3" name="Freeform 1550"/>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4" name="Line 1551"/>
              <p:cNvSpPr>
                <a:spLocks noChangeShapeType="1"/>
              </p:cNvSpPr>
              <p:nvPr userDrawn="1"/>
            </p:nvSpPr>
            <p:spPr bwMode="gray">
              <a:xfrm flipH="1">
                <a:off x="2880" y="672"/>
                <a:ext cx="15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5" name="Line 1552"/>
              <p:cNvSpPr>
                <a:spLocks noChangeShapeType="1"/>
              </p:cNvSpPr>
              <p:nvPr userDrawn="1"/>
            </p:nvSpPr>
            <p:spPr bwMode="gray">
              <a:xfrm flipH="1">
                <a:off x="2880" y="680"/>
                <a:ext cx="15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6" name="Freeform 1553"/>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7" name="Line 1554"/>
              <p:cNvSpPr>
                <a:spLocks noChangeShapeType="1"/>
              </p:cNvSpPr>
              <p:nvPr userDrawn="1"/>
            </p:nvSpPr>
            <p:spPr bwMode="gray">
              <a:xfrm flipV="1">
                <a:off x="2884" y="670"/>
                <a:ext cx="159"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8" name="Freeform 1555"/>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9" name="Freeform 1556"/>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0" name="Line 1557"/>
              <p:cNvSpPr>
                <a:spLocks noChangeShapeType="1"/>
              </p:cNvSpPr>
              <p:nvPr userDrawn="1"/>
            </p:nvSpPr>
            <p:spPr bwMode="gray">
              <a:xfrm flipV="1">
                <a:off x="2920" y="913"/>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1" name="Line 1558"/>
              <p:cNvSpPr>
                <a:spLocks noChangeShapeType="1"/>
              </p:cNvSpPr>
              <p:nvPr userDrawn="1"/>
            </p:nvSpPr>
            <p:spPr bwMode="gray">
              <a:xfrm flipV="1">
                <a:off x="2912" y="917"/>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2" name="Freeform 1559"/>
              <p:cNvSpPr>
                <a:spLocks/>
              </p:cNvSpPr>
              <p:nvPr userDrawn="1"/>
            </p:nvSpPr>
            <p:spPr bwMode="gray">
              <a:xfrm>
                <a:off x="2912" y="913"/>
                <a:ext cx="22" cy="4"/>
              </a:xfrm>
              <a:custGeom>
                <a:avLst/>
                <a:gdLst>
                  <a:gd name="T0" fmla="*/ 0 w 21"/>
                  <a:gd name="T1" fmla="*/ 4 h 4"/>
                  <a:gd name="T2" fmla="*/ 7 w 21"/>
                  <a:gd name="T3" fmla="*/ 0 h 4"/>
                  <a:gd name="T4" fmla="*/ 28 w 21"/>
                  <a:gd name="T5" fmla="*/ 0 h 4"/>
                  <a:gd name="T6" fmla="*/ 38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3" name="Line 1560"/>
              <p:cNvSpPr>
                <a:spLocks noChangeShapeType="1"/>
              </p:cNvSpPr>
              <p:nvPr userDrawn="1"/>
            </p:nvSpPr>
            <p:spPr bwMode="gray">
              <a:xfrm flipH="1">
                <a:off x="2931" y="91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4" name="Freeform 1561"/>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5" name="Freeform 1562"/>
              <p:cNvSpPr>
                <a:spLocks/>
              </p:cNvSpPr>
              <p:nvPr userDrawn="1"/>
            </p:nvSpPr>
            <p:spPr bwMode="gray">
              <a:xfrm>
                <a:off x="2842" y="929"/>
                <a:ext cx="13" cy="16"/>
              </a:xfrm>
              <a:custGeom>
                <a:avLst/>
                <a:gdLst>
                  <a:gd name="T0" fmla="*/ 36 w 12"/>
                  <a:gd name="T1" fmla="*/ 16 h 16"/>
                  <a:gd name="T2" fmla="*/ 30 w 12"/>
                  <a:gd name="T3" fmla="*/ 10 h 16"/>
                  <a:gd name="T4" fmla="*/ 2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6" name="Line 1563"/>
              <p:cNvSpPr>
                <a:spLocks noChangeShapeType="1"/>
              </p:cNvSpPr>
              <p:nvPr userDrawn="1"/>
            </p:nvSpPr>
            <p:spPr bwMode="gray">
              <a:xfrm flipH="1">
                <a:off x="2749" y="903"/>
                <a:ext cx="16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7" name="Line 1564"/>
              <p:cNvSpPr>
                <a:spLocks noChangeShapeType="1"/>
              </p:cNvSpPr>
              <p:nvPr userDrawn="1"/>
            </p:nvSpPr>
            <p:spPr bwMode="gray">
              <a:xfrm flipH="1">
                <a:off x="2753" y="917"/>
                <a:ext cx="159"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8" name="Freeform 1565"/>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9" name="Line 1566"/>
              <p:cNvSpPr>
                <a:spLocks noChangeShapeType="1"/>
              </p:cNvSpPr>
              <p:nvPr userDrawn="1"/>
            </p:nvSpPr>
            <p:spPr bwMode="gray">
              <a:xfrm flipV="1">
                <a:off x="2740" y="896"/>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0" name="Freeform 1567"/>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1" name="Freeform 1568"/>
              <p:cNvSpPr>
                <a:spLocks/>
              </p:cNvSpPr>
              <p:nvPr userDrawn="1"/>
            </p:nvSpPr>
            <p:spPr bwMode="gray">
              <a:xfrm>
                <a:off x="2732" y="1116"/>
                <a:ext cx="21" cy="4"/>
              </a:xfrm>
              <a:custGeom>
                <a:avLst/>
                <a:gdLst>
                  <a:gd name="T0" fmla="*/ 21 w 21"/>
                  <a:gd name="T1" fmla="*/ 0 h 2"/>
                  <a:gd name="T2" fmla="*/ 15 w 21"/>
                  <a:gd name="T3" fmla="*/ 32768 h 2"/>
                  <a:gd name="T4" fmla="*/ 10 w 21"/>
                  <a:gd name="T5" fmla="*/ 32768 h 2"/>
                  <a:gd name="T6" fmla="*/ 5 w 21"/>
                  <a:gd name="T7" fmla="*/ 32768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2" name="Line 1569"/>
              <p:cNvSpPr>
                <a:spLocks noChangeShapeType="1"/>
              </p:cNvSpPr>
              <p:nvPr userDrawn="1"/>
            </p:nvSpPr>
            <p:spPr bwMode="gray">
              <a:xfrm>
                <a:off x="2742" y="999"/>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3" name="Line 1570"/>
              <p:cNvSpPr>
                <a:spLocks noChangeShapeType="1"/>
              </p:cNvSpPr>
              <p:nvPr userDrawn="1"/>
            </p:nvSpPr>
            <p:spPr bwMode="gray">
              <a:xfrm>
                <a:off x="2753" y="997"/>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4" name="Freeform 1571"/>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5" name="Line 1572"/>
              <p:cNvSpPr>
                <a:spLocks noChangeShapeType="1"/>
              </p:cNvSpPr>
              <p:nvPr userDrawn="1"/>
            </p:nvSpPr>
            <p:spPr bwMode="gray">
              <a:xfrm flipV="1">
                <a:off x="2732" y="997"/>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6" name="Freeform 1573"/>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7" name="Freeform 1574"/>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8" name="Line 1575"/>
              <p:cNvSpPr>
                <a:spLocks noChangeShapeType="1"/>
              </p:cNvSpPr>
              <p:nvPr userDrawn="1"/>
            </p:nvSpPr>
            <p:spPr bwMode="gray">
              <a:xfrm flipV="1">
                <a:off x="2749" y="1156"/>
                <a:ext cx="163"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9" name="Line 1576"/>
              <p:cNvSpPr>
                <a:spLocks noChangeShapeType="1"/>
              </p:cNvSpPr>
              <p:nvPr userDrawn="1"/>
            </p:nvSpPr>
            <p:spPr bwMode="gray">
              <a:xfrm flipV="1">
                <a:off x="2753" y="1149"/>
                <a:ext cx="159"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0" name="Freeform 1577"/>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1" name="Line 1578"/>
              <p:cNvSpPr>
                <a:spLocks noChangeShapeType="1"/>
              </p:cNvSpPr>
              <p:nvPr userDrawn="1"/>
            </p:nvSpPr>
            <p:spPr bwMode="gray">
              <a:xfrm flipH="1">
                <a:off x="2740" y="1154"/>
                <a:ext cx="169"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2" name="Freeform 1579"/>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3" name="Freeform 1580"/>
              <p:cNvSpPr>
                <a:spLocks/>
              </p:cNvSpPr>
              <p:nvPr userDrawn="1"/>
            </p:nvSpPr>
            <p:spPr bwMode="gray">
              <a:xfrm>
                <a:off x="3099" y="820"/>
                <a:ext cx="4" cy="7"/>
              </a:xfrm>
              <a:custGeom>
                <a:avLst/>
                <a:gdLst>
                  <a:gd name="T0" fmla="*/ 2 w 5"/>
                  <a:gd name="T1" fmla="*/ 0 h 7"/>
                  <a:gd name="T2" fmla="*/ 0 w 5"/>
                  <a:gd name="T3" fmla="*/ 2 h 7"/>
                  <a:gd name="T4" fmla="*/ 0 w 5"/>
                  <a:gd name="T5" fmla="*/ 4 h 7"/>
                  <a:gd name="T6" fmla="*/ 2 w 5"/>
                  <a:gd name="T7" fmla="*/ 6 h 7"/>
                  <a:gd name="T8" fmla="*/ 2 w 5"/>
                  <a:gd name="T9" fmla="*/ 7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4" name="Line 1581"/>
              <p:cNvSpPr>
                <a:spLocks noChangeShapeType="1"/>
              </p:cNvSpPr>
              <p:nvPr userDrawn="1"/>
            </p:nvSpPr>
            <p:spPr bwMode="gray">
              <a:xfrm flipV="1">
                <a:off x="3253" y="742"/>
                <a:ext cx="4" cy="1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5" name="Line 1582"/>
              <p:cNvSpPr>
                <a:spLocks noChangeShapeType="1"/>
              </p:cNvSpPr>
              <p:nvPr userDrawn="1"/>
            </p:nvSpPr>
            <p:spPr bwMode="gray">
              <a:xfrm flipV="1">
                <a:off x="3249" y="745"/>
                <a:ext cx="2" cy="10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6" name="Freeform 1583"/>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7" name="Line 1584"/>
              <p:cNvSpPr>
                <a:spLocks noChangeShapeType="1"/>
              </p:cNvSpPr>
              <p:nvPr userDrawn="1"/>
            </p:nvSpPr>
            <p:spPr bwMode="gray">
              <a:xfrm flipH="1">
                <a:off x="3246" y="738"/>
                <a:ext cx="3" cy="1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8" name="Freeform 1585"/>
              <p:cNvSpPr>
                <a:spLocks/>
              </p:cNvSpPr>
              <p:nvPr userDrawn="1"/>
            </p:nvSpPr>
            <p:spPr bwMode="gray">
              <a:xfrm>
                <a:off x="3146" y="777"/>
                <a:ext cx="13" cy="15"/>
              </a:xfrm>
              <a:custGeom>
                <a:avLst/>
                <a:gdLst>
                  <a:gd name="T0" fmla="*/ 36 w 12"/>
                  <a:gd name="T1" fmla="*/ 15 h 15"/>
                  <a:gd name="T2" fmla="*/ 33 w 12"/>
                  <a:gd name="T3" fmla="*/ 10 h 15"/>
                  <a:gd name="T4" fmla="*/ 28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9" name="Line 1586"/>
              <p:cNvSpPr>
                <a:spLocks noChangeShapeType="1"/>
              </p:cNvSpPr>
              <p:nvPr userDrawn="1"/>
            </p:nvSpPr>
            <p:spPr bwMode="gray">
              <a:xfrm flipH="1">
                <a:off x="3094" y="735"/>
                <a:ext cx="155"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0" name="Line 1587"/>
              <p:cNvSpPr>
                <a:spLocks noChangeShapeType="1"/>
              </p:cNvSpPr>
              <p:nvPr userDrawn="1"/>
            </p:nvSpPr>
            <p:spPr bwMode="gray">
              <a:xfrm flipH="1">
                <a:off x="3102" y="745"/>
                <a:ext cx="14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1" name="Freeform 1588"/>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2" name="Line 1589"/>
              <p:cNvSpPr>
                <a:spLocks noChangeShapeType="1"/>
              </p:cNvSpPr>
              <p:nvPr userDrawn="1"/>
            </p:nvSpPr>
            <p:spPr bwMode="gray">
              <a:xfrm flipV="1">
                <a:off x="3081" y="729"/>
                <a:ext cx="160"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3" name="Freeform 1590"/>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4" name="Freeform 1591"/>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5" name="Line 1592"/>
              <p:cNvSpPr>
                <a:spLocks noChangeShapeType="1"/>
              </p:cNvSpPr>
              <p:nvPr userDrawn="1"/>
            </p:nvSpPr>
            <p:spPr bwMode="gray">
              <a:xfrm>
                <a:off x="3048" y="672"/>
                <a:ext cx="198"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6" name="Line 1593"/>
              <p:cNvSpPr>
                <a:spLocks noChangeShapeType="1"/>
              </p:cNvSpPr>
              <p:nvPr userDrawn="1"/>
            </p:nvSpPr>
            <p:spPr bwMode="gray">
              <a:xfrm>
                <a:off x="3052" y="679"/>
                <a:ext cx="197"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7" name="Freeform 1594"/>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8" name="Line 1595"/>
              <p:cNvSpPr>
                <a:spLocks noChangeShapeType="1"/>
              </p:cNvSpPr>
              <p:nvPr userDrawn="1"/>
            </p:nvSpPr>
            <p:spPr bwMode="gray">
              <a:xfrm flipH="1" flipV="1">
                <a:off x="3043" y="670"/>
                <a:ext cx="198"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9" name="Freeform 1596"/>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0" name="Freeform 1597"/>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1" name="Line 1598"/>
              <p:cNvSpPr>
                <a:spLocks noChangeShapeType="1"/>
              </p:cNvSpPr>
              <p:nvPr userDrawn="1"/>
            </p:nvSpPr>
            <p:spPr bwMode="gray">
              <a:xfrm>
                <a:off x="2532" y="922"/>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2" name="Line 1599"/>
              <p:cNvSpPr>
                <a:spLocks noChangeShapeType="1"/>
              </p:cNvSpPr>
              <p:nvPr userDrawn="1"/>
            </p:nvSpPr>
            <p:spPr bwMode="gray">
              <a:xfrm>
                <a:off x="2539" y="915"/>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3" name="Freeform 1600"/>
              <p:cNvSpPr>
                <a:spLocks/>
              </p:cNvSpPr>
              <p:nvPr userDrawn="1"/>
            </p:nvSpPr>
            <p:spPr bwMode="gray">
              <a:xfrm>
                <a:off x="2732" y="980"/>
                <a:ext cx="4" cy="17"/>
              </a:xfrm>
              <a:custGeom>
                <a:avLst/>
                <a:gdLst>
                  <a:gd name="T0" fmla="*/ 1 w 8"/>
                  <a:gd name="T1" fmla="*/ 0 h 17"/>
                  <a:gd name="T2" fmla="*/ 1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4" name="Line 1601"/>
              <p:cNvSpPr>
                <a:spLocks noChangeShapeType="1"/>
              </p:cNvSpPr>
              <p:nvPr userDrawn="1"/>
            </p:nvSpPr>
            <p:spPr bwMode="gray">
              <a:xfrm flipH="1" flipV="1">
                <a:off x="2530" y="934"/>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5" name="Freeform 1602"/>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6" name="Line 1603"/>
              <p:cNvSpPr>
                <a:spLocks noChangeShapeType="1"/>
              </p:cNvSpPr>
              <p:nvPr userDrawn="1"/>
            </p:nvSpPr>
            <p:spPr bwMode="gray">
              <a:xfrm flipH="1" flipV="1">
                <a:off x="2503" y="1016"/>
                <a:ext cx="22" cy="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7" name="Line 1604"/>
              <p:cNvSpPr>
                <a:spLocks noChangeShapeType="1"/>
              </p:cNvSpPr>
              <p:nvPr userDrawn="1"/>
            </p:nvSpPr>
            <p:spPr bwMode="gray">
              <a:xfrm flipH="1" flipV="1">
                <a:off x="2496" y="1008"/>
                <a:ext cx="30"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8" name="Freeform 1605"/>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9" name="Freeform 1606"/>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0" name="Line 1607"/>
              <p:cNvSpPr>
                <a:spLocks noChangeShapeType="1"/>
              </p:cNvSpPr>
              <p:nvPr userDrawn="1"/>
            </p:nvSpPr>
            <p:spPr bwMode="gray">
              <a:xfrm flipH="1" flipV="1">
                <a:off x="2489" y="775"/>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1" name="Line 1608"/>
              <p:cNvSpPr>
                <a:spLocks noChangeShapeType="1"/>
              </p:cNvSpPr>
              <p:nvPr userDrawn="1"/>
            </p:nvSpPr>
            <p:spPr bwMode="gray">
              <a:xfrm flipH="1" flipV="1">
                <a:off x="2494" y="778"/>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2" name="Freeform 1609"/>
              <p:cNvSpPr>
                <a:spLocks/>
              </p:cNvSpPr>
              <p:nvPr userDrawn="1"/>
            </p:nvSpPr>
            <p:spPr bwMode="gray">
              <a:xfrm>
                <a:off x="2489" y="771"/>
                <a:ext cx="4" cy="4"/>
              </a:xfrm>
              <a:custGeom>
                <a:avLst/>
                <a:gdLst>
                  <a:gd name="T0" fmla="*/ 2 w 5"/>
                  <a:gd name="T1" fmla="*/ 1 h 7"/>
                  <a:gd name="T2" fmla="*/ 1 w 5"/>
                  <a:gd name="T3" fmla="*/ 1 h 7"/>
                  <a:gd name="T4" fmla="*/ 0 w 5"/>
                  <a:gd name="T5" fmla="*/ 1 h 7"/>
                  <a:gd name="T6" fmla="*/ 0 w 5"/>
                  <a:gd name="T7" fmla="*/ 1 h 7"/>
                  <a:gd name="T8" fmla="*/ 2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3" name="Line 1610"/>
              <p:cNvSpPr>
                <a:spLocks noChangeShapeType="1"/>
              </p:cNvSpPr>
              <p:nvPr userDrawn="1"/>
            </p:nvSpPr>
            <p:spPr bwMode="gray">
              <a:xfrm>
                <a:off x="2492" y="771"/>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4" name="Freeform 1611"/>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5" name="Freeform 1612"/>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6" name="Line 1613"/>
              <p:cNvSpPr>
                <a:spLocks noChangeShapeType="1"/>
              </p:cNvSpPr>
              <p:nvPr userDrawn="1"/>
            </p:nvSpPr>
            <p:spPr bwMode="gray">
              <a:xfrm>
                <a:off x="2496" y="768"/>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7" name="Line 1614"/>
              <p:cNvSpPr>
                <a:spLocks noChangeShapeType="1"/>
              </p:cNvSpPr>
              <p:nvPr userDrawn="1"/>
            </p:nvSpPr>
            <p:spPr bwMode="gray">
              <a:xfrm>
                <a:off x="2494" y="778"/>
                <a:ext cx="19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8" name="Freeform 1615"/>
              <p:cNvSpPr>
                <a:spLocks/>
              </p:cNvSpPr>
              <p:nvPr userDrawn="1"/>
            </p:nvSpPr>
            <p:spPr bwMode="gray">
              <a:xfrm>
                <a:off x="2688" y="826"/>
                <a:ext cx="22" cy="14"/>
              </a:xfrm>
              <a:custGeom>
                <a:avLst/>
                <a:gdLst>
                  <a:gd name="T0" fmla="*/ 0 w 19"/>
                  <a:gd name="T1" fmla="*/ 14 h 14"/>
                  <a:gd name="T2" fmla="*/ 3 w 19"/>
                  <a:gd name="T3" fmla="*/ 8 h 14"/>
                  <a:gd name="T4" fmla="*/ 69 w 19"/>
                  <a:gd name="T5" fmla="*/ 3 h 14"/>
                  <a:gd name="T6" fmla="*/ 108 w 19"/>
                  <a:gd name="T7" fmla="*/ 1 h 14"/>
                  <a:gd name="T8" fmla="*/ 145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9" name="Line 1616"/>
              <p:cNvSpPr>
                <a:spLocks noChangeShapeType="1"/>
              </p:cNvSpPr>
              <p:nvPr userDrawn="1"/>
            </p:nvSpPr>
            <p:spPr bwMode="gray">
              <a:xfrm flipH="1" flipV="1">
                <a:off x="2503" y="761"/>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0" name="Freeform 1617"/>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1" name="Freeform 1618"/>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2" name="Line 1619"/>
              <p:cNvSpPr>
                <a:spLocks noChangeShapeType="1"/>
              </p:cNvSpPr>
              <p:nvPr userDrawn="1"/>
            </p:nvSpPr>
            <p:spPr bwMode="gray">
              <a:xfrm>
                <a:off x="2929" y="903"/>
                <a:ext cx="213" cy="6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3" name="Line 1620"/>
              <p:cNvSpPr>
                <a:spLocks noChangeShapeType="1"/>
              </p:cNvSpPr>
              <p:nvPr userDrawn="1"/>
            </p:nvSpPr>
            <p:spPr bwMode="gray">
              <a:xfrm>
                <a:off x="2933" y="915"/>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4" name="Freeform 1621"/>
              <p:cNvSpPr>
                <a:spLocks/>
              </p:cNvSpPr>
              <p:nvPr userDrawn="1"/>
            </p:nvSpPr>
            <p:spPr bwMode="gray">
              <a:xfrm>
                <a:off x="3137" y="960"/>
                <a:ext cx="9" cy="22"/>
              </a:xfrm>
              <a:custGeom>
                <a:avLst/>
                <a:gdLst>
                  <a:gd name="T0" fmla="*/ 0 w 9"/>
                  <a:gd name="T1" fmla="*/ 76 h 20"/>
                  <a:gd name="T2" fmla="*/ 2 w 9"/>
                  <a:gd name="T3" fmla="*/ 55 h 20"/>
                  <a:gd name="T4" fmla="*/ 4 w 9"/>
                  <a:gd name="T5" fmla="*/ 34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5" name="Line 1622"/>
              <p:cNvSpPr>
                <a:spLocks noChangeShapeType="1"/>
              </p:cNvSpPr>
              <p:nvPr userDrawn="1"/>
            </p:nvSpPr>
            <p:spPr bwMode="gray">
              <a:xfrm flipH="1" flipV="1">
                <a:off x="2929" y="894"/>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6" name="Freeform 1623"/>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7" name="Freeform 1624"/>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8" name="Line 1625"/>
              <p:cNvSpPr>
                <a:spLocks noChangeShapeType="1"/>
              </p:cNvSpPr>
              <p:nvPr userDrawn="1"/>
            </p:nvSpPr>
            <p:spPr bwMode="gray">
              <a:xfrm flipH="1">
                <a:off x="3144" y="980"/>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9" name="Line 1626"/>
              <p:cNvSpPr>
                <a:spLocks noChangeShapeType="1"/>
              </p:cNvSpPr>
              <p:nvPr userDrawn="1"/>
            </p:nvSpPr>
            <p:spPr bwMode="gray">
              <a:xfrm flipH="1">
                <a:off x="3134" y="980"/>
                <a:ext cx="3"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0" name="Freeform 1627"/>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1" name="Line 1628"/>
              <p:cNvSpPr>
                <a:spLocks noChangeShapeType="1"/>
              </p:cNvSpPr>
              <p:nvPr userDrawn="1"/>
            </p:nvSpPr>
            <p:spPr bwMode="gray">
              <a:xfrm flipV="1">
                <a:off x="3155" y="978"/>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2" name="Freeform 1629"/>
              <p:cNvSpPr>
                <a:spLocks/>
              </p:cNvSpPr>
              <p:nvPr userDrawn="1"/>
            </p:nvSpPr>
            <p:spPr bwMode="gray">
              <a:xfrm>
                <a:off x="3137" y="978"/>
                <a:ext cx="22" cy="4"/>
              </a:xfrm>
              <a:custGeom>
                <a:avLst/>
                <a:gdLst>
                  <a:gd name="T0" fmla="*/ 38 w 21"/>
                  <a:gd name="T1" fmla="*/ 0 h 3"/>
                  <a:gd name="T2" fmla="*/ 30 w 21"/>
                  <a:gd name="T3" fmla="*/ 116 h 3"/>
                  <a:gd name="T4" fmla="*/ 25 w 21"/>
                  <a:gd name="T5" fmla="*/ 155 h 3"/>
                  <a:gd name="T6" fmla="*/ 6 w 21"/>
                  <a:gd name="T7" fmla="*/ 116 h 3"/>
                  <a:gd name="T8" fmla="*/ 0 w 21"/>
                  <a:gd name="T9" fmla="*/ 116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3" name="Freeform 1630"/>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4" name="Line 1631"/>
              <p:cNvSpPr>
                <a:spLocks noChangeShapeType="1"/>
              </p:cNvSpPr>
              <p:nvPr userDrawn="1"/>
            </p:nvSpPr>
            <p:spPr bwMode="gray">
              <a:xfrm flipH="1" flipV="1">
                <a:off x="2927" y="1154"/>
                <a:ext cx="210"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5" name="Line 1632"/>
              <p:cNvSpPr>
                <a:spLocks noChangeShapeType="1"/>
              </p:cNvSpPr>
              <p:nvPr userDrawn="1"/>
            </p:nvSpPr>
            <p:spPr bwMode="gray">
              <a:xfrm flipH="1" flipV="1">
                <a:off x="2931" y="1149"/>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6" name="Freeform 1633"/>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7" name="Line 1634"/>
              <p:cNvSpPr>
                <a:spLocks noChangeShapeType="1"/>
              </p:cNvSpPr>
              <p:nvPr userDrawn="1"/>
            </p:nvSpPr>
            <p:spPr bwMode="gray">
              <a:xfrm>
                <a:off x="2929" y="1154"/>
                <a:ext cx="214"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8" name="Freeform 1635"/>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9" name="Freeform 1636"/>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0" name="Freeform 1637"/>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1" name="Line 1638"/>
              <p:cNvSpPr>
                <a:spLocks noChangeShapeType="1"/>
              </p:cNvSpPr>
              <p:nvPr userDrawn="1"/>
            </p:nvSpPr>
            <p:spPr bwMode="gray">
              <a:xfrm>
                <a:off x="2665" y="687"/>
                <a:ext cx="200"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2" name="Line 1639"/>
              <p:cNvSpPr>
                <a:spLocks noChangeShapeType="1"/>
              </p:cNvSpPr>
              <p:nvPr userDrawn="1"/>
            </p:nvSpPr>
            <p:spPr bwMode="gray">
              <a:xfrm>
                <a:off x="2669" y="696"/>
                <a:ext cx="192"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3" name="Freeform 1640"/>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4" name="Line 1641"/>
              <p:cNvSpPr>
                <a:spLocks noChangeShapeType="1"/>
              </p:cNvSpPr>
              <p:nvPr userDrawn="1"/>
            </p:nvSpPr>
            <p:spPr bwMode="gray">
              <a:xfrm flipH="1" flipV="1">
                <a:off x="2660" y="687"/>
                <a:ext cx="205"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5" name="Freeform 1642"/>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6" name="Freeform 1643"/>
              <p:cNvSpPr>
                <a:spLocks/>
              </p:cNvSpPr>
              <p:nvPr userDrawn="1"/>
            </p:nvSpPr>
            <p:spPr bwMode="gray">
              <a:xfrm>
                <a:off x="3197" y="848"/>
                <a:ext cx="9" cy="13"/>
              </a:xfrm>
              <a:custGeom>
                <a:avLst/>
                <a:gdLst>
                  <a:gd name="T0" fmla="*/ 9 w 9"/>
                  <a:gd name="T1" fmla="*/ 110 h 11"/>
                  <a:gd name="T2" fmla="*/ 9 w 9"/>
                  <a:gd name="T3" fmla="*/ 57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7" name="Line 1644"/>
              <p:cNvSpPr>
                <a:spLocks noChangeShapeType="1"/>
              </p:cNvSpPr>
              <p:nvPr userDrawn="1"/>
            </p:nvSpPr>
            <p:spPr bwMode="gray">
              <a:xfrm>
                <a:off x="3097" y="819"/>
                <a:ext cx="210"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8" name="Line 1645"/>
              <p:cNvSpPr>
                <a:spLocks noChangeShapeType="1"/>
              </p:cNvSpPr>
              <p:nvPr userDrawn="1"/>
            </p:nvSpPr>
            <p:spPr bwMode="gray">
              <a:xfrm>
                <a:off x="3104" y="827"/>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9" name="Freeform 1646"/>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0" name="Line 1647"/>
              <p:cNvSpPr>
                <a:spLocks noChangeShapeType="1"/>
              </p:cNvSpPr>
              <p:nvPr userDrawn="1"/>
            </p:nvSpPr>
            <p:spPr bwMode="gray">
              <a:xfrm flipH="1" flipV="1">
                <a:off x="3085" y="815"/>
                <a:ext cx="21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1" name="Freeform 1648"/>
              <p:cNvSpPr>
                <a:spLocks/>
              </p:cNvSpPr>
              <p:nvPr userDrawn="1"/>
            </p:nvSpPr>
            <p:spPr bwMode="gray">
              <a:xfrm>
                <a:off x="3307" y="1008"/>
                <a:ext cx="4" cy="7"/>
              </a:xfrm>
              <a:custGeom>
                <a:avLst/>
                <a:gdLst>
                  <a:gd name="T0" fmla="*/ 0 w 5"/>
                  <a:gd name="T1" fmla="*/ 0 h 7"/>
                  <a:gd name="T2" fmla="*/ 2 w 5"/>
                  <a:gd name="T3" fmla="*/ 0 h 7"/>
                  <a:gd name="T4" fmla="*/ 2 w 5"/>
                  <a:gd name="T5" fmla="*/ 1 h 7"/>
                  <a:gd name="T6" fmla="*/ 2 w 5"/>
                  <a:gd name="T7" fmla="*/ 3 h 7"/>
                  <a:gd name="T8" fmla="*/ 2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2" name="Line 1649"/>
              <p:cNvSpPr>
                <a:spLocks noChangeShapeType="1"/>
              </p:cNvSpPr>
              <p:nvPr userDrawn="1"/>
            </p:nvSpPr>
            <p:spPr bwMode="gray">
              <a:xfrm flipH="1">
                <a:off x="3309" y="894"/>
                <a:ext cx="5"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3" name="Line 1650"/>
              <p:cNvSpPr>
                <a:spLocks noChangeShapeType="1"/>
              </p:cNvSpPr>
              <p:nvPr userDrawn="1"/>
            </p:nvSpPr>
            <p:spPr bwMode="gray">
              <a:xfrm flipH="1">
                <a:off x="3303" y="890"/>
                <a:ext cx="6"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4" name="Freeform 1651"/>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5" name="Line 1652"/>
              <p:cNvSpPr>
                <a:spLocks noChangeShapeType="1"/>
              </p:cNvSpPr>
              <p:nvPr userDrawn="1"/>
            </p:nvSpPr>
            <p:spPr bwMode="gray">
              <a:xfrm flipV="1">
                <a:off x="3307" y="897"/>
                <a:ext cx="4"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6" name="Freeform 1653"/>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7" name="Freeform 1654"/>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8" name="Freeform 1655"/>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9" name="Line 1656"/>
              <p:cNvSpPr>
                <a:spLocks noChangeShapeType="1"/>
              </p:cNvSpPr>
              <p:nvPr userDrawn="1"/>
            </p:nvSpPr>
            <p:spPr bwMode="gray">
              <a:xfrm flipV="1">
                <a:off x="2494" y="689"/>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0" name="Line 1657"/>
              <p:cNvSpPr>
                <a:spLocks noChangeShapeType="1"/>
              </p:cNvSpPr>
              <p:nvPr userDrawn="1"/>
            </p:nvSpPr>
            <p:spPr bwMode="gray">
              <a:xfrm flipV="1">
                <a:off x="2492" y="696"/>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1" name="Freeform 1658"/>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2" name="Line 1659"/>
              <p:cNvSpPr>
                <a:spLocks noChangeShapeType="1"/>
              </p:cNvSpPr>
              <p:nvPr userDrawn="1"/>
            </p:nvSpPr>
            <p:spPr bwMode="gray">
              <a:xfrm flipH="1">
                <a:off x="2503" y="687"/>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3" name="Freeform 1660"/>
              <p:cNvSpPr>
                <a:spLocks/>
              </p:cNvSpPr>
              <p:nvPr userDrawn="1"/>
            </p:nvSpPr>
            <p:spPr bwMode="gray">
              <a:xfrm>
                <a:off x="2492" y="761"/>
                <a:ext cx="11" cy="13"/>
              </a:xfrm>
              <a:custGeom>
                <a:avLst/>
                <a:gdLst>
                  <a:gd name="T0" fmla="*/ 11 w 11"/>
                  <a:gd name="T1" fmla="*/ 0 h 10"/>
                  <a:gd name="T2" fmla="*/ 7 w 11"/>
                  <a:gd name="T3" fmla="*/ 0 h 10"/>
                  <a:gd name="T4" fmla="*/ 4 w 11"/>
                  <a:gd name="T5" fmla="*/ 101 h 10"/>
                  <a:gd name="T6" fmla="*/ 2 w 11"/>
                  <a:gd name="T7" fmla="*/ 131 h 10"/>
                  <a:gd name="T8" fmla="*/ 0 w 11"/>
                  <a:gd name="T9" fmla="*/ 287 h 10"/>
                  <a:gd name="T10" fmla="*/ 0 w 11"/>
                  <a:gd name="T11" fmla="*/ 40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4" name="Freeform 1661"/>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5" name="Line 1662"/>
              <p:cNvSpPr>
                <a:spLocks noChangeShapeType="1"/>
              </p:cNvSpPr>
              <p:nvPr userDrawn="1"/>
            </p:nvSpPr>
            <p:spPr bwMode="gray">
              <a:xfrm flipV="1">
                <a:off x="3155" y="887"/>
                <a:ext cx="154" cy="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6" name="Line 1663"/>
              <p:cNvSpPr>
                <a:spLocks noChangeShapeType="1"/>
              </p:cNvSpPr>
              <p:nvPr userDrawn="1"/>
            </p:nvSpPr>
            <p:spPr bwMode="gray">
              <a:xfrm flipV="1">
                <a:off x="3146" y="882"/>
                <a:ext cx="154"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7" name="Freeform 1664"/>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8" name="Line 1665"/>
              <p:cNvSpPr>
                <a:spLocks noChangeShapeType="1"/>
              </p:cNvSpPr>
              <p:nvPr userDrawn="1"/>
            </p:nvSpPr>
            <p:spPr bwMode="gray">
              <a:xfrm flipH="1">
                <a:off x="3158" y="897"/>
                <a:ext cx="152"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9" name="Freeform 1666"/>
              <p:cNvSpPr>
                <a:spLocks/>
              </p:cNvSpPr>
              <p:nvPr userDrawn="1"/>
            </p:nvSpPr>
            <p:spPr bwMode="gray">
              <a:xfrm>
                <a:off x="3146" y="960"/>
                <a:ext cx="13" cy="18"/>
              </a:xfrm>
              <a:custGeom>
                <a:avLst/>
                <a:gdLst>
                  <a:gd name="T0" fmla="*/ 36 w 12"/>
                  <a:gd name="T1" fmla="*/ 18 h 18"/>
                  <a:gd name="T2" fmla="*/ 33 w 12"/>
                  <a:gd name="T3" fmla="*/ 13 h 18"/>
                  <a:gd name="T4" fmla="*/ 28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0" name="Freeform 1667"/>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1" name="Line 1668"/>
              <p:cNvSpPr>
                <a:spLocks noChangeShapeType="1"/>
              </p:cNvSpPr>
              <p:nvPr userDrawn="1"/>
            </p:nvSpPr>
            <p:spPr bwMode="gray">
              <a:xfrm>
                <a:off x="2123" y="1529"/>
                <a:ext cx="14"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2" name="Line 1669"/>
              <p:cNvSpPr>
                <a:spLocks noChangeShapeType="1"/>
              </p:cNvSpPr>
              <p:nvPr userDrawn="1"/>
            </p:nvSpPr>
            <p:spPr bwMode="gray">
              <a:xfrm>
                <a:off x="2130" y="1529"/>
                <a:ext cx="7"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3" name="Line 1670"/>
              <p:cNvSpPr>
                <a:spLocks noChangeShapeType="1"/>
              </p:cNvSpPr>
              <p:nvPr userDrawn="1"/>
            </p:nvSpPr>
            <p:spPr bwMode="gray">
              <a:xfrm flipH="1" flipV="1">
                <a:off x="2121" y="1522"/>
                <a:ext cx="16"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4" name="Freeform 1671"/>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5" name="Freeform 1672"/>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6" name="Line 1673"/>
              <p:cNvSpPr>
                <a:spLocks noChangeShapeType="1"/>
              </p:cNvSpPr>
              <p:nvPr userDrawn="1"/>
            </p:nvSpPr>
            <p:spPr bwMode="gray">
              <a:xfrm flipV="1">
                <a:off x="2739" y="1329"/>
                <a:ext cx="7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7" name="Line 1674"/>
              <p:cNvSpPr>
                <a:spLocks noChangeShapeType="1"/>
              </p:cNvSpPr>
              <p:nvPr userDrawn="1"/>
            </p:nvSpPr>
            <p:spPr bwMode="gray">
              <a:xfrm flipV="1">
                <a:off x="2737" y="1331"/>
                <a:ext cx="70" cy="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8" name="Freeform 1675"/>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9" name="Line 1676"/>
              <p:cNvSpPr>
                <a:spLocks noChangeShapeType="1"/>
              </p:cNvSpPr>
              <p:nvPr userDrawn="1"/>
            </p:nvSpPr>
            <p:spPr bwMode="gray">
              <a:xfrm flipH="1">
                <a:off x="2737" y="1322"/>
                <a:ext cx="80"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0" name="Freeform 1677"/>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1" name="Freeform 1678"/>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2" name="Line 1679"/>
              <p:cNvSpPr>
                <a:spLocks noChangeShapeType="1"/>
              </p:cNvSpPr>
              <p:nvPr userDrawn="1"/>
            </p:nvSpPr>
            <p:spPr bwMode="gray">
              <a:xfrm flipH="1">
                <a:off x="2116"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3" name="Line 1680"/>
              <p:cNvSpPr>
                <a:spLocks noChangeShapeType="1"/>
              </p:cNvSpPr>
              <p:nvPr userDrawn="1"/>
            </p:nvSpPr>
            <p:spPr bwMode="gray">
              <a:xfrm flipH="1">
                <a:off x="2123"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4" name="Freeform 1681"/>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5" name="Line 1682"/>
              <p:cNvSpPr>
                <a:spLocks noChangeShapeType="1"/>
              </p:cNvSpPr>
              <p:nvPr userDrawn="1"/>
            </p:nvSpPr>
            <p:spPr bwMode="gray">
              <a:xfrm flipV="1">
                <a:off x="2112" y="1209"/>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6" name="Freeform 1683"/>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7" name="Freeform 1684"/>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8" name="Line 1685"/>
              <p:cNvSpPr>
                <a:spLocks noChangeShapeType="1"/>
              </p:cNvSpPr>
              <p:nvPr userDrawn="1"/>
            </p:nvSpPr>
            <p:spPr bwMode="gray">
              <a:xfrm>
                <a:off x="2118" y="1291"/>
                <a:ext cx="185"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9" name="Line 1686"/>
              <p:cNvSpPr>
                <a:spLocks noChangeShapeType="1"/>
              </p:cNvSpPr>
              <p:nvPr userDrawn="1"/>
            </p:nvSpPr>
            <p:spPr bwMode="gray">
              <a:xfrm>
                <a:off x="2123" y="1284"/>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0" name="Freeform 1687"/>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1" name="Line 1688"/>
              <p:cNvSpPr>
                <a:spLocks noChangeShapeType="1"/>
              </p:cNvSpPr>
              <p:nvPr userDrawn="1"/>
            </p:nvSpPr>
            <p:spPr bwMode="gray">
              <a:xfrm flipH="1" flipV="1">
                <a:off x="2114" y="1301"/>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2" name="Freeform 1689"/>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3" name="Line 1690"/>
              <p:cNvSpPr>
                <a:spLocks noChangeShapeType="1"/>
              </p:cNvSpPr>
              <p:nvPr userDrawn="1"/>
            </p:nvSpPr>
            <p:spPr bwMode="gray">
              <a:xfrm flipV="1">
                <a:off x="2317" y="1342"/>
                <a:ext cx="28"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4" name="Line 1691"/>
              <p:cNvSpPr>
                <a:spLocks noChangeShapeType="1"/>
              </p:cNvSpPr>
              <p:nvPr userDrawn="1"/>
            </p:nvSpPr>
            <p:spPr bwMode="gray">
              <a:xfrm flipV="1">
                <a:off x="2310" y="1331"/>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5" name="Line 1692"/>
              <p:cNvSpPr>
                <a:spLocks noChangeShapeType="1"/>
              </p:cNvSpPr>
              <p:nvPr userDrawn="1"/>
            </p:nvSpPr>
            <p:spPr bwMode="gray">
              <a:xfrm flipH="1">
                <a:off x="2321" y="1354"/>
                <a:ext cx="24"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6" name="Freeform 1693"/>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7" name="Freeform 1694"/>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8" name="Line 1695"/>
              <p:cNvSpPr>
                <a:spLocks noChangeShapeType="1"/>
              </p:cNvSpPr>
              <p:nvPr userDrawn="1"/>
            </p:nvSpPr>
            <p:spPr bwMode="gray">
              <a:xfrm flipH="1" flipV="1">
                <a:off x="2111" y="1298"/>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9" name="Line 1696"/>
              <p:cNvSpPr>
                <a:spLocks noChangeShapeType="1"/>
              </p:cNvSpPr>
              <p:nvPr userDrawn="1"/>
            </p:nvSpPr>
            <p:spPr bwMode="gray">
              <a:xfrm flipH="1" flipV="1">
                <a:off x="2112" y="1293"/>
                <a:ext cx="7"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0" name="Freeform 1697"/>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1" name="Line 1698"/>
              <p:cNvSpPr>
                <a:spLocks noChangeShapeType="1"/>
              </p:cNvSpPr>
              <p:nvPr userDrawn="1"/>
            </p:nvSpPr>
            <p:spPr bwMode="gray">
              <a:xfrm>
                <a:off x="2114" y="1301"/>
                <a:ext cx="7" cy="22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2" name="Freeform 1699"/>
              <p:cNvSpPr>
                <a:spLocks/>
              </p:cNvSpPr>
              <p:nvPr userDrawn="1"/>
            </p:nvSpPr>
            <p:spPr bwMode="gray">
              <a:xfrm>
                <a:off x="2116" y="1513"/>
                <a:ext cx="4" cy="9"/>
              </a:xfrm>
              <a:custGeom>
                <a:avLst/>
                <a:gdLst>
                  <a:gd name="T0" fmla="*/ 2 w 5"/>
                  <a:gd name="T1" fmla="*/ 9 h 9"/>
                  <a:gd name="T2" fmla="*/ 2 w 5"/>
                  <a:gd name="T3" fmla="*/ 7 h 9"/>
                  <a:gd name="T4" fmla="*/ 0 w 5"/>
                  <a:gd name="T5" fmla="*/ 5 h 9"/>
                  <a:gd name="T6" fmla="*/ 2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3" name="Freeform 1700"/>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4" name="Freeform 1701"/>
              <p:cNvSpPr>
                <a:spLocks/>
              </p:cNvSpPr>
              <p:nvPr userDrawn="1"/>
            </p:nvSpPr>
            <p:spPr bwMode="gray">
              <a:xfrm>
                <a:off x="3533" y="1216"/>
                <a:ext cx="4" cy="8"/>
              </a:xfrm>
              <a:custGeom>
                <a:avLst/>
                <a:gdLst>
                  <a:gd name="T0" fmla="*/ 0 w 5"/>
                  <a:gd name="T1" fmla="*/ 0 h 8"/>
                  <a:gd name="T2" fmla="*/ 1 w 5"/>
                  <a:gd name="T3" fmla="*/ 0 h 8"/>
                  <a:gd name="T4" fmla="*/ 2 w 5"/>
                  <a:gd name="T5" fmla="*/ 1 h 8"/>
                  <a:gd name="T6" fmla="*/ 2 w 5"/>
                  <a:gd name="T7" fmla="*/ 3 h 8"/>
                  <a:gd name="T8" fmla="*/ 2 w 5"/>
                  <a:gd name="T9" fmla="*/ 5 h 8"/>
                  <a:gd name="T10" fmla="*/ 2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5" name="Freeform 1702"/>
              <p:cNvSpPr>
                <a:spLocks/>
              </p:cNvSpPr>
              <p:nvPr userDrawn="1"/>
            </p:nvSpPr>
            <p:spPr bwMode="gray">
              <a:xfrm>
                <a:off x="2142" y="1686"/>
                <a:ext cx="4" cy="16"/>
              </a:xfrm>
              <a:custGeom>
                <a:avLst/>
                <a:gdLst>
                  <a:gd name="T0" fmla="*/ 1 w 7"/>
                  <a:gd name="T1" fmla="*/ 0 h 16"/>
                  <a:gd name="T2" fmla="*/ 0 w 7"/>
                  <a:gd name="T3" fmla="*/ 4 h 16"/>
                  <a:gd name="T4" fmla="*/ 0 w 7"/>
                  <a:gd name="T5" fmla="*/ 7 h 16"/>
                  <a:gd name="T6" fmla="*/ 1 w 7"/>
                  <a:gd name="T7" fmla="*/ 12 h 16"/>
                  <a:gd name="T8" fmla="*/ 1 w 7"/>
                  <a:gd name="T9" fmla="*/ 14 h 16"/>
                  <a:gd name="T10" fmla="*/ 1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6" name="Freeform 1703"/>
              <p:cNvSpPr>
                <a:spLocks/>
              </p:cNvSpPr>
              <p:nvPr userDrawn="1"/>
            </p:nvSpPr>
            <p:spPr bwMode="gray">
              <a:xfrm>
                <a:off x="2142" y="1693"/>
                <a:ext cx="9" cy="4"/>
              </a:xfrm>
              <a:custGeom>
                <a:avLst/>
                <a:gdLst>
                  <a:gd name="T0" fmla="*/ 9 w 9"/>
                  <a:gd name="T1" fmla="*/ 2 h 5"/>
                  <a:gd name="T2" fmla="*/ 5 w 9"/>
                  <a:gd name="T3" fmla="*/ 2 h 5"/>
                  <a:gd name="T4" fmla="*/ 2 w 9"/>
                  <a:gd name="T5" fmla="*/ 2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7" name="Freeform 1704"/>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8" name="Freeform 1705"/>
              <p:cNvSpPr>
                <a:spLocks/>
              </p:cNvSpPr>
              <p:nvPr userDrawn="1"/>
            </p:nvSpPr>
            <p:spPr bwMode="gray">
              <a:xfrm>
                <a:off x="2784" y="1933"/>
                <a:ext cx="13" cy="8"/>
              </a:xfrm>
              <a:custGeom>
                <a:avLst/>
                <a:gdLst>
                  <a:gd name="T0" fmla="*/ 0 w 11"/>
                  <a:gd name="T1" fmla="*/ 8 h 8"/>
                  <a:gd name="T2" fmla="*/ 2 w 11"/>
                  <a:gd name="T3" fmla="*/ 8 h 8"/>
                  <a:gd name="T4" fmla="*/ 48 w 11"/>
                  <a:gd name="T5" fmla="*/ 7 h 8"/>
                  <a:gd name="T6" fmla="*/ 67 w 11"/>
                  <a:gd name="T7" fmla="*/ 5 h 8"/>
                  <a:gd name="T8" fmla="*/ 110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9" name="Freeform 1706"/>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0" name="Freeform 1707"/>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1" name="Freeform 1708"/>
              <p:cNvSpPr>
                <a:spLocks/>
              </p:cNvSpPr>
              <p:nvPr userDrawn="1"/>
            </p:nvSpPr>
            <p:spPr bwMode="gray">
              <a:xfrm>
                <a:off x="2788" y="1683"/>
                <a:ext cx="1" cy="22"/>
              </a:xfrm>
              <a:custGeom>
                <a:avLst/>
                <a:gdLst>
                  <a:gd name="T0" fmla="*/ 1 w 1"/>
                  <a:gd name="T1" fmla="*/ 145 h 19"/>
                  <a:gd name="T2" fmla="*/ 1 w 1"/>
                  <a:gd name="T3" fmla="*/ 108 h 19"/>
                  <a:gd name="T4" fmla="*/ 1 w 1"/>
                  <a:gd name="T5" fmla="*/ 80 h 19"/>
                  <a:gd name="T6" fmla="*/ 0 w 1"/>
                  <a:gd name="T7" fmla="*/ 39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2" name="Freeform 1709"/>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3" name="Freeform 1710"/>
              <p:cNvSpPr>
                <a:spLocks/>
              </p:cNvSpPr>
              <p:nvPr userDrawn="1"/>
            </p:nvSpPr>
            <p:spPr bwMode="gray">
              <a:xfrm>
                <a:off x="2359" y="2013"/>
                <a:ext cx="4" cy="22"/>
              </a:xfrm>
              <a:custGeom>
                <a:avLst/>
                <a:gdLst>
                  <a:gd name="T0" fmla="*/ 1 w 7"/>
                  <a:gd name="T1" fmla="*/ 0 h 18"/>
                  <a:gd name="T2" fmla="*/ 0 w 7"/>
                  <a:gd name="T3" fmla="*/ 79 h 18"/>
                  <a:gd name="T4" fmla="*/ 0 w 7"/>
                  <a:gd name="T5" fmla="*/ 145 h 18"/>
                  <a:gd name="T6" fmla="*/ 1 w 7"/>
                  <a:gd name="T7" fmla="*/ 199 h 18"/>
                  <a:gd name="T8" fmla="*/ 1 w 7"/>
                  <a:gd name="T9" fmla="*/ 264 h 18"/>
                  <a:gd name="T10" fmla="*/ 1 w 7"/>
                  <a:gd name="T11" fmla="*/ 297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4" name="Freeform 1711"/>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5" name="Freeform 1712"/>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6" name="Freeform 1713"/>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7" name="Freeform 1714"/>
              <p:cNvSpPr>
                <a:spLocks/>
              </p:cNvSpPr>
              <p:nvPr userDrawn="1"/>
            </p:nvSpPr>
            <p:spPr bwMode="gray">
              <a:xfrm>
                <a:off x="2565" y="2101"/>
                <a:ext cx="4" cy="4"/>
              </a:xfrm>
              <a:custGeom>
                <a:avLst/>
                <a:gdLst>
                  <a:gd name="T0" fmla="*/ 0 w 2"/>
                  <a:gd name="T1" fmla="*/ 1 h 7"/>
                  <a:gd name="T2" fmla="*/ 32768 w 2"/>
                  <a:gd name="T3" fmla="*/ 1 h 7"/>
                  <a:gd name="T4" fmla="*/ 32768 w 2"/>
                  <a:gd name="T5" fmla="*/ 1 h 7"/>
                  <a:gd name="T6" fmla="*/ 32768 w 2"/>
                  <a:gd name="T7" fmla="*/ 1 h 7"/>
                  <a:gd name="T8" fmla="*/ 32768 w 2"/>
                  <a:gd name="T9" fmla="*/ 1 h 7"/>
                  <a:gd name="T10" fmla="*/ 32768 w 2"/>
                  <a:gd name="T11" fmla="*/ 1 h 7"/>
                  <a:gd name="T12" fmla="*/ 32768 w 2"/>
                  <a:gd name="T13" fmla="*/ 1 h 7"/>
                  <a:gd name="T14" fmla="*/ 32768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8" name="Freeform 1715"/>
              <p:cNvSpPr>
                <a:spLocks/>
              </p:cNvSpPr>
              <p:nvPr userDrawn="1"/>
            </p:nvSpPr>
            <p:spPr bwMode="gray">
              <a:xfrm>
                <a:off x="2558" y="2102"/>
                <a:ext cx="22" cy="4"/>
              </a:xfrm>
              <a:custGeom>
                <a:avLst/>
                <a:gdLst>
                  <a:gd name="T0" fmla="*/ 297 w 18"/>
                  <a:gd name="T1" fmla="*/ 0 h 4"/>
                  <a:gd name="T2" fmla="*/ 241 w 18"/>
                  <a:gd name="T3" fmla="*/ 4 h 4"/>
                  <a:gd name="T4" fmla="*/ 145 w 18"/>
                  <a:gd name="T5" fmla="*/ 4 h 4"/>
                  <a:gd name="T6" fmla="*/ 65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9" name="Freeform 1716"/>
              <p:cNvSpPr>
                <a:spLocks/>
              </p:cNvSpPr>
              <p:nvPr userDrawn="1"/>
            </p:nvSpPr>
            <p:spPr bwMode="gray">
              <a:xfrm>
                <a:off x="2558" y="1340"/>
                <a:ext cx="4" cy="19"/>
              </a:xfrm>
              <a:custGeom>
                <a:avLst/>
                <a:gdLst>
                  <a:gd name="T0" fmla="*/ 32768 w 2"/>
                  <a:gd name="T1" fmla="*/ 19 h 19"/>
                  <a:gd name="T2" fmla="*/ 32768 w 2"/>
                  <a:gd name="T3" fmla="*/ 14 h 19"/>
                  <a:gd name="T4" fmla="*/ 32768 w 2"/>
                  <a:gd name="T5" fmla="*/ 10 h 19"/>
                  <a:gd name="T6" fmla="*/ 32768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0" name="Freeform 1717"/>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1" name="Freeform 1718"/>
              <p:cNvSpPr>
                <a:spLocks/>
              </p:cNvSpPr>
              <p:nvPr userDrawn="1"/>
            </p:nvSpPr>
            <p:spPr bwMode="gray">
              <a:xfrm>
                <a:off x="3610" y="1212"/>
                <a:ext cx="12" cy="13"/>
              </a:xfrm>
              <a:custGeom>
                <a:avLst/>
                <a:gdLst>
                  <a:gd name="T0" fmla="*/ 12 w 12"/>
                  <a:gd name="T1" fmla="*/ 110 h 11"/>
                  <a:gd name="T2" fmla="*/ 12 w 12"/>
                  <a:gd name="T3" fmla="*/ 67 h 11"/>
                  <a:gd name="T4" fmla="*/ 10 w 12"/>
                  <a:gd name="T5" fmla="*/ 41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2" name="Freeform 1719"/>
              <p:cNvSpPr>
                <a:spLocks/>
              </p:cNvSpPr>
              <p:nvPr userDrawn="1"/>
            </p:nvSpPr>
            <p:spPr bwMode="gray">
              <a:xfrm>
                <a:off x="3617" y="1214"/>
                <a:ext cx="4" cy="4"/>
              </a:xfrm>
              <a:custGeom>
                <a:avLst/>
                <a:gdLst>
                  <a:gd name="T0" fmla="*/ 0 w 3"/>
                  <a:gd name="T1" fmla="*/ 0 h 7"/>
                  <a:gd name="T2" fmla="*/ 0 w 3"/>
                  <a:gd name="T3" fmla="*/ 0 h 7"/>
                  <a:gd name="T4" fmla="*/ 1 w 3"/>
                  <a:gd name="T5" fmla="*/ 1 h 7"/>
                  <a:gd name="T6" fmla="*/ 155 w 3"/>
                  <a:gd name="T7" fmla="*/ 1 h 7"/>
                  <a:gd name="T8" fmla="*/ 155 w 3"/>
                  <a:gd name="T9" fmla="*/ 1 h 7"/>
                  <a:gd name="T10" fmla="*/ 1 w 3"/>
                  <a:gd name="T11" fmla="*/ 1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3" name="Freeform 1720"/>
              <p:cNvSpPr>
                <a:spLocks/>
              </p:cNvSpPr>
              <p:nvPr userDrawn="1"/>
            </p:nvSpPr>
            <p:spPr bwMode="gray">
              <a:xfrm>
                <a:off x="3195" y="840"/>
                <a:ext cx="13" cy="4"/>
              </a:xfrm>
              <a:custGeom>
                <a:avLst/>
                <a:gdLst>
                  <a:gd name="T0" fmla="*/ 0 w 14"/>
                  <a:gd name="T1" fmla="*/ 0 h 7"/>
                  <a:gd name="T2" fmla="*/ 4 w 14"/>
                  <a:gd name="T3" fmla="*/ 0 h 7"/>
                  <a:gd name="T4" fmla="*/ 7 w 14"/>
                  <a:gd name="T5" fmla="*/ 1 h 7"/>
                  <a:gd name="T6" fmla="*/ 7 w 14"/>
                  <a:gd name="T7" fmla="*/ 1 h 7"/>
                  <a:gd name="T8" fmla="*/ 7 w 14"/>
                  <a:gd name="T9" fmla="*/ 1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4" name="Freeform 1721"/>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5" name="Freeform 1722"/>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6" name="Freeform 1723"/>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7" name="Freeform 1724"/>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8" name="Freeform 1725"/>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9" name="Freeform 1726"/>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0" name="Freeform 1727"/>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1067" name="Freeform 1728"/>
            <p:cNvSpPr>
              <a:spLocks/>
            </p:cNvSpPr>
            <p:nvPr userDrawn="1"/>
          </p:nvSpPr>
          <p:spPr bwMode="gray">
            <a:xfrm>
              <a:off x="5145" y="3604"/>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8" name="Freeform 1729"/>
            <p:cNvSpPr>
              <a:spLocks/>
            </p:cNvSpPr>
            <p:nvPr userDrawn="1"/>
          </p:nvSpPr>
          <p:spPr bwMode="gray">
            <a:xfrm>
              <a:off x="5138" y="3614"/>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9" name="Freeform 1730"/>
            <p:cNvSpPr>
              <a:spLocks/>
            </p:cNvSpPr>
            <p:nvPr userDrawn="1"/>
          </p:nvSpPr>
          <p:spPr bwMode="gray">
            <a:xfrm>
              <a:off x="5635" y="3324"/>
              <a:ext cx="4" cy="2"/>
            </a:xfrm>
            <a:custGeom>
              <a:avLst/>
              <a:gdLst>
                <a:gd name="T0" fmla="*/ 0 w 3"/>
                <a:gd name="T1" fmla="*/ 2 h 2"/>
                <a:gd name="T2" fmla="*/ 1 w 3"/>
                <a:gd name="T3" fmla="*/ 0 h 2"/>
                <a:gd name="T4" fmla="*/ 155 w 3"/>
                <a:gd name="T5" fmla="*/ 0 h 2"/>
                <a:gd name="T6" fmla="*/ 155 w 3"/>
                <a:gd name="T7" fmla="*/ 0 h 2"/>
                <a:gd name="T8" fmla="*/ 155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0" name="Freeform 1731"/>
            <p:cNvSpPr>
              <a:spLocks/>
            </p:cNvSpPr>
            <p:nvPr userDrawn="1"/>
          </p:nvSpPr>
          <p:spPr bwMode="gray">
            <a:xfrm>
              <a:off x="5629" y="3319"/>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1" name="Freeform 1732"/>
            <p:cNvSpPr>
              <a:spLocks/>
            </p:cNvSpPr>
            <p:nvPr userDrawn="1"/>
          </p:nvSpPr>
          <p:spPr bwMode="gray">
            <a:xfrm>
              <a:off x="5297" y="3999"/>
              <a:ext cx="13" cy="7"/>
            </a:xfrm>
            <a:custGeom>
              <a:avLst/>
              <a:gdLst>
                <a:gd name="T0" fmla="*/ 0 w 16"/>
                <a:gd name="T1" fmla="*/ 0 h 7"/>
                <a:gd name="T2" fmla="*/ 2 w 16"/>
                <a:gd name="T3" fmla="*/ 4 h 7"/>
                <a:gd name="T4" fmla="*/ 2 w 16"/>
                <a:gd name="T5" fmla="*/ 5 h 7"/>
                <a:gd name="T6" fmla="*/ 2 w 16"/>
                <a:gd name="T7" fmla="*/ 7 h 7"/>
                <a:gd name="T8" fmla="*/ 2 w 16"/>
                <a:gd name="T9" fmla="*/ 7 h 7"/>
                <a:gd name="T10" fmla="*/ 2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2" name="Freeform 1733"/>
            <p:cNvSpPr>
              <a:spLocks/>
            </p:cNvSpPr>
            <p:nvPr userDrawn="1"/>
          </p:nvSpPr>
          <p:spPr bwMode="gray">
            <a:xfrm>
              <a:off x="5300" y="3999"/>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3" name="Freeform 1734"/>
            <p:cNvSpPr>
              <a:spLocks/>
            </p:cNvSpPr>
            <p:nvPr userDrawn="1"/>
          </p:nvSpPr>
          <p:spPr bwMode="gray">
            <a:xfrm>
              <a:off x="5314" y="3249"/>
              <a:ext cx="22" cy="12"/>
            </a:xfrm>
            <a:custGeom>
              <a:avLst/>
              <a:gdLst>
                <a:gd name="T0" fmla="*/ 0 w 18"/>
                <a:gd name="T1" fmla="*/ 12 h 12"/>
                <a:gd name="T2" fmla="*/ 145 w 18"/>
                <a:gd name="T3" fmla="*/ 5 h 12"/>
                <a:gd name="T4" fmla="*/ 297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4" name="Freeform 1735"/>
            <p:cNvSpPr>
              <a:spLocks/>
            </p:cNvSpPr>
            <p:nvPr userDrawn="1"/>
          </p:nvSpPr>
          <p:spPr bwMode="gray">
            <a:xfrm>
              <a:off x="5320" y="3247"/>
              <a:ext cx="10" cy="13"/>
            </a:xfrm>
            <a:custGeom>
              <a:avLst/>
              <a:gdLst>
                <a:gd name="T0" fmla="*/ 10 w 10"/>
                <a:gd name="T1" fmla="*/ 7 h 14"/>
                <a:gd name="T2" fmla="*/ 7 w 10"/>
                <a:gd name="T3" fmla="*/ 7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5" name="Freeform 1736"/>
            <p:cNvSpPr>
              <a:spLocks/>
            </p:cNvSpPr>
            <p:nvPr userDrawn="1"/>
          </p:nvSpPr>
          <p:spPr bwMode="gray">
            <a:xfrm>
              <a:off x="5451" y="3898"/>
              <a:ext cx="14" cy="13"/>
            </a:xfrm>
            <a:custGeom>
              <a:avLst/>
              <a:gdLst>
                <a:gd name="T0" fmla="*/ 0 w 14"/>
                <a:gd name="T1" fmla="*/ 7 h 14"/>
                <a:gd name="T2" fmla="*/ 5 w 14"/>
                <a:gd name="T3" fmla="*/ 7 h 14"/>
                <a:gd name="T4" fmla="*/ 10 w 14"/>
                <a:gd name="T5" fmla="*/ 7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6" name="Freeform 1737"/>
            <p:cNvSpPr>
              <a:spLocks/>
            </p:cNvSpPr>
            <p:nvPr userDrawn="1"/>
          </p:nvSpPr>
          <p:spPr bwMode="gray">
            <a:xfrm>
              <a:off x="5458" y="3899"/>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7" name="Freeform 1738"/>
            <p:cNvSpPr>
              <a:spLocks/>
            </p:cNvSpPr>
            <p:nvPr userDrawn="1"/>
          </p:nvSpPr>
          <p:spPr bwMode="gray">
            <a:xfrm>
              <a:off x="4232" y="2894"/>
              <a:ext cx="4" cy="16"/>
            </a:xfrm>
            <a:custGeom>
              <a:avLst/>
              <a:gdLst>
                <a:gd name="T0" fmla="*/ 2 w 5"/>
                <a:gd name="T1" fmla="*/ 16 h 16"/>
                <a:gd name="T2" fmla="*/ 2 w 5"/>
                <a:gd name="T3" fmla="*/ 12 h 16"/>
                <a:gd name="T4" fmla="*/ 0 w 5"/>
                <a:gd name="T5" fmla="*/ 9 h 16"/>
                <a:gd name="T6" fmla="*/ 2 w 5"/>
                <a:gd name="T7" fmla="*/ 3 h 16"/>
                <a:gd name="T8" fmla="*/ 2 w 5"/>
                <a:gd name="T9" fmla="*/ 2 h 16"/>
                <a:gd name="T10" fmla="*/ 2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8" name="Freeform 1739"/>
            <p:cNvSpPr>
              <a:spLocks/>
            </p:cNvSpPr>
            <p:nvPr userDrawn="1"/>
          </p:nvSpPr>
          <p:spPr bwMode="gray">
            <a:xfrm>
              <a:off x="4232" y="2896"/>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9" name="Freeform 1740"/>
            <p:cNvSpPr>
              <a:spLocks/>
            </p:cNvSpPr>
            <p:nvPr userDrawn="1"/>
          </p:nvSpPr>
          <p:spPr bwMode="gray">
            <a:xfrm>
              <a:off x="4400" y="2817"/>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0" name="Freeform 1741"/>
            <p:cNvSpPr>
              <a:spLocks/>
            </p:cNvSpPr>
            <p:nvPr userDrawn="1"/>
          </p:nvSpPr>
          <p:spPr bwMode="gray">
            <a:xfrm>
              <a:off x="4391" y="2819"/>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1" name="Freeform 1742"/>
            <p:cNvSpPr>
              <a:spLocks/>
            </p:cNvSpPr>
            <p:nvPr userDrawn="1"/>
          </p:nvSpPr>
          <p:spPr bwMode="gray">
            <a:xfrm>
              <a:off x="5071" y="4157"/>
              <a:ext cx="22" cy="8"/>
            </a:xfrm>
            <a:custGeom>
              <a:avLst/>
              <a:gdLst>
                <a:gd name="T0" fmla="*/ 0 w 18"/>
                <a:gd name="T1" fmla="*/ 7 h 8"/>
                <a:gd name="T2" fmla="*/ 97 w 18"/>
                <a:gd name="T3" fmla="*/ 8 h 8"/>
                <a:gd name="T4" fmla="*/ 177 w 18"/>
                <a:gd name="T5" fmla="*/ 7 h 8"/>
                <a:gd name="T6" fmla="*/ 241 w 18"/>
                <a:gd name="T7" fmla="*/ 3 h 8"/>
                <a:gd name="T8" fmla="*/ 297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2" name="Freeform 1743"/>
            <p:cNvSpPr>
              <a:spLocks/>
            </p:cNvSpPr>
            <p:nvPr userDrawn="1"/>
          </p:nvSpPr>
          <p:spPr bwMode="gray">
            <a:xfrm>
              <a:off x="5075" y="4158"/>
              <a:ext cx="7" cy="4"/>
            </a:xfrm>
            <a:custGeom>
              <a:avLst/>
              <a:gdLst>
                <a:gd name="T0" fmla="*/ 7 w 7"/>
                <a:gd name="T1" fmla="*/ 1 h 7"/>
                <a:gd name="T2" fmla="*/ 5 w 7"/>
                <a:gd name="T3" fmla="*/ 1 h 7"/>
                <a:gd name="T4" fmla="*/ 3 w 7"/>
                <a:gd name="T5" fmla="*/ 1 h 7"/>
                <a:gd name="T6" fmla="*/ 2 w 7"/>
                <a:gd name="T7" fmla="*/ 1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3" name="Freeform 1744"/>
            <p:cNvSpPr>
              <a:spLocks/>
            </p:cNvSpPr>
            <p:nvPr userDrawn="1"/>
          </p:nvSpPr>
          <p:spPr bwMode="gray">
            <a:xfrm>
              <a:off x="5231" y="4052"/>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4" name="Freeform 1745"/>
            <p:cNvSpPr>
              <a:spLocks/>
            </p:cNvSpPr>
            <p:nvPr userDrawn="1"/>
          </p:nvSpPr>
          <p:spPr bwMode="gray">
            <a:xfrm>
              <a:off x="5227" y="4059"/>
              <a:ext cx="13" cy="7"/>
            </a:xfrm>
            <a:custGeom>
              <a:avLst/>
              <a:gdLst>
                <a:gd name="T0" fmla="*/ 0 w 11"/>
                <a:gd name="T1" fmla="*/ 7 h 7"/>
                <a:gd name="T2" fmla="*/ 41 w 11"/>
                <a:gd name="T3" fmla="*/ 7 h 7"/>
                <a:gd name="T4" fmla="*/ 67 w 11"/>
                <a:gd name="T5" fmla="*/ 5 h 7"/>
                <a:gd name="T6" fmla="*/ 93 w 11"/>
                <a:gd name="T7" fmla="*/ 3 h 7"/>
                <a:gd name="T8" fmla="*/ 110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5" name="Freeform 1746"/>
            <p:cNvSpPr>
              <a:spLocks/>
            </p:cNvSpPr>
            <p:nvPr userDrawn="1"/>
          </p:nvSpPr>
          <p:spPr bwMode="gray">
            <a:xfrm>
              <a:off x="4489" y="4094"/>
              <a:ext cx="4"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2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6" name="Freeform 1747"/>
            <p:cNvSpPr>
              <a:spLocks/>
            </p:cNvSpPr>
            <p:nvPr userDrawn="1"/>
          </p:nvSpPr>
          <p:spPr bwMode="gray">
            <a:xfrm>
              <a:off x="4487" y="4101"/>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7" name="Freeform 1748"/>
            <p:cNvSpPr>
              <a:spLocks/>
            </p:cNvSpPr>
            <p:nvPr userDrawn="1"/>
          </p:nvSpPr>
          <p:spPr bwMode="gray">
            <a:xfrm>
              <a:off x="4692" y="4181"/>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8" name="Freeform 1749"/>
            <p:cNvSpPr>
              <a:spLocks/>
            </p:cNvSpPr>
            <p:nvPr userDrawn="1"/>
          </p:nvSpPr>
          <p:spPr bwMode="gray">
            <a:xfrm>
              <a:off x="4683" y="4183"/>
              <a:ext cx="18" cy="4"/>
            </a:xfrm>
            <a:custGeom>
              <a:avLst/>
              <a:gdLst>
                <a:gd name="T0" fmla="*/ 18 w 18"/>
                <a:gd name="T1" fmla="*/ 0 h 3"/>
                <a:gd name="T2" fmla="*/ 14 w 18"/>
                <a:gd name="T3" fmla="*/ 155 h 3"/>
                <a:gd name="T4" fmla="*/ 11 w 18"/>
                <a:gd name="T5" fmla="*/ 155 h 3"/>
                <a:gd name="T6" fmla="*/ 5 w 18"/>
                <a:gd name="T7" fmla="*/ 155 h 3"/>
                <a:gd name="T8" fmla="*/ 0 w 18"/>
                <a:gd name="T9" fmla="*/ 116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9" name="Freeform 1750"/>
            <p:cNvSpPr>
              <a:spLocks/>
            </p:cNvSpPr>
            <p:nvPr userDrawn="1"/>
          </p:nvSpPr>
          <p:spPr bwMode="gray">
            <a:xfrm>
              <a:off x="4475" y="2866"/>
              <a:ext cx="4" cy="3"/>
            </a:xfrm>
            <a:custGeom>
              <a:avLst/>
              <a:gdLst>
                <a:gd name="T0" fmla="*/ 2 w 5"/>
                <a:gd name="T1" fmla="*/ 3 h 3"/>
                <a:gd name="T2" fmla="*/ 0 w 5"/>
                <a:gd name="T3" fmla="*/ 2 h 3"/>
                <a:gd name="T4" fmla="*/ 0 w 5"/>
                <a:gd name="T5" fmla="*/ 2 h 3"/>
                <a:gd name="T6" fmla="*/ 0 w 5"/>
                <a:gd name="T7" fmla="*/ 0 h 3"/>
                <a:gd name="T8" fmla="*/ 0 w 5"/>
                <a:gd name="T9" fmla="*/ 0 h 3"/>
                <a:gd name="T10" fmla="*/ 2 w 5"/>
                <a:gd name="T11" fmla="*/ 0 h 3"/>
                <a:gd name="T12" fmla="*/ 2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0" name="Freeform 1751"/>
            <p:cNvSpPr>
              <a:spLocks/>
            </p:cNvSpPr>
            <p:nvPr userDrawn="1"/>
          </p:nvSpPr>
          <p:spPr bwMode="gray">
            <a:xfrm>
              <a:off x="4473" y="2859"/>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1" name="Freeform 1752"/>
            <p:cNvSpPr>
              <a:spLocks/>
            </p:cNvSpPr>
            <p:nvPr userDrawn="1"/>
          </p:nvSpPr>
          <p:spPr bwMode="gray">
            <a:xfrm>
              <a:off x="4989" y="2614"/>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2" name="Freeform 1753"/>
            <p:cNvSpPr>
              <a:spLocks/>
            </p:cNvSpPr>
            <p:nvPr userDrawn="1"/>
          </p:nvSpPr>
          <p:spPr bwMode="gray">
            <a:xfrm>
              <a:off x="4982" y="2616"/>
              <a:ext cx="16" cy="4"/>
            </a:xfrm>
            <a:custGeom>
              <a:avLst/>
              <a:gdLst>
                <a:gd name="T0" fmla="*/ 0 w 16"/>
                <a:gd name="T1" fmla="*/ 155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3" name="Freeform 1754"/>
            <p:cNvSpPr>
              <a:spLocks/>
            </p:cNvSpPr>
            <p:nvPr userDrawn="1"/>
          </p:nvSpPr>
          <p:spPr bwMode="gray">
            <a:xfrm>
              <a:off x="4688" y="2924"/>
              <a:ext cx="4" cy="19"/>
            </a:xfrm>
            <a:custGeom>
              <a:avLst/>
              <a:gdLst>
                <a:gd name="T0" fmla="*/ 32768 w 2"/>
                <a:gd name="T1" fmla="*/ 19 h 19"/>
                <a:gd name="T2" fmla="*/ 32768 w 2"/>
                <a:gd name="T3" fmla="*/ 15 h 19"/>
                <a:gd name="T4" fmla="*/ 32768 w 2"/>
                <a:gd name="T5" fmla="*/ 10 h 19"/>
                <a:gd name="T6" fmla="*/ 32768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4" name="Freeform 1755"/>
            <p:cNvSpPr>
              <a:spLocks/>
            </p:cNvSpPr>
            <p:nvPr userDrawn="1"/>
          </p:nvSpPr>
          <p:spPr bwMode="gray">
            <a:xfrm>
              <a:off x="4680" y="2934"/>
              <a:ext cx="22" cy="2"/>
            </a:xfrm>
            <a:custGeom>
              <a:avLst/>
              <a:gdLst>
                <a:gd name="T0" fmla="*/ 145 w 19"/>
                <a:gd name="T1" fmla="*/ 0 h 2"/>
                <a:gd name="T2" fmla="*/ 108 w 19"/>
                <a:gd name="T3" fmla="*/ 0 h 2"/>
                <a:gd name="T4" fmla="*/ 80 w 19"/>
                <a:gd name="T5" fmla="*/ 0 h 2"/>
                <a:gd name="T6" fmla="*/ 39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5" name="Freeform 1756"/>
            <p:cNvSpPr>
              <a:spLocks/>
            </p:cNvSpPr>
            <p:nvPr userDrawn="1"/>
          </p:nvSpPr>
          <p:spPr bwMode="gray">
            <a:xfrm>
              <a:off x="5197" y="2677"/>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6" name="Freeform 1757"/>
            <p:cNvSpPr>
              <a:spLocks/>
            </p:cNvSpPr>
            <p:nvPr userDrawn="1"/>
          </p:nvSpPr>
          <p:spPr bwMode="gray">
            <a:xfrm>
              <a:off x="5192" y="2672"/>
              <a:ext cx="13" cy="13"/>
            </a:xfrm>
            <a:custGeom>
              <a:avLst/>
              <a:gdLst>
                <a:gd name="T0" fmla="*/ 110 w 11"/>
                <a:gd name="T1" fmla="*/ 3 h 15"/>
                <a:gd name="T2" fmla="*/ 110 w 11"/>
                <a:gd name="T3" fmla="*/ 3 h 15"/>
                <a:gd name="T4" fmla="*/ 67 w 11"/>
                <a:gd name="T5" fmla="*/ 3 h 15"/>
                <a:gd name="T6" fmla="*/ 48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7" name="Freeform 1758"/>
            <p:cNvSpPr>
              <a:spLocks/>
            </p:cNvSpPr>
            <p:nvPr userDrawn="1"/>
          </p:nvSpPr>
          <p:spPr bwMode="gray">
            <a:xfrm>
              <a:off x="4438" y="2707"/>
              <a:ext cx="4" cy="13"/>
            </a:xfrm>
            <a:custGeom>
              <a:avLst/>
              <a:gdLst>
                <a:gd name="T0" fmla="*/ 4 w 4"/>
                <a:gd name="T1" fmla="*/ 3 h 15"/>
                <a:gd name="T2" fmla="*/ 0 w 4"/>
                <a:gd name="T3" fmla="*/ 3 h 15"/>
                <a:gd name="T4" fmla="*/ 0 w 4"/>
                <a:gd name="T5" fmla="*/ 3 h 15"/>
                <a:gd name="T6" fmla="*/ 0 w 4"/>
                <a:gd name="T7" fmla="*/ 3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8" name="Freeform 1759"/>
            <p:cNvSpPr>
              <a:spLocks/>
            </p:cNvSpPr>
            <p:nvPr userDrawn="1"/>
          </p:nvSpPr>
          <p:spPr bwMode="gray">
            <a:xfrm>
              <a:off x="4437" y="2708"/>
              <a:ext cx="4" cy="9"/>
            </a:xfrm>
            <a:custGeom>
              <a:avLst/>
              <a:gdLst>
                <a:gd name="T0" fmla="*/ 1 w 8"/>
                <a:gd name="T1" fmla="*/ 0 h 9"/>
                <a:gd name="T2" fmla="*/ 1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9" name="Freeform 1760"/>
            <p:cNvSpPr>
              <a:spLocks/>
            </p:cNvSpPr>
            <p:nvPr userDrawn="1"/>
          </p:nvSpPr>
          <p:spPr bwMode="gray">
            <a:xfrm>
              <a:off x="5094" y="2904"/>
              <a:ext cx="2" cy="22"/>
            </a:xfrm>
            <a:custGeom>
              <a:avLst/>
              <a:gdLst>
                <a:gd name="T0" fmla="*/ 2 w 2"/>
                <a:gd name="T1" fmla="*/ 76 h 20"/>
                <a:gd name="T2" fmla="*/ 2 w 2"/>
                <a:gd name="T3" fmla="*/ 63 h 20"/>
                <a:gd name="T4" fmla="*/ 2 w 2"/>
                <a:gd name="T5" fmla="*/ 41 h 20"/>
                <a:gd name="T6" fmla="*/ 2 w 2"/>
                <a:gd name="T7" fmla="*/ 25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0" name="Freeform 1761"/>
            <p:cNvSpPr>
              <a:spLocks/>
            </p:cNvSpPr>
            <p:nvPr userDrawn="1"/>
          </p:nvSpPr>
          <p:spPr bwMode="gray">
            <a:xfrm>
              <a:off x="5087" y="2915"/>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1" name="Freeform 1762"/>
            <p:cNvSpPr>
              <a:spLocks/>
            </p:cNvSpPr>
            <p:nvPr userDrawn="1"/>
          </p:nvSpPr>
          <p:spPr bwMode="gray">
            <a:xfrm>
              <a:off x="4599" y="2631"/>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2" name="Freeform 1763"/>
            <p:cNvSpPr>
              <a:spLocks/>
            </p:cNvSpPr>
            <p:nvPr userDrawn="1"/>
          </p:nvSpPr>
          <p:spPr bwMode="gray">
            <a:xfrm>
              <a:off x="4601" y="2631"/>
              <a:ext cx="13" cy="9"/>
            </a:xfrm>
            <a:custGeom>
              <a:avLst/>
              <a:gdLst>
                <a:gd name="T0" fmla="*/ 400 w 10"/>
                <a:gd name="T1" fmla="*/ 0 h 9"/>
                <a:gd name="T2" fmla="*/ 287 w 10"/>
                <a:gd name="T3" fmla="*/ 0 h 9"/>
                <a:gd name="T4" fmla="*/ 221 w 10"/>
                <a:gd name="T5" fmla="*/ 2 h 9"/>
                <a:gd name="T6" fmla="*/ 131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3" name="Freeform 1764"/>
            <p:cNvSpPr>
              <a:spLocks/>
            </p:cNvSpPr>
            <p:nvPr userDrawn="1"/>
          </p:nvSpPr>
          <p:spPr bwMode="gray">
            <a:xfrm>
              <a:off x="5248" y="2826"/>
              <a:ext cx="13" cy="13"/>
            </a:xfrm>
            <a:custGeom>
              <a:avLst/>
              <a:gdLst>
                <a:gd name="T0" fmla="*/ 7 w 14"/>
                <a:gd name="T1" fmla="*/ 36 h 12"/>
                <a:gd name="T2" fmla="*/ 7 w 14"/>
                <a:gd name="T3" fmla="*/ 24 h 12"/>
                <a:gd name="T4" fmla="*/ 7 w 14"/>
                <a:gd name="T5" fmla="*/ 3 h 12"/>
                <a:gd name="T6" fmla="*/ 7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4" name="Freeform 1765"/>
            <p:cNvSpPr>
              <a:spLocks/>
            </p:cNvSpPr>
            <p:nvPr userDrawn="1"/>
          </p:nvSpPr>
          <p:spPr bwMode="gray">
            <a:xfrm>
              <a:off x="5255" y="2829"/>
              <a:ext cx="4" cy="7"/>
            </a:xfrm>
            <a:custGeom>
              <a:avLst/>
              <a:gdLst>
                <a:gd name="T0" fmla="*/ 0 w 5"/>
                <a:gd name="T1" fmla="*/ 0 h 7"/>
                <a:gd name="T2" fmla="*/ 2 w 5"/>
                <a:gd name="T3" fmla="*/ 0 h 7"/>
                <a:gd name="T4" fmla="*/ 2 w 5"/>
                <a:gd name="T5" fmla="*/ 2 h 7"/>
                <a:gd name="T6" fmla="*/ 2 w 5"/>
                <a:gd name="T7" fmla="*/ 4 h 7"/>
                <a:gd name="T8" fmla="*/ 2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5" name="Freeform 1766"/>
            <p:cNvSpPr>
              <a:spLocks/>
            </p:cNvSpPr>
            <p:nvPr userDrawn="1"/>
          </p:nvSpPr>
          <p:spPr bwMode="gray">
            <a:xfrm>
              <a:off x="4066" y="3457"/>
              <a:ext cx="4" cy="16"/>
            </a:xfrm>
            <a:custGeom>
              <a:avLst/>
              <a:gdLst>
                <a:gd name="T0" fmla="*/ 1 w 5"/>
                <a:gd name="T1" fmla="*/ 0 h 16"/>
                <a:gd name="T2" fmla="*/ 0 w 5"/>
                <a:gd name="T3" fmla="*/ 3 h 16"/>
                <a:gd name="T4" fmla="*/ 0 w 5"/>
                <a:gd name="T5" fmla="*/ 7 h 16"/>
                <a:gd name="T6" fmla="*/ 1 w 5"/>
                <a:gd name="T7" fmla="*/ 12 h 16"/>
                <a:gd name="T8" fmla="*/ 2 w 5"/>
                <a:gd name="T9" fmla="*/ 14 h 16"/>
                <a:gd name="T10" fmla="*/ 2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6" name="Freeform 1767"/>
            <p:cNvSpPr>
              <a:spLocks/>
            </p:cNvSpPr>
            <p:nvPr userDrawn="1"/>
          </p:nvSpPr>
          <p:spPr bwMode="gray">
            <a:xfrm>
              <a:off x="4066" y="3464"/>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7" name="Freeform 1768"/>
            <p:cNvSpPr>
              <a:spLocks/>
            </p:cNvSpPr>
            <p:nvPr userDrawn="1"/>
          </p:nvSpPr>
          <p:spPr bwMode="gray">
            <a:xfrm>
              <a:off x="4059" y="3228"/>
              <a:ext cx="12" cy="13"/>
            </a:xfrm>
            <a:custGeom>
              <a:avLst/>
              <a:gdLst>
                <a:gd name="T0" fmla="*/ 0 w 12"/>
                <a:gd name="T1" fmla="*/ 7 h 14"/>
                <a:gd name="T2" fmla="*/ 0 w 12"/>
                <a:gd name="T3" fmla="*/ 7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8" name="Freeform 1769"/>
            <p:cNvSpPr>
              <a:spLocks/>
            </p:cNvSpPr>
            <p:nvPr userDrawn="1"/>
          </p:nvSpPr>
          <p:spPr bwMode="gray">
            <a:xfrm>
              <a:off x="4060" y="3231"/>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9" name="Line 1770"/>
            <p:cNvSpPr>
              <a:spLocks noChangeShapeType="1"/>
            </p:cNvSpPr>
            <p:nvPr userDrawn="1"/>
          </p:nvSpPr>
          <p:spPr bwMode="gray">
            <a:xfrm flipH="1" flipV="1">
              <a:off x="5262" y="287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0" name="Line 1771"/>
            <p:cNvSpPr>
              <a:spLocks noChangeShapeType="1"/>
            </p:cNvSpPr>
            <p:nvPr userDrawn="1"/>
          </p:nvSpPr>
          <p:spPr bwMode="gray">
            <a:xfrm flipV="1">
              <a:off x="5196" y="3831"/>
              <a:ext cx="1"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1" name="Freeform 1772"/>
            <p:cNvSpPr>
              <a:spLocks/>
            </p:cNvSpPr>
            <p:nvPr userDrawn="1"/>
          </p:nvSpPr>
          <p:spPr bwMode="gray">
            <a:xfrm>
              <a:off x="5094" y="3924"/>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2" name="Line 1773"/>
            <p:cNvSpPr>
              <a:spLocks noChangeShapeType="1"/>
            </p:cNvSpPr>
            <p:nvPr userDrawn="1"/>
          </p:nvSpPr>
          <p:spPr bwMode="gray">
            <a:xfrm flipV="1">
              <a:off x="5089" y="3845"/>
              <a:ext cx="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3" name="Line 1774"/>
            <p:cNvSpPr>
              <a:spLocks noChangeShapeType="1"/>
            </p:cNvSpPr>
            <p:nvPr userDrawn="1"/>
          </p:nvSpPr>
          <p:spPr bwMode="gray">
            <a:xfrm flipV="1">
              <a:off x="5094" y="3847"/>
              <a:ext cx="2"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4" name="Line 1775"/>
            <p:cNvSpPr>
              <a:spLocks noChangeShapeType="1"/>
            </p:cNvSpPr>
            <p:nvPr userDrawn="1"/>
          </p:nvSpPr>
          <p:spPr bwMode="gray">
            <a:xfrm>
              <a:off x="5092" y="3847"/>
              <a:ext cx="1"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5" name="Freeform 1776"/>
            <p:cNvSpPr>
              <a:spLocks/>
            </p:cNvSpPr>
            <p:nvPr userDrawn="1"/>
          </p:nvSpPr>
          <p:spPr bwMode="gray">
            <a:xfrm>
              <a:off x="5089" y="3915"/>
              <a:ext cx="4" cy="9"/>
            </a:xfrm>
            <a:custGeom>
              <a:avLst/>
              <a:gdLst>
                <a:gd name="T0" fmla="*/ 2 w 5"/>
                <a:gd name="T1" fmla="*/ 9 h 9"/>
                <a:gd name="T2" fmla="*/ 2 w 5"/>
                <a:gd name="T3" fmla="*/ 7 h 9"/>
                <a:gd name="T4" fmla="*/ 0 w 5"/>
                <a:gd name="T5" fmla="*/ 5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6" name="Freeform 1777"/>
            <p:cNvSpPr>
              <a:spLocks/>
            </p:cNvSpPr>
            <p:nvPr userDrawn="1"/>
          </p:nvSpPr>
          <p:spPr bwMode="gray">
            <a:xfrm>
              <a:off x="5091" y="3929"/>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7" name="Freeform 1778"/>
            <p:cNvSpPr>
              <a:spLocks/>
            </p:cNvSpPr>
            <p:nvPr userDrawn="1"/>
          </p:nvSpPr>
          <p:spPr bwMode="gray">
            <a:xfrm>
              <a:off x="5080" y="3915"/>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8" name="Freeform 1779"/>
            <p:cNvSpPr>
              <a:spLocks/>
            </p:cNvSpPr>
            <p:nvPr userDrawn="1"/>
          </p:nvSpPr>
          <p:spPr bwMode="gray">
            <a:xfrm>
              <a:off x="5071" y="3922"/>
              <a:ext cx="13" cy="18"/>
            </a:xfrm>
            <a:custGeom>
              <a:avLst/>
              <a:gdLst>
                <a:gd name="T0" fmla="*/ 0 w 9"/>
                <a:gd name="T1" fmla="*/ 18 h 18"/>
                <a:gd name="T2" fmla="*/ 352 w 9"/>
                <a:gd name="T3" fmla="*/ 14 h 18"/>
                <a:gd name="T4" fmla="*/ 734 w 9"/>
                <a:gd name="T5" fmla="*/ 9 h 18"/>
                <a:gd name="T6" fmla="*/ 1060 w 9"/>
                <a:gd name="T7" fmla="*/ 4 h 18"/>
                <a:gd name="T8" fmla="*/ 1531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9" name="Freeform 1780"/>
            <p:cNvSpPr>
              <a:spLocks/>
            </p:cNvSpPr>
            <p:nvPr userDrawn="1"/>
          </p:nvSpPr>
          <p:spPr bwMode="gray">
            <a:xfrm>
              <a:off x="5071" y="3940"/>
              <a:ext cx="22" cy="4"/>
            </a:xfrm>
            <a:custGeom>
              <a:avLst/>
              <a:gdLst>
                <a:gd name="T0" fmla="*/ 0 w 20"/>
                <a:gd name="T1" fmla="*/ 0 h 1"/>
                <a:gd name="T2" fmla="*/ 25 w 20"/>
                <a:gd name="T3" fmla="*/ 268435456 h 1"/>
                <a:gd name="T4" fmla="*/ 41 w 20"/>
                <a:gd name="T5" fmla="*/ 268435456 h 1"/>
                <a:gd name="T6" fmla="*/ 63 w 20"/>
                <a:gd name="T7" fmla="*/ 268435456 h 1"/>
                <a:gd name="T8" fmla="*/ 76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0" name="Line 1781"/>
            <p:cNvSpPr>
              <a:spLocks noChangeShapeType="1"/>
            </p:cNvSpPr>
            <p:nvPr userDrawn="1"/>
          </p:nvSpPr>
          <p:spPr bwMode="gray">
            <a:xfrm>
              <a:off x="4785" y="3160"/>
              <a:ext cx="314" cy="10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1721" name="Text Box 64"/>
          <p:cNvSpPr txBox="1">
            <a:spLocks noChangeArrowheads="1"/>
          </p:cNvSpPr>
          <p:nvPr/>
        </p:nvSpPr>
        <p:spPr bwMode="auto">
          <a:xfrm>
            <a:off x="3962400" y="2286000"/>
            <a:ext cx="1447800" cy="519113"/>
          </a:xfrm>
          <a:prstGeom prst="rect">
            <a:avLst/>
          </a:prstGeom>
          <a:noFill/>
          <a:ln>
            <a:noFill/>
          </a:ln>
        </p:spPr>
        <p:txBody>
          <a:bodyPr>
            <a:spAutoFit/>
          </a:bodyPr>
          <a:lstStyle>
            <a:lvl1pPr eaLnBrk="0" hangingPunct="0">
              <a:defRPr b="1">
                <a:solidFill>
                  <a:schemeClr val="tx1"/>
                </a:solidFill>
                <a:latin typeface="Arial" pitchFamily="34" charset="0"/>
                <a:ea typeface="新細明體" pitchFamily="18" charset="-120"/>
              </a:defRPr>
            </a:lvl1pPr>
            <a:lvl2pPr marL="742950" indent="-285750" eaLnBrk="0" hangingPunct="0">
              <a:defRPr b="1">
                <a:solidFill>
                  <a:schemeClr val="tx1"/>
                </a:solidFill>
                <a:latin typeface="Arial" pitchFamily="34" charset="0"/>
                <a:ea typeface="新細明體" pitchFamily="18" charset="-120"/>
              </a:defRPr>
            </a:lvl2pPr>
            <a:lvl3pPr marL="1143000" indent="-228600" eaLnBrk="0" hangingPunct="0">
              <a:defRPr b="1">
                <a:solidFill>
                  <a:schemeClr val="tx1"/>
                </a:solidFill>
                <a:latin typeface="Arial" pitchFamily="34" charset="0"/>
                <a:ea typeface="新細明體" pitchFamily="18" charset="-120"/>
              </a:defRPr>
            </a:lvl3pPr>
            <a:lvl4pPr marL="1600200" indent="-228600" eaLnBrk="0" hangingPunct="0">
              <a:defRPr b="1">
                <a:solidFill>
                  <a:schemeClr val="tx1"/>
                </a:solidFill>
                <a:latin typeface="Arial" pitchFamily="34" charset="0"/>
                <a:ea typeface="新細明體" pitchFamily="18" charset="-120"/>
              </a:defRPr>
            </a:lvl4pPr>
            <a:lvl5pPr marL="2057400" indent="-228600" eaLnBrk="0" hangingPunct="0">
              <a:defRPr b="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b="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b="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b="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b="1">
                <a:solidFill>
                  <a:schemeClr val="tx1"/>
                </a:solidFill>
                <a:latin typeface="Arial" pitchFamily="34" charset="0"/>
                <a:ea typeface="新細明體" pitchFamily="18" charset="-120"/>
              </a:defRPr>
            </a:lvl9pPr>
          </a:lstStyle>
          <a:p>
            <a:pPr eaLnBrk="1" fontAlgn="base" hangingPunct="1">
              <a:spcBef>
                <a:spcPct val="50000"/>
              </a:spcBef>
              <a:spcAft>
                <a:spcPct val="0"/>
              </a:spcAft>
              <a:defRPr/>
            </a:pPr>
            <a:r>
              <a:rPr lang="en-US" altLang="zh-TW" sz="2800">
                <a:solidFill>
                  <a:srgbClr val="FFFFFF"/>
                </a:solidFill>
                <a:latin typeface="Verdana" pitchFamily="34" charset="0"/>
              </a:rPr>
              <a:t>LOGO</a:t>
            </a:r>
          </a:p>
        </p:txBody>
      </p:sp>
      <p:sp>
        <p:nvSpPr>
          <p:cNvPr id="1722" name="Freeform 1790"/>
          <p:cNvSpPr>
            <a:spLocks/>
          </p:cNvSpPr>
          <p:nvPr userDrawn="1"/>
        </p:nvSpPr>
        <p:spPr bwMode="gray">
          <a:xfrm>
            <a:off x="-26988" y="3017838"/>
            <a:ext cx="9175751" cy="579437"/>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75" name="Rectangle 3"/>
          <p:cNvSpPr>
            <a:spLocks noGrp="1" noChangeArrowheads="1"/>
          </p:cNvSpPr>
          <p:nvPr>
            <p:ph type="subTitle" idx="1"/>
          </p:nvPr>
        </p:nvSpPr>
        <p:spPr bwMode="black">
          <a:xfrm>
            <a:off x="1219200" y="4800600"/>
            <a:ext cx="6705600" cy="533400"/>
          </a:xfrm>
        </p:spPr>
        <p:txBody>
          <a:bodyPr/>
          <a:lstStyle>
            <a:lvl1pPr marL="0" indent="0" algn="ctr">
              <a:buFont typeface="Wingdings" pitchFamily="2" charset="2"/>
              <a:buNone/>
              <a:defRPr sz="1800" b="1"/>
            </a:lvl1pPr>
          </a:lstStyle>
          <a:p>
            <a:r>
              <a:rPr lang="zh-TW" altLang="en-US"/>
              <a:t>按一下以編輯母片副標題樣式</a:t>
            </a:r>
            <a:endParaRPr lang="en-US" altLang="zh-TW"/>
          </a:p>
        </p:txBody>
      </p:sp>
      <p:sp>
        <p:nvSpPr>
          <p:cNvPr id="3074" name="Rectangle 2"/>
          <p:cNvSpPr>
            <a:spLocks noGrp="1" noChangeArrowheads="1"/>
          </p:cNvSpPr>
          <p:nvPr>
            <p:ph type="ctrTitle"/>
          </p:nvPr>
        </p:nvSpPr>
        <p:spPr>
          <a:xfrm>
            <a:off x="762000" y="3657600"/>
            <a:ext cx="7467600" cy="762000"/>
          </a:xfrm>
        </p:spPr>
        <p:txBody>
          <a:bodyPr/>
          <a:lstStyle>
            <a:lvl1pPr>
              <a:defRPr sz="4400">
                <a:solidFill>
                  <a:schemeClr val="tx1"/>
                </a:solidFill>
              </a:defRPr>
            </a:lvl1pPr>
          </a:lstStyle>
          <a:p>
            <a:r>
              <a:rPr lang="zh-TW" altLang="en-US"/>
              <a:t>按一下以編輯母片標題樣式</a:t>
            </a:r>
            <a:endParaRPr lang="en-US" altLang="zh-TW"/>
          </a:p>
        </p:txBody>
      </p:sp>
    </p:spTree>
    <p:extLst>
      <p:ext uri="{BB962C8B-B14F-4D97-AF65-F5344CB8AC3E}">
        <p14:creationId xmlns:p14="http://schemas.microsoft.com/office/powerpoint/2010/main" val="828607367"/>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type="obj" preserve="1">
  <p:cSld name="標題及物件">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DB4275E-1266-4BD3-8586-9F9312042D86}" type="slidenum">
              <a:rPr lang="en-US" altLang="zh-TW"/>
              <a:pPr>
                <a:defRPr/>
              </a:pPr>
              <a:t>‹#›</a:t>
            </a:fld>
            <a:endParaRPr lang="en-US" altLang="zh-TW"/>
          </a:p>
        </p:txBody>
      </p:sp>
    </p:spTree>
    <p:extLst>
      <p:ext uri="{BB962C8B-B14F-4D97-AF65-F5344CB8AC3E}">
        <p14:creationId xmlns:p14="http://schemas.microsoft.com/office/powerpoint/2010/main" val="401997987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type="secHead" preserve="1">
  <p:cSld name="區段標題">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AA3F4F5E-8873-4F03-A7D1-7DE97C16DC54}" type="slidenum">
              <a:rPr lang="en-US" altLang="zh-TW"/>
              <a:pPr>
                <a:defRPr/>
              </a:pPr>
              <a:t>‹#›</a:t>
            </a:fld>
            <a:endParaRPr lang="en-US" altLang="zh-TW"/>
          </a:p>
        </p:txBody>
      </p:sp>
    </p:spTree>
    <p:extLst>
      <p:ext uri="{BB962C8B-B14F-4D97-AF65-F5344CB8AC3E}">
        <p14:creationId xmlns:p14="http://schemas.microsoft.com/office/powerpoint/2010/main" val="400994056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type="twoObj" preserve="1">
  <p:cSld name="兩項物件">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0F50C049-EC10-49FC-BC36-AEBF7D466722}" type="slidenum">
              <a:rPr lang="en-US" altLang="zh-TW"/>
              <a:pPr>
                <a:defRPr/>
              </a:pPr>
              <a:t>‹#›</a:t>
            </a:fld>
            <a:endParaRPr lang="en-US" altLang="zh-TW"/>
          </a:p>
        </p:txBody>
      </p:sp>
    </p:spTree>
    <p:extLst>
      <p:ext uri="{BB962C8B-B14F-4D97-AF65-F5344CB8AC3E}">
        <p14:creationId xmlns:p14="http://schemas.microsoft.com/office/powerpoint/2010/main" val="385445370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twoTxTwoObj" preserve="1">
  <p:cSld name="比對">
    <p:spTree>
      <p:nvGrpSpPr>
        <p:cNvPr id="1" name=""/>
        <p:cNvGrpSpPr/>
        <p:nvPr/>
      </p:nvGrpSpPr>
      <p:grpSpPr>
        <a:xfrm>
          <a:off x="0" y="0"/>
          <a:ext cx="0" cy="0"/>
          <a:chOff x="0" y="0"/>
          <a:chExt cx="0" cy="0"/>
        </a:xfrm>
      </p:grpSpPr>
      <p:sp>
        <p:nvSpPr>
          <p:cNvPr id="7"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8"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9"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4638"/>
            <a:ext cx="8229600" cy="1143000"/>
          </a:xfrm>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1"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2"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C2FA9338-301B-4EFE-9B07-410791D55DAC}" type="slidenum">
              <a:rPr lang="en-US" altLang="zh-TW"/>
              <a:pPr>
                <a:defRPr/>
              </a:pPr>
              <a:t>‹#›</a:t>
            </a:fld>
            <a:endParaRPr lang="en-US" altLang="zh-TW"/>
          </a:p>
        </p:txBody>
      </p:sp>
    </p:spTree>
    <p:extLst>
      <p:ext uri="{BB962C8B-B14F-4D97-AF65-F5344CB8AC3E}">
        <p14:creationId xmlns:p14="http://schemas.microsoft.com/office/powerpoint/2010/main" val="119798066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Only" preserve="1">
  <p:cSld name="只有標題">
    <p:spTree>
      <p:nvGrpSpPr>
        <p:cNvPr id="1" name=""/>
        <p:cNvGrpSpPr/>
        <p:nvPr/>
      </p:nvGrpSpPr>
      <p:grpSpPr>
        <a:xfrm>
          <a:off x="0" y="0"/>
          <a:ext cx="0" cy="0"/>
          <a:chOff x="0" y="0"/>
          <a:chExt cx="0" cy="0"/>
        </a:xfrm>
      </p:grpSpPr>
      <p:sp>
        <p:nvSpPr>
          <p:cNvPr id="3"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4"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5"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6"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7"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8"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D9E1199F-4517-436D-A4BE-2EA5C26E7A34}" type="slidenum">
              <a:rPr lang="en-US" altLang="zh-TW"/>
              <a:pPr>
                <a:defRPr/>
              </a:pPr>
              <a:t>‹#›</a:t>
            </a:fld>
            <a:endParaRPr lang="en-US" altLang="zh-TW"/>
          </a:p>
        </p:txBody>
      </p:sp>
    </p:spTree>
    <p:extLst>
      <p:ext uri="{BB962C8B-B14F-4D97-AF65-F5344CB8AC3E}">
        <p14:creationId xmlns:p14="http://schemas.microsoft.com/office/powerpoint/2010/main" val="160737267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blank" preserve="1">
  <p:cSld name="空白">
    <p:spTree>
      <p:nvGrpSpPr>
        <p:cNvPr id="1" name=""/>
        <p:cNvGrpSpPr/>
        <p:nvPr/>
      </p:nvGrpSpPr>
      <p:grpSpPr>
        <a:xfrm>
          <a:off x="0" y="0"/>
          <a:ext cx="0" cy="0"/>
          <a:chOff x="0" y="0"/>
          <a:chExt cx="0" cy="0"/>
        </a:xfrm>
      </p:grpSpPr>
      <p:sp>
        <p:nvSpPr>
          <p:cNvPr id="2"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3"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7"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A79D6395-6A30-47FC-A8E9-34798484A3E6}" type="slidenum">
              <a:rPr lang="en-US" altLang="zh-TW"/>
              <a:pPr>
                <a:defRPr/>
              </a:pPr>
              <a:t>‹#›</a:t>
            </a:fld>
            <a:endParaRPr lang="en-US" altLang="zh-TW"/>
          </a:p>
        </p:txBody>
      </p:sp>
    </p:spTree>
    <p:extLst>
      <p:ext uri="{BB962C8B-B14F-4D97-AF65-F5344CB8AC3E}">
        <p14:creationId xmlns:p14="http://schemas.microsoft.com/office/powerpoint/2010/main" val="771097610"/>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type="objTx" preserve="1">
  <p:cSld name="含標題的內容">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1B560A97-F59A-4066-AD6E-F46D7CA3B339}" type="slidenum">
              <a:rPr lang="en-US" altLang="zh-TW"/>
              <a:pPr>
                <a:defRPr/>
              </a:pPr>
              <a:t>‹#›</a:t>
            </a:fld>
            <a:endParaRPr lang="en-US" altLang="zh-TW"/>
          </a:p>
        </p:txBody>
      </p:sp>
    </p:spTree>
    <p:extLst>
      <p:ext uri="{BB962C8B-B14F-4D97-AF65-F5344CB8AC3E}">
        <p14:creationId xmlns:p14="http://schemas.microsoft.com/office/powerpoint/2010/main" val="377935971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type="picTx" preserve="1">
  <p:cSld name="含標題的圖片">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zh-TW" altLang="en-US" noProof="0"/>
              <a:t>按一下圖示以新增圖片</a:t>
            </a:r>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ADD3187C-DF0F-4322-BF58-57BD01628343}" type="slidenum">
              <a:rPr lang="en-US" altLang="zh-TW"/>
              <a:pPr>
                <a:defRPr/>
              </a:pPr>
              <a:t>‹#›</a:t>
            </a:fld>
            <a:endParaRPr lang="en-US" altLang="zh-TW"/>
          </a:p>
        </p:txBody>
      </p:sp>
    </p:spTree>
    <p:extLst>
      <p:ext uri="{BB962C8B-B14F-4D97-AF65-F5344CB8AC3E}">
        <p14:creationId xmlns:p14="http://schemas.microsoft.com/office/powerpoint/2010/main" val="52305721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type="vertTx" preserve="1">
  <p:cSld name="標題及直排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CA521ECC-7473-40A3-B9ED-23D1D81211B1}" type="slidenum">
              <a:rPr lang="en-US" altLang="zh-TW"/>
              <a:pPr>
                <a:defRPr/>
              </a:pPr>
              <a:t>‹#›</a:t>
            </a:fld>
            <a:endParaRPr lang="en-US" altLang="zh-TW"/>
          </a:p>
        </p:txBody>
      </p:sp>
    </p:spTree>
    <p:extLst>
      <p:ext uri="{BB962C8B-B14F-4D97-AF65-F5344CB8AC3E}">
        <p14:creationId xmlns:p14="http://schemas.microsoft.com/office/powerpoint/2010/main" val="281018934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type="vertTitleAndTx" preserve="1">
  <p:cSld name="直排標題及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直排標題 1"/>
          <p:cNvSpPr>
            <a:spLocks noGrp="1"/>
          </p:cNvSpPr>
          <p:nvPr>
            <p:ph type="title" orient="vert"/>
          </p:nvPr>
        </p:nvSpPr>
        <p:spPr>
          <a:xfrm>
            <a:off x="6591300" y="46038"/>
            <a:ext cx="2095500" cy="6354762"/>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304800" y="46038"/>
            <a:ext cx="6134100" cy="6354762"/>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F18EFF3-BF5E-4191-9212-35310662FCF7}" type="slidenum">
              <a:rPr lang="en-US" altLang="zh-TW"/>
              <a:pPr>
                <a:defRPr/>
              </a:pPr>
              <a:t>‹#›</a:t>
            </a:fld>
            <a:endParaRPr lang="en-US" altLang="zh-TW"/>
          </a:p>
        </p:txBody>
      </p:sp>
    </p:spTree>
    <p:extLst>
      <p:ext uri="{BB962C8B-B14F-4D97-AF65-F5344CB8AC3E}">
        <p14:creationId xmlns:p14="http://schemas.microsoft.com/office/powerpoint/2010/main" val="247286940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type="tbl" preserve="1">
  <p:cSld name="標題及表格">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304800" y="46038"/>
            <a:ext cx="8382000" cy="563562"/>
          </a:xfrm>
        </p:spPr>
        <p:txBody>
          <a:bodyPr/>
          <a:lstStyle/>
          <a:p>
            <a:r>
              <a:rPr lang="zh-TW" altLang="en-US"/>
              <a:t>按一下以編輯母片標題樣式</a:t>
            </a:r>
          </a:p>
        </p:txBody>
      </p:sp>
      <p:sp>
        <p:nvSpPr>
          <p:cNvPr id="3" name="表格版面配置區 2"/>
          <p:cNvSpPr>
            <a:spLocks noGrp="1"/>
          </p:cNvSpPr>
          <p:nvPr>
            <p:ph type="tbl" idx="1"/>
          </p:nvPr>
        </p:nvSpPr>
        <p:spPr>
          <a:xfrm>
            <a:off x="457200" y="990600"/>
            <a:ext cx="8229600" cy="5410200"/>
          </a:xfrm>
        </p:spPr>
        <p:txBody>
          <a:bodyPr/>
          <a:lstStyle/>
          <a:p>
            <a:pPr lvl="0"/>
            <a:r>
              <a:rPr lang="zh-TW" altLang="en-US" noProof="0"/>
              <a:t>按一下圖示以新增表格</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5D89D6A3-0C71-4886-80BE-9DEA888A4F36}" type="slidenum">
              <a:rPr lang="en-US" altLang="zh-TW"/>
              <a:pPr>
                <a:defRPr/>
              </a:pPr>
              <a:t>‹#›</a:t>
            </a:fld>
            <a:endParaRPr lang="en-US" altLang="zh-TW"/>
          </a:p>
        </p:txBody>
      </p:sp>
    </p:spTree>
    <p:extLst>
      <p:ext uri="{BB962C8B-B14F-4D97-AF65-F5344CB8AC3E}">
        <p14:creationId xmlns:p14="http://schemas.microsoft.com/office/powerpoint/2010/main" val="416761646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type="title" preserve="1">
  <p:cSld name="標題投影片">
    <p:bg>
      <p:bgPr>
        <a:solidFill>
          <a:srgbClr val="FFFFFF"/>
        </a:solidFill>
        <a:effectLst/>
      </p:bgPr>
    </p:bg>
    <p:spTree>
      <p:nvGrpSpPr>
        <p:cNvPr id="1" name=""/>
        <p:cNvGrpSpPr/>
        <p:nvPr/>
      </p:nvGrpSpPr>
      <p:grpSpPr>
        <a:xfrm>
          <a:off x="0" y="0"/>
          <a:ext cx="0" cy="0"/>
          <a:chOff x="0" y="0"/>
          <a:chExt cx="0" cy="0"/>
        </a:xfrm>
      </p:grpSpPr>
      <p:sp>
        <p:nvSpPr>
          <p:cNvPr id="4" name="Rectangle 1784"/>
          <p:cNvSpPr>
            <a:spLocks noChangeArrowheads="1"/>
          </p:cNvSpPr>
          <p:nvPr userDrawn="1"/>
        </p:nvSpPr>
        <p:spPr bwMode="gray">
          <a:xfrm>
            <a:off x="2978150" y="0"/>
            <a:ext cx="3270250" cy="342900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6227763" y="0"/>
          <a:ext cx="2914650" cy="35734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0"/>
                        <a:ext cx="2914650"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0" y="0"/>
          <a:ext cx="3019425" cy="3573463"/>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3019425"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 name="Group 68"/>
          <p:cNvGrpSpPr>
            <a:grpSpLocks/>
          </p:cNvGrpSpPr>
          <p:nvPr userDrawn="1"/>
        </p:nvGrpSpPr>
        <p:grpSpPr bwMode="auto">
          <a:xfrm>
            <a:off x="3348038" y="836613"/>
            <a:ext cx="2509837" cy="2498725"/>
            <a:chOff x="2111" y="670"/>
            <a:chExt cx="1581" cy="1574"/>
          </a:xfrm>
        </p:grpSpPr>
        <p:sp>
          <p:nvSpPr>
            <p:cNvPr id="8" name="Line 69"/>
            <p:cNvSpPr>
              <a:spLocks noChangeShapeType="1"/>
            </p:cNvSpPr>
            <p:nvPr userDrawn="1"/>
          </p:nvSpPr>
          <p:spPr bwMode="gray">
            <a:xfrm flipH="1">
              <a:off x="3092" y="1532"/>
              <a:ext cx="156"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 name="Line 70"/>
            <p:cNvSpPr>
              <a:spLocks noChangeShapeType="1"/>
            </p:cNvSpPr>
            <p:nvPr userDrawn="1"/>
          </p:nvSpPr>
          <p:spPr bwMode="gray">
            <a:xfrm flipH="1" flipV="1">
              <a:off x="3101" y="1523"/>
              <a:ext cx="206"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 name="Line 71"/>
            <p:cNvSpPr>
              <a:spLocks noChangeShapeType="1"/>
            </p:cNvSpPr>
            <p:nvPr userDrawn="1"/>
          </p:nvSpPr>
          <p:spPr bwMode="gray">
            <a:xfrm flipV="1">
              <a:off x="3081" y="1642"/>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 name="Line 72"/>
            <p:cNvSpPr>
              <a:spLocks noChangeShapeType="1"/>
            </p:cNvSpPr>
            <p:nvPr userDrawn="1"/>
          </p:nvSpPr>
          <p:spPr bwMode="gray">
            <a:xfrm flipV="1">
              <a:off x="3449" y="1518"/>
              <a:ext cx="7" cy="25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 name="Line 73"/>
            <p:cNvSpPr>
              <a:spLocks noChangeShapeType="1"/>
            </p:cNvSpPr>
            <p:nvPr userDrawn="1"/>
          </p:nvSpPr>
          <p:spPr bwMode="gray">
            <a:xfrm flipH="1">
              <a:off x="3456" y="1273"/>
              <a:ext cx="7"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 name="Line 74"/>
            <p:cNvSpPr>
              <a:spLocks noChangeShapeType="1"/>
            </p:cNvSpPr>
            <p:nvPr userDrawn="1"/>
          </p:nvSpPr>
          <p:spPr bwMode="gray">
            <a:xfrm flipV="1">
              <a:off x="299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 name="Freeform 75"/>
            <p:cNvSpPr>
              <a:spLocks/>
            </p:cNvSpPr>
            <p:nvPr userDrawn="1"/>
          </p:nvSpPr>
          <p:spPr bwMode="gray">
            <a:xfrm>
              <a:off x="3083" y="1623"/>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 name="Line 76"/>
            <p:cNvSpPr>
              <a:spLocks noChangeShapeType="1"/>
            </p:cNvSpPr>
            <p:nvPr userDrawn="1"/>
          </p:nvSpPr>
          <p:spPr bwMode="gray">
            <a:xfrm>
              <a:off x="2983" y="1595"/>
              <a:ext cx="209"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 name="Line 77"/>
            <p:cNvSpPr>
              <a:spLocks noChangeShapeType="1"/>
            </p:cNvSpPr>
            <p:nvPr userDrawn="1"/>
          </p:nvSpPr>
          <p:spPr bwMode="gray">
            <a:xfrm>
              <a:off x="2989" y="1588"/>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 name="Line 78"/>
            <p:cNvSpPr>
              <a:spLocks noChangeShapeType="1"/>
            </p:cNvSpPr>
            <p:nvPr userDrawn="1"/>
          </p:nvSpPr>
          <p:spPr bwMode="gray">
            <a:xfrm flipH="1" flipV="1">
              <a:off x="2980" y="1606"/>
              <a:ext cx="208"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 name="Line 79"/>
            <p:cNvSpPr>
              <a:spLocks noChangeShapeType="1"/>
            </p:cNvSpPr>
            <p:nvPr userDrawn="1"/>
          </p:nvSpPr>
          <p:spPr bwMode="gray">
            <a:xfrm>
              <a:off x="2957" y="1842"/>
              <a:ext cx="186"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 name="Line 80"/>
            <p:cNvSpPr>
              <a:spLocks noChangeShapeType="1"/>
            </p:cNvSpPr>
            <p:nvPr userDrawn="1"/>
          </p:nvSpPr>
          <p:spPr bwMode="gray">
            <a:xfrm flipH="1" flipV="1">
              <a:off x="2231" y="1408"/>
              <a:ext cx="116"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 name="Line 81"/>
            <p:cNvSpPr>
              <a:spLocks noChangeShapeType="1"/>
            </p:cNvSpPr>
            <p:nvPr userDrawn="1"/>
          </p:nvSpPr>
          <p:spPr bwMode="gray">
            <a:xfrm flipV="1">
              <a:off x="2284" y="1467"/>
              <a:ext cx="63" cy="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 name="Line 82"/>
            <p:cNvSpPr>
              <a:spLocks noChangeShapeType="1"/>
            </p:cNvSpPr>
            <p:nvPr userDrawn="1"/>
          </p:nvSpPr>
          <p:spPr bwMode="gray">
            <a:xfrm flipH="1" flipV="1">
              <a:off x="2665" y="1564"/>
              <a:ext cx="203"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 name="Line 83"/>
            <p:cNvSpPr>
              <a:spLocks noChangeShapeType="1"/>
            </p:cNvSpPr>
            <p:nvPr userDrawn="1"/>
          </p:nvSpPr>
          <p:spPr bwMode="gray">
            <a:xfrm flipV="1">
              <a:off x="2642" y="1539"/>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 name="Line 84"/>
            <p:cNvSpPr>
              <a:spLocks noChangeShapeType="1"/>
            </p:cNvSpPr>
            <p:nvPr userDrawn="1"/>
          </p:nvSpPr>
          <p:spPr bwMode="gray">
            <a:xfrm flipV="1">
              <a:off x="2880" y="1653"/>
              <a:ext cx="1"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 name="Line 85"/>
            <p:cNvSpPr>
              <a:spLocks noChangeShapeType="1"/>
            </p:cNvSpPr>
            <p:nvPr userDrawn="1"/>
          </p:nvSpPr>
          <p:spPr bwMode="gray">
            <a:xfrm flipV="1">
              <a:off x="2798" y="1721"/>
              <a:ext cx="161"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 name="Line 86"/>
            <p:cNvSpPr>
              <a:spLocks noChangeShapeType="1"/>
            </p:cNvSpPr>
            <p:nvPr userDrawn="1"/>
          </p:nvSpPr>
          <p:spPr bwMode="gray">
            <a:xfrm>
              <a:off x="2733" y="1506"/>
              <a:ext cx="11"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 name="Line 87"/>
            <p:cNvSpPr>
              <a:spLocks noChangeShapeType="1"/>
            </p:cNvSpPr>
            <p:nvPr userDrawn="1"/>
          </p:nvSpPr>
          <p:spPr bwMode="gray">
            <a:xfrm flipV="1">
              <a:off x="2744" y="1509"/>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 name="Line 88"/>
            <p:cNvSpPr>
              <a:spLocks noChangeShapeType="1"/>
            </p:cNvSpPr>
            <p:nvPr userDrawn="1"/>
          </p:nvSpPr>
          <p:spPr bwMode="gray">
            <a:xfrm flipH="1" flipV="1">
              <a:off x="2452" y="1569"/>
              <a:ext cx="3" cy="25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 name="Line 89"/>
            <p:cNvSpPr>
              <a:spLocks noChangeShapeType="1"/>
            </p:cNvSpPr>
            <p:nvPr userDrawn="1"/>
          </p:nvSpPr>
          <p:spPr bwMode="gray">
            <a:xfrm>
              <a:off x="2142" y="1583"/>
              <a:ext cx="63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 name="Line 90"/>
            <p:cNvSpPr>
              <a:spLocks noChangeShapeType="1"/>
            </p:cNvSpPr>
            <p:nvPr userDrawn="1"/>
          </p:nvSpPr>
          <p:spPr bwMode="gray">
            <a:xfrm flipV="1">
              <a:off x="2564" y="1609"/>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 name="Line 91"/>
            <p:cNvSpPr>
              <a:spLocks noChangeShapeType="1"/>
            </p:cNvSpPr>
            <p:nvPr userDrawn="1"/>
          </p:nvSpPr>
          <p:spPr bwMode="gray">
            <a:xfrm flipH="1" flipV="1">
              <a:off x="2551" y="1606"/>
              <a:ext cx="13"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 name="Line 92"/>
            <p:cNvSpPr>
              <a:spLocks noChangeShapeType="1"/>
            </p:cNvSpPr>
            <p:nvPr userDrawn="1"/>
          </p:nvSpPr>
          <p:spPr bwMode="gray">
            <a:xfrm flipH="1" flipV="1">
              <a:off x="2354" y="1534"/>
              <a:ext cx="19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 name="Line 93"/>
            <p:cNvSpPr>
              <a:spLocks noChangeShapeType="1"/>
            </p:cNvSpPr>
            <p:nvPr userDrawn="1"/>
          </p:nvSpPr>
          <p:spPr bwMode="gray">
            <a:xfrm flipH="1" flipV="1">
              <a:off x="2343" y="1530"/>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 name="Line 94"/>
            <p:cNvSpPr>
              <a:spLocks noChangeShapeType="1"/>
            </p:cNvSpPr>
            <p:nvPr userDrawn="1"/>
          </p:nvSpPr>
          <p:spPr bwMode="gray">
            <a:xfrm flipV="1">
              <a:off x="2343" y="153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 name="Line 95"/>
            <p:cNvSpPr>
              <a:spLocks noChangeShapeType="1"/>
            </p:cNvSpPr>
            <p:nvPr userDrawn="1"/>
          </p:nvSpPr>
          <p:spPr bwMode="gray">
            <a:xfrm>
              <a:off x="2347" y="1770"/>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 name="Line 96"/>
            <p:cNvSpPr>
              <a:spLocks noChangeShapeType="1"/>
            </p:cNvSpPr>
            <p:nvPr userDrawn="1"/>
          </p:nvSpPr>
          <p:spPr bwMode="gray">
            <a:xfrm>
              <a:off x="2347" y="178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 name="Line 97"/>
            <p:cNvSpPr>
              <a:spLocks noChangeShapeType="1"/>
            </p:cNvSpPr>
            <p:nvPr userDrawn="1"/>
          </p:nvSpPr>
          <p:spPr bwMode="gray">
            <a:xfrm>
              <a:off x="2359" y="1788"/>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 name="Line 98"/>
            <p:cNvSpPr>
              <a:spLocks noChangeShapeType="1"/>
            </p:cNvSpPr>
            <p:nvPr userDrawn="1"/>
          </p:nvSpPr>
          <p:spPr bwMode="gray">
            <a:xfrm>
              <a:off x="2555" y="1861"/>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 name="Line 99"/>
            <p:cNvSpPr>
              <a:spLocks noChangeShapeType="1"/>
            </p:cNvSpPr>
            <p:nvPr userDrawn="1"/>
          </p:nvSpPr>
          <p:spPr bwMode="gray">
            <a:xfrm>
              <a:off x="2565" y="185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 name="Line 100"/>
            <p:cNvSpPr>
              <a:spLocks noChangeShapeType="1"/>
            </p:cNvSpPr>
            <p:nvPr userDrawn="1"/>
          </p:nvSpPr>
          <p:spPr bwMode="gray">
            <a:xfrm flipH="1" flipV="1">
              <a:off x="2656" y="1892"/>
              <a:ext cx="2" cy="1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 name="Line 101"/>
            <p:cNvSpPr>
              <a:spLocks noChangeShapeType="1"/>
            </p:cNvSpPr>
            <p:nvPr userDrawn="1"/>
          </p:nvSpPr>
          <p:spPr bwMode="gray">
            <a:xfrm flipV="1">
              <a:off x="2576" y="1892"/>
              <a:ext cx="79"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 name="Line 102"/>
            <p:cNvSpPr>
              <a:spLocks noChangeShapeType="1"/>
            </p:cNvSpPr>
            <p:nvPr userDrawn="1"/>
          </p:nvSpPr>
          <p:spPr bwMode="gray">
            <a:xfrm flipH="1" flipV="1">
              <a:off x="2653" y="1312"/>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 name="Line 103"/>
            <p:cNvSpPr>
              <a:spLocks noChangeShapeType="1"/>
            </p:cNvSpPr>
            <p:nvPr userDrawn="1"/>
          </p:nvSpPr>
          <p:spPr bwMode="gray">
            <a:xfrm flipV="1">
              <a:off x="2572" y="1434"/>
              <a:ext cx="163" cy="8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 name="Line 104"/>
            <p:cNvSpPr>
              <a:spLocks noChangeShapeType="1"/>
            </p:cNvSpPr>
            <p:nvPr userDrawn="1"/>
          </p:nvSpPr>
          <p:spPr bwMode="gray">
            <a:xfrm>
              <a:off x="2441" y="1228"/>
              <a:ext cx="200"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 name="Line 105"/>
            <p:cNvSpPr>
              <a:spLocks noChangeShapeType="1"/>
            </p:cNvSpPr>
            <p:nvPr userDrawn="1"/>
          </p:nvSpPr>
          <p:spPr bwMode="gray">
            <a:xfrm flipH="1">
              <a:off x="2457" y="1219"/>
              <a:ext cx="166"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 name="Line 106"/>
            <p:cNvSpPr>
              <a:spLocks noChangeShapeType="1"/>
            </p:cNvSpPr>
            <p:nvPr userDrawn="1"/>
          </p:nvSpPr>
          <p:spPr bwMode="gray">
            <a:xfrm>
              <a:off x="2359" y="1864"/>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 name="Line 107"/>
            <p:cNvSpPr>
              <a:spLocks noChangeShapeType="1"/>
            </p:cNvSpPr>
            <p:nvPr userDrawn="1"/>
          </p:nvSpPr>
          <p:spPr bwMode="gray">
            <a:xfrm>
              <a:off x="2455" y="1824"/>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 name="Line 108"/>
            <p:cNvSpPr>
              <a:spLocks noChangeShapeType="1"/>
            </p:cNvSpPr>
            <p:nvPr userDrawn="1"/>
          </p:nvSpPr>
          <p:spPr bwMode="gray">
            <a:xfrm>
              <a:off x="2352" y="1454"/>
              <a:ext cx="199"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 name="Line 109"/>
            <p:cNvSpPr>
              <a:spLocks noChangeShapeType="1"/>
            </p:cNvSpPr>
            <p:nvPr userDrawn="1"/>
          </p:nvSpPr>
          <p:spPr bwMode="gray">
            <a:xfrm>
              <a:off x="2448" y="1322"/>
              <a:ext cx="4"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 name="Line 110"/>
            <p:cNvSpPr>
              <a:spLocks noChangeShapeType="1"/>
            </p:cNvSpPr>
            <p:nvPr userDrawn="1"/>
          </p:nvSpPr>
          <p:spPr bwMode="gray">
            <a:xfrm flipV="1">
              <a:off x="3438" y="1167"/>
              <a:ext cx="32" cy="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 name="Line 111"/>
            <p:cNvSpPr>
              <a:spLocks noChangeShapeType="1"/>
            </p:cNvSpPr>
            <p:nvPr userDrawn="1"/>
          </p:nvSpPr>
          <p:spPr bwMode="gray">
            <a:xfrm flipV="1">
              <a:off x="3548" y="1268"/>
              <a:ext cx="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 name="Line 112"/>
            <p:cNvSpPr>
              <a:spLocks noChangeShapeType="1"/>
            </p:cNvSpPr>
            <p:nvPr userDrawn="1"/>
          </p:nvSpPr>
          <p:spPr bwMode="gray">
            <a:xfrm flipV="1">
              <a:off x="3599" y="1336"/>
              <a:ext cx="18"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 name="Line 113"/>
            <p:cNvSpPr>
              <a:spLocks noChangeShapeType="1"/>
            </p:cNvSpPr>
            <p:nvPr userDrawn="1"/>
          </p:nvSpPr>
          <p:spPr bwMode="gray">
            <a:xfrm>
              <a:off x="3398" y="1139"/>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 name="Line 114"/>
            <p:cNvSpPr>
              <a:spLocks noChangeShapeType="1"/>
            </p:cNvSpPr>
            <p:nvPr userDrawn="1"/>
          </p:nvSpPr>
          <p:spPr bwMode="gray">
            <a:xfrm flipV="1">
              <a:off x="3408" y="114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 name="Line 115"/>
            <p:cNvSpPr>
              <a:spLocks noChangeShapeType="1"/>
            </p:cNvSpPr>
            <p:nvPr userDrawn="1"/>
          </p:nvSpPr>
          <p:spPr bwMode="gray">
            <a:xfrm flipV="1">
              <a:off x="3139" y="1224"/>
              <a:ext cx="4" cy="2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 name="Line 116"/>
            <p:cNvSpPr>
              <a:spLocks noChangeShapeType="1"/>
            </p:cNvSpPr>
            <p:nvPr userDrawn="1"/>
          </p:nvSpPr>
          <p:spPr bwMode="gray">
            <a:xfrm>
              <a:off x="3034" y="138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 name="Line 117"/>
            <p:cNvSpPr>
              <a:spLocks noChangeShapeType="1"/>
            </p:cNvSpPr>
            <p:nvPr userDrawn="1"/>
          </p:nvSpPr>
          <p:spPr bwMode="gray">
            <a:xfrm>
              <a:off x="3034" y="1401"/>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 name="Line 118"/>
            <p:cNvSpPr>
              <a:spLocks noChangeShapeType="1"/>
            </p:cNvSpPr>
            <p:nvPr userDrawn="1"/>
          </p:nvSpPr>
          <p:spPr bwMode="gray">
            <a:xfrm flipV="1">
              <a:off x="3331" y="952"/>
              <a:ext cx="4" cy="19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 name="Line 119"/>
            <p:cNvSpPr>
              <a:spLocks noChangeShapeType="1"/>
            </p:cNvSpPr>
            <p:nvPr userDrawn="1"/>
          </p:nvSpPr>
          <p:spPr bwMode="gray">
            <a:xfrm flipV="1">
              <a:off x="3309" y="1070"/>
              <a:ext cx="94"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 name="Line 120"/>
            <p:cNvSpPr>
              <a:spLocks noChangeShapeType="1"/>
            </p:cNvSpPr>
            <p:nvPr userDrawn="1"/>
          </p:nvSpPr>
          <p:spPr bwMode="gray">
            <a:xfrm flipH="1">
              <a:off x="3284" y="86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 name="Line 121"/>
            <p:cNvSpPr>
              <a:spLocks noChangeShapeType="1"/>
            </p:cNvSpPr>
            <p:nvPr userDrawn="1"/>
          </p:nvSpPr>
          <p:spPr bwMode="gray">
            <a:xfrm>
              <a:off x="3043" y="1478"/>
              <a:ext cx="82" cy="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 name="Line 122"/>
            <p:cNvSpPr>
              <a:spLocks noChangeShapeType="1"/>
            </p:cNvSpPr>
            <p:nvPr userDrawn="1"/>
          </p:nvSpPr>
          <p:spPr bwMode="gray">
            <a:xfrm flipH="1" flipV="1">
              <a:off x="3045" y="1405"/>
              <a:ext cx="105"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 name="Line 123"/>
            <p:cNvSpPr>
              <a:spLocks noChangeShapeType="1"/>
            </p:cNvSpPr>
            <p:nvPr userDrawn="1"/>
          </p:nvSpPr>
          <p:spPr bwMode="gray">
            <a:xfrm flipH="1">
              <a:off x="3534" y="1342"/>
              <a:ext cx="42" cy="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 name="Line 124"/>
            <p:cNvSpPr>
              <a:spLocks noChangeShapeType="1"/>
            </p:cNvSpPr>
            <p:nvPr userDrawn="1"/>
          </p:nvSpPr>
          <p:spPr bwMode="gray">
            <a:xfrm flipH="1" flipV="1">
              <a:off x="3533" y="1420"/>
              <a:ext cx="43"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 name="Line 125"/>
            <p:cNvSpPr>
              <a:spLocks noChangeShapeType="1"/>
            </p:cNvSpPr>
            <p:nvPr userDrawn="1"/>
          </p:nvSpPr>
          <p:spPr bwMode="gray">
            <a:xfrm flipV="1">
              <a:off x="3143" y="1488"/>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 name="Line 126"/>
            <p:cNvSpPr>
              <a:spLocks noChangeShapeType="1"/>
            </p:cNvSpPr>
            <p:nvPr userDrawn="1"/>
          </p:nvSpPr>
          <p:spPr bwMode="gray">
            <a:xfrm flipV="1">
              <a:off x="3143" y="1485"/>
              <a:ext cx="8"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 name="Line 127"/>
            <p:cNvSpPr>
              <a:spLocks noChangeShapeType="1"/>
            </p:cNvSpPr>
            <p:nvPr userDrawn="1"/>
          </p:nvSpPr>
          <p:spPr bwMode="gray">
            <a:xfrm>
              <a:off x="2980" y="1721"/>
              <a:ext cx="20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 name="Line 128"/>
            <p:cNvSpPr>
              <a:spLocks noChangeShapeType="1"/>
            </p:cNvSpPr>
            <p:nvPr userDrawn="1"/>
          </p:nvSpPr>
          <p:spPr bwMode="gray">
            <a:xfrm flipV="1">
              <a:off x="3207" y="1502"/>
              <a:ext cx="478" cy="2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 name="Line 129"/>
            <p:cNvSpPr>
              <a:spLocks noChangeShapeType="1"/>
            </p:cNvSpPr>
            <p:nvPr userDrawn="1"/>
          </p:nvSpPr>
          <p:spPr bwMode="gray">
            <a:xfrm flipV="1">
              <a:off x="3538" y="146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 name="Line 130"/>
            <p:cNvSpPr>
              <a:spLocks noChangeShapeType="1"/>
            </p:cNvSpPr>
            <p:nvPr userDrawn="1"/>
          </p:nvSpPr>
          <p:spPr bwMode="gray">
            <a:xfrm flipH="1">
              <a:off x="3529" y="1469"/>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 name="Line 131"/>
            <p:cNvSpPr>
              <a:spLocks noChangeShapeType="1"/>
            </p:cNvSpPr>
            <p:nvPr userDrawn="1"/>
          </p:nvSpPr>
          <p:spPr bwMode="gray">
            <a:xfrm flipH="1">
              <a:off x="3380" y="1474"/>
              <a:ext cx="149"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 name="Line 132"/>
            <p:cNvSpPr>
              <a:spLocks noChangeShapeType="1"/>
            </p:cNvSpPr>
            <p:nvPr userDrawn="1"/>
          </p:nvSpPr>
          <p:spPr bwMode="gray">
            <a:xfrm flipH="1">
              <a:off x="3372" y="1562"/>
              <a:ext cx="8"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 name="Line 133"/>
            <p:cNvSpPr>
              <a:spLocks noChangeShapeType="1"/>
            </p:cNvSpPr>
            <p:nvPr userDrawn="1"/>
          </p:nvSpPr>
          <p:spPr bwMode="gray">
            <a:xfrm flipV="1">
              <a:off x="3372" y="156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 name="Line 134"/>
            <p:cNvSpPr>
              <a:spLocks noChangeShapeType="1"/>
            </p:cNvSpPr>
            <p:nvPr userDrawn="1"/>
          </p:nvSpPr>
          <p:spPr bwMode="gray">
            <a:xfrm>
              <a:off x="3366" y="181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 name="Line 135"/>
            <p:cNvSpPr>
              <a:spLocks noChangeShapeType="1"/>
            </p:cNvSpPr>
            <p:nvPr userDrawn="1"/>
          </p:nvSpPr>
          <p:spPr bwMode="gray">
            <a:xfrm flipV="1">
              <a:off x="3366" y="1817"/>
              <a:ext cx="7" cy="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 name="Line 136"/>
            <p:cNvSpPr>
              <a:spLocks noChangeShapeType="1"/>
            </p:cNvSpPr>
            <p:nvPr userDrawn="1"/>
          </p:nvSpPr>
          <p:spPr bwMode="gray">
            <a:xfrm flipV="1">
              <a:off x="3373" y="1725"/>
              <a:ext cx="149"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 name="Line 137"/>
            <p:cNvSpPr>
              <a:spLocks noChangeShapeType="1"/>
            </p:cNvSpPr>
            <p:nvPr userDrawn="1"/>
          </p:nvSpPr>
          <p:spPr bwMode="gray">
            <a:xfrm flipV="1">
              <a:off x="3522" y="1721"/>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 name="Line 138"/>
            <p:cNvSpPr>
              <a:spLocks noChangeShapeType="1"/>
            </p:cNvSpPr>
            <p:nvPr userDrawn="1"/>
          </p:nvSpPr>
          <p:spPr bwMode="gray">
            <a:xfrm>
              <a:off x="3531" y="170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 name="Line 139"/>
            <p:cNvSpPr>
              <a:spLocks noChangeShapeType="1"/>
            </p:cNvSpPr>
            <p:nvPr userDrawn="1"/>
          </p:nvSpPr>
          <p:spPr bwMode="gray">
            <a:xfrm flipH="1" flipV="1">
              <a:off x="3279" y="1870"/>
              <a:ext cx="73" cy="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 name="Line 140"/>
            <p:cNvSpPr>
              <a:spLocks noChangeShapeType="1"/>
            </p:cNvSpPr>
            <p:nvPr userDrawn="1"/>
          </p:nvSpPr>
          <p:spPr bwMode="gray">
            <a:xfrm flipV="1">
              <a:off x="3256" y="1282"/>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 name="Line 141"/>
            <p:cNvSpPr>
              <a:spLocks noChangeShapeType="1"/>
            </p:cNvSpPr>
            <p:nvPr userDrawn="1"/>
          </p:nvSpPr>
          <p:spPr bwMode="gray">
            <a:xfrm flipH="1" flipV="1">
              <a:off x="3155" y="1413"/>
              <a:ext cx="208"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 name="Line 142"/>
            <p:cNvSpPr>
              <a:spLocks noChangeShapeType="1"/>
            </p:cNvSpPr>
            <p:nvPr userDrawn="1"/>
          </p:nvSpPr>
          <p:spPr bwMode="gray">
            <a:xfrm flipV="1">
              <a:off x="3270" y="1181"/>
              <a:ext cx="151"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 name="Line 143"/>
            <p:cNvSpPr>
              <a:spLocks noChangeShapeType="1"/>
            </p:cNvSpPr>
            <p:nvPr userDrawn="1"/>
          </p:nvSpPr>
          <p:spPr bwMode="gray">
            <a:xfrm>
              <a:off x="3242" y="1189"/>
              <a:ext cx="208"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 name="Line 144"/>
            <p:cNvSpPr>
              <a:spLocks noChangeShapeType="1"/>
            </p:cNvSpPr>
            <p:nvPr userDrawn="1"/>
          </p:nvSpPr>
          <p:spPr bwMode="gray">
            <a:xfrm flipV="1">
              <a:off x="3372" y="1803"/>
              <a:ext cx="148"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 name="Line 145"/>
            <p:cNvSpPr>
              <a:spLocks noChangeShapeType="1"/>
            </p:cNvSpPr>
            <p:nvPr userDrawn="1"/>
          </p:nvSpPr>
          <p:spPr bwMode="gray">
            <a:xfrm flipH="1">
              <a:off x="3442" y="1770"/>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 name="Line 146"/>
            <p:cNvSpPr>
              <a:spLocks noChangeShapeType="1"/>
            </p:cNvSpPr>
            <p:nvPr userDrawn="1"/>
          </p:nvSpPr>
          <p:spPr bwMode="gray">
            <a:xfrm flipV="1">
              <a:off x="3382" y="1394"/>
              <a:ext cx="151"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 name="Line 147"/>
            <p:cNvSpPr>
              <a:spLocks noChangeShapeType="1"/>
            </p:cNvSpPr>
            <p:nvPr userDrawn="1"/>
          </p:nvSpPr>
          <p:spPr bwMode="gray">
            <a:xfrm flipH="1" flipV="1">
              <a:off x="2380" y="995"/>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 name="Line 148"/>
            <p:cNvSpPr>
              <a:spLocks noChangeShapeType="1"/>
            </p:cNvSpPr>
            <p:nvPr userDrawn="1"/>
          </p:nvSpPr>
          <p:spPr bwMode="gray">
            <a:xfrm flipH="1" flipV="1">
              <a:off x="2291" y="1123"/>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 name="Line 149"/>
            <p:cNvSpPr>
              <a:spLocks noChangeShapeType="1"/>
            </p:cNvSpPr>
            <p:nvPr userDrawn="1"/>
          </p:nvSpPr>
          <p:spPr bwMode="gray">
            <a:xfrm flipV="1">
              <a:off x="2282" y="1196"/>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 name="Line 150"/>
            <p:cNvSpPr>
              <a:spLocks noChangeShapeType="1"/>
            </p:cNvSpPr>
            <p:nvPr userDrawn="1"/>
          </p:nvSpPr>
          <p:spPr bwMode="gray">
            <a:xfrm flipH="1">
              <a:off x="2282" y="119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 name="Line 151"/>
            <p:cNvSpPr>
              <a:spLocks noChangeShapeType="1"/>
            </p:cNvSpPr>
            <p:nvPr userDrawn="1"/>
          </p:nvSpPr>
          <p:spPr bwMode="gray">
            <a:xfrm flipV="1">
              <a:off x="2389" y="929"/>
              <a:ext cx="101"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 name="Line 152"/>
            <p:cNvSpPr>
              <a:spLocks noChangeShapeType="1"/>
            </p:cNvSpPr>
            <p:nvPr userDrawn="1"/>
          </p:nvSpPr>
          <p:spPr bwMode="gray">
            <a:xfrm>
              <a:off x="2375" y="910"/>
              <a:ext cx="115" cy="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 name="Line 153"/>
            <p:cNvSpPr>
              <a:spLocks noChangeShapeType="1"/>
            </p:cNvSpPr>
            <p:nvPr userDrawn="1"/>
          </p:nvSpPr>
          <p:spPr bwMode="gray">
            <a:xfrm>
              <a:off x="2926" y="2031"/>
              <a:ext cx="19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 name="Line 154"/>
            <p:cNvSpPr>
              <a:spLocks noChangeShapeType="1"/>
            </p:cNvSpPr>
            <p:nvPr userDrawn="1"/>
          </p:nvSpPr>
          <p:spPr bwMode="gray">
            <a:xfrm flipV="1">
              <a:off x="2982" y="1943"/>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 name="Line 155"/>
            <p:cNvSpPr>
              <a:spLocks noChangeShapeType="1"/>
            </p:cNvSpPr>
            <p:nvPr userDrawn="1"/>
          </p:nvSpPr>
          <p:spPr bwMode="gray">
            <a:xfrm>
              <a:off x="2905" y="1903"/>
              <a:ext cx="12"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 name="Line 156"/>
            <p:cNvSpPr>
              <a:spLocks noChangeShapeType="1"/>
            </p:cNvSpPr>
            <p:nvPr userDrawn="1"/>
          </p:nvSpPr>
          <p:spPr bwMode="gray">
            <a:xfrm flipH="1">
              <a:off x="2917" y="1901"/>
              <a:ext cx="7"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 name="Line 157"/>
            <p:cNvSpPr>
              <a:spLocks noChangeShapeType="1"/>
            </p:cNvSpPr>
            <p:nvPr userDrawn="1"/>
          </p:nvSpPr>
          <p:spPr bwMode="gray">
            <a:xfrm flipV="1">
              <a:off x="3143" y="2029"/>
              <a:ext cx="11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 name="Line 158"/>
            <p:cNvSpPr>
              <a:spLocks noChangeShapeType="1"/>
            </p:cNvSpPr>
            <p:nvPr userDrawn="1"/>
          </p:nvSpPr>
          <p:spPr bwMode="gray">
            <a:xfrm flipH="1">
              <a:off x="3214" y="2011"/>
              <a:ext cx="2" cy="15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 name="Line 159"/>
            <p:cNvSpPr>
              <a:spLocks noChangeShapeType="1"/>
            </p:cNvSpPr>
            <p:nvPr userDrawn="1"/>
          </p:nvSpPr>
          <p:spPr bwMode="gray">
            <a:xfrm flipH="1">
              <a:off x="2915" y="214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 name="Line 160"/>
            <p:cNvSpPr>
              <a:spLocks noChangeShapeType="1"/>
            </p:cNvSpPr>
            <p:nvPr userDrawn="1"/>
          </p:nvSpPr>
          <p:spPr bwMode="gray">
            <a:xfrm flipH="1" flipV="1">
              <a:off x="2905" y="214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 name="Line 161"/>
            <p:cNvSpPr>
              <a:spLocks noChangeShapeType="1"/>
            </p:cNvSpPr>
            <p:nvPr userDrawn="1"/>
          </p:nvSpPr>
          <p:spPr bwMode="gray">
            <a:xfrm flipH="1">
              <a:off x="2754" y="2032"/>
              <a:ext cx="152"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 name="Line 162"/>
            <p:cNvSpPr>
              <a:spLocks noChangeShapeType="1"/>
            </p:cNvSpPr>
            <p:nvPr userDrawn="1"/>
          </p:nvSpPr>
          <p:spPr bwMode="gray">
            <a:xfrm flipV="1">
              <a:off x="2863" y="1950"/>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 name="Line 163"/>
            <p:cNvSpPr>
              <a:spLocks noChangeShapeType="1"/>
            </p:cNvSpPr>
            <p:nvPr userDrawn="1"/>
          </p:nvSpPr>
          <p:spPr bwMode="gray">
            <a:xfrm>
              <a:off x="2616" y="2081"/>
              <a:ext cx="11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 name="Line 164"/>
            <p:cNvSpPr>
              <a:spLocks noChangeShapeType="1"/>
            </p:cNvSpPr>
            <p:nvPr userDrawn="1"/>
          </p:nvSpPr>
          <p:spPr bwMode="gray">
            <a:xfrm>
              <a:off x="2637" y="2067"/>
              <a:ext cx="2"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 name="Line 165"/>
            <p:cNvSpPr>
              <a:spLocks noChangeShapeType="1"/>
            </p:cNvSpPr>
            <p:nvPr userDrawn="1"/>
          </p:nvSpPr>
          <p:spPr bwMode="gray">
            <a:xfrm flipH="1">
              <a:off x="2753" y="1034"/>
              <a:ext cx="159"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 name="Line 166"/>
            <p:cNvSpPr>
              <a:spLocks noChangeShapeType="1"/>
            </p:cNvSpPr>
            <p:nvPr userDrawn="1"/>
          </p:nvSpPr>
          <p:spPr bwMode="gray">
            <a:xfrm flipV="1">
              <a:off x="2865" y="939"/>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 name="Line 167"/>
            <p:cNvSpPr>
              <a:spLocks noChangeShapeType="1"/>
            </p:cNvSpPr>
            <p:nvPr userDrawn="1"/>
          </p:nvSpPr>
          <p:spPr bwMode="gray">
            <a:xfrm flipV="1">
              <a:off x="3146" y="798"/>
              <a:ext cx="1"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 name="Line 168"/>
            <p:cNvSpPr>
              <a:spLocks noChangeShapeType="1"/>
            </p:cNvSpPr>
            <p:nvPr userDrawn="1"/>
          </p:nvSpPr>
          <p:spPr bwMode="gray">
            <a:xfrm>
              <a:off x="2786" y="787"/>
              <a:ext cx="222"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 name="Line 169"/>
            <p:cNvSpPr>
              <a:spLocks noChangeShapeType="1"/>
            </p:cNvSpPr>
            <p:nvPr userDrawn="1"/>
          </p:nvSpPr>
          <p:spPr bwMode="gray">
            <a:xfrm flipH="1">
              <a:off x="2639" y="700"/>
              <a:ext cx="502" cy="2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 name="Line 170"/>
            <p:cNvSpPr>
              <a:spLocks noChangeShapeType="1"/>
            </p:cNvSpPr>
            <p:nvPr userDrawn="1"/>
          </p:nvSpPr>
          <p:spPr bwMode="gray">
            <a:xfrm>
              <a:off x="2910" y="896"/>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 name="Line 171"/>
            <p:cNvSpPr>
              <a:spLocks noChangeShapeType="1"/>
            </p:cNvSpPr>
            <p:nvPr userDrawn="1"/>
          </p:nvSpPr>
          <p:spPr bwMode="gray">
            <a:xfrm flipV="1">
              <a:off x="2920" y="894"/>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 name="Line 172"/>
            <p:cNvSpPr>
              <a:spLocks noChangeShapeType="1"/>
            </p:cNvSpPr>
            <p:nvPr userDrawn="1"/>
          </p:nvSpPr>
          <p:spPr bwMode="gray">
            <a:xfrm flipV="1">
              <a:off x="2929" y="815"/>
              <a:ext cx="156"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 name="Line 173"/>
            <p:cNvSpPr>
              <a:spLocks noChangeShapeType="1"/>
            </p:cNvSpPr>
            <p:nvPr userDrawn="1"/>
          </p:nvSpPr>
          <p:spPr bwMode="gray">
            <a:xfrm flipV="1">
              <a:off x="3085" y="812"/>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 name="Line 174"/>
            <p:cNvSpPr>
              <a:spLocks noChangeShapeType="1"/>
            </p:cNvSpPr>
            <p:nvPr userDrawn="1"/>
          </p:nvSpPr>
          <p:spPr bwMode="gray">
            <a:xfrm>
              <a:off x="3081" y="808"/>
              <a:ext cx="13"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 name="Line 175"/>
            <p:cNvSpPr>
              <a:spLocks noChangeShapeType="1"/>
            </p:cNvSpPr>
            <p:nvPr userDrawn="1"/>
          </p:nvSpPr>
          <p:spPr bwMode="gray">
            <a:xfrm flipH="1" flipV="1">
              <a:off x="2873" y="745"/>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 name="Line 176"/>
            <p:cNvSpPr>
              <a:spLocks noChangeShapeType="1"/>
            </p:cNvSpPr>
            <p:nvPr userDrawn="1"/>
          </p:nvSpPr>
          <p:spPr bwMode="gray">
            <a:xfrm flipH="1">
              <a:off x="2865" y="745"/>
              <a:ext cx="8"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 name="Line 177"/>
            <p:cNvSpPr>
              <a:spLocks noChangeShapeType="1"/>
            </p:cNvSpPr>
            <p:nvPr userDrawn="1"/>
          </p:nvSpPr>
          <p:spPr bwMode="gray">
            <a:xfrm flipH="1">
              <a:off x="2707" y="749"/>
              <a:ext cx="15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 name="Line 178"/>
            <p:cNvSpPr>
              <a:spLocks noChangeShapeType="1"/>
            </p:cNvSpPr>
            <p:nvPr userDrawn="1"/>
          </p:nvSpPr>
          <p:spPr bwMode="gray">
            <a:xfrm flipH="1">
              <a:off x="2698" y="826"/>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 name="Line 179"/>
            <p:cNvSpPr>
              <a:spLocks noChangeShapeType="1"/>
            </p:cNvSpPr>
            <p:nvPr userDrawn="1"/>
          </p:nvSpPr>
          <p:spPr bwMode="gray">
            <a:xfrm flipH="1" flipV="1">
              <a:off x="2698" y="829"/>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 name="Line 180"/>
            <p:cNvSpPr>
              <a:spLocks noChangeShapeType="1"/>
            </p:cNvSpPr>
            <p:nvPr userDrawn="1"/>
          </p:nvSpPr>
          <p:spPr bwMode="gray">
            <a:xfrm>
              <a:off x="2532" y="1051"/>
              <a:ext cx="200"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 name="Line 181"/>
            <p:cNvSpPr>
              <a:spLocks noChangeShapeType="1"/>
            </p:cNvSpPr>
            <p:nvPr userDrawn="1"/>
          </p:nvSpPr>
          <p:spPr bwMode="gray">
            <a:xfrm>
              <a:off x="2630" y="966"/>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 name="Line 182"/>
            <p:cNvSpPr>
              <a:spLocks noChangeShapeType="1"/>
            </p:cNvSpPr>
            <p:nvPr userDrawn="1"/>
          </p:nvSpPr>
          <p:spPr bwMode="gray">
            <a:xfrm flipH="1">
              <a:off x="2920" y="1154"/>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 name="Line 183"/>
            <p:cNvSpPr>
              <a:spLocks noChangeShapeType="1"/>
            </p:cNvSpPr>
            <p:nvPr userDrawn="1"/>
          </p:nvSpPr>
          <p:spPr bwMode="gray">
            <a:xfrm>
              <a:off x="2908" y="115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 name="Line 184"/>
            <p:cNvSpPr>
              <a:spLocks noChangeShapeType="1"/>
            </p:cNvSpPr>
            <p:nvPr userDrawn="1"/>
          </p:nvSpPr>
          <p:spPr bwMode="gray">
            <a:xfrm>
              <a:off x="2494" y="894"/>
              <a:ext cx="50" cy="1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 name="Line 185"/>
            <p:cNvSpPr>
              <a:spLocks noChangeShapeType="1"/>
            </p:cNvSpPr>
            <p:nvPr userDrawn="1"/>
          </p:nvSpPr>
          <p:spPr bwMode="gray">
            <a:xfrm flipH="1" flipV="1">
              <a:off x="2630" y="820"/>
              <a:ext cx="2"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 name="Line 186"/>
            <p:cNvSpPr>
              <a:spLocks noChangeShapeType="1"/>
            </p:cNvSpPr>
            <p:nvPr userDrawn="1"/>
          </p:nvSpPr>
          <p:spPr bwMode="gray">
            <a:xfrm>
              <a:off x="2931" y="1032"/>
              <a:ext cx="205"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 name="Line 187"/>
            <p:cNvSpPr>
              <a:spLocks noChangeShapeType="1"/>
            </p:cNvSpPr>
            <p:nvPr userDrawn="1"/>
          </p:nvSpPr>
          <p:spPr bwMode="gray">
            <a:xfrm flipV="1">
              <a:off x="3001" y="838"/>
              <a:ext cx="154"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 name="Line 188"/>
            <p:cNvSpPr>
              <a:spLocks noChangeShapeType="1"/>
            </p:cNvSpPr>
            <p:nvPr userDrawn="1"/>
          </p:nvSpPr>
          <p:spPr bwMode="gray">
            <a:xfrm>
              <a:off x="3008" y="855"/>
              <a:ext cx="21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 name="Line 189"/>
            <p:cNvSpPr>
              <a:spLocks noChangeShapeType="1"/>
            </p:cNvSpPr>
            <p:nvPr userDrawn="1"/>
          </p:nvSpPr>
          <p:spPr bwMode="gray">
            <a:xfrm flipV="1">
              <a:off x="2639" y="729"/>
              <a:ext cx="157"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 name="Line 190"/>
            <p:cNvSpPr>
              <a:spLocks noChangeShapeType="1"/>
            </p:cNvSpPr>
            <p:nvPr userDrawn="1"/>
          </p:nvSpPr>
          <p:spPr bwMode="gray">
            <a:xfrm>
              <a:off x="2581" y="724"/>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 name="Line 191"/>
            <p:cNvSpPr>
              <a:spLocks noChangeShapeType="1"/>
            </p:cNvSpPr>
            <p:nvPr userDrawn="1"/>
          </p:nvSpPr>
          <p:spPr bwMode="gray">
            <a:xfrm flipV="1">
              <a:off x="3157" y="1015"/>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 name="Line 192"/>
            <p:cNvSpPr>
              <a:spLocks noChangeShapeType="1"/>
            </p:cNvSpPr>
            <p:nvPr userDrawn="1"/>
          </p:nvSpPr>
          <p:spPr bwMode="gray">
            <a:xfrm flipH="1">
              <a:off x="3232" y="938"/>
              <a:ext cx="3"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 name="Line 193"/>
            <p:cNvSpPr>
              <a:spLocks noChangeShapeType="1"/>
            </p:cNvSpPr>
            <p:nvPr userDrawn="1"/>
          </p:nvSpPr>
          <p:spPr bwMode="gray">
            <a:xfrm flipH="1">
              <a:off x="2216" y="1235"/>
              <a:ext cx="161"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 name="Line 194"/>
            <p:cNvSpPr>
              <a:spLocks noChangeShapeType="1"/>
            </p:cNvSpPr>
            <p:nvPr userDrawn="1"/>
          </p:nvSpPr>
          <p:spPr bwMode="gray">
            <a:xfrm flipH="1" flipV="1">
              <a:off x="2237" y="1226"/>
              <a:ext cx="120"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 name="Line 195"/>
            <p:cNvSpPr>
              <a:spLocks noChangeShapeType="1"/>
            </p:cNvSpPr>
            <p:nvPr userDrawn="1"/>
          </p:nvSpPr>
          <p:spPr bwMode="gray">
            <a:xfrm flipH="1" flipV="1">
              <a:off x="2207" y="1333"/>
              <a:ext cx="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 name="Line 196"/>
            <p:cNvSpPr>
              <a:spLocks noChangeShapeType="1"/>
            </p:cNvSpPr>
            <p:nvPr userDrawn="1"/>
          </p:nvSpPr>
          <p:spPr bwMode="gray">
            <a:xfrm>
              <a:off x="2118" y="1412"/>
              <a:ext cx="59" cy="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 name="Line 197"/>
            <p:cNvSpPr>
              <a:spLocks noChangeShapeType="1"/>
            </p:cNvSpPr>
            <p:nvPr userDrawn="1"/>
          </p:nvSpPr>
          <p:spPr bwMode="gray">
            <a:xfrm flipV="1">
              <a:off x="2732" y="1216"/>
              <a:ext cx="85"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 name="Freeform 198"/>
            <p:cNvSpPr>
              <a:spLocks/>
            </p:cNvSpPr>
            <p:nvPr userDrawn="1"/>
          </p:nvSpPr>
          <p:spPr bwMode="gray">
            <a:xfrm>
              <a:off x="3421" y="1179"/>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 name="Line 199"/>
            <p:cNvSpPr>
              <a:spLocks noChangeShapeType="1"/>
            </p:cNvSpPr>
            <p:nvPr userDrawn="1"/>
          </p:nvSpPr>
          <p:spPr bwMode="gray">
            <a:xfrm>
              <a:off x="3324" y="1147"/>
              <a:ext cx="20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 name="Line 200"/>
            <p:cNvSpPr>
              <a:spLocks noChangeShapeType="1"/>
            </p:cNvSpPr>
            <p:nvPr userDrawn="1"/>
          </p:nvSpPr>
          <p:spPr bwMode="gray">
            <a:xfrm>
              <a:off x="3326" y="1156"/>
              <a:ext cx="20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 name="Freeform 201"/>
            <p:cNvSpPr>
              <a:spLocks/>
            </p:cNvSpPr>
            <p:nvPr userDrawn="1"/>
          </p:nvSpPr>
          <p:spPr bwMode="gray">
            <a:xfrm>
              <a:off x="3526" y="1212"/>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 name="Line 202"/>
            <p:cNvSpPr>
              <a:spLocks noChangeShapeType="1"/>
            </p:cNvSpPr>
            <p:nvPr userDrawn="1"/>
          </p:nvSpPr>
          <p:spPr bwMode="gray">
            <a:xfrm flipH="1" flipV="1">
              <a:off x="3317" y="1147"/>
              <a:ext cx="20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 name="Freeform 203"/>
            <p:cNvSpPr>
              <a:spLocks/>
            </p:cNvSpPr>
            <p:nvPr userDrawn="1"/>
          </p:nvSpPr>
          <p:spPr bwMode="gray">
            <a:xfrm>
              <a:off x="3317" y="1146"/>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 name="Freeform 204"/>
            <p:cNvSpPr>
              <a:spLocks/>
            </p:cNvSpPr>
            <p:nvPr userDrawn="1"/>
          </p:nvSpPr>
          <p:spPr bwMode="gray">
            <a:xfrm>
              <a:off x="2144" y="1686"/>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 name="Freeform 205"/>
            <p:cNvSpPr>
              <a:spLocks/>
            </p:cNvSpPr>
            <p:nvPr userDrawn="1"/>
          </p:nvSpPr>
          <p:spPr bwMode="gray">
            <a:xfrm>
              <a:off x="2265" y="1740"/>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 name="Line 206"/>
            <p:cNvSpPr>
              <a:spLocks noChangeShapeType="1"/>
            </p:cNvSpPr>
            <p:nvPr userDrawn="1"/>
          </p:nvSpPr>
          <p:spPr bwMode="gray">
            <a:xfrm>
              <a:off x="2149" y="1702"/>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 name="Line 207"/>
            <p:cNvSpPr>
              <a:spLocks noChangeShapeType="1"/>
            </p:cNvSpPr>
            <p:nvPr userDrawn="1"/>
          </p:nvSpPr>
          <p:spPr bwMode="gray">
            <a:xfrm>
              <a:off x="2154" y="1702"/>
              <a:ext cx="193"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 name="Freeform 208"/>
            <p:cNvSpPr>
              <a:spLocks/>
            </p:cNvSpPr>
            <p:nvPr userDrawn="1"/>
          </p:nvSpPr>
          <p:spPr bwMode="gray">
            <a:xfrm>
              <a:off x="2345" y="1770"/>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 name="Line 209"/>
            <p:cNvSpPr>
              <a:spLocks noChangeShapeType="1"/>
            </p:cNvSpPr>
            <p:nvPr userDrawn="1"/>
          </p:nvSpPr>
          <p:spPr bwMode="gray">
            <a:xfrm flipH="1" flipV="1">
              <a:off x="2146" y="1695"/>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 name="Freeform 210"/>
            <p:cNvSpPr>
              <a:spLocks/>
            </p:cNvSpPr>
            <p:nvPr userDrawn="1"/>
          </p:nvSpPr>
          <p:spPr bwMode="gray">
            <a:xfrm>
              <a:off x="2146" y="1695"/>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 name="Freeform 211"/>
            <p:cNvSpPr>
              <a:spLocks/>
            </p:cNvSpPr>
            <p:nvPr userDrawn="1"/>
          </p:nvSpPr>
          <p:spPr bwMode="gray">
            <a:xfrm>
              <a:off x="2574" y="1863"/>
              <a:ext cx="12" cy="10"/>
            </a:xfrm>
            <a:custGeom>
              <a:avLst/>
              <a:gdLst>
                <a:gd name="T0" fmla="*/ 12 w 12"/>
                <a:gd name="T1" fmla="*/ 1 h 10"/>
                <a:gd name="T2" fmla="*/ 7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 name="Line 212"/>
            <p:cNvSpPr>
              <a:spLocks noChangeShapeType="1"/>
            </p:cNvSpPr>
            <p:nvPr userDrawn="1"/>
          </p:nvSpPr>
          <p:spPr bwMode="gray">
            <a:xfrm flipV="1">
              <a:off x="2574" y="1866"/>
              <a:ext cx="12"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 name="Freeform 213"/>
            <p:cNvSpPr>
              <a:spLocks/>
            </p:cNvSpPr>
            <p:nvPr userDrawn="1"/>
          </p:nvSpPr>
          <p:spPr bwMode="gray">
            <a:xfrm>
              <a:off x="2651" y="1885"/>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 name="Line 214"/>
            <p:cNvSpPr>
              <a:spLocks noChangeShapeType="1"/>
            </p:cNvSpPr>
            <p:nvPr userDrawn="1"/>
          </p:nvSpPr>
          <p:spPr bwMode="gray">
            <a:xfrm>
              <a:off x="2574" y="1863"/>
              <a:ext cx="207"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 name="Line 215"/>
            <p:cNvSpPr>
              <a:spLocks noChangeShapeType="1"/>
            </p:cNvSpPr>
            <p:nvPr userDrawn="1"/>
          </p:nvSpPr>
          <p:spPr bwMode="gray">
            <a:xfrm>
              <a:off x="2586" y="1864"/>
              <a:ext cx="202"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 name="Freeform 216"/>
            <p:cNvSpPr>
              <a:spLocks/>
            </p:cNvSpPr>
            <p:nvPr userDrawn="1"/>
          </p:nvSpPr>
          <p:spPr bwMode="gray">
            <a:xfrm>
              <a:off x="2779" y="1933"/>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 name="Line 217"/>
            <p:cNvSpPr>
              <a:spLocks noChangeShapeType="1"/>
            </p:cNvSpPr>
            <p:nvPr userDrawn="1"/>
          </p:nvSpPr>
          <p:spPr bwMode="gray">
            <a:xfrm flipH="1" flipV="1">
              <a:off x="2565" y="1852"/>
              <a:ext cx="21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 name="Freeform 218"/>
            <p:cNvSpPr>
              <a:spLocks/>
            </p:cNvSpPr>
            <p:nvPr userDrawn="1"/>
          </p:nvSpPr>
          <p:spPr bwMode="gray">
            <a:xfrm>
              <a:off x="2565" y="1852"/>
              <a:ext cx="21" cy="12"/>
            </a:xfrm>
            <a:custGeom>
              <a:avLst/>
              <a:gdLst>
                <a:gd name="T0" fmla="*/ 21 w 21"/>
                <a:gd name="T1" fmla="*/ 12 h 12"/>
                <a:gd name="T2" fmla="*/ 14 w 21"/>
                <a:gd name="T3" fmla="*/ 12 h 12"/>
                <a:gd name="T4" fmla="*/ 11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 name="Freeform 219"/>
            <p:cNvSpPr>
              <a:spLocks/>
            </p:cNvSpPr>
            <p:nvPr userDrawn="1"/>
          </p:nvSpPr>
          <p:spPr bwMode="gray">
            <a:xfrm>
              <a:off x="2868" y="1884"/>
              <a:ext cx="12" cy="8"/>
            </a:xfrm>
            <a:custGeom>
              <a:avLst/>
              <a:gdLst>
                <a:gd name="T0" fmla="*/ 0 w 12"/>
                <a:gd name="T1" fmla="*/ 8 h 8"/>
                <a:gd name="T2" fmla="*/ 4 w 12"/>
                <a:gd name="T3" fmla="*/ 8 h 8"/>
                <a:gd name="T4" fmla="*/ 5 w 12"/>
                <a:gd name="T5" fmla="*/ 8 h 8"/>
                <a:gd name="T6" fmla="*/ 9 w 12"/>
                <a:gd name="T7" fmla="*/ 7 h 8"/>
                <a:gd name="T8" fmla="*/ 11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 name="Line 220"/>
            <p:cNvSpPr>
              <a:spLocks noChangeShapeType="1"/>
            </p:cNvSpPr>
            <p:nvPr userDrawn="1"/>
          </p:nvSpPr>
          <p:spPr bwMode="gray">
            <a:xfrm flipV="1">
              <a:off x="2796" y="1844"/>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 name="Line 221"/>
            <p:cNvSpPr>
              <a:spLocks noChangeShapeType="1"/>
            </p:cNvSpPr>
            <p:nvPr userDrawn="1"/>
          </p:nvSpPr>
          <p:spPr bwMode="gray">
            <a:xfrm flipV="1">
              <a:off x="2788" y="1845"/>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 name="Freeform 222"/>
            <p:cNvSpPr>
              <a:spLocks/>
            </p:cNvSpPr>
            <p:nvPr userDrawn="1"/>
          </p:nvSpPr>
          <p:spPr bwMode="gray">
            <a:xfrm>
              <a:off x="2947" y="1837"/>
              <a:ext cx="12" cy="8"/>
            </a:xfrm>
            <a:custGeom>
              <a:avLst/>
              <a:gdLst>
                <a:gd name="T0" fmla="*/ 0 w 12"/>
                <a:gd name="T1" fmla="*/ 8 h 8"/>
                <a:gd name="T2" fmla="*/ 5 w 12"/>
                <a:gd name="T3" fmla="*/ 8 h 8"/>
                <a:gd name="T4" fmla="*/ 7 w 12"/>
                <a:gd name="T5" fmla="*/ 8 h 8"/>
                <a:gd name="T6" fmla="*/ 10 w 12"/>
                <a:gd name="T7" fmla="*/ 7 h 8"/>
                <a:gd name="T8" fmla="*/ 12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 name="Line 223"/>
            <p:cNvSpPr>
              <a:spLocks noChangeShapeType="1"/>
            </p:cNvSpPr>
            <p:nvPr userDrawn="1"/>
          </p:nvSpPr>
          <p:spPr bwMode="gray">
            <a:xfrm flipH="1">
              <a:off x="2798" y="1837"/>
              <a:ext cx="161"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 name="Freeform 224"/>
            <p:cNvSpPr>
              <a:spLocks/>
            </p:cNvSpPr>
            <p:nvPr userDrawn="1"/>
          </p:nvSpPr>
          <p:spPr bwMode="gray">
            <a:xfrm>
              <a:off x="2788" y="1931"/>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 name="Freeform 225"/>
            <p:cNvSpPr>
              <a:spLocks/>
            </p:cNvSpPr>
            <p:nvPr userDrawn="1"/>
          </p:nvSpPr>
          <p:spPr bwMode="gray">
            <a:xfrm>
              <a:off x="2947" y="1826"/>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 name="Freeform 226"/>
            <p:cNvSpPr>
              <a:spLocks/>
            </p:cNvSpPr>
            <p:nvPr userDrawn="1"/>
          </p:nvSpPr>
          <p:spPr bwMode="gray">
            <a:xfrm>
              <a:off x="2342" y="1513"/>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 name="Line 227"/>
            <p:cNvSpPr>
              <a:spLocks noChangeShapeType="1"/>
            </p:cNvSpPr>
            <p:nvPr userDrawn="1"/>
          </p:nvSpPr>
          <p:spPr bwMode="gray">
            <a:xfrm flipH="1" flipV="1">
              <a:off x="2319" y="1366"/>
              <a:ext cx="26"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 name="Line 228"/>
            <p:cNvSpPr>
              <a:spLocks noChangeShapeType="1"/>
            </p:cNvSpPr>
            <p:nvPr userDrawn="1"/>
          </p:nvSpPr>
          <p:spPr bwMode="gray">
            <a:xfrm flipH="1" flipV="1">
              <a:off x="2314" y="1366"/>
              <a:ext cx="3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 name="Freeform 229"/>
            <p:cNvSpPr>
              <a:spLocks/>
            </p:cNvSpPr>
            <p:nvPr userDrawn="1"/>
          </p:nvSpPr>
          <p:spPr bwMode="gray">
            <a:xfrm>
              <a:off x="2314" y="1364"/>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 name="Line 230"/>
            <p:cNvSpPr>
              <a:spLocks noChangeShapeType="1"/>
            </p:cNvSpPr>
            <p:nvPr userDrawn="1"/>
          </p:nvSpPr>
          <p:spPr bwMode="gray">
            <a:xfrm>
              <a:off x="2322" y="1375"/>
              <a:ext cx="23"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 name="Freeform 231"/>
            <p:cNvSpPr>
              <a:spLocks/>
            </p:cNvSpPr>
            <p:nvPr userDrawn="1"/>
          </p:nvSpPr>
          <p:spPr bwMode="gray">
            <a:xfrm>
              <a:off x="2221" y="140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 name="Line 232"/>
            <p:cNvSpPr>
              <a:spLocks noChangeShapeType="1"/>
            </p:cNvSpPr>
            <p:nvPr userDrawn="1"/>
          </p:nvSpPr>
          <p:spPr bwMode="gray">
            <a:xfrm flipH="1">
              <a:off x="2140" y="1368"/>
              <a:ext cx="165"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2" name="Line 233"/>
            <p:cNvSpPr>
              <a:spLocks noChangeShapeType="1"/>
            </p:cNvSpPr>
            <p:nvPr userDrawn="1"/>
          </p:nvSpPr>
          <p:spPr bwMode="gray">
            <a:xfrm flipH="1">
              <a:off x="2147" y="1366"/>
              <a:ext cx="167"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3" name="Freeform 234"/>
            <p:cNvSpPr>
              <a:spLocks/>
            </p:cNvSpPr>
            <p:nvPr userDrawn="1"/>
          </p:nvSpPr>
          <p:spPr bwMode="gray">
            <a:xfrm>
              <a:off x="2139" y="1450"/>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4" name="Line 235"/>
            <p:cNvSpPr>
              <a:spLocks noChangeShapeType="1"/>
            </p:cNvSpPr>
            <p:nvPr userDrawn="1"/>
          </p:nvSpPr>
          <p:spPr bwMode="gray">
            <a:xfrm flipV="1">
              <a:off x="2139" y="1375"/>
              <a:ext cx="16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5" name="Freeform 236"/>
            <p:cNvSpPr>
              <a:spLocks/>
            </p:cNvSpPr>
            <p:nvPr userDrawn="1"/>
          </p:nvSpPr>
          <p:spPr bwMode="gray">
            <a:xfrm>
              <a:off x="2303" y="1366"/>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6" name="Freeform 237"/>
            <p:cNvSpPr>
              <a:spLocks/>
            </p:cNvSpPr>
            <p:nvPr userDrawn="1"/>
          </p:nvSpPr>
          <p:spPr bwMode="gray">
            <a:xfrm>
              <a:off x="2261" y="1495"/>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7" name="Line 238"/>
            <p:cNvSpPr>
              <a:spLocks noChangeShapeType="1"/>
            </p:cNvSpPr>
            <p:nvPr userDrawn="1"/>
          </p:nvSpPr>
          <p:spPr bwMode="gray">
            <a:xfrm>
              <a:off x="2142" y="1459"/>
              <a:ext cx="19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8" name="Line 239"/>
            <p:cNvSpPr>
              <a:spLocks noChangeShapeType="1"/>
            </p:cNvSpPr>
            <p:nvPr userDrawn="1"/>
          </p:nvSpPr>
          <p:spPr bwMode="gray">
            <a:xfrm>
              <a:off x="2147" y="1452"/>
              <a:ext cx="195"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9" name="Freeform 240"/>
            <p:cNvSpPr>
              <a:spLocks/>
            </p:cNvSpPr>
            <p:nvPr userDrawn="1"/>
          </p:nvSpPr>
          <p:spPr bwMode="gray">
            <a:xfrm>
              <a:off x="2340" y="1522"/>
              <a:ext cx="3" cy="21"/>
            </a:xfrm>
            <a:custGeom>
              <a:avLst/>
              <a:gdLst>
                <a:gd name="T0" fmla="*/ 2 w 3"/>
                <a:gd name="T1" fmla="*/ 0 h 21"/>
                <a:gd name="T2" fmla="*/ 0 w 3"/>
                <a:gd name="T3" fmla="*/ 7 h 21"/>
                <a:gd name="T4" fmla="*/ 0 w 3"/>
                <a:gd name="T5" fmla="*/ 14 h 21"/>
                <a:gd name="T6" fmla="*/ 3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0" name="Line 241"/>
            <p:cNvSpPr>
              <a:spLocks noChangeShapeType="1"/>
            </p:cNvSpPr>
            <p:nvPr userDrawn="1"/>
          </p:nvSpPr>
          <p:spPr bwMode="gray">
            <a:xfrm flipH="1" flipV="1">
              <a:off x="2139" y="1469"/>
              <a:ext cx="204"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1" name="Freeform 242"/>
            <p:cNvSpPr>
              <a:spLocks/>
            </p:cNvSpPr>
            <p:nvPr userDrawn="1"/>
          </p:nvSpPr>
          <p:spPr bwMode="gray">
            <a:xfrm>
              <a:off x="2139" y="1452"/>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2" name="Freeform 243"/>
            <p:cNvSpPr>
              <a:spLocks/>
            </p:cNvSpPr>
            <p:nvPr userDrawn="1"/>
          </p:nvSpPr>
          <p:spPr bwMode="gray">
            <a:xfrm>
              <a:off x="2655" y="1546"/>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3" name="Line 244"/>
            <p:cNvSpPr>
              <a:spLocks noChangeShapeType="1"/>
            </p:cNvSpPr>
            <p:nvPr userDrawn="1"/>
          </p:nvSpPr>
          <p:spPr bwMode="gray">
            <a:xfrm flipH="1">
              <a:off x="2576" y="1511"/>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4" name="Line 245"/>
            <p:cNvSpPr>
              <a:spLocks noChangeShapeType="1"/>
            </p:cNvSpPr>
            <p:nvPr userDrawn="1"/>
          </p:nvSpPr>
          <p:spPr bwMode="gray">
            <a:xfrm flipH="1">
              <a:off x="2583" y="1518"/>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5" name="Freeform 246"/>
            <p:cNvSpPr>
              <a:spLocks/>
            </p:cNvSpPr>
            <p:nvPr userDrawn="1"/>
          </p:nvSpPr>
          <p:spPr bwMode="gray">
            <a:xfrm>
              <a:off x="2572" y="1592"/>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6" name="Line 247"/>
            <p:cNvSpPr>
              <a:spLocks noChangeShapeType="1"/>
            </p:cNvSpPr>
            <p:nvPr userDrawn="1"/>
          </p:nvSpPr>
          <p:spPr bwMode="gray">
            <a:xfrm flipV="1">
              <a:off x="2572" y="1502"/>
              <a:ext cx="163"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7" name="Freeform 248"/>
            <p:cNvSpPr>
              <a:spLocks/>
            </p:cNvSpPr>
            <p:nvPr userDrawn="1"/>
          </p:nvSpPr>
          <p:spPr bwMode="gray">
            <a:xfrm>
              <a:off x="2735" y="1502"/>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8" name="Freeform 249"/>
            <p:cNvSpPr>
              <a:spLocks/>
            </p:cNvSpPr>
            <p:nvPr userDrawn="1"/>
          </p:nvSpPr>
          <p:spPr bwMode="gray">
            <a:xfrm>
              <a:off x="2649" y="1635"/>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89" name="Line 250"/>
            <p:cNvSpPr>
              <a:spLocks noChangeShapeType="1"/>
            </p:cNvSpPr>
            <p:nvPr userDrawn="1"/>
          </p:nvSpPr>
          <p:spPr bwMode="gray">
            <a:xfrm>
              <a:off x="2571" y="1614"/>
              <a:ext cx="210"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0" name="Line 251"/>
            <p:cNvSpPr>
              <a:spLocks noChangeShapeType="1"/>
            </p:cNvSpPr>
            <p:nvPr userDrawn="1"/>
          </p:nvSpPr>
          <p:spPr bwMode="gray">
            <a:xfrm>
              <a:off x="2583" y="1609"/>
              <a:ext cx="205"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1" name="Freeform 252"/>
            <p:cNvSpPr>
              <a:spLocks/>
            </p:cNvSpPr>
            <p:nvPr userDrawn="1"/>
          </p:nvSpPr>
          <p:spPr bwMode="gray">
            <a:xfrm>
              <a:off x="2779" y="1683"/>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2" name="Line 253"/>
            <p:cNvSpPr>
              <a:spLocks noChangeShapeType="1"/>
            </p:cNvSpPr>
            <p:nvPr userDrawn="1"/>
          </p:nvSpPr>
          <p:spPr bwMode="gray">
            <a:xfrm flipH="1" flipV="1">
              <a:off x="2564" y="1623"/>
              <a:ext cx="21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3" name="Freeform 254"/>
            <p:cNvSpPr>
              <a:spLocks/>
            </p:cNvSpPr>
            <p:nvPr userDrawn="1"/>
          </p:nvSpPr>
          <p:spPr bwMode="gray">
            <a:xfrm>
              <a:off x="2564" y="1609"/>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4" name="Freeform 255"/>
            <p:cNvSpPr>
              <a:spLocks/>
            </p:cNvSpPr>
            <p:nvPr userDrawn="1"/>
          </p:nvSpPr>
          <p:spPr bwMode="gray">
            <a:xfrm>
              <a:off x="2868" y="1635"/>
              <a:ext cx="12" cy="18"/>
            </a:xfrm>
            <a:custGeom>
              <a:avLst/>
              <a:gdLst>
                <a:gd name="T0" fmla="*/ 0 w 12"/>
                <a:gd name="T1" fmla="*/ 0 h 18"/>
                <a:gd name="T2" fmla="*/ 5 w 12"/>
                <a:gd name="T3" fmla="*/ 2 h 18"/>
                <a:gd name="T4" fmla="*/ 9 w 12"/>
                <a:gd name="T5" fmla="*/ 7 h 18"/>
                <a:gd name="T6" fmla="*/ 11 w 12"/>
                <a:gd name="T7" fmla="*/ 13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5" name="Line 256"/>
            <p:cNvSpPr>
              <a:spLocks noChangeShapeType="1"/>
            </p:cNvSpPr>
            <p:nvPr userDrawn="1"/>
          </p:nvSpPr>
          <p:spPr bwMode="gray">
            <a:xfrm flipV="1">
              <a:off x="2796" y="1597"/>
              <a:ext cx="161"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6" name="Line 257"/>
            <p:cNvSpPr>
              <a:spLocks noChangeShapeType="1"/>
            </p:cNvSpPr>
            <p:nvPr userDrawn="1"/>
          </p:nvSpPr>
          <p:spPr bwMode="gray">
            <a:xfrm flipV="1">
              <a:off x="2788" y="1590"/>
              <a:ext cx="16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7" name="Freeform 258"/>
            <p:cNvSpPr>
              <a:spLocks/>
            </p:cNvSpPr>
            <p:nvPr userDrawn="1"/>
          </p:nvSpPr>
          <p:spPr bwMode="gray">
            <a:xfrm>
              <a:off x="2948" y="1590"/>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8" name="Line 259"/>
            <p:cNvSpPr>
              <a:spLocks noChangeShapeType="1"/>
            </p:cNvSpPr>
            <p:nvPr userDrawn="1"/>
          </p:nvSpPr>
          <p:spPr bwMode="gray">
            <a:xfrm flipH="1">
              <a:off x="2798" y="1606"/>
              <a:ext cx="163"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99" name="Freeform 260"/>
            <p:cNvSpPr>
              <a:spLocks/>
            </p:cNvSpPr>
            <p:nvPr userDrawn="1"/>
          </p:nvSpPr>
          <p:spPr bwMode="gray">
            <a:xfrm>
              <a:off x="2788" y="1683"/>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0" name="Freeform 261"/>
            <p:cNvSpPr>
              <a:spLocks/>
            </p:cNvSpPr>
            <p:nvPr userDrawn="1"/>
          </p:nvSpPr>
          <p:spPr bwMode="gray">
            <a:xfrm>
              <a:off x="2821" y="1543"/>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1" name="Line 262"/>
            <p:cNvSpPr>
              <a:spLocks noChangeShapeType="1"/>
            </p:cNvSpPr>
            <p:nvPr userDrawn="1"/>
          </p:nvSpPr>
          <p:spPr bwMode="gray">
            <a:xfrm flipH="1" flipV="1">
              <a:off x="2747" y="1516"/>
              <a:ext cx="208"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2" name="Line 263"/>
            <p:cNvSpPr>
              <a:spLocks noChangeShapeType="1"/>
            </p:cNvSpPr>
            <p:nvPr userDrawn="1"/>
          </p:nvSpPr>
          <p:spPr bwMode="gray">
            <a:xfrm flipH="1" flipV="1">
              <a:off x="2746" y="1518"/>
              <a:ext cx="202"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3" name="Freeform 264"/>
            <p:cNvSpPr>
              <a:spLocks/>
            </p:cNvSpPr>
            <p:nvPr userDrawn="1"/>
          </p:nvSpPr>
          <p:spPr bwMode="gray">
            <a:xfrm>
              <a:off x="2744" y="1516"/>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4" name="Line 265"/>
            <p:cNvSpPr>
              <a:spLocks noChangeShapeType="1"/>
            </p:cNvSpPr>
            <p:nvPr userDrawn="1"/>
          </p:nvSpPr>
          <p:spPr bwMode="gray">
            <a:xfrm>
              <a:off x="2744" y="1522"/>
              <a:ext cx="21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5" name="Freeform 266"/>
            <p:cNvSpPr>
              <a:spLocks/>
            </p:cNvSpPr>
            <p:nvPr userDrawn="1"/>
          </p:nvSpPr>
          <p:spPr bwMode="gray">
            <a:xfrm>
              <a:off x="2948" y="1588"/>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06" name="Freeform 267"/>
            <p:cNvSpPr>
              <a:spLocks/>
            </p:cNvSpPr>
            <p:nvPr userDrawn="1"/>
          </p:nvSpPr>
          <p:spPr bwMode="gray">
            <a:xfrm>
              <a:off x="2959" y="1719"/>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nvGrpSpPr>
            <p:cNvPr id="207" name="Group 268"/>
            <p:cNvGrpSpPr>
              <a:grpSpLocks/>
            </p:cNvGrpSpPr>
            <p:nvPr userDrawn="1"/>
          </p:nvGrpSpPr>
          <p:grpSpPr bwMode="auto">
            <a:xfrm>
              <a:off x="2135" y="838"/>
              <a:ext cx="1546" cy="1270"/>
              <a:chOff x="2135" y="838"/>
              <a:chExt cx="1546" cy="1270"/>
            </a:xfrm>
          </p:grpSpPr>
          <p:sp>
            <p:nvSpPr>
              <p:cNvPr id="664" name="Line 269"/>
              <p:cNvSpPr>
                <a:spLocks noChangeShapeType="1"/>
              </p:cNvSpPr>
              <p:nvPr userDrawn="1"/>
            </p:nvSpPr>
            <p:spPr bwMode="gray">
              <a:xfrm flipV="1">
                <a:off x="2968" y="1604"/>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5" name="Line 270"/>
              <p:cNvSpPr>
                <a:spLocks noChangeShapeType="1"/>
              </p:cNvSpPr>
              <p:nvPr userDrawn="1"/>
            </p:nvSpPr>
            <p:spPr bwMode="gray">
              <a:xfrm flipV="1">
                <a:off x="2959" y="1606"/>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6" name="Freeform 271"/>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7" name="Line 272"/>
              <p:cNvSpPr>
                <a:spLocks noChangeShapeType="1"/>
              </p:cNvSpPr>
              <p:nvPr userDrawn="1"/>
            </p:nvSpPr>
            <p:spPr bwMode="gray">
              <a:xfrm flipH="1">
                <a:off x="2978" y="1606"/>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8" name="Freeform 273"/>
              <p:cNvSpPr>
                <a:spLocks/>
              </p:cNvSpPr>
              <p:nvPr userDrawn="1"/>
            </p:nvSpPr>
            <p:spPr bwMode="gray">
              <a:xfrm>
                <a:off x="2959" y="1833"/>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9" name="Freeform 274"/>
              <p:cNvSpPr>
                <a:spLocks/>
              </p:cNvSpPr>
              <p:nvPr userDrawn="1"/>
            </p:nvSpPr>
            <p:spPr bwMode="gray">
              <a:xfrm>
                <a:off x="2319" y="1366"/>
                <a:ext cx="3" cy="9"/>
              </a:xfrm>
              <a:custGeom>
                <a:avLst/>
                <a:gdLst>
                  <a:gd name="T0" fmla="*/ 3 w 3"/>
                  <a:gd name="T1" fmla="*/ 9 h 9"/>
                  <a:gd name="T2" fmla="*/ 0 w 3"/>
                  <a:gd name="T3" fmla="*/ 7 h 9"/>
                  <a:gd name="T4" fmla="*/ 0 w 3"/>
                  <a:gd name="T5" fmla="*/ 4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0" name="Freeform 275"/>
              <p:cNvSpPr>
                <a:spLocks/>
              </p:cNvSpPr>
              <p:nvPr userDrawn="1"/>
            </p:nvSpPr>
            <p:spPr bwMode="gray">
              <a:xfrm>
                <a:off x="2957" y="1712"/>
                <a:ext cx="19" cy="2"/>
              </a:xfrm>
              <a:custGeom>
                <a:avLst/>
                <a:gdLst>
                  <a:gd name="T0" fmla="*/ 0 w 19"/>
                  <a:gd name="T1" fmla="*/ 0 h 2"/>
                  <a:gd name="T2" fmla="*/ 5 w 19"/>
                  <a:gd name="T3" fmla="*/ 2 h 2"/>
                  <a:gd name="T4" fmla="*/ 11 w 19"/>
                  <a:gd name="T5" fmla="*/ 2 h 2"/>
                  <a:gd name="T6" fmla="*/ 16 w 19"/>
                  <a:gd name="T7" fmla="*/ 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1" name="Line 276"/>
              <p:cNvSpPr>
                <a:spLocks noChangeShapeType="1"/>
              </p:cNvSpPr>
              <p:nvPr userDrawn="1"/>
            </p:nvSpPr>
            <p:spPr bwMode="gray">
              <a:xfrm flipH="1">
                <a:off x="2966" y="1599"/>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2" name="Line 277"/>
              <p:cNvSpPr>
                <a:spLocks noChangeShapeType="1"/>
              </p:cNvSpPr>
              <p:nvPr userDrawn="1"/>
            </p:nvSpPr>
            <p:spPr bwMode="gray">
              <a:xfrm flipH="1">
                <a:off x="2955"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3" name="Freeform 278"/>
              <p:cNvSpPr>
                <a:spLocks/>
              </p:cNvSpPr>
              <p:nvPr userDrawn="1"/>
            </p:nvSpPr>
            <p:spPr bwMode="gray">
              <a:xfrm>
                <a:off x="2955" y="1826"/>
                <a:ext cx="21" cy="4"/>
              </a:xfrm>
              <a:custGeom>
                <a:avLst/>
                <a:gdLst>
                  <a:gd name="T0" fmla="*/ 0 w 21"/>
                  <a:gd name="T1" fmla="*/ 0 h 4"/>
                  <a:gd name="T2" fmla="*/ 6 w 21"/>
                  <a:gd name="T3" fmla="*/ 2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4" name="Line 279"/>
              <p:cNvSpPr>
                <a:spLocks noChangeShapeType="1"/>
              </p:cNvSpPr>
              <p:nvPr userDrawn="1"/>
            </p:nvSpPr>
            <p:spPr bwMode="gray">
              <a:xfrm flipV="1">
                <a:off x="2976"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5" name="Freeform 280"/>
              <p:cNvSpPr>
                <a:spLocks/>
              </p:cNvSpPr>
              <p:nvPr userDrawn="1"/>
            </p:nvSpPr>
            <p:spPr bwMode="gray">
              <a:xfrm>
                <a:off x="2957" y="1597"/>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6" name="Freeform 281"/>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7" name="Freeform 282"/>
              <p:cNvSpPr>
                <a:spLocks/>
              </p:cNvSpPr>
              <p:nvPr userDrawn="1"/>
            </p:nvSpPr>
            <p:spPr bwMode="gray">
              <a:xfrm>
                <a:off x="2139" y="1574"/>
                <a:ext cx="3" cy="9"/>
              </a:xfrm>
              <a:custGeom>
                <a:avLst/>
                <a:gdLst>
                  <a:gd name="T0" fmla="*/ 1 w 3"/>
                  <a:gd name="T1" fmla="*/ 0 h 9"/>
                  <a:gd name="T2" fmla="*/ 0 w 3"/>
                  <a:gd name="T3" fmla="*/ 2 h 9"/>
                  <a:gd name="T4" fmla="*/ 0 w 3"/>
                  <a:gd name="T5" fmla="*/ 4 h 9"/>
                  <a:gd name="T6" fmla="*/ 0 w 3"/>
                  <a:gd name="T7" fmla="*/ 7 h 9"/>
                  <a:gd name="T8" fmla="*/ 3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8" name="Line 283"/>
              <p:cNvSpPr>
                <a:spLocks noChangeShapeType="1"/>
              </p:cNvSpPr>
              <p:nvPr userDrawn="1"/>
            </p:nvSpPr>
            <p:spPr bwMode="gray">
              <a:xfrm flipH="1" flipV="1">
                <a:off x="2135" y="1466"/>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79" name="Line 284"/>
              <p:cNvSpPr>
                <a:spLocks noChangeShapeType="1"/>
              </p:cNvSpPr>
              <p:nvPr userDrawn="1"/>
            </p:nvSpPr>
            <p:spPr bwMode="gray">
              <a:xfrm flipH="1" flipV="1">
                <a:off x="2139" y="1460"/>
                <a:ext cx="5"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0" name="Freeform 285"/>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1" name="Line 286"/>
              <p:cNvSpPr>
                <a:spLocks noChangeShapeType="1"/>
              </p:cNvSpPr>
              <p:nvPr userDrawn="1"/>
            </p:nvSpPr>
            <p:spPr bwMode="gray">
              <a:xfrm>
                <a:off x="2139" y="1469"/>
                <a:ext cx="7"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2" name="Freeform 287"/>
              <p:cNvSpPr>
                <a:spLocks/>
              </p:cNvSpPr>
              <p:nvPr userDrawn="1"/>
            </p:nvSpPr>
            <p:spPr bwMode="gray">
              <a:xfrm>
                <a:off x="2140" y="1686"/>
                <a:ext cx="6" cy="9"/>
              </a:xfrm>
              <a:custGeom>
                <a:avLst/>
                <a:gdLst>
                  <a:gd name="T0" fmla="*/ 6 w 6"/>
                  <a:gd name="T1" fmla="*/ 9 h 9"/>
                  <a:gd name="T2" fmla="*/ 2 w 6"/>
                  <a:gd name="T3" fmla="*/ 7 h 9"/>
                  <a:gd name="T4" fmla="*/ 0 w 6"/>
                  <a:gd name="T5" fmla="*/ 5 h 9"/>
                  <a:gd name="T6" fmla="*/ 2 w 6"/>
                  <a:gd name="T7" fmla="*/ 2 h 9"/>
                  <a:gd name="T8" fmla="*/ 4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3" name="Freeform 288"/>
              <p:cNvSpPr>
                <a:spLocks/>
              </p:cNvSpPr>
              <p:nvPr userDrawn="1"/>
            </p:nvSpPr>
            <p:spPr bwMode="gray">
              <a:xfrm>
                <a:off x="2779" y="1816"/>
                <a:ext cx="19" cy="3"/>
              </a:xfrm>
              <a:custGeom>
                <a:avLst/>
                <a:gdLst>
                  <a:gd name="T0" fmla="*/ 0 w 19"/>
                  <a:gd name="T1" fmla="*/ 1 h 3"/>
                  <a:gd name="T2" fmla="*/ 5 w 19"/>
                  <a:gd name="T3" fmla="*/ 3 h 3"/>
                  <a:gd name="T4" fmla="*/ 10 w 19"/>
                  <a:gd name="T5" fmla="*/ 3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4" name="Line 289"/>
              <p:cNvSpPr>
                <a:spLocks noChangeShapeType="1"/>
              </p:cNvSpPr>
              <p:nvPr userDrawn="1"/>
            </p:nvSpPr>
            <p:spPr bwMode="gray">
              <a:xfrm flipV="1">
                <a:off x="2789" y="1702"/>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5" name="Line 290"/>
              <p:cNvSpPr>
                <a:spLocks noChangeShapeType="1"/>
              </p:cNvSpPr>
              <p:nvPr userDrawn="1"/>
            </p:nvSpPr>
            <p:spPr bwMode="gray">
              <a:xfrm flipV="1">
                <a:off x="2779" y="1700"/>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6" name="Freeform 291"/>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7" name="Line 292"/>
              <p:cNvSpPr>
                <a:spLocks noChangeShapeType="1"/>
              </p:cNvSpPr>
              <p:nvPr userDrawn="1"/>
            </p:nvSpPr>
            <p:spPr bwMode="gray">
              <a:xfrm>
                <a:off x="2798" y="1698"/>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8" name="Freeform 293"/>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89" name="Freeform 294"/>
              <p:cNvSpPr>
                <a:spLocks/>
              </p:cNvSpPr>
              <p:nvPr userDrawn="1"/>
            </p:nvSpPr>
            <p:spPr bwMode="gray">
              <a:xfrm>
                <a:off x="2356" y="1903"/>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0" name="Line 295"/>
              <p:cNvSpPr>
                <a:spLocks noChangeShapeType="1"/>
              </p:cNvSpPr>
              <p:nvPr userDrawn="1"/>
            </p:nvSpPr>
            <p:spPr bwMode="gray">
              <a:xfrm>
                <a:off x="2354" y="1789"/>
                <a:ext cx="3"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1" name="Line 296"/>
              <p:cNvSpPr>
                <a:spLocks noChangeShapeType="1"/>
              </p:cNvSpPr>
              <p:nvPr userDrawn="1"/>
            </p:nvSpPr>
            <p:spPr bwMode="gray">
              <a:xfrm>
                <a:off x="2357" y="1791"/>
                <a:ext cx="4"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2" name="Freeform 297"/>
              <p:cNvSpPr>
                <a:spLocks/>
              </p:cNvSpPr>
              <p:nvPr userDrawn="1"/>
            </p:nvSpPr>
            <p:spPr bwMode="gray">
              <a:xfrm>
                <a:off x="2357" y="2013"/>
                <a:ext cx="6" cy="11"/>
              </a:xfrm>
              <a:custGeom>
                <a:avLst/>
                <a:gdLst>
                  <a:gd name="T0" fmla="*/ 4 w 6"/>
                  <a:gd name="T1" fmla="*/ 0 h 11"/>
                  <a:gd name="T2" fmla="*/ 2 w 6"/>
                  <a:gd name="T3" fmla="*/ 4 h 11"/>
                  <a:gd name="T4" fmla="*/ 0 w 6"/>
                  <a:gd name="T5" fmla="*/ 5 h 11"/>
                  <a:gd name="T6" fmla="*/ 2 w 6"/>
                  <a:gd name="T7" fmla="*/ 9 h 11"/>
                  <a:gd name="T8" fmla="*/ 6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3" name="Line 298"/>
              <p:cNvSpPr>
                <a:spLocks noChangeShapeType="1"/>
              </p:cNvSpPr>
              <p:nvPr userDrawn="1"/>
            </p:nvSpPr>
            <p:spPr bwMode="gray">
              <a:xfrm flipH="1" flipV="1">
                <a:off x="2359" y="1788"/>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4" name="Freeform 299"/>
              <p:cNvSpPr>
                <a:spLocks/>
              </p:cNvSpPr>
              <p:nvPr userDrawn="1"/>
            </p:nvSpPr>
            <p:spPr bwMode="gray">
              <a:xfrm>
                <a:off x="2354" y="1788"/>
                <a:ext cx="5" cy="3"/>
              </a:xfrm>
              <a:custGeom>
                <a:avLst/>
                <a:gdLst>
                  <a:gd name="T0" fmla="*/ 3 w 5"/>
                  <a:gd name="T1" fmla="*/ 3 h 3"/>
                  <a:gd name="T2" fmla="*/ 2 w 5"/>
                  <a:gd name="T3" fmla="*/ 3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5" name="Freeform 300"/>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6" name="Freeform 301"/>
              <p:cNvSpPr>
                <a:spLocks/>
              </p:cNvSpPr>
              <p:nvPr userDrawn="1"/>
            </p:nvSpPr>
            <p:spPr bwMode="gray">
              <a:xfrm>
                <a:off x="2513"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7" name="Freeform 302"/>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8" name="Line 303"/>
              <p:cNvSpPr>
                <a:spLocks noChangeShapeType="1"/>
              </p:cNvSpPr>
              <p:nvPr userDrawn="1"/>
            </p:nvSpPr>
            <p:spPr bwMode="gray">
              <a:xfrm flipH="1">
                <a:off x="2350" y="1188"/>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99" name="Line 304"/>
              <p:cNvSpPr>
                <a:spLocks noChangeShapeType="1"/>
              </p:cNvSpPr>
              <p:nvPr userDrawn="1"/>
            </p:nvSpPr>
            <p:spPr bwMode="gray">
              <a:xfrm flipH="1">
                <a:off x="2347" y="1195"/>
                <a:ext cx="166"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0" name="Freeform 305"/>
              <p:cNvSpPr>
                <a:spLocks/>
              </p:cNvSpPr>
              <p:nvPr userDrawn="1"/>
            </p:nvSpPr>
            <p:spPr bwMode="gray">
              <a:xfrm>
                <a:off x="2347" y="1270"/>
                <a:ext cx="10" cy="10"/>
              </a:xfrm>
              <a:custGeom>
                <a:avLst/>
                <a:gdLst>
                  <a:gd name="T0" fmla="*/ 0 w 10"/>
                  <a:gd name="T1" fmla="*/ 10 h 10"/>
                  <a:gd name="T2" fmla="*/ 2 w 10"/>
                  <a:gd name="T3" fmla="*/ 5 h 10"/>
                  <a:gd name="T4" fmla="*/ 3 w 10"/>
                  <a:gd name="T5" fmla="*/ 2 h 10"/>
                  <a:gd name="T6" fmla="*/ 5 w 10"/>
                  <a:gd name="T7" fmla="*/ 0 h 10"/>
                  <a:gd name="T8" fmla="*/ 9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1" name="Line 306"/>
              <p:cNvSpPr>
                <a:spLocks noChangeShapeType="1"/>
              </p:cNvSpPr>
              <p:nvPr userDrawn="1"/>
            </p:nvSpPr>
            <p:spPr bwMode="gray">
              <a:xfrm flipV="1">
                <a:off x="2357" y="1186"/>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2" name="Freeform 307"/>
              <p:cNvSpPr>
                <a:spLocks/>
              </p:cNvSpPr>
              <p:nvPr userDrawn="1"/>
            </p:nvSpPr>
            <p:spPr bwMode="gray">
              <a:xfrm>
                <a:off x="2513"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3" name="Freeform 308"/>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4" name="Line 309"/>
              <p:cNvSpPr>
                <a:spLocks noChangeShapeType="1"/>
              </p:cNvSpPr>
              <p:nvPr userDrawn="1"/>
            </p:nvSpPr>
            <p:spPr bwMode="gray">
              <a:xfrm>
                <a:off x="2343" y="1284"/>
                <a:ext cx="6"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5" name="Line 310"/>
              <p:cNvSpPr>
                <a:spLocks noChangeShapeType="1"/>
              </p:cNvSpPr>
              <p:nvPr userDrawn="1"/>
            </p:nvSpPr>
            <p:spPr bwMode="gray">
              <a:xfrm>
                <a:off x="2347" y="1280"/>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6" name="Freeform 311"/>
              <p:cNvSpPr>
                <a:spLocks/>
              </p:cNvSpPr>
              <p:nvPr userDrawn="1"/>
            </p:nvSpPr>
            <p:spPr bwMode="gray">
              <a:xfrm>
                <a:off x="2349" y="1513"/>
                <a:ext cx="5" cy="21"/>
              </a:xfrm>
              <a:custGeom>
                <a:avLst/>
                <a:gdLst>
                  <a:gd name="T0" fmla="*/ 3 w 5"/>
                  <a:gd name="T1" fmla="*/ 0 h 21"/>
                  <a:gd name="T2" fmla="*/ 0 w 5"/>
                  <a:gd name="T3" fmla="*/ 5 h 21"/>
                  <a:gd name="T4" fmla="*/ 0 w 5"/>
                  <a:gd name="T5" fmla="*/ 10 h 21"/>
                  <a:gd name="T6" fmla="*/ 1 w 5"/>
                  <a:gd name="T7" fmla="*/ 16 h 21"/>
                  <a:gd name="T8" fmla="*/ 5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7" name="Line 312"/>
              <p:cNvSpPr>
                <a:spLocks noChangeShapeType="1"/>
              </p:cNvSpPr>
              <p:nvPr userDrawn="1"/>
            </p:nvSpPr>
            <p:spPr bwMode="gray">
              <a:xfrm flipH="1" flipV="1">
                <a:off x="2349" y="1287"/>
                <a:ext cx="5"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8" name="Freeform 313"/>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09" name="Freeform 314"/>
              <p:cNvSpPr>
                <a:spLocks/>
              </p:cNvSpPr>
              <p:nvPr userDrawn="1"/>
            </p:nvSpPr>
            <p:spPr bwMode="gray">
              <a:xfrm>
                <a:off x="2557"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0" name="Line 315"/>
              <p:cNvSpPr>
                <a:spLocks noChangeShapeType="1"/>
              </p:cNvSpPr>
              <p:nvPr userDrawn="1"/>
            </p:nvSpPr>
            <p:spPr bwMode="gray">
              <a:xfrm>
                <a:off x="2565" y="1870"/>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1" name="Line 316"/>
              <p:cNvSpPr>
                <a:spLocks noChangeShapeType="1"/>
              </p:cNvSpPr>
              <p:nvPr userDrawn="1"/>
            </p:nvSpPr>
            <p:spPr bwMode="gray">
              <a:xfrm>
                <a:off x="2574" y="1873"/>
                <a:ext cx="4"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2" name="Freeform 317"/>
              <p:cNvSpPr>
                <a:spLocks/>
              </p:cNvSpPr>
              <p:nvPr userDrawn="1"/>
            </p:nvSpPr>
            <p:spPr bwMode="gray">
              <a:xfrm>
                <a:off x="2557"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3" name="Line 318"/>
              <p:cNvSpPr>
                <a:spLocks noChangeShapeType="1"/>
              </p:cNvSpPr>
              <p:nvPr userDrawn="1"/>
            </p:nvSpPr>
            <p:spPr bwMode="gray">
              <a:xfrm flipH="1" flipV="1">
                <a:off x="2555" y="1861"/>
                <a:ext cx="2"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4" name="Freeform 319"/>
              <p:cNvSpPr>
                <a:spLocks/>
              </p:cNvSpPr>
              <p:nvPr userDrawn="1"/>
            </p:nvSpPr>
            <p:spPr bwMode="gray">
              <a:xfrm>
                <a:off x="2555" y="1861"/>
                <a:ext cx="19" cy="12"/>
              </a:xfrm>
              <a:custGeom>
                <a:avLst/>
                <a:gdLst>
                  <a:gd name="T0" fmla="*/ 19 w 19"/>
                  <a:gd name="T1" fmla="*/ 12 h 12"/>
                  <a:gd name="T2" fmla="*/ 12 w 19"/>
                  <a:gd name="T3" fmla="*/ 9 h 12"/>
                  <a:gd name="T4" fmla="*/ 5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5" name="Freeform 320"/>
              <p:cNvSpPr>
                <a:spLocks/>
              </p:cNvSpPr>
              <p:nvPr userDrawn="1"/>
            </p:nvSpPr>
            <p:spPr bwMode="gray">
              <a:xfrm>
                <a:off x="2646" y="2050"/>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6" name="Line 321"/>
              <p:cNvSpPr>
                <a:spLocks noChangeShapeType="1"/>
              </p:cNvSpPr>
              <p:nvPr userDrawn="1"/>
            </p:nvSpPr>
            <p:spPr bwMode="gray">
              <a:xfrm flipV="1">
                <a:off x="2574" y="2010"/>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7" name="Line 322"/>
              <p:cNvSpPr>
                <a:spLocks noChangeShapeType="1"/>
              </p:cNvSpPr>
              <p:nvPr userDrawn="1"/>
            </p:nvSpPr>
            <p:spPr bwMode="gray">
              <a:xfrm flipV="1">
                <a:off x="2578" y="2003"/>
                <a:ext cx="159"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8" name="Freeform 323"/>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19" name="Line 324"/>
              <p:cNvSpPr>
                <a:spLocks noChangeShapeType="1"/>
              </p:cNvSpPr>
              <p:nvPr userDrawn="1"/>
            </p:nvSpPr>
            <p:spPr bwMode="gray">
              <a:xfrm flipH="1">
                <a:off x="2565" y="2010"/>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0" name="Freeform 325"/>
              <p:cNvSpPr>
                <a:spLocks/>
              </p:cNvSpPr>
              <p:nvPr userDrawn="1"/>
            </p:nvSpPr>
            <p:spPr bwMode="gray">
              <a:xfrm>
                <a:off x="2565"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1" name="Line 326"/>
              <p:cNvSpPr>
                <a:spLocks noChangeShapeType="1"/>
              </p:cNvSpPr>
              <p:nvPr userDrawn="1"/>
            </p:nvSpPr>
            <p:spPr bwMode="gray">
              <a:xfrm flipV="1">
                <a:off x="2739" y="1924"/>
                <a:ext cx="1"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2" name="Line 327"/>
              <p:cNvSpPr>
                <a:spLocks noChangeShapeType="1"/>
              </p:cNvSpPr>
              <p:nvPr userDrawn="1"/>
            </p:nvSpPr>
            <p:spPr bwMode="gray">
              <a:xfrm flipV="1">
                <a:off x="2737" y="1924"/>
                <a:ext cx="1"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3" name="Line 328"/>
              <p:cNvSpPr>
                <a:spLocks noChangeShapeType="1"/>
              </p:cNvSpPr>
              <p:nvPr userDrawn="1"/>
            </p:nvSpPr>
            <p:spPr bwMode="gray">
              <a:xfrm>
                <a:off x="2733" y="1922"/>
                <a:ext cx="2"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4" name="Freeform 329"/>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5" name="Freeform 330"/>
              <p:cNvSpPr>
                <a:spLocks/>
              </p:cNvSpPr>
              <p:nvPr userDrawn="1"/>
            </p:nvSpPr>
            <p:spPr bwMode="gray">
              <a:xfrm>
                <a:off x="2732" y="1377"/>
                <a:ext cx="5" cy="8"/>
              </a:xfrm>
              <a:custGeom>
                <a:avLst/>
                <a:gdLst>
                  <a:gd name="T0" fmla="*/ 3 w 5"/>
                  <a:gd name="T1" fmla="*/ 8 h 8"/>
                  <a:gd name="T2" fmla="*/ 5 w 5"/>
                  <a:gd name="T3" fmla="*/ 7 h 8"/>
                  <a:gd name="T4" fmla="*/ 5 w 5"/>
                  <a:gd name="T5" fmla="*/ 5 h 8"/>
                  <a:gd name="T6" fmla="*/ 3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6" name="Line 331"/>
              <p:cNvSpPr>
                <a:spLocks noChangeShapeType="1"/>
              </p:cNvSpPr>
              <p:nvPr userDrawn="1"/>
            </p:nvSpPr>
            <p:spPr bwMode="gray">
              <a:xfrm flipH="1" flipV="1">
                <a:off x="2737" y="1265"/>
                <a:ext cx="2"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7" name="Line 332"/>
              <p:cNvSpPr>
                <a:spLocks noChangeShapeType="1"/>
              </p:cNvSpPr>
              <p:nvPr userDrawn="1"/>
            </p:nvSpPr>
            <p:spPr bwMode="gray">
              <a:xfrm flipV="1">
                <a:off x="2735" y="1270"/>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8" name="Freeform 333"/>
              <p:cNvSpPr>
                <a:spLocks/>
              </p:cNvSpPr>
              <p:nvPr userDrawn="1"/>
            </p:nvSpPr>
            <p:spPr bwMode="gray">
              <a:xfrm>
                <a:off x="2732" y="1261"/>
                <a:ext cx="5" cy="9"/>
              </a:xfrm>
              <a:custGeom>
                <a:avLst/>
                <a:gdLst>
                  <a:gd name="T0" fmla="*/ 3 w 5"/>
                  <a:gd name="T1" fmla="*/ 9 h 9"/>
                  <a:gd name="T2" fmla="*/ 5 w 5"/>
                  <a:gd name="T3" fmla="*/ 5 h 9"/>
                  <a:gd name="T4" fmla="*/ 5 w 5"/>
                  <a:gd name="T5" fmla="*/ 4 h 9"/>
                  <a:gd name="T6" fmla="*/ 3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29" name="Line 334"/>
              <p:cNvSpPr>
                <a:spLocks noChangeShapeType="1"/>
              </p:cNvSpPr>
              <p:nvPr userDrawn="1"/>
            </p:nvSpPr>
            <p:spPr bwMode="gray">
              <a:xfrm>
                <a:off x="2732" y="1261"/>
                <a:ext cx="1"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0" name="Freeform 335"/>
              <p:cNvSpPr>
                <a:spLocks/>
              </p:cNvSpPr>
              <p:nvPr userDrawn="1"/>
            </p:nvSpPr>
            <p:spPr bwMode="gray">
              <a:xfrm>
                <a:off x="2733" y="1502"/>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1" name="Freeform 336"/>
              <p:cNvSpPr>
                <a:spLocks/>
              </p:cNvSpPr>
              <p:nvPr userDrawn="1"/>
            </p:nvSpPr>
            <p:spPr bwMode="gray">
              <a:xfrm>
                <a:off x="2641" y="1296"/>
                <a:ext cx="12" cy="16"/>
              </a:xfrm>
              <a:custGeom>
                <a:avLst/>
                <a:gdLst>
                  <a:gd name="T0" fmla="*/ 12 w 12"/>
                  <a:gd name="T1" fmla="*/ 16 h 16"/>
                  <a:gd name="T2" fmla="*/ 10 w 12"/>
                  <a:gd name="T3" fmla="*/ 11 h 16"/>
                  <a:gd name="T4" fmla="*/ 8 w 12"/>
                  <a:gd name="T5" fmla="*/ 5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2" name="Line 337"/>
              <p:cNvSpPr>
                <a:spLocks noChangeShapeType="1"/>
              </p:cNvSpPr>
              <p:nvPr userDrawn="1"/>
            </p:nvSpPr>
            <p:spPr bwMode="gray">
              <a:xfrm flipH="1">
                <a:off x="2567" y="1259"/>
                <a:ext cx="165"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3" name="Line 338"/>
              <p:cNvSpPr>
                <a:spLocks noChangeShapeType="1"/>
              </p:cNvSpPr>
              <p:nvPr userDrawn="1"/>
            </p:nvSpPr>
            <p:spPr bwMode="gray">
              <a:xfrm flipH="1">
                <a:off x="2571" y="1270"/>
                <a:ext cx="164"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4" name="Freeform 339"/>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5" name="Line 340"/>
              <p:cNvSpPr>
                <a:spLocks noChangeShapeType="1"/>
              </p:cNvSpPr>
              <p:nvPr userDrawn="1"/>
            </p:nvSpPr>
            <p:spPr bwMode="gray">
              <a:xfrm flipV="1">
                <a:off x="2558" y="1252"/>
                <a:ext cx="165"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6" name="Freeform 341"/>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7" name="Freeform 342"/>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8" name="Line 343"/>
              <p:cNvSpPr>
                <a:spLocks noChangeShapeType="1"/>
              </p:cNvSpPr>
              <p:nvPr userDrawn="1"/>
            </p:nvSpPr>
            <p:spPr bwMode="gray">
              <a:xfrm>
                <a:off x="2560" y="1359"/>
                <a:ext cx="2" cy="24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39" name="Line 344"/>
              <p:cNvSpPr>
                <a:spLocks noChangeShapeType="1"/>
              </p:cNvSpPr>
              <p:nvPr userDrawn="1"/>
            </p:nvSpPr>
            <p:spPr bwMode="gray">
              <a:xfrm>
                <a:off x="2571" y="1356"/>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0" name="Freeform 345"/>
              <p:cNvSpPr>
                <a:spLocks/>
              </p:cNvSpPr>
              <p:nvPr userDrawn="1"/>
            </p:nvSpPr>
            <p:spPr bwMode="gray">
              <a:xfrm>
                <a:off x="2551" y="1592"/>
                <a:ext cx="21" cy="14"/>
              </a:xfrm>
              <a:custGeom>
                <a:avLst/>
                <a:gdLst>
                  <a:gd name="T0" fmla="*/ 21 w 21"/>
                  <a:gd name="T1" fmla="*/ 0 h 14"/>
                  <a:gd name="T2" fmla="*/ 16 w 21"/>
                  <a:gd name="T3" fmla="*/ 5 h 14"/>
                  <a:gd name="T4" fmla="*/ 13 w 21"/>
                  <a:gd name="T5" fmla="*/ 8 h 14"/>
                  <a:gd name="T6" fmla="*/ 7 w 21"/>
                  <a:gd name="T7" fmla="*/ 10 h 14"/>
                  <a:gd name="T8" fmla="*/ 0 w 21"/>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1" name="Line 346"/>
              <p:cNvSpPr>
                <a:spLocks noChangeShapeType="1"/>
              </p:cNvSpPr>
              <p:nvPr userDrawn="1"/>
            </p:nvSpPr>
            <p:spPr bwMode="gray">
              <a:xfrm flipH="1" flipV="1">
                <a:off x="2550" y="1357"/>
                <a:ext cx="1" cy="2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2" name="Freeform 347"/>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3" name="Freeform 348"/>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4" name="Freeform 349"/>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5" name="Freeform 350"/>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6" name="Line 351"/>
              <p:cNvSpPr>
                <a:spLocks noChangeShapeType="1"/>
              </p:cNvSpPr>
              <p:nvPr userDrawn="1"/>
            </p:nvSpPr>
            <p:spPr bwMode="gray">
              <a:xfrm>
                <a:off x="2536" y="1184"/>
                <a:ext cx="19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7" name="Line 352"/>
              <p:cNvSpPr>
                <a:spLocks noChangeShapeType="1"/>
              </p:cNvSpPr>
              <p:nvPr userDrawn="1"/>
            </p:nvSpPr>
            <p:spPr bwMode="gray">
              <a:xfrm>
                <a:off x="2532" y="1195"/>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8" name="Freeform 353"/>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49" name="Line 354"/>
              <p:cNvSpPr>
                <a:spLocks noChangeShapeType="1"/>
              </p:cNvSpPr>
              <p:nvPr userDrawn="1"/>
            </p:nvSpPr>
            <p:spPr bwMode="gray">
              <a:xfrm flipH="1" flipV="1">
                <a:off x="2543" y="1177"/>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0" name="Freeform 355"/>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1" name="Freeform 356"/>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2" name="Line 357"/>
              <p:cNvSpPr>
                <a:spLocks noChangeShapeType="1"/>
              </p:cNvSpPr>
              <p:nvPr userDrawn="1"/>
            </p:nvSpPr>
            <p:spPr bwMode="gray">
              <a:xfrm flipH="1" flipV="1">
                <a:off x="2530" y="1179"/>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3" name="Line 358"/>
              <p:cNvSpPr>
                <a:spLocks noChangeShapeType="1"/>
              </p:cNvSpPr>
              <p:nvPr userDrawn="1"/>
            </p:nvSpPr>
            <p:spPr bwMode="gray">
              <a:xfrm flipH="1" flipV="1">
                <a:off x="2523" y="1186"/>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4" name="Freeform 359"/>
              <p:cNvSpPr>
                <a:spLocks/>
              </p:cNvSpPr>
              <p:nvPr userDrawn="1"/>
            </p:nvSpPr>
            <p:spPr bwMode="gray">
              <a:xfrm>
                <a:off x="2523"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5" name="Line 360"/>
              <p:cNvSpPr>
                <a:spLocks noChangeShapeType="1"/>
              </p:cNvSpPr>
              <p:nvPr userDrawn="1"/>
            </p:nvSpPr>
            <p:spPr bwMode="gray">
              <a:xfrm>
                <a:off x="2532" y="1168"/>
                <a:ext cx="200"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6" name="Freeform 361"/>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7" name="Freeform 362"/>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8" name="Line 363"/>
              <p:cNvSpPr>
                <a:spLocks noChangeShapeType="1"/>
              </p:cNvSpPr>
              <p:nvPr userDrawn="1"/>
            </p:nvSpPr>
            <p:spPr bwMode="gray">
              <a:xfrm>
                <a:off x="2352" y="1277"/>
                <a:ext cx="199"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59" name="Line 364"/>
              <p:cNvSpPr>
                <a:spLocks noChangeShapeType="1"/>
              </p:cNvSpPr>
              <p:nvPr userDrawn="1"/>
            </p:nvSpPr>
            <p:spPr bwMode="gray">
              <a:xfrm>
                <a:off x="2357" y="1270"/>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0" name="Freeform 365"/>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1" name="Line 366"/>
              <p:cNvSpPr>
                <a:spLocks noChangeShapeType="1"/>
              </p:cNvSpPr>
              <p:nvPr userDrawn="1"/>
            </p:nvSpPr>
            <p:spPr bwMode="gray">
              <a:xfrm flipH="1" flipV="1">
                <a:off x="2349" y="1287"/>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2" name="Freeform 367"/>
              <p:cNvSpPr>
                <a:spLocks/>
              </p:cNvSpPr>
              <p:nvPr userDrawn="1"/>
            </p:nvSpPr>
            <p:spPr bwMode="gray">
              <a:xfrm>
                <a:off x="2349"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3" name="Freeform 368"/>
              <p:cNvSpPr>
                <a:spLocks/>
              </p:cNvSpPr>
              <p:nvPr userDrawn="1"/>
            </p:nvSpPr>
            <p:spPr bwMode="gray">
              <a:xfrm>
                <a:off x="2459" y="2060"/>
                <a:ext cx="10" cy="9"/>
              </a:xfrm>
              <a:custGeom>
                <a:avLst/>
                <a:gdLst>
                  <a:gd name="T0" fmla="*/ 0 w 10"/>
                  <a:gd name="T1" fmla="*/ 0 h 9"/>
                  <a:gd name="T2" fmla="*/ 2 w 10"/>
                  <a:gd name="T3" fmla="*/ 6 h 9"/>
                  <a:gd name="T4" fmla="*/ 3 w 10"/>
                  <a:gd name="T5" fmla="*/ 7 h 9"/>
                  <a:gd name="T6" fmla="*/ 7 w 10"/>
                  <a:gd name="T7" fmla="*/ 9 h 9"/>
                  <a:gd name="T8" fmla="*/ 1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4" name="Line 369"/>
              <p:cNvSpPr>
                <a:spLocks noChangeShapeType="1"/>
              </p:cNvSpPr>
              <p:nvPr userDrawn="1"/>
            </p:nvSpPr>
            <p:spPr bwMode="gray">
              <a:xfrm>
                <a:off x="2366"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5" name="Line 370"/>
              <p:cNvSpPr>
                <a:spLocks noChangeShapeType="1"/>
              </p:cNvSpPr>
              <p:nvPr userDrawn="1"/>
            </p:nvSpPr>
            <p:spPr bwMode="gray">
              <a:xfrm>
                <a:off x="2363" y="2024"/>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6" name="Freeform 371"/>
              <p:cNvSpPr>
                <a:spLocks/>
              </p:cNvSpPr>
              <p:nvPr userDrawn="1"/>
            </p:nvSpPr>
            <p:spPr bwMode="gray">
              <a:xfrm>
                <a:off x="2557"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7" name="Line 372"/>
              <p:cNvSpPr>
                <a:spLocks noChangeShapeType="1"/>
              </p:cNvSpPr>
              <p:nvPr userDrawn="1"/>
            </p:nvSpPr>
            <p:spPr bwMode="gray">
              <a:xfrm flipH="1" flipV="1">
                <a:off x="2371"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8" name="Freeform 373"/>
              <p:cNvSpPr>
                <a:spLocks/>
              </p:cNvSpPr>
              <p:nvPr userDrawn="1"/>
            </p:nvSpPr>
            <p:spPr bwMode="gray">
              <a:xfrm>
                <a:off x="2363" y="2024"/>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69" name="Freeform 374"/>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0" name="Freeform 375"/>
              <p:cNvSpPr>
                <a:spLocks/>
              </p:cNvSpPr>
              <p:nvPr userDrawn="1"/>
            </p:nvSpPr>
            <p:spPr bwMode="gray">
              <a:xfrm>
                <a:off x="2835" y="1314"/>
                <a:ext cx="9" cy="15"/>
              </a:xfrm>
              <a:custGeom>
                <a:avLst/>
                <a:gdLst>
                  <a:gd name="T0" fmla="*/ 9 w 9"/>
                  <a:gd name="T1" fmla="*/ 15 h 15"/>
                  <a:gd name="T2" fmla="*/ 5 w 9"/>
                  <a:gd name="T3" fmla="*/ 14 h 15"/>
                  <a:gd name="T4" fmla="*/ 2 w 9"/>
                  <a:gd name="T5" fmla="*/ 10 h 15"/>
                  <a:gd name="T6" fmla="*/ 0 w 9"/>
                  <a:gd name="T7" fmla="*/ 5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1" name="Freeform 376"/>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2" name="Line 377"/>
              <p:cNvSpPr>
                <a:spLocks noChangeShapeType="1"/>
              </p:cNvSpPr>
              <p:nvPr userDrawn="1"/>
            </p:nvSpPr>
            <p:spPr bwMode="gray">
              <a:xfrm>
                <a:off x="2838" y="1329"/>
                <a:ext cx="19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3" name="Line 378"/>
              <p:cNvSpPr>
                <a:spLocks noChangeShapeType="1"/>
              </p:cNvSpPr>
              <p:nvPr userDrawn="1"/>
            </p:nvSpPr>
            <p:spPr bwMode="gray">
              <a:xfrm>
                <a:off x="2844" y="1329"/>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4" name="Freeform 379"/>
              <p:cNvSpPr>
                <a:spLocks/>
              </p:cNvSpPr>
              <p:nvPr userDrawn="1"/>
            </p:nvSpPr>
            <p:spPr bwMode="gray">
              <a:xfrm>
                <a:off x="3031" y="1389"/>
                <a:ext cx="3"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5" name="Line 380"/>
              <p:cNvSpPr>
                <a:spLocks noChangeShapeType="1"/>
              </p:cNvSpPr>
              <p:nvPr userDrawn="1"/>
            </p:nvSpPr>
            <p:spPr bwMode="gray">
              <a:xfrm flipH="1" flipV="1">
                <a:off x="2837" y="1322"/>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6" name="Freeform 381"/>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7" name="Line 382"/>
              <p:cNvSpPr>
                <a:spLocks noChangeShapeType="1"/>
              </p:cNvSpPr>
              <p:nvPr userDrawn="1"/>
            </p:nvSpPr>
            <p:spPr bwMode="gray">
              <a:xfrm flipH="1">
                <a:off x="3370" y="1144"/>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8" name="Line 383"/>
              <p:cNvSpPr>
                <a:spLocks noChangeShapeType="1"/>
              </p:cNvSpPr>
              <p:nvPr userDrawn="1"/>
            </p:nvSpPr>
            <p:spPr bwMode="gray">
              <a:xfrm flipH="1">
                <a:off x="3382" y="1149"/>
                <a:ext cx="30" cy="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79" name="Line 384"/>
              <p:cNvSpPr>
                <a:spLocks noChangeShapeType="1"/>
              </p:cNvSpPr>
              <p:nvPr userDrawn="1"/>
            </p:nvSpPr>
            <p:spPr bwMode="gray">
              <a:xfrm flipV="1">
                <a:off x="3356" y="1133"/>
                <a:ext cx="45" cy="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0" name="Freeform 385"/>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1" name="Freeform 386"/>
              <p:cNvSpPr>
                <a:spLocks/>
              </p:cNvSpPr>
              <p:nvPr userDrawn="1"/>
            </p:nvSpPr>
            <p:spPr bwMode="gray">
              <a:xfrm>
                <a:off x="3540" y="1252"/>
                <a:ext cx="10" cy="16"/>
              </a:xfrm>
              <a:custGeom>
                <a:avLst/>
                <a:gdLst>
                  <a:gd name="T0" fmla="*/ 0 w 10"/>
                  <a:gd name="T1" fmla="*/ 0 h 16"/>
                  <a:gd name="T2" fmla="*/ 3 w 10"/>
                  <a:gd name="T3" fmla="*/ 2 h 16"/>
                  <a:gd name="T4" fmla="*/ 7 w 10"/>
                  <a:gd name="T5" fmla="*/ 6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2" name="Line 387"/>
              <p:cNvSpPr>
                <a:spLocks noChangeShapeType="1"/>
              </p:cNvSpPr>
              <p:nvPr userDrawn="1"/>
            </p:nvSpPr>
            <p:spPr bwMode="gray">
              <a:xfrm flipV="1">
                <a:off x="3538" y="1217"/>
                <a:ext cx="7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3" name="Line 388"/>
              <p:cNvSpPr>
                <a:spLocks noChangeShapeType="1"/>
              </p:cNvSpPr>
              <p:nvPr userDrawn="1"/>
            </p:nvSpPr>
            <p:spPr bwMode="gray">
              <a:xfrm flipV="1">
                <a:off x="3538" y="1212"/>
                <a:ext cx="72" cy="4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4" name="Freeform 389"/>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5" name="Line 390"/>
              <p:cNvSpPr>
                <a:spLocks noChangeShapeType="1"/>
              </p:cNvSpPr>
              <p:nvPr userDrawn="1"/>
            </p:nvSpPr>
            <p:spPr bwMode="gray">
              <a:xfrm flipH="1">
                <a:off x="3538" y="1228"/>
                <a:ext cx="82"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6" name="Freeform 391"/>
              <p:cNvSpPr>
                <a:spLocks/>
              </p:cNvSpPr>
              <p:nvPr userDrawn="1"/>
            </p:nvSpPr>
            <p:spPr bwMode="gray">
              <a:xfrm>
                <a:off x="3484" y="1172"/>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7" name="Line 392"/>
              <p:cNvSpPr>
                <a:spLocks noChangeShapeType="1"/>
              </p:cNvSpPr>
              <p:nvPr userDrawn="1"/>
            </p:nvSpPr>
            <p:spPr bwMode="gray">
              <a:xfrm flipH="1" flipV="1">
                <a:off x="3412" y="1147"/>
                <a:ext cx="20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8" name="Line 393"/>
              <p:cNvSpPr>
                <a:spLocks noChangeShapeType="1"/>
              </p:cNvSpPr>
              <p:nvPr userDrawn="1"/>
            </p:nvSpPr>
            <p:spPr bwMode="gray">
              <a:xfrm flipH="1" flipV="1">
                <a:off x="3412" y="1149"/>
                <a:ext cx="198"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89" name="Freeform 394"/>
              <p:cNvSpPr>
                <a:spLocks/>
              </p:cNvSpPr>
              <p:nvPr userDrawn="1"/>
            </p:nvSpPr>
            <p:spPr bwMode="gray">
              <a:xfrm>
                <a:off x="3408" y="1149"/>
                <a:ext cx="4" cy="5"/>
              </a:xfrm>
              <a:custGeom>
                <a:avLst/>
                <a:gdLst>
                  <a:gd name="T0" fmla="*/ 4 w 4"/>
                  <a:gd name="T1" fmla="*/ 0 h 5"/>
                  <a:gd name="T2" fmla="*/ 4 w 4"/>
                  <a:gd name="T3" fmla="*/ 0 h 5"/>
                  <a:gd name="T4" fmla="*/ 4 w 4"/>
                  <a:gd name="T5" fmla="*/ 0 h 5"/>
                  <a:gd name="T6" fmla="*/ 2 w 4"/>
                  <a:gd name="T7" fmla="*/ 2 h 5"/>
                  <a:gd name="T8" fmla="*/ 2 w 4"/>
                  <a:gd name="T9" fmla="*/ 4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0" name="Line 395"/>
              <p:cNvSpPr>
                <a:spLocks noChangeShapeType="1"/>
              </p:cNvSpPr>
              <p:nvPr userDrawn="1"/>
            </p:nvSpPr>
            <p:spPr bwMode="gray">
              <a:xfrm>
                <a:off x="3408" y="1154"/>
                <a:ext cx="209"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1" name="Freeform 396"/>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2" name="Freeform 397"/>
              <p:cNvSpPr>
                <a:spLocks/>
              </p:cNvSpPr>
              <p:nvPr userDrawn="1"/>
            </p:nvSpPr>
            <p:spPr bwMode="gray">
              <a:xfrm>
                <a:off x="3613" y="1329"/>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3" name="Line 398"/>
              <p:cNvSpPr>
                <a:spLocks noChangeShapeType="1"/>
              </p:cNvSpPr>
              <p:nvPr userDrawn="1"/>
            </p:nvSpPr>
            <p:spPr bwMode="gray">
              <a:xfrm flipV="1">
                <a:off x="3618" y="1223"/>
                <a:ext cx="4" cy="1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4" name="Line 399"/>
              <p:cNvSpPr>
                <a:spLocks noChangeShapeType="1"/>
              </p:cNvSpPr>
              <p:nvPr userDrawn="1"/>
            </p:nvSpPr>
            <p:spPr bwMode="gray">
              <a:xfrm flipV="1">
                <a:off x="3615" y="1228"/>
                <a:ext cx="5"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5" name="Freeform 400"/>
              <p:cNvSpPr>
                <a:spLocks/>
              </p:cNvSpPr>
              <p:nvPr userDrawn="1"/>
            </p:nvSpPr>
            <p:spPr bwMode="gray">
              <a:xfrm>
                <a:off x="3617" y="1219"/>
                <a:ext cx="5" cy="9"/>
              </a:xfrm>
              <a:custGeom>
                <a:avLst/>
                <a:gdLst>
                  <a:gd name="T0" fmla="*/ 3 w 5"/>
                  <a:gd name="T1" fmla="*/ 9 h 9"/>
                  <a:gd name="T2" fmla="*/ 5 w 5"/>
                  <a:gd name="T3" fmla="*/ 7 h 9"/>
                  <a:gd name="T4" fmla="*/ 5 w 5"/>
                  <a:gd name="T5" fmla="*/ 5 h 9"/>
                  <a:gd name="T6" fmla="*/ 3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6" name="Line 401"/>
              <p:cNvSpPr>
                <a:spLocks noChangeShapeType="1"/>
              </p:cNvSpPr>
              <p:nvPr userDrawn="1"/>
            </p:nvSpPr>
            <p:spPr bwMode="gray">
              <a:xfrm flipH="1">
                <a:off x="3611" y="1219"/>
                <a:ext cx="6" cy="1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7" name="Freeform 402"/>
              <p:cNvSpPr>
                <a:spLocks/>
              </p:cNvSpPr>
              <p:nvPr userDrawn="1"/>
            </p:nvSpPr>
            <p:spPr bwMode="gray">
              <a:xfrm>
                <a:off x="2816" y="1207"/>
                <a:ext cx="19" cy="2"/>
              </a:xfrm>
              <a:custGeom>
                <a:avLst/>
                <a:gdLst>
                  <a:gd name="T0" fmla="*/ 19 w 19"/>
                  <a:gd name="T1" fmla="*/ 0 h 2"/>
                  <a:gd name="T2" fmla="*/ 14 w 19"/>
                  <a:gd name="T3" fmla="*/ 2 h 2"/>
                  <a:gd name="T4" fmla="*/ 10 w 19"/>
                  <a:gd name="T5" fmla="*/ 2 h 2"/>
                  <a:gd name="T6" fmla="*/ 5 w 19"/>
                  <a:gd name="T7" fmla="*/ 2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8" name="Line 403"/>
              <p:cNvSpPr>
                <a:spLocks noChangeShapeType="1"/>
              </p:cNvSpPr>
              <p:nvPr userDrawn="1"/>
            </p:nvSpPr>
            <p:spPr bwMode="gray">
              <a:xfrm flipV="1">
                <a:off x="2826" y="1202"/>
                <a:ext cx="1" cy="1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799" name="Line 404"/>
              <p:cNvSpPr>
                <a:spLocks noChangeShapeType="1"/>
              </p:cNvSpPr>
              <p:nvPr userDrawn="1"/>
            </p:nvSpPr>
            <p:spPr bwMode="gray">
              <a:xfrm flipV="1">
                <a:off x="2835" y="1196"/>
                <a:ext cx="1" cy="1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0" name="Line 405"/>
              <p:cNvSpPr>
                <a:spLocks noChangeShapeType="1"/>
              </p:cNvSpPr>
              <p:nvPr userDrawn="1"/>
            </p:nvSpPr>
            <p:spPr bwMode="gray">
              <a:xfrm>
                <a:off x="2816" y="1207"/>
                <a:ext cx="1" cy="10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1" name="Freeform 406"/>
              <p:cNvSpPr>
                <a:spLocks/>
              </p:cNvSpPr>
              <p:nvPr userDrawn="1"/>
            </p:nvSpPr>
            <p:spPr bwMode="gray">
              <a:xfrm>
                <a:off x="2816" y="1314"/>
                <a:ext cx="19" cy="3"/>
              </a:xfrm>
              <a:custGeom>
                <a:avLst/>
                <a:gdLst>
                  <a:gd name="T0" fmla="*/ 19 w 19"/>
                  <a:gd name="T1" fmla="*/ 0 h 3"/>
                  <a:gd name="T2" fmla="*/ 12 w 19"/>
                  <a:gd name="T3" fmla="*/ 3 h 3"/>
                  <a:gd name="T4" fmla="*/ 7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2" name="Freeform 407"/>
              <p:cNvSpPr>
                <a:spLocks/>
              </p:cNvSpPr>
              <p:nvPr userDrawn="1"/>
            </p:nvSpPr>
            <p:spPr bwMode="gray">
              <a:xfrm>
                <a:off x="2817"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3" name="Line 408"/>
              <p:cNvSpPr>
                <a:spLocks noChangeShapeType="1"/>
              </p:cNvSpPr>
              <p:nvPr userDrawn="1"/>
            </p:nvSpPr>
            <p:spPr bwMode="gray">
              <a:xfrm>
                <a:off x="2826" y="1202"/>
                <a:ext cx="1" cy="1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4" name="Line 409"/>
              <p:cNvSpPr>
                <a:spLocks noChangeShapeType="1"/>
              </p:cNvSpPr>
              <p:nvPr userDrawn="1"/>
            </p:nvSpPr>
            <p:spPr bwMode="gray">
              <a:xfrm>
                <a:off x="2837" y="1196"/>
                <a:ext cx="1"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5" name="Freeform 410"/>
              <p:cNvSpPr>
                <a:spLocks/>
              </p:cNvSpPr>
              <p:nvPr userDrawn="1"/>
            </p:nvSpPr>
            <p:spPr bwMode="gray">
              <a:xfrm>
                <a:off x="2817"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6" name="Line 411"/>
              <p:cNvSpPr>
                <a:spLocks noChangeShapeType="1"/>
              </p:cNvSpPr>
              <p:nvPr userDrawn="1"/>
            </p:nvSpPr>
            <p:spPr bwMode="gray">
              <a:xfrm flipV="1">
                <a:off x="2817" y="1205"/>
                <a:ext cx="1" cy="1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7" name="Freeform 412"/>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8" name="Line 413"/>
              <p:cNvSpPr>
                <a:spLocks noChangeShapeType="1"/>
              </p:cNvSpPr>
              <p:nvPr userDrawn="1"/>
            </p:nvSpPr>
            <p:spPr bwMode="gray">
              <a:xfrm flipH="1">
                <a:off x="3038" y="1406"/>
                <a:ext cx="1" cy="1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09" name="Line 414"/>
              <p:cNvSpPr>
                <a:spLocks noChangeShapeType="1"/>
              </p:cNvSpPr>
              <p:nvPr userDrawn="1"/>
            </p:nvSpPr>
            <p:spPr bwMode="gray">
              <a:xfrm flipH="1">
                <a:off x="3039" y="1408"/>
                <a:ext cx="2" cy="1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0" name="Line 415"/>
              <p:cNvSpPr>
                <a:spLocks noChangeShapeType="1"/>
              </p:cNvSpPr>
              <p:nvPr userDrawn="1"/>
            </p:nvSpPr>
            <p:spPr bwMode="gray">
              <a:xfrm flipV="1">
                <a:off x="3043" y="1405"/>
                <a:ext cx="2" cy="1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1" name="Freeform 416"/>
              <p:cNvSpPr>
                <a:spLocks/>
              </p:cNvSpPr>
              <p:nvPr userDrawn="1"/>
            </p:nvSpPr>
            <p:spPr bwMode="gray">
              <a:xfrm>
                <a:off x="3039" y="1405"/>
                <a:ext cx="6" cy="3"/>
              </a:xfrm>
              <a:custGeom>
                <a:avLst/>
                <a:gdLst>
                  <a:gd name="T0" fmla="*/ 2 w 6"/>
                  <a:gd name="T1" fmla="*/ 3 h 3"/>
                  <a:gd name="T2" fmla="*/ 0 w 6"/>
                  <a:gd name="T3" fmla="*/ 3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2" name="Freeform 417"/>
              <p:cNvSpPr>
                <a:spLocks/>
              </p:cNvSpPr>
              <p:nvPr userDrawn="1"/>
            </p:nvSpPr>
            <p:spPr bwMode="gray">
              <a:xfrm>
                <a:off x="3192"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3" name="Line 418"/>
              <p:cNvSpPr>
                <a:spLocks noChangeShapeType="1"/>
              </p:cNvSpPr>
              <p:nvPr userDrawn="1"/>
            </p:nvSpPr>
            <p:spPr bwMode="gray">
              <a:xfrm flipH="1">
                <a:off x="3185" y="840"/>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4" name="Line 419"/>
              <p:cNvSpPr>
                <a:spLocks noChangeShapeType="1"/>
              </p:cNvSpPr>
              <p:nvPr userDrawn="1"/>
            </p:nvSpPr>
            <p:spPr bwMode="gray">
              <a:xfrm flipV="1">
                <a:off x="3188" y="840"/>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5" name="Freeform 420"/>
              <p:cNvSpPr>
                <a:spLocks/>
              </p:cNvSpPr>
              <p:nvPr userDrawn="1"/>
            </p:nvSpPr>
            <p:spPr bwMode="gray">
              <a:xfrm>
                <a:off x="3192"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6" name="Freeform 421"/>
              <p:cNvSpPr>
                <a:spLocks/>
              </p:cNvSpPr>
              <p:nvPr userDrawn="1"/>
            </p:nvSpPr>
            <p:spPr bwMode="gray">
              <a:xfrm>
                <a:off x="3401" y="1016"/>
                <a:ext cx="6" cy="7"/>
              </a:xfrm>
              <a:custGeom>
                <a:avLst/>
                <a:gdLst>
                  <a:gd name="T0" fmla="*/ 2 w 6"/>
                  <a:gd name="T1" fmla="*/ 7 h 7"/>
                  <a:gd name="T2" fmla="*/ 6 w 6"/>
                  <a:gd name="T3" fmla="*/ 7 h 7"/>
                  <a:gd name="T4" fmla="*/ 6 w 6"/>
                  <a:gd name="T5" fmla="*/ 6 h 7"/>
                  <a:gd name="T6" fmla="*/ 4 w 6"/>
                  <a:gd name="T7" fmla="*/ 4 h 7"/>
                  <a:gd name="T8" fmla="*/ 2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7" name="Line 422"/>
              <p:cNvSpPr>
                <a:spLocks noChangeShapeType="1"/>
              </p:cNvSpPr>
              <p:nvPr userDrawn="1"/>
            </p:nvSpPr>
            <p:spPr bwMode="gray">
              <a:xfrm flipV="1">
                <a:off x="3403" y="910"/>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8" name="Line 423"/>
              <p:cNvSpPr>
                <a:spLocks noChangeShapeType="1"/>
              </p:cNvSpPr>
              <p:nvPr userDrawn="1"/>
            </p:nvSpPr>
            <p:spPr bwMode="gray">
              <a:xfrm flipV="1">
                <a:off x="3401" y="913"/>
                <a:ext cx="6"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19" name="Freeform 424"/>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0" name="Line 425"/>
              <p:cNvSpPr>
                <a:spLocks noChangeShapeType="1"/>
              </p:cNvSpPr>
              <p:nvPr userDrawn="1"/>
            </p:nvSpPr>
            <p:spPr bwMode="gray">
              <a:xfrm flipH="1">
                <a:off x="3398" y="906"/>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1" name="Freeform 426"/>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2" name="Freeform 427"/>
              <p:cNvSpPr>
                <a:spLocks/>
              </p:cNvSpPr>
              <p:nvPr userDrawn="1"/>
            </p:nvSpPr>
            <p:spPr bwMode="gray">
              <a:xfrm>
                <a:off x="3324" y="936"/>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3" name="Line 428"/>
              <p:cNvSpPr>
                <a:spLocks noChangeShapeType="1"/>
              </p:cNvSpPr>
              <p:nvPr userDrawn="1"/>
            </p:nvSpPr>
            <p:spPr bwMode="gray">
              <a:xfrm flipH="1">
                <a:off x="3312" y="904"/>
                <a:ext cx="91"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4" name="Line 429"/>
              <p:cNvSpPr>
                <a:spLocks noChangeShapeType="1"/>
              </p:cNvSpPr>
              <p:nvPr userDrawn="1"/>
            </p:nvSpPr>
            <p:spPr bwMode="gray">
              <a:xfrm flipH="1">
                <a:off x="3312" y="913"/>
                <a:ext cx="95"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5" name="Line 430"/>
              <p:cNvSpPr>
                <a:spLocks noChangeShapeType="1"/>
              </p:cNvSpPr>
              <p:nvPr userDrawn="1"/>
            </p:nvSpPr>
            <p:spPr bwMode="gray">
              <a:xfrm flipV="1">
                <a:off x="3314" y="897"/>
                <a:ext cx="82"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6" name="Freeform 431"/>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7" name="Freeform 432"/>
              <p:cNvSpPr>
                <a:spLocks/>
              </p:cNvSpPr>
              <p:nvPr userDrawn="1"/>
            </p:nvSpPr>
            <p:spPr bwMode="gray">
              <a:xfrm>
                <a:off x="3298" y="868"/>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8" name="Line 433"/>
              <p:cNvSpPr>
                <a:spLocks noChangeShapeType="1"/>
              </p:cNvSpPr>
              <p:nvPr userDrawn="1"/>
            </p:nvSpPr>
            <p:spPr bwMode="gray">
              <a:xfrm>
                <a:off x="3207" y="840"/>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29" name="Line 434"/>
              <p:cNvSpPr>
                <a:spLocks noChangeShapeType="1"/>
              </p:cNvSpPr>
              <p:nvPr userDrawn="1"/>
            </p:nvSpPr>
            <p:spPr bwMode="gray">
              <a:xfrm>
                <a:off x="3209" y="847"/>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0" name="Freeform 435"/>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1" name="Line 436"/>
              <p:cNvSpPr>
                <a:spLocks noChangeShapeType="1"/>
              </p:cNvSpPr>
              <p:nvPr userDrawn="1"/>
            </p:nvSpPr>
            <p:spPr bwMode="gray">
              <a:xfrm flipH="1" flipV="1">
                <a:off x="3202" y="840"/>
                <a:ext cx="194"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2" name="Freeform 437"/>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3" name="Freeform 438"/>
              <p:cNvSpPr>
                <a:spLocks/>
              </p:cNvSpPr>
              <p:nvPr userDrawn="1"/>
            </p:nvSpPr>
            <p:spPr bwMode="gray">
              <a:xfrm>
                <a:off x="3345" y="1823"/>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4" name="Freeform 439"/>
              <p:cNvSpPr>
                <a:spLocks/>
              </p:cNvSpPr>
              <p:nvPr userDrawn="1"/>
            </p:nvSpPr>
            <p:spPr bwMode="gray">
              <a:xfrm>
                <a:off x="2976" y="1826"/>
                <a:ext cx="11" cy="16"/>
              </a:xfrm>
              <a:custGeom>
                <a:avLst/>
                <a:gdLst>
                  <a:gd name="T0" fmla="*/ 11 w 11"/>
                  <a:gd name="T1" fmla="*/ 16 h 16"/>
                  <a:gd name="T2" fmla="*/ 7 w 11"/>
                  <a:gd name="T3" fmla="*/ 14 h 16"/>
                  <a:gd name="T4" fmla="*/ 4 w 11"/>
                  <a:gd name="T5" fmla="*/ 11 h 16"/>
                  <a:gd name="T6" fmla="*/ 0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5" name="Freeform 440"/>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6" name="Line 441"/>
              <p:cNvSpPr>
                <a:spLocks noChangeShapeType="1"/>
              </p:cNvSpPr>
              <p:nvPr userDrawn="1"/>
            </p:nvSpPr>
            <p:spPr bwMode="gray">
              <a:xfrm>
                <a:off x="2982" y="1842"/>
                <a:ext cx="204"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7" name="Line 442"/>
              <p:cNvSpPr>
                <a:spLocks noChangeShapeType="1"/>
              </p:cNvSpPr>
              <p:nvPr userDrawn="1"/>
            </p:nvSpPr>
            <p:spPr bwMode="gray">
              <a:xfrm>
                <a:off x="2987" y="1842"/>
                <a:ext cx="20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8" name="Freeform 443"/>
              <p:cNvSpPr>
                <a:spLocks/>
              </p:cNvSpPr>
              <p:nvPr userDrawn="1"/>
            </p:nvSpPr>
            <p:spPr bwMode="gray">
              <a:xfrm>
                <a:off x="3185" y="1910"/>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39" name="Line 444"/>
              <p:cNvSpPr>
                <a:spLocks noChangeShapeType="1"/>
              </p:cNvSpPr>
              <p:nvPr userDrawn="1"/>
            </p:nvSpPr>
            <p:spPr bwMode="gray">
              <a:xfrm flipH="1" flipV="1">
                <a:off x="2978" y="1835"/>
                <a:ext cx="20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0" name="Freeform 445"/>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1" name="Freeform 446"/>
              <p:cNvSpPr>
                <a:spLocks/>
              </p:cNvSpPr>
              <p:nvPr userDrawn="1"/>
            </p:nvSpPr>
            <p:spPr bwMode="gray">
              <a:xfrm>
                <a:off x="3290" y="1849"/>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2" name="Line 447"/>
              <p:cNvSpPr>
                <a:spLocks noChangeShapeType="1"/>
              </p:cNvSpPr>
              <p:nvPr userDrawn="1"/>
            </p:nvSpPr>
            <p:spPr bwMode="gray">
              <a:xfrm flipV="1">
                <a:off x="3202" y="1819"/>
                <a:ext cx="156"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3" name="Line 448"/>
              <p:cNvSpPr>
                <a:spLocks noChangeShapeType="1"/>
              </p:cNvSpPr>
              <p:nvPr userDrawn="1"/>
            </p:nvSpPr>
            <p:spPr bwMode="gray">
              <a:xfrm flipV="1">
                <a:off x="3193" y="1823"/>
                <a:ext cx="152"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4" name="Freeform 449"/>
              <p:cNvSpPr>
                <a:spLocks/>
              </p:cNvSpPr>
              <p:nvPr userDrawn="1"/>
            </p:nvSpPr>
            <p:spPr bwMode="gray">
              <a:xfrm>
                <a:off x="3345" y="1810"/>
                <a:ext cx="21" cy="13"/>
              </a:xfrm>
              <a:custGeom>
                <a:avLst/>
                <a:gdLst>
                  <a:gd name="T0" fmla="*/ 0 w 21"/>
                  <a:gd name="T1" fmla="*/ 13 h 13"/>
                  <a:gd name="T2" fmla="*/ 7 w 21"/>
                  <a:gd name="T3" fmla="*/ 13 h 13"/>
                  <a:gd name="T4" fmla="*/ 13 w 21"/>
                  <a:gd name="T5" fmla="*/ 9 h 13"/>
                  <a:gd name="T6" fmla="*/ 18 w 21"/>
                  <a:gd name="T7" fmla="*/ 6 h 13"/>
                  <a:gd name="T8" fmla="*/ 21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5" name="Line 450"/>
              <p:cNvSpPr>
                <a:spLocks noChangeShapeType="1"/>
              </p:cNvSpPr>
              <p:nvPr userDrawn="1"/>
            </p:nvSpPr>
            <p:spPr bwMode="gray">
              <a:xfrm flipH="1">
                <a:off x="3206" y="1810"/>
                <a:ext cx="160" cy="10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6" name="Freeform 451"/>
              <p:cNvSpPr>
                <a:spLocks/>
              </p:cNvSpPr>
              <p:nvPr userDrawn="1"/>
            </p:nvSpPr>
            <p:spPr bwMode="gray">
              <a:xfrm>
                <a:off x="3193" y="1910"/>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7" name="Freeform 452"/>
              <p:cNvSpPr>
                <a:spLocks/>
              </p:cNvSpPr>
              <p:nvPr userDrawn="1"/>
            </p:nvSpPr>
            <p:spPr bwMode="gray">
              <a:xfrm>
                <a:off x="3519" y="1711"/>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8" name="Freeform 453"/>
              <p:cNvSpPr>
                <a:spLocks/>
              </p:cNvSpPr>
              <p:nvPr userDrawn="1"/>
            </p:nvSpPr>
            <p:spPr bwMode="gray">
              <a:xfrm>
                <a:off x="3580" y="1670"/>
                <a:ext cx="12" cy="9"/>
              </a:xfrm>
              <a:custGeom>
                <a:avLst/>
                <a:gdLst>
                  <a:gd name="T0" fmla="*/ 0 w 12"/>
                  <a:gd name="T1" fmla="*/ 9 h 9"/>
                  <a:gd name="T2" fmla="*/ 3 w 12"/>
                  <a:gd name="T3" fmla="*/ 9 h 9"/>
                  <a:gd name="T4" fmla="*/ 9 w 12"/>
                  <a:gd name="T5" fmla="*/ 7 h 9"/>
                  <a:gd name="T6" fmla="*/ 10 w 12"/>
                  <a:gd name="T7" fmla="*/ 4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49" name="Line 454"/>
              <p:cNvSpPr>
                <a:spLocks noChangeShapeType="1"/>
              </p:cNvSpPr>
              <p:nvPr userDrawn="1"/>
            </p:nvSpPr>
            <p:spPr bwMode="gray">
              <a:xfrm flipV="1">
                <a:off x="3531" y="1621"/>
                <a:ext cx="147"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0" name="Line 455"/>
              <p:cNvSpPr>
                <a:spLocks noChangeShapeType="1"/>
              </p:cNvSpPr>
              <p:nvPr userDrawn="1"/>
            </p:nvSpPr>
            <p:spPr bwMode="gray">
              <a:xfrm flipV="1">
                <a:off x="3527" y="1623"/>
                <a:ext cx="142"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1" name="Freeform 456"/>
              <p:cNvSpPr>
                <a:spLocks/>
              </p:cNvSpPr>
              <p:nvPr userDrawn="1"/>
            </p:nvSpPr>
            <p:spPr bwMode="gray">
              <a:xfrm>
                <a:off x="3669"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2" name="Line 457"/>
              <p:cNvSpPr>
                <a:spLocks noChangeShapeType="1"/>
              </p:cNvSpPr>
              <p:nvPr userDrawn="1"/>
            </p:nvSpPr>
            <p:spPr bwMode="gray">
              <a:xfrm flipH="1">
                <a:off x="3531" y="1614"/>
                <a:ext cx="15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3" name="Freeform 458"/>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4" name="Freeform 459"/>
              <p:cNvSpPr>
                <a:spLocks/>
              </p:cNvSpPr>
              <p:nvPr userDrawn="1"/>
            </p:nvSpPr>
            <p:spPr bwMode="gray">
              <a:xfrm>
                <a:off x="3669" y="1606"/>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5" name="Freeform 460"/>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6" name="Line 461"/>
              <p:cNvSpPr>
                <a:spLocks noChangeShapeType="1"/>
              </p:cNvSpPr>
              <p:nvPr userDrawn="1"/>
            </p:nvSpPr>
            <p:spPr bwMode="gray">
              <a:xfrm flipH="1" flipV="1">
                <a:off x="3151" y="1490"/>
                <a:ext cx="20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7" name="Line 462"/>
              <p:cNvSpPr>
                <a:spLocks noChangeShapeType="1"/>
              </p:cNvSpPr>
              <p:nvPr userDrawn="1"/>
            </p:nvSpPr>
            <p:spPr bwMode="gray">
              <a:xfrm flipH="1" flipV="1">
                <a:off x="3144" y="1497"/>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8" name="Freeform 463"/>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59" name="Line 464"/>
              <p:cNvSpPr>
                <a:spLocks noChangeShapeType="1"/>
              </p:cNvSpPr>
              <p:nvPr userDrawn="1"/>
            </p:nvSpPr>
            <p:spPr bwMode="gray">
              <a:xfrm>
                <a:off x="3153" y="1480"/>
                <a:ext cx="20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0" name="Freeform 465"/>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1" name="Freeform 466"/>
              <p:cNvSpPr>
                <a:spLocks/>
              </p:cNvSpPr>
              <p:nvPr userDrawn="1"/>
            </p:nvSpPr>
            <p:spPr bwMode="gray">
              <a:xfrm>
                <a:off x="3076" y="1530"/>
                <a:ext cx="12" cy="9"/>
              </a:xfrm>
              <a:custGeom>
                <a:avLst/>
                <a:gdLst>
                  <a:gd name="T0" fmla="*/ 12 w 12"/>
                  <a:gd name="T1" fmla="*/ 0 h 9"/>
                  <a:gd name="T2" fmla="*/ 9 w 12"/>
                  <a:gd name="T3" fmla="*/ 0 h 9"/>
                  <a:gd name="T4" fmla="*/ 7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2" name="Line 467"/>
              <p:cNvSpPr>
                <a:spLocks noChangeShapeType="1"/>
              </p:cNvSpPr>
              <p:nvPr userDrawn="1"/>
            </p:nvSpPr>
            <p:spPr bwMode="gray">
              <a:xfrm flipH="1">
                <a:off x="2982" y="1497"/>
                <a:ext cx="159"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3" name="Line 468"/>
              <p:cNvSpPr>
                <a:spLocks noChangeShapeType="1"/>
              </p:cNvSpPr>
              <p:nvPr userDrawn="1"/>
            </p:nvSpPr>
            <p:spPr bwMode="gray">
              <a:xfrm flipH="1">
                <a:off x="2989" y="1497"/>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208" name="Group 469"/>
            <p:cNvGrpSpPr>
              <a:grpSpLocks/>
            </p:cNvGrpSpPr>
            <p:nvPr userDrawn="1"/>
          </p:nvGrpSpPr>
          <p:grpSpPr bwMode="auto">
            <a:xfrm>
              <a:off x="2282" y="873"/>
              <a:ext cx="1410" cy="1369"/>
              <a:chOff x="2282" y="873"/>
              <a:chExt cx="1410" cy="1369"/>
            </a:xfrm>
          </p:grpSpPr>
          <p:sp>
            <p:nvSpPr>
              <p:cNvPr id="464" name="Freeform 470"/>
              <p:cNvSpPr>
                <a:spLocks/>
              </p:cNvSpPr>
              <p:nvPr userDrawn="1"/>
            </p:nvSpPr>
            <p:spPr bwMode="gray">
              <a:xfrm>
                <a:off x="2978" y="1586"/>
                <a:ext cx="11" cy="11"/>
              </a:xfrm>
              <a:custGeom>
                <a:avLst/>
                <a:gdLst>
                  <a:gd name="T0" fmla="*/ 11 w 11"/>
                  <a:gd name="T1" fmla="*/ 2 h 11"/>
                  <a:gd name="T2" fmla="*/ 7 w 11"/>
                  <a:gd name="T3" fmla="*/ 0 h 11"/>
                  <a:gd name="T4" fmla="*/ 4 w 11"/>
                  <a:gd name="T5" fmla="*/ 2 h 11"/>
                  <a:gd name="T6" fmla="*/ 0 w 11"/>
                  <a:gd name="T7" fmla="*/ 6 h 11"/>
                  <a:gd name="T8" fmla="*/ 0 w 11"/>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5" name="Line 471"/>
              <p:cNvSpPr>
                <a:spLocks noChangeShapeType="1"/>
              </p:cNvSpPr>
              <p:nvPr userDrawn="1"/>
            </p:nvSpPr>
            <p:spPr bwMode="gray">
              <a:xfrm flipV="1">
                <a:off x="2978" y="1502"/>
                <a:ext cx="16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6" name="Freeform 472"/>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7" name="Freeform 473"/>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8" name="Freeform 474"/>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9" name="Freeform 475"/>
              <p:cNvSpPr>
                <a:spLocks/>
              </p:cNvSpPr>
              <p:nvPr userDrawn="1"/>
            </p:nvSpPr>
            <p:spPr bwMode="gray">
              <a:xfrm>
                <a:off x="3295" y="1602"/>
                <a:ext cx="12" cy="18"/>
              </a:xfrm>
              <a:custGeom>
                <a:avLst/>
                <a:gdLst>
                  <a:gd name="T0" fmla="*/ 0 w 12"/>
                  <a:gd name="T1" fmla="*/ 0 h 18"/>
                  <a:gd name="T2" fmla="*/ 5 w 12"/>
                  <a:gd name="T3" fmla="*/ 4 h 18"/>
                  <a:gd name="T4" fmla="*/ 8 w 12"/>
                  <a:gd name="T5" fmla="*/ 7 h 18"/>
                  <a:gd name="T6" fmla="*/ 10 w 12"/>
                  <a:gd name="T7" fmla="*/ 12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0" name="Line 476"/>
              <p:cNvSpPr>
                <a:spLocks noChangeShapeType="1"/>
              </p:cNvSpPr>
              <p:nvPr userDrawn="1"/>
            </p:nvSpPr>
            <p:spPr bwMode="gray">
              <a:xfrm flipV="1">
                <a:off x="3206" y="1572"/>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1" name="Line 477"/>
              <p:cNvSpPr>
                <a:spLocks noChangeShapeType="1"/>
              </p:cNvSpPr>
              <p:nvPr userDrawn="1"/>
            </p:nvSpPr>
            <p:spPr bwMode="gray">
              <a:xfrm flipV="1">
                <a:off x="3197" y="1569"/>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2" name="Freeform 478"/>
              <p:cNvSpPr>
                <a:spLocks/>
              </p:cNvSpPr>
              <p:nvPr userDrawn="1"/>
            </p:nvSpPr>
            <p:spPr bwMode="gray">
              <a:xfrm>
                <a:off x="3352" y="1569"/>
                <a:ext cx="20" cy="12"/>
              </a:xfrm>
              <a:custGeom>
                <a:avLst/>
                <a:gdLst>
                  <a:gd name="T0" fmla="*/ 0 w 20"/>
                  <a:gd name="T1" fmla="*/ 0 h 12"/>
                  <a:gd name="T2" fmla="*/ 6 w 20"/>
                  <a:gd name="T3" fmla="*/ 0 h 12"/>
                  <a:gd name="T4" fmla="*/ 11 w 20"/>
                  <a:gd name="T5" fmla="*/ 2 h 12"/>
                  <a:gd name="T6" fmla="*/ 16 w 20"/>
                  <a:gd name="T7" fmla="*/ 7 h 12"/>
                  <a:gd name="T8" fmla="*/ 20 w 20"/>
                  <a:gd name="T9" fmla="*/ 1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3" name="Line 479"/>
              <p:cNvSpPr>
                <a:spLocks noChangeShapeType="1"/>
              </p:cNvSpPr>
              <p:nvPr userDrawn="1"/>
            </p:nvSpPr>
            <p:spPr bwMode="gray">
              <a:xfrm flipH="1">
                <a:off x="3209" y="1581"/>
                <a:ext cx="163"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4" name="Freeform 480"/>
              <p:cNvSpPr>
                <a:spLocks/>
              </p:cNvSpPr>
              <p:nvPr userDrawn="1"/>
            </p:nvSpPr>
            <p:spPr bwMode="gray">
              <a:xfrm>
                <a:off x="3197" y="1660"/>
                <a:ext cx="12" cy="17"/>
              </a:xfrm>
              <a:custGeom>
                <a:avLst/>
                <a:gdLst>
                  <a:gd name="T0" fmla="*/ 12 w 12"/>
                  <a:gd name="T1" fmla="*/ 17 h 17"/>
                  <a:gd name="T2" fmla="*/ 10 w 12"/>
                  <a:gd name="T3" fmla="*/ 12 h 17"/>
                  <a:gd name="T4" fmla="*/ 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5" name="Freeform 481"/>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6" name="Freeform 482"/>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7" name="Line 483"/>
              <p:cNvSpPr>
                <a:spLocks noChangeShapeType="1"/>
              </p:cNvSpPr>
              <p:nvPr userDrawn="1"/>
            </p:nvSpPr>
            <p:spPr bwMode="gray">
              <a:xfrm flipV="1">
                <a:off x="3538" y="1382"/>
                <a:ext cx="149"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8" name="Line 484"/>
              <p:cNvSpPr>
                <a:spLocks noChangeShapeType="1"/>
              </p:cNvSpPr>
              <p:nvPr userDrawn="1"/>
            </p:nvSpPr>
            <p:spPr bwMode="gray">
              <a:xfrm flipV="1">
                <a:off x="3534" y="1375"/>
                <a:ext cx="14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79" name="Freeform 485"/>
              <p:cNvSpPr>
                <a:spLocks/>
              </p:cNvSpPr>
              <p:nvPr userDrawn="1"/>
            </p:nvSpPr>
            <p:spPr bwMode="gray">
              <a:xfrm>
                <a:off x="3678" y="1375"/>
                <a:ext cx="12" cy="16"/>
              </a:xfrm>
              <a:custGeom>
                <a:avLst/>
                <a:gdLst>
                  <a:gd name="T0" fmla="*/ 0 w 12"/>
                  <a:gd name="T1" fmla="*/ 0 h 16"/>
                  <a:gd name="T2" fmla="*/ 5 w 12"/>
                  <a:gd name="T3" fmla="*/ 2 h 16"/>
                  <a:gd name="T4" fmla="*/ 9 w 12"/>
                  <a:gd name="T5" fmla="*/ 7 h 16"/>
                  <a:gd name="T6" fmla="*/ 10 w 12"/>
                  <a:gd name="T7" fmla="*/ 10 h 16"/>
                  <a:gd name="T8" fmla="*/ 1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0" name="Line 486"/>
              <p:cNvSpPr>
                <a:spLocks noChangeShapeType="1"/>
              </p:cNvSpPr>
              <p:nvPr userDrawn="1"/>
            </p:nvSpPr>
            <p:spPr bwMode="gray">
              <a:xfrm flipH="1">
                <a:off x="3538" y="1391"/>
                <a:ext cx="152"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1" name="Freeform 487"/>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2" name="Freeform 488"/>
              <p:cNvSpPr>
                <a:spLocks/>
              </p:cNvSpPr>
              <p:nvPr userDrawn="1"/>
            </p:nvSpPr>
            <p:spPr bwMode="gray">
              <a:xfrm>
                <a:off x="3576" y="1340"/>
                <a:ext cx="7" cy="9"/>
              </a:xfrm>
              <a:custGeom>
                <a:avLst/>
                <a:gdLst>
                  <a:gd name="T0" fmla="*/ 0 w 7"/>
                  <a:gd name="T1" fmla="*/ 2 h 9"/>
                  <a:gd name="T2" fmla="*/ 2 w 7"/>
                  <a:gd name="T3" fmla="*/ 0 h 9"/>
                  <a:gd name="T4" fmla="*/ 4 w 7"/>
                  <a:gd name="T5" fmla="*/ 2 h 9"/>
                  <a:gd name="T6" fmla="*/ 6 w 7"/>
                  <a:gd name="T7" fmla="*/ 2 h 9"/>
                  <a:gd name="T8" fmla="*/ 7 w 7"/>
                  <a:gd name="T9" fmla="*/ 5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3" name="Line 489"/>
              <p:cNvSpPr>
                <a:spLocks noChangeShapeType="1"/>
              </p:cNvSpPr>
              <p:nvPr userDrawn="1"/>
            </p:nvSpPr>
            <p:spPr bwMode="gray">
              <a:xfrm flipH="1" flipV="1">
                <a:off x="3536" y="1328"/>
                <a:ext cx="149"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4" name="Line 490"/>
              <p:cNvSpPr>
                <a:spLocks noChangeShapeType="1"/>
              </p:cNvSpPr>
              <p:nvPr userDrawn="1"/>
            </p:nvSpPr>
            <p:spPr bwMode="gray">
              <a:xfrm flipH="1" flipV="1">
                <a:off x="3536" y="1329"/>
                <a:ext cx="142"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5" name="Line 491"/>
              <p:cNvSpPr>
                <a:spLocks noChangeShapeType="1"/>
              </p:cNvSpPr>
              <p:nvPr userDrawn="1"/>
            </p:nvSpPr>
            <p:spPr bwMode="gray">
              <a:xfrm>
                <a:off x="3536" y="1335"/>
                <a:ext cx="151"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6" name="Freeform 492"/>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7" name="Freeform 493"/>
              <p:cNvSpPr>
                <a:spLocks/>
              </p:cNvSpPr>
              <p:nvPr userDrawn="1"/>
            </p:nvSpPr>
            <p:spPr bwMode="gray">
              <a:xfrm>
                <a:off x="3186" y="1795"/>
                <a:ext cx="21" cy="1"/>
              </a:xfrm>
              <a:custGeom>
                <a:avLst/>
                <a:gdLst>
                  <a:gd name="T0" fmla="*/ 0 w 21"/>
                  <a:gd name="T1" fmla="*/ 0 h 1"/>
                  <a:gd name="T2" fmla="*/ 6 w 21"/>
                  <a:gd name="T3" fmla="*/ 1 h 1"/>
                  <a:gd name="T4" fmla="*/ 11 w 21"/>
                  <a:gd name="T5" fmla="*/ 1 h 1"/>
                  <a:gd name="T6" fmla="*/ 16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8" name="Line 494"/>
              <p:cNvSpPr>
                <a:spLocks noChangeShapeType="1"/>
              </p:cNvSpPr>
              <p:nvPr userDrawn="1"/>
            </p:nvSpPr>
            <p:spPr bwMode="gray">
              <a:xfrm flipV="1">
                <a:off x="3195" y="1679"/>
                <a:ext cx="4"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89" name="Line 495"/>
              <p:cNvSpPr>
                <a:spLocks noChangeShapeType="1"/>
              </p:cNvSpPr>
              <p:nvPr userDrawn="1"/>
            </p:nvSpPr>
            <p:spPr bwMode="gray">
              <a:xfrm flipV="1">
                <a:off x="3185" y="1679"/>
                <a:ext cx="3"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0" name="Freeform 496"/>
              <p:cNvSpPr>
                <a:spLocks/>
              </p:cNvSpPr>
              <p:nvPr userDrawn="1"/>
            </p:nvSpPr>
            <p:spPr bwMode="gray">
              <a:xfrm>
                <a:off x="3188" y="1677"/>
                <a:ext cx="21" cy="4"/>
              </a:xfrm>
              <a:custGeom>
                <a:avLst/>
                <a:gdLst>
                  <a:gd name="T0" fmla="*/ 0 w 21"/>
                  <a:gd name="T1" fmla="*/ 2 h 4"/>
                  <a:gd name="T2" fmla="*/ 5 w 21"/>
                  <a:gd name="T3" fmla="*/ 4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1" name="Line 497"/>
              <p:cNvSpPr>
                <a:spLocks noChangeShapeType="1"/>
              </p:cNvSpPr>
              <p:nvPr userDrawn="1"/>
            </p:nvSpPr>
            <p:spPr bwMode="gray">
              <a:xfrm flipH="1">
                <a:off x="3206" y="1677"/>
                <a:ext cx="3"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2" name="Freeform 498"/>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3" name="Freeform 499"/>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4" name="Line 500"/>
              <p:cNvSpPr>
                <a:spLocks noChangeShapeType="1"/>
              </p:cNvSpPr>
              <p:nvPr userDrawn="1"/>
            </p:nvSpPr>
            <p:spPr bwMode="gray">
              <a:xfrm flipV="1">
                <a:off x="3683" y="1387"/>
                <a:ext cx="9"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5" name="Line 501"/>
              <p:cNvSpPr>
                <a:spLocks noChangeShapeType="1"/>
              </p:cNvSpPr>
              <p:nvPr userDrawn="1"/>
            </p:nvSpPr>
            <p:spPr bwMode="gray">
              <a:xfrm flipV="1">
                <a:off x="3681" y="1391"/>
                <a:ext cx="9" cy="22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6" name="Freeform 502"/>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7" name="Line 503"/>
              <p:cNvSpPr>
                <a:spLocks noChangeShapeType="1"/>
              </p:cNvSpPr>
              <p:nvPr userDrawn="1"/>
            </p:nvSpPr>
            <p:spPr bwMode="gray">
              <a:xfrm flipH="1">
                <a:off x="3678" y="1382"/>
                <a:ext cx="9"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8" name="Freeform 504"/>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99" name="Freeform 505"/>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0" name="Line 506"/>
              <p:cNvSpPr>
                <a:spLocks noChangeShapeType="1"/>
              </p:cNvSpPr>
              <p:nvPr userDrawn="1"/>
            </p:nvSpPr>
            <p:spPr bwMode="gray">
              <a:xfrm flipH="1">
                <a:off x="3359" y="1826"/>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1" name="Line 507"/>
              <p:cNvSpPr>
                <a:spLocks noChangeShapeType="1"/>
              </p:cNvSpPr>
              <p:nvPr userDrawn="1"/>
            </p:nvSpPr>
            <p:spPr bwMode="gray">
              <a:xfrm flipH="1">
                <a:off x="3349" y="1831"/>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2" name="Freeform 508"/>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3" name="Line 509"/>
              <p:cNvSpPr>
                <a:spLocks noChangeShapeType="1"/>
              </p:cNvSpPr>
              <p:nvPr userDrawn="1"/>
            </p:nvSpPr>
            <p:spPr bwMode="gray">
              <a:xfrm flipV="1">
                <a:off x="3368" y="1817"/>
                <a:ext cx="5"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4" name="Freeform 510"/>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5" name="Freeform 511"/>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6" name="Line 512"/>
              <p:cNvSpPr>
                <a:spLocks noChangeShapeType="1"/>
              </p:cNvSpPr>
              <p:nvPr userDrawn="1"/>
            </p:nvSpPr>
            <p:spPr bwMode="gray">
              <a:xfrm flipH="1" flipV="1">
                <a:off x="3150" y="1987"/>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7" name="Line 513"/>
              <p:cNvSpPr>
                <a:spLocks noChangeShapeType="1"/>
              </p:cNvSpPr>
              <p:nvPr userDrawn="1"/>
            </p:nvSpPr>
            <p:spPr bwMode="gray">
              <a:xfrm flipH="1" flipV="1">
                <a:off x="3146" y="198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8" name="Freeform 514"/>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09" name="Line 515"/>
              <p:cNvSpPr>
                <a:spLocks noChangeShapeType="1"/>
              </p:cNvSpPr>
              <p:nvPr userDrawn="1"/>
            </p:nvSpPr>
            <p:spPr bwMode="gray">
              <a:xfrm>
                <a:off x="3155" y="1987"/>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0" name="Freeform 516"/>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1" name="Freeform 517"/>
              <p:cNvSpPr>
                <a:spLocks/>
              </p:cNvSpPr>
              <p:nvPr userDrawn="1"/>
            </p:nvSpPr>
            <p:spPr bwMode="gray">
              <a:xfrm>
                <a:off x="3150" y="1357"/>
                <a:ext cx="5" cy="7"/>
              </a:xfrm>
              <a:custGeom>
                <a:avLst/>
                <a:gdLst>
                  <a:gd name="T0" fmla="*/ 5 w 5"/>
                  <a:gd name="T1" fmla="*/ 7 h 7"/>
                  <a:gd name="T2" fmla="*/ 3 w 5"/>
                  <a:gd name="T3" fmla="*/ 7 h 7"/>
                  <a:gd name="T4" fmla="*/ 1 w 5"/>
                  <a:gd name="T5" fmla="*/ 6 h 7"/>
                  <a:gd name="T6" fmla="*/ 0 w 5"/>
                  <a:gd name="T7" fmla="*/ 4 h 7"/>
                  <a:gd name="T8" fmla="*/ 0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2" name="Line 518"/>
              <p:cNvSpPr>
                <a:spLocks noChangeShapeType="1"/>
              </p:cNvSpPr>
              <p:nvPr userDrawn="1"/>
            </p:nvSpPr>
            <p:spPr bwMode="gray">
              <a:xfrm flipV="1">
                <a:off x="3148" y="1245"/>
                <a:ext cx="3"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3" name="Line 519"/>
              <p:cNvSpPr>
                <a:spLocks noChangeShapeType="1"/>
              </p:cNvSpPr>
              <p:nvPr userDrawn="1"/>
            </p:nvSpPr>
            <p:spPr bwMode="gray">
              <a:xfrm flipV="1">
                <a:off x="3153" y="1249"/>
                <a:ext cx="4"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4" name="Freeform 520"/>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5" name="Line 521"/>
              <p:cNvSpPr>
                <a:spLocks noChangeShapeType="1"/>
              </p:cNvSpPr>
              <p:nvPr userDrawn="1"/>
            </p:nvSpPr>
            <p:spPr bwMode="gray">
              <a:xfrm flipH="1">
                <a:off x="3151" y="1240"/>
                <a:ext cx="4"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6" name="Freeform 522"/>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7" name="Freeform 523"/>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8" name="Line 524"/>
              <p:cNvSpPr>
                <a:spLocks noChangeShapeType="1"/>
              </p:cNvSpPr>
              <p:nvPr userDrawn="1"/>
            </p:nvSpPr>
            <p:spPr bwMode="gray">
              <a:xfrm>
                <a:off x="3160" y="1238"/>
                <a:ext cx="208"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19" name="Line 525"/>
              <p:cNvSpPr>
                <a:spLocks noChangeShapeType="1"/>
              </p:cNvSpPr>
              <p:nvPr userDrawn="1"/>
            </p:nvSpPr>
            <p:spPr bwMode="gray">
              <a:xfrm>
                <a:off x="3157" y="1249"/>
                <a:ext cx="209"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0" name="Freeform 526"/>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1" name="Line 527"/>
              <p:cNvSpPr>
                <a:spLocks noChangeShapeType="1"/>
              </p:cNvSpPr>
              <p:nvPr userDrawn="1"/>
            </p:nvSpPr>
            <p:spPr bwMode="gray">
              <a:xfrm flipH="1" flipV="1">
                <a:off x="3165" y="1231"/>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2" name="Freeform 528"/>
              <p:cNvSpPr>
                <a:spLocks/>
              </p:cNvSpPr>
              <p:nvPr userDrawn="1"/>
            </p:nvSpPr>
            <p:spPr bwMode="gray">
              <a:xfrm>
                <a:off x="3157" y="1231"/>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3" name="Freeform 529"/>
              <p:cNvSpPr>
                <a:spLocks/>
              </p:cNvSpPr>
              <p:nvPr userDrawn="1"/>
            </p:nvSpPr>
            <p:spPr bwMode="gray">
              <a:xfrm>
                <a:off x="3363" y="1433"/>
                <a:ext cx="21" cy="3"/>
              </a:xfrm>
              <a:custGeom>
                <a:avLst/>
                <a:gdLst>
                  <a:gd name="T0" fmla="*/ 0 w 21"/>
                  <a:gd name="T1" fmla="*/ 1 h 3"/>
                  <a:gd name="T2" fmla="*/ 5 w 21"/>
                  <a:gd name="T3" fmla="*/ 3 h 3"/>
                  <a:gd name="T4" fmla="*/ 10 w 21"/>
                  <a:gd name="T5" fmla="*/ 3 h 3"/>
                  <a:gd name="T6" fmla="*/ 16 w 21"/>
                  <a:gd name="T7" fmla="*/ 1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4" name="Line 530"/>
              <p:cNvSpPr>
                <a:spLocks noChangeShapeType="1"/>
              </p:cNvSpPr>
              <p:nvPr userDrawn="1"/>
            </p:nvSpPr>
            <p:spPr bwMode="gray">
              <a:xfrm flipH="1">
                <a:off x="3372" y="1319"/>
                <a:ext cx="5"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5" name="Line 531"/>
              <p:cNvSpPr>
                <a:spLocks noChangeShapeType="1"/>
              </p:cNvSpPr>
              <p:nvPr userDrawn="1"/>
            </p:nvSpPr>
            <p:spPr bwMode="gray">
              <a:xfrm flipH="1">
                <a:off x="3361" y="131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6" name="Freeform 532"/>
              <p:cNvSpPr>
                <a:spLocks/>
              </p:cNvSpPr>
              <p:nvPr userDrawn="1"/>
            </p:nvSpPr>
            <p:spPr bwMode="gray">
              <a:xfrm>
                <a:off x="3361" y="1551"/>
                <a:ext cx="19" cy="11"/>
              </a:xfrm>
              <a:custGeom>
                <a:avLst/>
                <a:gdLst>
                  <a:gd name="T0" fmla="*/ 0 w 19"/>
                  <a:gd name="T1" fmla="*/ 0 h 11"/>
                  <a:gd name="T2" fmla="*/ 5 w 19"/>
                  <a:gd name="T3" fmla="*/ 6 h 11"/>
                  <a:gd name="T4" fmla="*/ 12 w 19"/>
                  <a:gd name="T5" fmla="*/ 9 h 11"/>
                  <a:gd name="T6" fmla="*/ 19 w 19"/>
                  <a:gd name="T7" fmla="*/ 11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7" name="Line 533"/>
              <p:cNvSpPr>
                <a:spLocks noChangeShapeType="1"/>
              </p:cNvSpPr>
              <p:nvPr userDrawn="1"/>
            </p:nvSpPr>
            <p:spPr bwMode="gray">
              <a:xfrm flipV="1">
                <a:off x="3380" y="1315"/>
                <a:ext cx="6"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8" name="Freeform 534"/>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29" name="Freeform 535"/>
              <p:cNvSpPr>
                <a:spLocks/>
              </p:cNvSpPr>
              <p:nvPr userDrawn="1"/>
            </p:nvSpPr>
            <p:spPr bwMode="gray">
              <a:xfrm>
                <a:off x="3515" y="1840"/>
                <a:ext cx="5" cy="9"/>
              </a:xfrm>
              <a:custGeom>
                <a:avLst/>
                <a:gdLst>
                  <a:gd name="T0" fmla="*/ 0 w 5"/>
                  <a:gd name="T1" fmla="*/ 0 h 9"/>
                  <a:gd name="T2" fmla="*/ 2 w 5"/>
                  <a:gd name="T3" fmla="*/ 2 h 9"/>
                  <a:gd name="T4" fmla="*/ 5 w 5"/>
                  <a:gd name="T5" fmla="*/ 4 h 9"/>
                  <a:gd name="T6" fmla="*/ 5 w 5"/>
                  <a:gd name="T7" fmla="*/ 5 h 9"/>
                  <a:gd name="T8" fmla="*/ 5 w 5"/>
                  <a:gd name="T9" fmla="*/ 7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0" name="Line 536"/>
              <p:cNvSpPr>
                <a:spLocks noChangeShapeType="1"/>
              </p:cNvSpPr>
              <p:nvPr userDrawn="1"/>
            </p:nvSpPr>
            <p:spPr bwMode="gray">
              <a:xfrm flipH="1">
                <a:off x="3517" y="1726"/>
                <a:ext cx="7" cy="2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1" name="Line 537"/>
              <p:cNvSpPr>
                <a:spLocks noChangeShapeType="1"/>
              </p:cNvSpPr>
              <p:nvPr userDrawn="1"/>
            </p:nvSpPr>
            <p:spPr bwMode="gray">
              <a:xfrm flipH="1">
                <a:off x="3512" y="1728"/>
                <a:ext cx="7"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2" name="Freeform 538"/>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3" name="Line 539"/>
              <p:cNvSpPr>
                <a:spLocks noChangeShapeType="1"/>
              </p:cNvSpPr>
              <p:nvPr userDrawn="1"/>
            </p:nvSpPr>
            <p:spPr bwMode="gray">
              <a:xfrm flipV="1">
                <a:off x="3515" y="1725"/>
                <a:ext cx="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4" name="Freeform 540"/>
              <p:cNvSpPr>
                <a:spLocks/>
              </p:cNvSpPr>
              <p:nvPr userDrawn="1"/>
            </p:nvSpPr>
            <p:spPr bwMode="gray">
              <a:xfrm>
                <a:off x="3519" y="1725"/>
                <a:ext cx="5" cy="3"/>
              </a:xfrm>
              <a:custGeom>
                <a:avLst/>
                <a:gdLst>
                  <a:gd name="T0" fmla="*/ 0 w 5"/>
                  <a:gd name="T1" fmla="*/ 3 h 3"/>
                  <a:gd name="T2" fmla="*/ 1 w 5"/>
                  <a:gd name="T3" fmla="*/ 3 h 3"/>
                  <a:gd name="T4" fmla="*/ 3 w 5"/>
                  <a:gd name="T5" fmla="*/ 3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5" name="Freeform 541"/>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6" name="Freeform 542"/>
              <p:cNvSpPr>
                <a:spLocks/>
              </p:cNvSpPr>
              <p:nvPr userDrawn="1"/>
            </p:nvSpPr>
            <p:spPr bwMode="gray">
              <a:xfrm>
                <a:off x="3307" y="1154"/>
                <a:ext cx="19" cy="2"/>
              </a:xfrm>
              <a:custGeom>
                <a:avLst/>
                <a:gdLst>
                  <a:gd name="T0" fmla="*/ 19 w 19"/>
                  <a:gd name="T1" fmla="*/ 2 h 2"/>
                  <a:gd name="T2" fmla="*/ 14 w 19"/>
                  <a:gd name="T3" fmla="*/ 0 h 2"/>
                  <a:gd name="T4" fmla="*/ 9 w 19"/>
                  <a:gd name="T5" fmla="*/ 0 h 2"/>
                  <a:gd name="T6" fmla="*/ 3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7" name="Freeform 543"/>
              <p:cNvSpPr>
                <a:spLocks/>
              </p:cNvSpPr>
              <p:nvPr userDrawn="1"/>
            </p:nvSpPr>
            <p:spPr bwMode="gray">
              <a:xfrm>
                <a:off x="2347" y="1774"/>
                <a:ext cx="10" cy="17"/>
              </a:xfrm>
              <a:custGeom>
                <a:avLst/>
                <a:gdLst>
                  <a:gd name="T0" fmla="*/ 0 w 10"/>
                  <a:gd name="T1" fmla="*/ 0 h 17"/>
                  <a:gd name="T2" fmla="*/ 3 w 10"/>
                  <a:gd name="T3" fmla="*/ 3 h 17"/>
                  <a:gd name="T4" fmla="*/ 7 w 10"/>
                  <a:gd name="T5" fmla="*/ 7 h 17"/>
                  <a:gd name="T6" fmla="*/ 9 w 10"/>
                  <a:gd name="T7" fmla="*/ 12 h 17"/>
                  <a:gd name="T8" fmla="*/ 1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8" name="Freeform 544"/>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39" name="Line 545"/>
              <p:cNvSpPr>
                <a:spLocks noChangeShapeType="1"/>
              </p:cNvSpPr>
              <p:nvPr userDrawn="1"/>
            </p:nvSpPr>
            <p:spPr bwMode="gray">
              <a:xfrm flipH="1">
                <a:off x="3533" y="1226"/>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0" name="Line 546"/>
              <p:cNvSpPr>
                <a:spLocks noChangeShapeType="1"/>
              </p:cNvSpPr>
              <p:nvPr userDrawn="1"/>
            </p:nvSpPr>
            <p:spPr bwMode="gray">
              <a:xfrm flipH="1">
                <a:off x="3527" y="1221"/>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1" name="Freeform 547"/>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2" name="Line 548"/>
              <p:cNvSpPr>
                <a:spLocks noChangeShapeType="1"/>
              </p:cNvSpPr>
              <p:nvPr userDrawn="1"/>
            </p:nvSpPr>
            <p:spPr bwMode="gray">
              <a:xfrm flipV="1">
                <a:off x="3529" y="1230"/>
                <a:ext cx="7" cy="2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3" name="Freeform 549"/>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4" name="Freeform 550"/>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5" name="Freeform 551"/>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6" name="Line 552"/>
              <p:cNvSpPr>
                <a:spLocks noChangeShapeType="1"/>
              </p:cNvSpPr>
              <p:nvPr userDrawn="1"/>
            </p:nvSpPr>
            <p:spPr bwMode="gray">
              <a:xfrm flipV="1">
                <a:off x="3151" y="1147"/>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7" name="Line 553"/>
              <p:cNvSpPr>
                <a:spLocks noChangeShapeType="1"/>
              </p:cNvSpPr>
              <p:nvPr userDrawn="1"/>
            </p:nvSpPr>
            <p:spPr bwMode="gray">
              <a:xfrm flipV="1">
                <a:off x="3155" y="1156"/>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8" name="Freeform 554"/>
              <p:cNvSpPr>
                <a:spLocks/>
              </p:cNvSpPr>
              <p:nvPr userDrawn="1"/>
            </p:nvSpPr>
            <p:spPr bwMode="gray">
              <a:xfrm>
                <a:off x="3295" y="1140"/>
                <a:ext cx="12" cy="16"/>
              </a:xfrm>
              <a:custGeom>
                <a:avLst/>
                <a:gdLst>
                  <a:gd name="T0" fmla="*/ 12 w 12"/>
                  <a:gd name="T1" fmla="*/ 16 h 16"/>
                  <a:gd name="T2" fmla="*/ 10 w 12"/>
                  <a:gd name="T3" fmla="*/ 11 h 16"/>
                  <a:gd name="T4" fmla="*/ 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49" name="Line 555"/>
              <p:cNvSpPr>
                <a:spLocks noChangeShapeType="1"/>
              </p:cNvSpPr>
              <p:nvPr userDrawn="1"/>
            </p:nvSpPr>
            <p:spPr bwMode="gray">
              <a:xfrm flipH="1">
                <a:off x="3143" y="1140"/>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0" name="Freeform 556"/>
              <p:cNvSpPr>
                <a:spLocks/>
              </p:cNvSpPr>
              <p:nvPr userDrawn="1"/>
            </p:nvSpPr>
            <p:spPr bwMode="gray">
              <a:xfrm>
                <a:off x="3143" y="1223"/>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1" name="Freeform 557"/>
              <p:cNvSpPr>
                <a:spLocks/>
              </p:cNvSpPr>
              <p:nvPr userDrawn="1"/>
            </p:nvSpPr>
            <p:spPr bwMode="gray">
              <a:xfrm>
                <a:off x="3232" y="1172"/>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2" name="Line 558"/>
              <p:cNvSpPr>
                <a:spLocks noChangeShapeType="1"/>
              </p:cNvSpPr>
              <p:nvPr userDrawn="1"/>
            </p:nvSpPr>
            <p:spPr bwMode="gray">
              <a:xfrm flipH="1">
                <a:off x="3158" y="1140"/>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3" name="Line 559"/>
              <p:cNvSpPr>
                <a:spLocks noChangeShapeType="1"/>
              </p:cNvSpPr>
              <p:nvPr userDrawn="1"/>
            </p:nvSpPr>
            <p:spPr bwMode="gray">
              <a:xfrm flipH="1">
                <a:off x="3165" y="1147"/>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4" name="Freeform 560"/>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5" name="Line 561"/>
              <p:cNvSpPr>
                <a:spLocks noChangeShapeType="1"/>
              </p:cNvSpPr>
              <p:nvPr userDrawn="1"/>
            </p:nvSpPr>
            <p:spPr bwMode="gray">
              <a:xfrm flipV="1">
                <a:off x="3155" y="1132"/>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6" name="Freeform 562"/>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7" name="Freeform 563"/>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8" name="Line 564"/>
              <p:cNvSpPr>
                <a:spLocks noChangeShapeType="1"/>
              </p:cNvSpPr>
              <p:nvPr userDrawn="1"/>
            </p:nvSpPr>
            <p:spPr bwMode="gray">
              <a:xfrm flipV="1">
                <a:off x="3384" y="1219"/>
                <a:ext cx="150"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59" name="Line 565"/>
              <p:cNvSpPr>
                <a:spLocks noChangeShapeType="1"/>
              </p:cNvSpPr>
              <p:nvPr userDrawn="1"/>
            </p:nvSpPr>
            <p:spPr bwMode="gray">
              <a:xfrm flipV="1">
                <a:off x="3375" y="1214"/>
                <a:ext cx="151"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0" name="Freeform 566"/>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1" name="Line 567"/>
              <p:cNvSpPr>
                <a:spLocks noChangeShapeType="1"/>
              </p:cNvSpPr>
              <p:nvPr userDrawn="1"/>
            </p:nvSpPr>
            <p:spPr bwMode="gray">
              <a:xfrm flipH="1">
                <a:off x="3386" y="1230"/>
                <a:ext cx="150"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2" name="Freeform 568"/>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3" name="Freeform 569"/>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4" name="Line 570"/>
              <p:cNvSpPr>
                <a:spLocks noChangeShapeType="1"/>
              </p:cNvSpPr>
              <p:nvPr userDrawn="1"/>
            </p:nvSpPr>
            <p:spPr bwMode="gray">
              <a:xfrm flipV="1">
                <a:off x="3365" y="1966"/>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5" name="Line 571"/>
              <p:cNvSpPr>
                <a:spLocks noChangeShapeType="1"/>
              </p:cNvSpPr>
              <p:nvPr userDrawn="1"/>
            </p:nvSpPr>
            <p:spPr bwMode="gray">
              <a:xfrm flipV="1">
                <a:off x="3368" y="1959"/>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6" name="Freeform 572"/>
              <p:cNvSpPr>
                <a:spLocks/>
              </p:cNvSpPr>
              <p:nvPr userDrawn="1"/>
            </p:nvSpPr>
            <p:spPr bwMode="gray">
              <a:xfrm>
                <a:off x="3503" y="1959"/>
                <a:ext cx="12" cy="9"/>
              </a:xfrm>
              <a:custGeom>
                <a:avLst/>
                <a:gdLst>
                  <a:gd name="T0" fmla="*/ 12 w 12"/>
                  <a:gd name="T1" fmla="*/ 0 h 9"/>
                  <a:gd name="T2" fmla="*/ 10 w 12"/>
                  <a:gd name="T3" fmla="*/ 5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7" name="Line 573"/>
              <p:cNvSpPr>
                <a:spLocks noChangeShapeType="1"/>
              </p:cNvSpPr>
              <p:nvPr userDrawn="1"/>
            </p:nvSpPr>
            <p:spPr bwMode="gray">
              <a:xfrm flipH="1">
                <a:off x="3358" y="1968"/>
                <a:ext cx="145"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8" name="Freeform 574"/>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69" name="Freeform 575"/>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0" name="Line 576"/>
              <p:cNvSpPr>
                <a:spLocks noChangeShapeType="1"/>
              </p:cNvSpPr>
              <p:nvPr userDrawn="1"/>
            </p:nvSpPr>
            <p:spPr bwMode="gray">
              <a:xfrm flipH="1" flipV="1">
                <a:off x="2289" y="1196"/>
                <a:ext cx="124"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1" name="Line 577"/>
              <p:cNvSpPr>
                <a:spLocks noChangeShapeType="1"/>
              </p:cNvSpPr>
              <p:nvPr userDrawn="1"/>
            </p:nvSpPr>
            <p:spPr bwMode="gray">
              <a:xfrm flipH="1" flipV="1">
                <a:off x="2293" y="1188"/>
                <a:ext cx="133"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2" name="Freeform 578"/>
              <p:cNvSpPr>
                <a:spLocks/>
              </p:cNvSpPr>
              <p:nvPr userDrawn="1"/>
            </p:nvSpPr>
            <p:spPr bwMode="gray">
              <a:xfrm>
                <a:off x="2284" y="1188"/>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3" name="Line 579"/>
              <p:cNvSpPr>
                <a:spLocks noChangeShapeType="1"/>
              </p:cNvSpPr>
              <p:nvPr userDrawn="1"/>
            </p:nvSpPr>
            <p:spPr bwMode="gray">
              <a:xfrm>
                <a:off x="2284" y="1203"/>
                <a:ext cx="119"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4" name="Freeform 580"/>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5" name="Line 581"/>
              <p:cNvSpPr>
                <a:spLocks noChangeShapeType="1"/>
              </p:cNvSpPr>
              <p:nvPr userDrawn="1"/>
            </p:nvSpPr>
            <p:spPr bwMode="gray">
              <a:xfrm flipH="1" flipV="1">
                <a:off x="2282" y="960"/>
                <a:ext cx="5"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6" name="Line 582"/>
              <p:cNvSpPr>
                <a:spLocks noChangeShapeType="1"/>
              </p:cNvSpPr>
              <p:nvPr userDrawn="1"/>
            </p:nvSpPr>
            <p:spPr bwMode="gray">
              <a:xfrm flipH="1" flipV="1">
                <a:off x="2287" y="966"/>
                <a:ext cx="6"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7" name="Freeform 583"/>
              <p:cNvSpPr>
                <a:spLocks/>
              </p:cNvSpPr>
              <p:nvPr userDrawn="1"/>
            </p:nvSpPr>
            <p:spPr bwMode="gray">
              <a:xfrm>
                <a:off x="2284" y="957"/>
                <a:ext cx="3" cy="9"/>
              </a:xfrm>
              <a:custGeom>
                <a:avLst/>
                <a:gdLst>
                  <a:gd name="T0" fmla="*/ 3 w 3"/>
                  <a:gd name="T1" fmla="*/ 9 h 9"/>
                  <a:gd name="T2" fmla="*/ 0 w 3"/>
                  <a:gd name="T3" fmla="*/ 7 h 9"/>
                  <a:gd name="T4" fmla="*/ 0 w 3"/>
                  <a:gd name="T5" fmla="*/ 5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8" name="Line 584"/>
              <p:cNvSpPr>
                <a:spLocks noChangeShapeType="1"/>
              </p:cNvSpPr>
              <p:nvPr userDrawn="1"/>
            </p:nvSpPr>
            <p:spPr bwMode="gray">
              <a:xfrm>
                <a:off x="2286" y="95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79" name="Freeform 585"/>
              <p:cNvSpPr>
                <a:spLocks/>
              </p:cNvSpPr>
              <p:nvPr userDrawn="1"/>
            </p:nvSpPr>
            <p:spPr bwMode="gray">
              <a:xfrm>
                <a:off x="2287" y="1188"/>
                <a:ext cx="6" cy="3"/>
              </a:xfrm>
              <a:custGeom>
                <a:avLst/>
                <a:gdLst>
                  <a:gd name="T0" fmla="*/ 6 w 6"/>
                  <a:gd name="T1" fmla="*/ 0 h 3"/>
                  <a:gd name="T2" fmla="*/ 2 w 6"/>
                  <a:gd name="T3" fmla="*/ 0 h 3"/>
                  <a:gd name="T4" fmla="*/ 0 w 6"/>
                  <a:gd name="T5" fmla="*/ 1 h 3"/>
                  <a:gd name="T6" fmla="*/ 0 w 6"/>
                  <a:gd name="T7" fmla="*/ 1 h 3"/>
                  <a:gd name="T8" fmla="*/ 0 w 6"/>
                  <a:gd name="T9" fmla="*/ 3 h 3"/>
                  <a:gd name="T10" fmla="*/ 2 w 6"/>
                  <a:gd name="T11" fmla="*/ 3 h 3"/>
                  <a:gd name="T12" fmla="*/ 4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0" name="Freeform 586"/>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1" name="Line 587"/>
              <p:cNvSpPr>
                <a:spLocks noChangeShapeType="1"/>
              </p:cNvSpPr>
              <p:nvPr userDrawn="1"/>
            </p:nvSpPr>
            <p:spPr bwMode="gray">
              <a:xfrm>
                <a:off x="2289" y="955"/>
                <a:ext cx="189"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2" name="Line 588"/>
              <p:cNvSpPr>
                <a:spLocks noChangeShapeType="1"/>
              </p:cNvSpPr>
              <p:nvPr userDrawn="1"/>
            </p:nvSpPr>
            <p:spPr bwMode="gray">
              <a:xfrm>
                <a:off x="2287" y="966"/>
                <a:ext cx="188"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3" name="Freeform 589"/>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4" name="Line 590"/>
              <p:cNvSpPr>
                <a:spLocks noChangeShapeType="1"/>
              </p:cNvSpPr>
              <p:nvPr userDrawn="1"/>
            </p:nvSpPr>
            <p:spPr bwMode="gray">
              <a:xfrm flipH="1" flipV="1">
                <a:off x="2296" y="948"/>
                <a:ext cx="187"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5" name="Freeform 591"/>
              <p:cNvSpPr>
                <a:spLocks/>
              </p:cNvSpPr>
              <p:nvPr userDrawn="1"/>
            </p:nvSpPr>
            <p:spPr bwMode="gray">
              <a:xfrm>
                <a:off x="2287"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6" name="Freeform 592"/>
              <p:cNvSpPr>
                <a:spLocks/>
              </p:cNvSpPr>
              <p:nvPr userDrawn="1"/>
            </p:nvSpPr>
            <p:spPr bwMode="gray">
              <a:xfrm>
                <a:off x="2476" y="1167"/>
                <a:ext cx="20" cy="1"/>
              </a:xfrm>
              <a:custGeom>
                <a:avLst/>
                <a:gdLst>
                  <a:gd name="T0" fmla="*/ 0 w 20"/>
                  <a:gd name="T1" fmla="*/ 1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7" name="Line 593"/>
              <p:cNvSpPr>
                <a:spLocks noChangeShapeType="1"/>
              </p:cNvSpPr>
              <p:nvPr userDrawn="1"/>
            </p:nvSpPr>
            <p:spPr bwMode="gray">
              <a:xfrm>
                <a:off x="2485" y="1027"/>
                <a:ext cx="4" cy="1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8" name="Line 594"/>
              <p:cNvSpPr>
                <a:spLocks noChangeShapeType="1"/>
              </p:cNvSpPr>
              <p:nvPr userDrawn="1"/>
            </p:nvSpPr>
            <p:spPr bwMode="gray">
              <a:xfrm>
                <a:off x="2475" y="1027"/>
                <a:ext cx="3" cy="1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89" name="Line 595"/>
              <p:cNvSpPr>
                <a:spLocks noChangeShapeType="1"/>
              </p:cNvSpPr>
              <p:nvPr userDrawn="1"/>
            </p:nvSpPr>
            <p:spPr bwMode="gray">
              <a:xfrm flipH="1" flipV="1">
                <a:off x="2494" y="1025"/>
                <a:ext cx="3" cy="1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0" name="Freeform 596"/>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1" name="Freeform 597"/>
              <p:cNvSpPr>
                <a:spLocks/>
              </p:cNvSpPr>
              <p:nvPr userDrawn="1"/>
            </p:nvSpPr>
            <p:spPr bwMode="gray">
              <a:xfrm>
                <a:off x="2443" y="880"/>
                <a:ext cx="19" cy="2"/>
              </a:xfrm>
              <a:custGeom>
                <a:avLst/>
                <a:gdLst>
                  <a:gd name="T0" fmla="*/ 19 w 19"/>
                  <a:gd name="T1" fmla="*/ 2 h 2"/>
                  <a:gd name="T2" fmla="*/ 12 w 19"/>
                  <a:gd name="T3" fmla="*/ 0 h 2"/>
                  <a:gd name="T4" fmla="*/ 5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2" name="Line 598"/>
              <p:cNvSpPr>
                <a:spLocks noChangeShapeType="1"/>
              </p:cNvSpPr>
              <p:nvPr userDrawn="1"/>
            </p:nvSpPr>
            <p:spPr bwMode="gray">
              <a:xfrm>
                <a:off x="2459" y="873"/>
                <a:ext cx="31"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3" name="Line 599"/>
              <p:cNvSpPr>
                <a:spLocks noChangeShapeType="1"/>
              </p:cNvSpPr>
              <p:nvPr userDrawn="1"/>
            </p:nvSpPr>
            <p:spPr bwMode="gray">
              <a:xfrm>
                <a:off x="2462" y="882"/>
                <a:ext cx="28" cy="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4" name="Line 600"/>
              <p:cNvSpPr>
                <a:spLocks noChangeShapeType="1"/>
              </p:cNvSpPr>
              <p:nvPr userDrawn="1"/>
            </p:nvSpPr>
            <p:spPr bwMode="gray">
              <a:xfrm flipH="1" flipV="1">
                <a:off x="2454" y="873"/>
                <a:ext cx="36"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5" name="Freeform 601"/>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6" name="Freeform 602"/>
              <p:cNvSpPr>
                <a:spLocks/>
              </p:cNvSpPr>
              <p:nvPr userDrawn="1"/>
            </p:nvSpPr>
            <p:spPr bwMode="gray">
              <a:xfrm>
                <a:off x="2364" y="910"/>
                <a:ext cx="11" cy="10"/>
              </a:xfrm>
              <a:custGeom>
                <a:avLst/>
                <a:gdLst>
                  <a:gd name="T0" fmla="*/ 0 w 11"/>
                  <a:gd name="T1" fmla="*/ 10 h 10"/>
                  <a:gd name="T2" fmla="*/ 2 w 11"/>
                  <a:gd name="T3" fmla="*/ 5 h 10"/>
                  <a:gd name="T4" fmla="*/ 4 w 11"/>
                  <a:gd name="T5" fmla="*/ 1 h 10"/>
                  <a:gd name="T6" fmla="*/ 6 w 11"/>
                  <a:gd name="T7" fmla="*/ 0 h 10"/>
                  <a:gd name="T8" fmla="*/ 9 w 11"/>
                  <a:gd name="T9" fmla="*/ 0 h 10"/>
                  <a:gd name="T10" fmla="*/ 11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7" name="Line 603"/>
              <p:cNvSpPr>
                <a:spLocks noChangeShapeType="1"/>
              </p:cNvSpPr>
              <p:nvPr userDrawn="1"/>
            </p:nvSpPr>
            <p:spPr bwMode="gray">
              <a:xfrm flipV="1">
                <a:off x="2289" y="875"/>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8" name="Line 604"/>
              <p:cNvSpPr>
                <a:spLocks noChangeShapeType="1"/>
              </p:cNvSpPr>
              <p:nvPr userDrawn="1"/>
            </p:nvSpPr>
            <p:spPr bwMode="gray">
              <a:xfrm flipV="1">
                <a:off x="2286" y="882"/>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599" name="Freeform 605"/>
              <p:cNvSpPr>
                <a:spLocks/>
              </p:cNvSpPr>
              <p:nvPr userDrawn="1"/>
            </p:nvSpPr>
            <p:spPr bwMode="gray">
              <a:xfrm>
                <a:off x="2443" y="873"/>
                <a:ext cx="11" cy="9"/>
              </a:xfrm>
              <a:custGeom>
                <a:avLst/>
                <a:gdLst>
                  <a:gd name="T0" fmla="*/ 0 w 11"/>
                  <a:gd name="T1" fmla="*/ 9 h 9"/>
                  <a:gd name="T2" fmla="*/ 0 w 11"/>
                  <a:gd name="T3" fmla="*/ 5 h 9"/>
                  <a:gd name="T4" fmla="*/ 2 w 11"/>
                  <a:gd name="T5" fmla="*/ 3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0" name="Line 606"/>
              <p:cNvSpPr>
                <a:spLocks noChangeShapeType="1"/>
              </p:cNvSpPr>
              <p:nvPr userDrawn="1"/>
            </p:nvSpPr>
            <p:spPr bwMode="gray">
              <a:xfrm flipH="1">
                <a:off x="2296" y="873"/>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1" name="Freeform 607"/>
              <p:cNvSpPr>
                <a:spLocks/>
              </p:cNvSpPr>
              <p:nvPr userDrawn="1"/>
            </p:nvSpPr>
            <p:spPr bwMode="gray">
              <a:xfrm>
                <a:off x="2286" y="94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2" name="Freeform 608"/>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3" name="Line 609"/>
              <p:cNvSpPr>
                <a:spLocks noChangeShapeType="1"/>
              </p:cNvSpPr>
              <p:nvPr userDrawn="1"/>
            </p:nvSpPr>
            <p:spPr bwMode="gray">
              <a:xfrm flipH="1">
                <a:off x="2494" y="101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4" name="Freeform 610"/>
              <p:cNvSpPr>
                <a:spLocks/>
              </p:cNvSpPr>
              <p:nvPr userDrawn="1"/>
            </p:nvSpPr>
            <p:spPr bwMode="gray">
              <a:xfrm>
                <a:off x="2494" y="1016"/>
                <a:ext cx="10" cy="9"/>
              </a:xfrm>
              <a:custGeom>
                <a:avLst/>
                <a:gdLst>
                  <a:gd name="T0" fmla="*/ 0 w 10"/>
                  <a:gd name="T1" fmla="*/ 9 h 9"/>
                  <a:gd name="T2" fmla="*/ 2 w 10"/>
                  <a:gd name="T3" fmla="*/ 6 h 9"/>
                  <a:gd name="T4" fmla="*/ 2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5" name="Freeform 611"/>
              <p:cNvSpPr>
                <a:spLocks/>
              </p:cNvSpPr>
              <p:nvPr userDrawn="1"/>
            </p:nvSpPr>
            <p:spPr bwMode="gray">
              <a:xfrm>
                <a:off x="2906" y="2029"/>
                <a:ext cx="20" cy="3"/>
              </a:xfrm>
              <a:custGeom>
                <a:avLst/>
                <a:gdLst>
                  <a:gd name="T0" fmla="*/ 20 w 20"/>
                  <a:gd name="T1" fmla="*/ 2 h 3"/>
                  <a:gd name="T2" fmla="*/ 16 w 20"/>
                  <a:gd name="T3" fmla="*/ 0 h 3"/>
                  <a:gd name="T4" fmla="*/ 11 w 20"/>
                  <a:gd name="T5" fmla="*/ 0 h 3"/>
                  <a:gd name="T6" fmla="*/ 6 w 20"/>
                  <a:gd name="T7" fmla="*/ 2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6" name="Line 612"/>
              <p:cNvSpPr>
                <a:spLocks noChangeShapeType="1"/>
              </p:cNvSpPr>
              <p:nvPr userDrawn="1"/>
            </p:nvSpPr>
            <p:spPr bwMode="gray">
              <a:xfrm flipV="1">
                <a:off x="2915" y="1920"/>
                <a:ext cx="2"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7" name="Line 613"/>
              <p:cNvSpPr>
                <a:spLocks noChangeShapeType="1"/>
              </p:cNvSpPr>
              <p:nvPr userDrawn="1"/>
            </p:nvSpPr>
            <p:spPr bwMode="gray">
              <a:xfrm flipV="1">
                <a:off x="2926" y="1922"/>
                <a:ext cx="1"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8" name="Freeform 614"/>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09" name="Line 615"/>
              <p:cNvSpPr>
                <a:spLocks noChangeShapeType="1"/>
              </p:cNvSpPr>
              <p:nvPr userDrawn="1"/>
            </p:nvSpPr>
            <p:spPr bwMode="gray">
              <a:xfrm flipH="1">
                <a:off x="2906" y="1924"/>
                <a:ext cx="2"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0" name="Freeform 616"/>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1" name="Freeform 617"/>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2" name="Line 618"/>
              <p:cNvSpPr>
                <a:spLocks noChangeShapeType="1"/>
              </p:cNvSpPr>
              <p:nvPr userDrawn="1"/>
            </p:nvSpPr>
            <p:spPr bwMode="gray">
              <a:xfrm>
                <a:off x="2924" y="191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3" name="Line 619"/>
              <p:cNvSpPr>
                <a:spLocks noChangeShapeType="1"/>
              </p:cNvSpPr>
              <p:nvPr userDrawn="1"/>
            </p:nvSpPr>
            <p:spPr bwMode="gray">
              <a:xfrm>
                <a:off x="2927" y="1922"/>
                <a:ext cx="19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4" name="Freeform 620"/>
              <p:cNvSpPr>
                <a:spLocks/>
              </p:cNvSpPr>
              <p:nvPr userDrawn="1"/>
            </p:nvSpPr>
            <p:spPr bwMode="gray">
              <a:xfrm>
                <a:off x="3123" y="1978"/>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5" name="Line 621"/>
              <p:cNvSpPr>
                <a:spLocks noChangeShapeType="1"/>
              </p:cNvSpPr>
              <p:nvPr userDrawn="1"/>
            </p:nvSpPr>
            <p:spPr bwMode="gray">
              <a:xfrm flipH="1" flipV="1">
                <a:off x="2924" y="1901"/>
                <a:ext cx="20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6" name="Freeform 622"/>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7" name="Freeform 623"/>
              <p:cNvSpPr>
                <a:spLocks/>
              </p:cNvSpPr>
              <p:nvPr userDrawn="1"/>
            </p:nvSpPr>
            <p:spPr bwMode="gray">
              <a:xfrm>
                <a:off x="3122"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8" name="Line 624"/>
              <p:cNvSpPr>
                <a:spLocks noChangeShapeType="1"/>
              </p:cNvSpPr>
              <p:nvPr userDrawn="1"/>
            </p:nvSpPr>
            <p:spPr bwMode="gray">
              <a:xfrm flipH="1">
                <a:off x="3130" y="1997"/>
                <a:ext cx="4"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19" name="Line 625"/>
              <p:cNvSpPr>
                <a:spLocks noChangeShapeType="1"/>
              </p:cNvSpPr>
              <p:nvPr userDrawn="1"/>
            </p:nvSpPr>
            <p:spPr bwMode="gray">
              <a:xfrm flipH="1">
                <a:off x="3122" y="1996"/>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0" name="Freeform 626"/>
              <p:cNvSpPr>
                <a:spLocks/>
              </p:cNvSpPr>
              <p:nvPr userDrawn="1"/>
            </p:nvSpPr>
            <p:spPr bwMode="gray">
              <a:xfrm>
                <a:off x="3122" y="2213"/>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1" name="Line 627"/>
              <p:cNvSpPr>
                <a:spLocks noChangeShapeType="1"/>
              </p:cNvSpPr>
              <p:nvPr userDrawn="1"/>
            </p:nvSpPr>
            <p:spPr bwMode="gray">
              <a:xfrm flipV="1">
                <a:off x="3141" y="1994"/>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2" name="Freeform 628"/>
              <p:cNvSpPr>
                <a:spLocks/>
              </p:cNvSpPr>
              <p:nvPr userDrawn="1"/>
            </p:nvSpPr>
            <p:spPr bwMode="gray">
              <a:xfrm>
                <a:off x="3123" y="1994"/>
                <a:ext cx="20" cy="3"/>
              </a:xfrm>
              <a:custGeom>
                <a:avLst/>
                <a:gdLst>
                  <a:gd name="T0" fmla="*/ 0 w 20"/>
                  <a:gd name="T1" fmla="*/ 2 h 3"/>
                  <a:gd name="T2" fmla="*/ 6 w 20"/>
                  <a:gd name="T3" fmla="*/ 3 h 3"/>
                  <a:gd name="T4" fmla="*/ 11 w 20"/>
                  <a:gd name="T5" fmla="*/ 3 h 3"/>
                  <a:gd name="T6" fmla="*/ 16 w 20"/>
                  <a:gd name="T7" fmla="*/ 3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3" name="Freeform 629"/>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4" name="Line 630"/>
              <p:cNvSpPr>
                <a:spLocks noChangeShapeType="1"/>
              </p:cNvSpPr>
              <p:nvPr userDrawn="1"/>
            </p:nvSpPr>
            <p:spPr bwMode="gray">
              <a:xfrm flipH="1" flipV="1">
                <a:off x="2922" y="2143"/>
                <a:ext cx="201"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5" name="Line 631"/>
              <p:cNvSpPr>
                <a:spLocks noChangeShapeType="1"/>
              </p:cNvSpPr>
              <p:nvPr userDrawn="1"/>
            </p:nvSpPr>
            <p:spPr bwMode="gray">
              <a:xfrm flipH="1" flipV="1">
                <a:off x="2926" y="2137"/>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6" name="Freeform 632"/>
              <p:cNvSpPr>
                <a:spLocks/>
              </p:cNvSpPr>
              <p:nvPr userDrawn="1"/>
            </p:nvSpPr>
            <p:spPr bwMode="gray">
              <a:xfrm>
                <a:off x="2922"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7" name="Line 633"/>
              <p:cNvSpPr>
                <a:spLocks noChangeShapeType="1"/>
              </p:cNvSpPr>
              <p:nvPr userDrawn="1"/>
            </p:nvSpPr>
            <p:spPr bwMode="gray">
              <a:xfrm>
                <a:off x="2924" y="2141"/>
                <a:ext cx="205"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8" name="Freeform 634"/>
              <p:cNvSpPr>
                <a:spLocks/>
              </p:cNvSpPr>
              <p:nvPr userDrawn="1"/>
            </p:nvSpPr>
            <p:spPr bwMode="gray">
              <a:xfrm>
                <a:off x="3122" y="2213"/>
                <a:ext cx="7" cy="8"/>
              </a:xfrm>
              <a:custGeom>
                <a:avLst/>
                <a:gdLst>
                  <a:gd name="T0" fmla="*/ 7 w 7"/>
                  <a:gd name="T1" fmla="*/ 7 h 8"/>
                  <a:gd name="T2" fmla="*/ 5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29" name="Freeform 635"/>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0" name="Line 636"/>
              <p:cNvSpPr>
                <a:spLocks noChangeShapeType="1"/>
              </p:cNvSpPr>
              <p:nvPr userDrawn="1"/>
            </p:nvSpPr>
            <p:spPr bwMode="gray">
              <a:xfrm flipH="1">
                <a:off x="3290" y="2039"/>
                <a:ext cx="1"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1" name="Line 637"/>
              <p:cNvSpPr>
                <a:spLocks noChangeShapeType="1"/>
              </p:cNvSpPr>
              <p:nvPr userDrawn="1"/>
            </p:nvSpPr>
            <p:spPr bwMode="gray">
              <a:xfrm>
                <a:off x="3284" y="2038"/>
                <a:ext cx="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2" name="Freeform 638"/>
              <p:cNvSpPr>
                <a:spLocks/>
              </p:cNvSpPr>
              <p:nvPr userDrawn="1"/>
            </p:nvSpPr>
            <p:spPr bwMode="gray">
              <a:xfrm>
                <a:off x="3284" y="2108"/>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3" name="Line 639"/>
              <p:cNvSpPr>
                <a:spLocks noChangeShapeType="1"/>
              </p:cNvSpPr>
              <p:nvPr userDrawn="1"/>
            </p:nvSpPr>
            <p:spPr bwMode="gray">
              <a:xfrm flipV="1">
                <a:off x="3286" y="2038"/>
                <a:ext cx="2"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4" name="Freeform 640"/>
              <p:cNvSpPr>
                <a:spLocks/>
              </p:cNvSpPr>
              <p:nvPr userDrawn="1"/>
            </p:nvSpPr>
            <p:spPr bwMode="gray">
              <a:xfrm>
                <a:off x="3276" y="2108"/>
                <a:ext cx="8" cy="17"/>
              </a:xfrm>
              <a:custGeom>
                <a:avLst/>
                <a:gdLst>
                  <a:gd name="T0" fmla="*/ 0 w 8"/>
                  <a:gd name="T1" fmla="*/ 17 h 17"/>
                  <a:gd name="T2" fmla="*/ 3 w 8"/>
                  <a:gd name="T3" fmla="*/ 14 h 17"/>
                  <a:gd name="T4" fmla="*/ 7 w 8"/>
                  <a:gd name="T5" fmla="*/ 10 h 17"/>
                  <a:gd name="T6" fmla="*/ 7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5" name="Freeform 641"/>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6" name="Line 642"/>
              <p:cNvSpPr>
                <a:spLocks noChangeShapeType="1"/>
              </p:cNvSpPr>
              <p:nvPr userDrawn="1"/>
            </p:nvSpPr>
            <p:spPr bwMode="gray">
              <a:xfrm flipV="1">
                <a:off x="3137" y="2125"/>
                <a:ext cx="146"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7" name="Line 643"/>
              <p:cNvSpPr>
                <a:spLocks noChangeShapeType="1"/>
              </p:cNvSpPr>
              <p:nvPr userDrawn="1"/>
            </p:nvSpPr>
            <p:spPr bwMode="gray">
              <a:xfrm flipV="1">
                <a:off x="3141" y="2118"/>
                <a:ext cx="14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8" name="Freeform 644"/>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39" name="Line 645"/>
              <p:cNvSpPr>
                <a:spLocks noChangeShapeType="1"/>
              </p:cNvSpPr>
              <p:nvPr userDrawn="1"/>
            </p:nvSpPr>
            <p:spPr bwMode="gray">
              <a:xfrm flipH="1">
                <a:off x="3129" y="2125"/>
                <a:ext cx="147"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0" name="Freeform 646"/>
              <p:cNvSpPr>
                <a:spLocks/>
              </p:cNvSpPr>
              <p:nvPr userDrawn="1"/>
            </p:nvSpPr>
            <p:spPr bwMode="gray">
              <a:xfrm>
                <a:off x="3129" y="2213"/>
                <a:ext cx="12" cy="8"/>
              </a:xfrm>
              <a:custGeom>
                <a:avLst/>
                <a:gdLst>
                  <a:gd name="T0" fmla="*/ 0 w 12"/>
                  <a:gd name="T1" fmla="*/ 7 h 8"/>
                  <a:gd name="T2" fmla="*/ 5 w 12"/>
                  <a:gd name="T3" fmla="*/ 8 h 8"/>
                  <a:gd name="T4" fmla="*/ 8 w 12"/>
                  <a:gd name="T5" fmla="*/ 7 h 8"/>
                  <a:gd name="T6" fmla="*/ 10 w 12"/>
                  <a:gd name="T7" fmla="*/ 3 h 8"/>
                  <a:gd name="T8" fmla="*/ 1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1" name="Line 647"/>
              <p:cNvSpPr>
                <a:spLocks noChangeShapeType="1"/>
              </p:cNvSpPr>
              <p:nvPr userDrawn="1"/>
            </p:nvSpPr>
            <p:spPr bwMode="gray">
              <a:xfrm>
                <a:off x="2537" y="2097"/>
                <a:ext cx="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2" name="Line 648"/>
              <p:cNvSpPr>
                <a:spLocks noChangeShapeType="1"/>
              </p:cNvSpPr>
              <p:nvPr userDrawn="1"/>
            </p:nvSpPr>
            <p:spPr bwMode="gray">
              <a:xfrm>
                <a:off x="2541" y="2099"/>
                <a:ext cx="1"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3" name="Freeform 649"/>
              <p:cNvSpPr>
                <a:spLocks/>
              </p:cNvSpPr>
              <p:nvPr userDrawn="1"/>
            </p:nvSpPr>
            <p:spPr bwMode="gray">
              <a:xfrm>
                <a:off x="2539" y="2150"/>
                <a:ext cx="5" cy="10"/>
              </a:xfrm>
              <a:custGeom>
                <a:avLst/>
                <a:gdLst>
                  <a:gd name="T0" fmla="*/ 2 w 5"/>
                  <a:gd name="T1" fmla="*/ 0 h 10"/>
                  <a:gd name="T2" fmla="*/ 0 w 5"/>
                  <a:gd name="T3" fmla="*/ 3 h 10"/>
                  <a:gd name="T4" fmla="*/ 0 w 5"/>
                  <a:gd name="T5" fmla="*/ 5 h 10"/>
                  <a:gd name="T6" fmla="*/ 2 w 5"/>
                  <a:gd name="T7" fmla="*/ 8 h 10"/>
                  <a:gd name="T8" fmla="*/ 5 w 5"/>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4" name="Line 650"/>
              <p:cNvSpPr>
                <a:spLocks noChangeShapeType="1"/>
              </p:cNvSpPr>
              <p:nvPr userDrawn="1"/>
            </p:nvSpPr>
            <p:spPr bwMode="gray">
              <a:xfrm flipH="1" flipV="1">
                <a:off x="2543" y="2099"/>
                <a:ext cx="1"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5" name="Freeform 651"/>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6" name="Freeform 652"/>
              <p:cNvSpPr>
                <a:spLocks/>
              </p:cNvSpPr>
              <p:nvPr userDrawn="1"/>
            </p:nvSpPr>
            <p:spPr bwMode="gray">
              <a:xfrm>
                <a:off x="2821" y="1954"/>
                <a:ext cx="10" cy="15"/>
              </a:xfrm>
              <a:custGeom>
                <a:avLst/>
                <a:gdLst>
                  <a:gd name="T0" fmla="*/ 10 w 10"/>
                  <a:gd name="T1" fmla="*/ 15 h 15"/>
                  <a:gd name="T2" fmla="*/ 10 w 10"/>
                  <a:gd name="T3" fmla="*/ 10 h 15"/>
                  <a:gd name="T4" fmla="*/ 7 w 10"/>
                  <a:gd name="T5" fmla="*/ 7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7" name="Line 653"/>
              <p:cNvSpPr>
                <a:spLocks noChangeShapeType="1"/>
              </p:cNvSpPr>
              <p:nvPr userDrawn="1"/>
            </p:nvSpPr>
            <p:spPr bwMode="gray">
              <a:xfrm flipH="1">
                <a:off x="2751" y="1912"/>
                <a:ext cx="15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8" name="Line 654"/>
              <p:cNvSpPr>
                <a:spLocks noChangeShapeType="1"/>
              </p:cNvSpPr>
              <p:nvPr userDrawn="1"/>
            </p:nvSpPr>
            <p:spPr bwMode="gray">
              <a:xfrm flipH="1">
                <a:off x="2754" y="1924"/>
                <a:ext cx="154"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49" name="Freeform 655"/>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0" name="Line 656"/>
              <p:cNvSpPr>
                <a:spLocks noChangeShapeType="1"/>
              </p:cNvSpPr>
              <p:nvPr userDrawn="1"/>
            </p:nvSpPr>
            <p:spPr bwMode="gray">
              <a:xfrm flipV="1">
                <a:off x="2744" y="1903"/>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1" name="Freeform 657"/>
              <p:cNvSpPr>
                <a:spLocks/>
              </p:cNvSpPr>
              <p:nvPr userDrawn="1"/>
            </p:nvSpPr>
            <p:spPr bwMode="gray">
              <a:xfrm>
                <a:off x="2905" y="1903"/>
                <a:ext cx="5" cy="21"/>
              </a:xfrm>
              <a:custGeom>
                <a:avLst/>
                <a:gdLst>
                  <a:gd name="T0" fmla="*/ 3 w 5"/>
                  <a:gd name="T1" fmla="*/ 21 h 21"/>
                  <a:gd name="T2" fmla="*/ 5 w 5"/>
                  <a:gd name="T3" fmla="*/ 16 h 21"/>
                  <a:gd name="T4" fmla="*/ 5 w 5"/>
                  <a:gd name="T5" fmla="*/ 10 h 21"/>
                  <a:gd name="T6" fmla="*/ 3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2" name="Freeform 658"/>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3" name="Line 659"/>
              <p:cNvSpPr>
                <a:spLocks noChangeShapeType="1"/>
              </p:cNvSpPr>
              <p:nvPr userDrawn="1"/>
            </p:nvSpPr>
            <p:spPr bwMode="gray">
              <a:xfrm>
                <a:off x="2744" y="2018"/>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4" name="Line 660"/>
              <p:cNvSpPr>
                <a:spLocks noChangeShapeType="1"/>
              </p:cNvSpPr>
              <p:nvPr userDrawn="1"/>
            </p:nvSpPr>
            <p:spPr bwMode="gray">
              <a:xfrm>
                <a:off x="2754" y="2017"/>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5" name="Freeform 661"/>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6" name="Line 662"/>
              <p:cNvSpPr>
                <a:spLocks noChangeShapeType="1"/>
              </p:cNvSpPr>
              <p:nvPr userDrawn="1"/>
            </p:nvSpPr>
            <p:spPr bwMode="gray">
              <a:xfrm flipV="1">
                <a:off x="2735" y="2017"/>
                <a:ext cx="1" cy="2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7" name="Freeform 663"/>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8" name="Freeform 664"/>
              <p:cNvSpPr>
                <a:spLocks/>
              </p:cNvSpPr>
              <p:nvPr userDrawn="1"/>
            </p:nvSpPr>
            <p:spPr bwMode="gray">
              <a:xfrm>
                <a:off x="2821" y="2186"/>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59" name="Line 665"/>
              <p:cNvSpPr>
                <a:spLocks noChangeShapeType="1"/>
              </p:cNvSpPr>
              <p:nvPr userDrawn="1"/>
            </p:nvSpPr>
            <p:spPr bwMode="gray">
              <a:xfrm flipV="1">
                <a:off x="2751" y="2144"/>
                <a:ext cx="157"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0" name="Line 666"/>
              <p:cNvSpPr>
                <a:spLocks noChangeShapeType="1"/>
              </p:cNvSpPr>
              <p:nvPr userDrawn="1"/>
            </p:nvSpPr>
            <p:spPr bwMode="gray">
              <a:xfrm flipV="1">
                <a:off x="2754" y="2139"/>
                <a:ext cx="152"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1" name="Freeform 667"/>
              <p:cNvSpPr>
                <a:spLocks/>
              </p:cNvSpPr>
              <p:nvPr userDrawn="1"/>
            </p:nvSpPr>
            <p:spPr bwMode="gray">
              <a:xfrm>
                <a:off x="2905"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2" name="Line 668"/>
              <p:cNvSpPr>
                <a:spLocks noChangeShapeType="1"/>
              </p:cNvSpPr>
              <p:nvPr userDrawn="1"/>
            </p:nvSpPr>
            <p:spPr bwMode="gray">
              <a:xfrm flipH="1">
                <a:off x="2744" y="2141"/>
                <a:ext cx="161" cy="10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63" name="Freeform 669"/>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209" name="Group 670"/>
            <p:cNvGrpSpPr>
              <a:grpSpLocks/>
            </p:cNvGrpSpPr>
            <p:nvPr userDrawn="1"/>
          </p:nvGrpSpPr>
          <p:grpSpPr bwMode="auto">
            <a:xfrm>
              <a:off x="2111" y="670"/>
              <a:ext cx="1572" cy="1574"/>
              <a:chOff x="2111" y="670"/>
              <a:chExt cx="1572" cy="1574"/>
            </a:xfrm>
          </p:grpSpPr>
          <p:sp>
            <p:nvSpPr>
              <p:cNvPr id="264" name="Freeform 671"/>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5" name="Line 672"/>
              <p:cNvSpPr>
                <a:spLocks noChangeShapeType="1"/>
              </p:cNvSpPr>
              <p:nvPr userDrawn="1"/>
            </p:nvSpPr>
            <p:spPr bwMode="gray">
              <a:xfrm>
                <a:off x="2546"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6" name="Line 673"/>
              <p:cNvSpPr>
                <a:spLocks noChangeShapeType="1"/>
              </p:cNvSpPr>
              <p:nvPr userDrawn="1"/>
            </p:nvSpPr>
            <p:spPr bwMode="gray">
              <a:xfrm>
                <a:off x="2544" y="2160"/>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7" name="Freeform 674"/>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8" name="Line 675"/>
              <p:cNvSpPr>
                <a:spLocks noChangeShapeType="1"/>
              </p:cNvSpPr>
              <p:nvPr userDrawn="1"/>
            </p:nvSpPr>
            <p:spPr bwMode="gray">
              <a:xfrm flipH="1" flipV="1">
                <a:off x="2553"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9" name="Freeform 676"/>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0" name="Freeform 677"/>
              <p:cNvSpPr>
                <a:spLocks/>
              </p:cNvSpPr>
              <p:nvPr userDrawn="1"/>
            </p:nvSpPr>
            <p:spPr bwMode="gray">
              <a:xfrm>
                <a:off x="2688" y="840"/>
                <a:ext cx="3" cy="7"/>
              </a:xfrm>
              <a:custGeom>
                <a:avLst/>
                <a:gdLst>
                  <a:gd name="T0" fmla="*/ 2 w 3"/>
                  <a:gd name="T1" fmla="*/ 7 h 7"/>
                  <a:gd name="T2" fmla="*/ 3 w 3"/>
                  <a:gd name="T3" fmla="*/ 5 h 7"/>
                  <a:gd name="T4" fmla="*/ 3 w 3"/>
                  <a:gd name="T5" fmla="*/ 3 h 7"/>
                  <a:gd name="T6" fmla="*/ 3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1" name="Freeform 678"/>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2" name="Line 679"/>
              <p:cNvSpPr>
                <a:spLocks noChangeShapeType="1"/>
              </p:cNvSpPr>
              <p:nvPr userDrawn="1"/>
            </p:nvSpPr>
            <p:spPr bwMode="gray">
              <a:xfrm flipH="1">
                <a:off x="2530" y="836"/>
                <a:ext cx="167"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3" name="Line 680"/>
              <p:cNvSpPr>
                <a:spLocks noChangeShapeType="1"/>
              </p:cNvSpPr>
              <p:nvPr userDrawn="1"/>
            </p:nvSpPr>
            <p:spPr bwMode="gray">
              <a:xfrm flipH="1">
                <a:off x="2529" y="847"/>
                <a:ext cx="161"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4" name="Freeform 681"/>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5" name="Line 682"/>
              <p:cNvSpPr>
                <a:spLocks noChangeShapeType="1"/>
              </p:cNvSpPr>
              <p:nvPr userDrawn="1"/>
            </p:nvSpPr>
            <p:spPr bwMode="gray">
              <a:xfrm flipV="1">
                <a:off x="2539" y="833"/>
                <a:ext cx="170"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6" name="Freeform 683"/>
              <p:cNvSpPr>
                <a:spLocks/>
              </p:cNvSpPr>
              <p:nvPr userDrawn="1"/>
            </p:nvSpPr>
            <p:spPr bwMode="gray">
              <a:xfrm>
                <a:off x="2690" y="833"/>
                <a:ext cx="19" cy="14"/>
              </a:xfrm>
              <a:custGeom>
                <a:avLst/>
                <a:gdLst>
                  <a:gd name="T0" fmla="*/ 0 w 19"/>
                  <a:gd name="T1" fmla="*/ 14 h 14"/>
                  <a:gd name="T2" fmla="*/ 3 w 19"/>
                  <a:gd name="T3" fmla="*/ 8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7" name="Freeform 684"/>
              <p:cNvSpPr>
                <a:spLocks/>
              </p:cNvSpPr>
              <p:nvPr userDrawn="1"/>
            </p:nvSpPr>
            <p:spPr bwMode="gray">
              <a:xfrm>
                <a:off x="2527" y="1043"/>
                <a:ext cx="5" cy="8"/>
              </a:xfrm>
              <a:custGeom>
                <a:avLst/>
                <a:gdLst>
                  <a:gd name="T0" fmla="*/ 2 w 5"/>
                  <a:gd name="T1" fmla="*/ 0 h 8"/>
                  <a:gd name="T2" fmla="*/ 0 w 5"/>
                  <a:gd name="T3" fmla="*/ 3 h 8"/>
                  <a:gd name="T4" fmla="*/ 0 w 5"/>
                  <a:gd name="T5" fmla="*/ 5 h 8"/>
                  <a:gd name="T6" fmla="*/ 2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8" name="Line 685"/>
              <p:cNvSpPr>
                <a:spLocks noChangeShapeType="1"/>
              </p:cNvSpPr>
              <p:nvPr userDrawn="1"/>
            </p:nvSpPr>
            <p:spPr bwMode="gray">
              <a:xfrm>
                <a:off x="2525" y="929"/>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79" name="Line 686"/>
              <p:cNvSpPr>
                <a:spLocks noChangeShapeType="1"/>
              </p:cNvSpPr>
              <p:nvPr userDrawn="1"/>
            </p:nvSpPr>
            <p:spPr bwMode="gray">
              <a:xfrm>
                <a:off x="2529" y="925"/>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0" name="Freeform 687"/>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1" name="Line 688"/>
              <p:cNvSpPr>
                <a:spLocks noChangeShapeType="1"/>
              </p:cNvSpPr>
              <p:nvPr userDrawn="1"/>
            </p:nvSpPr>
            <p:spPr bwMode="gray">
              <a:xfrm flipH="1" flipV="1">
                <a:off x="253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2" name="Freeform 689"/>
              <p:cNvSpPr>
                <a:spLocks/>
              </p:cNvSpPr>
              <p:nvPr userDrawn="1"/>
            </p:nvSpPr>
            <p:spPr bwMode="gray">
              <a:xfrm>
                <a:off x="2525" y="925"/>
                <a:ext cx="5" cy="9"/>
              </a:xfrm>
              <a:custGeom>
                <a:avLst/>
                <a:gdLst>
                  <a:gd name="T0" fmla="*/ 5 w 5"/>
                  <a:gd name="T1" fmla="*/ 9 h 9"/>
                  <a:gd name="T2" fmla="*/ 2 w 5"/>
                  <a:gd name="T3" fmla="*/ 7 h 9"/>
                  <a:gd name="T4" fmla="*/ 0 w 5"/>
                  <a:gd name="T5" fmla="*/ 4 h 9"/>
                  <a:gd name="T6" fmla="*/ 0 w 5"/>
                  <a:gd name="T7" fmla="*/ 2 h 9"/>
                  <a:gd name="T8" fmla="*/ 4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3" name="Freeform 690"/>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4" name="Freeform 691"/>
              <p:cNvSpPr>
                <a:spLocks/>
              </p:cNvSpPr>
              <p:nvPr userDrawn="1"/>
            </p:nvSpPr>
            <p:spPr bwMode="gray">
              <a:xfrm>
                <a:off x="2861" y="754"/>
                <a:ext cx="19" cy="2"/>
              </a:xfrm>
              <a:custGeom>
                <a:avLst/>
                <a:gdLst>
                  <a:gd name="T0" fmla="*/ 19 w 19"/>
                  <a:gd name="T1" fmla="*/ 0 h 2"/>
                  <a:gd name="T2" fmla="*/ 14 w 19"/>
                  <a:gd name="T3" fmla="*/ 2 h 2"/>
                  <a:gd name="T4" fmla="*/ 7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5" name="Freeform 692"/>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6" name="Freeform 693"/>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7" name="Line 694"/>
              <p:cNvSpPr>
                <a:spLocks noChangeShapeType="1"/>
              </p:cNvSpPr>
              <p:nvPr userDrawn="1"/>
            </p:nvSpPr>
            <p:spPr bwMode="gray">
              <a:xfrm flipH="1">
                <a:off x="2880" y="672"/>
                <a:ext cx="15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8" name="Line 695"/>
              <p:cNvSpPr>
                <a:spLocks noChangeShapeType="1"/>
              </p:cNvSpPr>
              <p:nvPr userDrawn="1"/>
            </p:nvSpPr>
            <p:spPr bwMode="gray">
              <a:xfrm flipH="1">
                <a:off x="2880" y="680"/>
                <a:ext cx="15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89" name="Freeform 696"/>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0" name="Line 697"/>
              <p:cNvSpPr>
                <a:spLocks noChangeShapeType="1"/>
              </p:cNvSpPr>
              <p:nvPr userDrawn="1"/>
            </p:nvSpPr>
            <p:spPr bwMode="gray">
              <a:xfrm flipV="1">
                <a:off x="2884" y="670"/>
                <a:ext cx="159"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1" name="Freeform 698"/>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2" name="Freeform 699"/>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3" name="Line 700"/>
              <p:cNvSpPr>
                <a:spLocks noChangeShapeType="1"/>
              </p:cNvSpPr>
              <p:nvPr userDrawn="1"/>
            </p:nvSpPr>
            <p:spPr bwMode="gray">
              <a:xfrm flipV="1">
                <a:off x="2920" y="913"/>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4" name="Line 701"/>
              <p:cNvSpPr>
                <a:spLocks noChangeShapeType="1"/>
              </p:cNvSpPr>
              <p:nvPr userDrawn="1"/>
            </p:nvSpPr>
            <p:spPr bwMode="gray">
              <a:xfrm flipV="1">
                <a:off x="2912" y="917"/>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5" name="Freeform 702"/>
              <p:cNvSpPr>
                <a:spLocks/>
              </p:cNvSpPr>
              <p:nvPr userDrawn="1"/>
            </p:nvSpPr>
            <p:spPr bwMode="gray">
              <a:xfrm>
                <a:off x="2912" y="913"/>
                <a:ext cx="21" cy="4"/>
              </a:xfrm>
              <a:custGeom>
                <a:avLst/>
                <a:gdLst>
                  <a:gd name="T0" fmla="*/ 0 w 21"/>
                  <a:gd name="T1" fmla="*/ 4 h 4"/>
                  <a:gd name="T2" fmla="*/ 7 w 21"/>
                  <a:gd name="T3" fmla="*/ 0 h 4"/>
                  <a:gd name="T4" fmla="*/ 14 w 21"/>
                  <a:gd name="T5" fmla="*/ 0 h 4"/>
                  <a:gd name="T6" fmla="*/ 21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6" name="Line 703"/>
              <p:cNvSpPr>
                <a:spLocks noChangeShapeType="1"/>
              </p:cNvSpPr>
              <p:nvPr userDrawn="1"/>
            </p:nvSpPr>
            <p:spPr bwMode="gray">
              <a:xfrm flipH="1">
                <a:off x="2931" y="915"/>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7" name="Freeform 704"/>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8" name="Freeform 705"/>
              <p:cNvSpPr>
                <a:spLocks/>
              </p:cNvSpPr>
              <p:nvPr userDrawn="1"/>
            </p:nvSpPr>
            <p:spPr bwMode="gray">
              <a:xfrm>
                <a:off x="2842" y="929"/>
                <a:ext cx="12" cy="16"/>
              </a:xfrm>
              <a:custGeom>
                <a:avLst/>
                <a:gdLst>
                  <a:gd name="T0" fmla="*/ 12 w 12"/>
                  <a:gd name="T1" fmla="*/ 16 h 16"/>
                  <a:gd name="T2" fmla="*/ 10 w 12"/>
                  <a:gd name="T3" fmla="*/ 10 h 16"/>
                  <a:gd name="T4" fmla="*/ 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99" name="Line 706"/>
              <p:cNvSpPr>
                <a:spLocks noChangeShapeType="1"/>
              </p:cNvSpPr>
              <p:nvPr userDrawn="1"/>
            </p:nvSpPr>
            <p:spPr bwMode="gray">
              <a:xfrm flipH="1">
                <a:off x="2749" y="903"/>
                <a:ext cx="164"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0" name="Line 707"/>
              <p:cNvSpPr>
                <a:spLocks noChangeShapeType="1"/>
              </p:cNvSpPr>
              <p:nvPr userDrawn="1"/>
            </p:nvSpPr>
            <p:spPr bwMode="gray">
              <a:xfrm flipH="1">
                <a:off x="2753" y="917"/>
                <a:ext cx="159"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1" name="Freeform 708"/>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2" name="Line 709"/>
              <p:cNvSpPr>
                <a:spLocks noChangeShapeType="1"/>
              </p:cNvSpPr>
              <p:nvPr userDrawn="1"/>
            </p:nvSpPr>
            <p:spPr bwMode="gray">
              <a:xfrm flipV="1">
                <a:off x="2740" y="896"/>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3" name="Freeform 710"/>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4" name="Freeform 711"/>
              <p:cNvSpPr>
                <a:spLocks/>
              </p:cNvSpPr>
              <p:nvPr userDrawn="1"/>
            </p:nvSpPr>
            <p:spPr bwMode="gray">
              <a:xfrm>
                <a:off x="2732" y="1116"/>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5" name="Line 712"/>
              <p:cNvSpPr>
                <a:spLocks noChangeShapeType="1"/>
              </p:cNvSpPr>
              <p:nvPr userDrawn="1"/>
            </p:nvSpPr>
            <p:spPr bwMode="gray">
              <a:xfrm>
                <a:off x="2742" y="999"/>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6" name="Line 713"/>
              <p:cNvSpPr>
                <a:spLocks noChangeShapeType="1"/>
              </p:cNvSpPr>
              <p:nvPr userDrawn="1"/>
            </p:nvSpPr>
            <p:spPr bwMode="gray">
              <a:xfrm>
                <a:off x="2753" y="997"/>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7" name="Freeform 714"/>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8" name="Line 715"/>
              <p:cNvSpPr>
                <a:spLocks noChangeShapeType="1"/>
              </p:cNvSpPr>
              <p:nvPr userDrawn="1"/>
            </p:nvSpPr>
            <p:spPr bwMode="gray">
              <a:xfrm flipV="1">
                <a:off x="2732" y="997"/>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9" name="Freeform 716"/>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0" name="Freeform 717"/>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1" name="Line 718"/>
              <p:cNvSpPr>
                <a:spLocks noChangeShapeType="1"/>
              </p:cNvSpPr>
              <p:nvPr userDrawn="1"/>
            </p:nvSpPr>
            <p:spPr bwMode="gray">
              <a:xfrm flipV="1">
                <a:off x="2749" y="1156"/>
                <a:ext cx="163"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2" name="Line 719"/>
              <p:cNvSpPr>
                <a:spLocks noChangeShapeType="1"/>
              </p:cNvSpPr>
              <p:nvPr userDrawn="1"/>
            </p:nvSpPr>
            <p:spPr bwMode="gray">
              <a:xfrm flipV="1">
                <a:off x="2753" y="1149"/>
                <a:ext cx="159"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3" name="Freeform 720"/>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4" name="Line 721"/>
              <p:cNvSpPr>
                <a:spLocks noChangeShapeType="1"/>
              </p:cNvSpPr>
              <p:nvPr userDrawn="1"/>
            </p:nvSpPr>
            <p:spPr bwMode="gray">
              <a:xfrm flipH="1">
                <a:off x="2740" y="1154"/>
                <a:ext cx="168"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5" name="Freeform 722"/>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6" name="Freeform 723"/>
              <p:cNvSpPr>
                <a:spLocks/>
              </p:cNvSpPr>
              <p:nvPr userDrawn="1"/>
            </p:nvSpPr>
            <p:spPr bwMode="gray">
              <a:xfrm>
                <a:off x="3099" y="820"/>
                <a:ext cx="5" cy="7"/>
              </a:xfrm>
              <a:custGeom>
                <a:avLst/>
                <a:gdLst>
                  <a:gd name="T0" fmla="*/ 3 w 5"/>
                  <a:gd name="T1" fmla="*/ 0 h 7"/>
                  <a:gd name="T2" fmla="*/ 0 w 5"/>
                  <a:gd name="T3" fmla="*/ 2 h 7"/>
                  <a:gd name="T4" fmla="*/ 0 w 5"/>
                  <a:gd name="T5" fmla="*/ 4 h 7"/>
                  <a:gd name="T6" fmla="*/ 2 w 5"/>
                  <a:gd name="T7" fmla="*/ 6 h 7"/>
                  <a:gd name="T8" fmla="*/ 3 w 5"/>
                  <a:gd name="T9" fmla="*/ 7 h 7"/>
                  <a:gd name="T10" fmla="*/ 5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7" name="Line 724"/>
              <p:cNvSpPr>
                <a:spLocks noChangeShapeType="1"/>
              </p:cNvSpPr>
              <p:nvPr userDrawn="1"/>
            </p:nvSpPr>
            <p:spPr bwMode="gray">
              <a:xfrm flipV="1">
                <a:off x="3253" y="742"/>
                <a:ext cx="2" cy="1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8" name="Line 725"/>
              <p:cNvSpPr>
                <a:spLocks noChangeShapeType="1"/>
              </p:cNvSpPr>
              <p:nvPr userDrawn="1"/>
            </p:nvSpPr>
            <p:spPr bwMode="gray">
              <a:xfrm flipV="1">
                <a:off x="3249" y="745"/>
                <a:ext cx="2" cy="10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19" name="Freeform 726"/>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0" name="Line 727"/>
              <p:cNvSpPr>
                <a:spLocks noChangeShapeType="1"/>
              </p:cNvSpPr>
              <p:nvPr userDrawn="1"/>
            </p:nvSpPr>
            <p:spPr bwMode="gray">
              <a:xfrm flipH="1">
                <a:off x="3246" y="738"/>
                <a:ext cx="3" cy="1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1" name="Freeform 728"/>
              <p:cNvSpPr>
                <a:spLocks/>
              </p:cNvSpPr>
              <p:nvPr userDrawn="1"/>
            </p:nvSpPr>
            <p:spPr bwMode="gray">
              <a:xfrm>
                <a:off x="3146" y="777"/>
                <a:ext cx="12" cy="15"/>
              </a:xfrm>
              <a:custGeom>
                <a:avLst/>
                <a:gdLst>
                  <a:gd name="T0" fmla="*/ 12 w 12"/>
                  <a:gd name="T1" fmla="*/ 15 h 15"/>
                  <a:gd name="T2" fmla="*/ 11 w 12"/>
                  <a:gd name="T3" fmla="*/ 10 h 15"/>
                  <a:gd name="T4" fmla="*/ 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2" name="Line 729"/>
              <p:cNvSpPr>
                <a:spLocks noChangeShapeType="1"/>
              </p:cNvSpPr>
              <p:nvPr userDrawn="1"/>
            </p:nvSpPr>
            <p:spPr bwMode="gray">
              <a:xfrm flipH="1">
                <a:off x="3094" y="735"/>
                <a:ext cx="15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3" name="Line 730"/>
              <p:cNvSpPr>
                <a:spLocks noChangeShapeType="1"/>
              </p:cNvSpPr>
              <p:nvPr userDrawn="1"/>
            </p:nvSpPr>
            <p:spPr bwMode="gray">
              <a:xfrm flipH="1">
                <a:off x="3102" y="745"/>
                <a:ext cx="14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4" name="Freeform 731"/>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5" name="Line 732"/>
              <p:cNvSpPr>
                <a:spLocks noChangeShapeType="1"/>
              </p:cNvSpPr>
              <p:nvPr userDrawn="1"/>
            </p:nvSpPr>
            <p:spPr bwMode="gray">
              <a:xfrm flipV="1">
                <a:off x="3081" y="729"/>
                <a:ext cx="160"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6" name="Freeform 733"/>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7" name="Freeform 734"/>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8" name="Line 735"/>
              <p:cNvSpPr>
                <a:spLocks noChangeShapeType="1"/>
              </p:cNvSpPr>
              <p:nvPr userDrawn="1"/>
            </p:nvSpPr>
            <p:spPr bwMode="gray">
              <a:xfrm>
                <a:off x="3048" y="672"/>
                <a:ext cx="198"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29" name="Line 736"/>
              <p:cNvSpPr>
                <a:spLocks noChangeShapeType="1"/>
              </p:cNvSpPr>
              <p:nvPr userDrawn="1"/>
            </p:nvSpPr>
            <p:spPr bwMode="gray">
              <a:xfrm>
                <a:off x="3052" y="679"/>
                <a:ext cx="197"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0" name="Freeform 737"/>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1" name="Line 738"/>
              <p:cNvSpPr>
                <a:spLocks noChangeShapeType="1"/>
              </p:cNvSpPr>
              <p:nvPr userDrawn="1"/>
            </p:nvSpPr>
            <p:spPr bwMode="gray">
              <a:xfrm flipH="1" flipV="1">
                <a:off x="3043" y="670"/>
                <a:ext cx="198"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2" name="Freeform 739"/>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3" name="Freeform 740"/>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4" name="Line 741"/>
              <p:cNvSpPr>
                <a:spLocks noChangeShapeType="1"/>
              </p:cNvSpPr>
              <p:nvPr userDrawn="1"/>
            </p:nvSpPr>
            <p:spPr bwMode="gray">
              <a:xfrm>
                <a:off x="2532" y="922"/>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5" name="Line 742"/>
              <p:cNvSpPr>
                <a:spLocks noChangeShapeType="1"/>
              </p:cNvSpPr>
              <p:nvPr userDrawn="1"/>
            </p:nvSpPr>
            <p:spPr bwMode="gray">
              <a:xfrm>
                <a:off x="2539" y="915"/>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6" name="Freeform 743"/>
              <p:cNvSpPr>
                <a:spLocks/>
              </p:cNvSpPr>
              <p:nvPr userDrawn="1"/>
            </p:nvSpPr>
            <p:spPr bwMode="gray">
              <a:xfrm>
                <a:off x="2732" y="980"/>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7" name="Line 744"/>
              <p:cNvSpPr>
                <a:spLocks noChangeShapeType="1"/>
              </p:cNvSpPr>
              <p:nvPr userDrawn="1"/>
            </p:nvSpPr>
            <p:spPr bwMode="gray">
              <a:xfrm flipH="1" flipV="1">
                <a:off x="2530" y="934"/>
                <a:ext cx="20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8" name="Freeform 745"/>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39" name="Line 746"/>
              <p:cNvSpPr>
                <a:spLocks noChangeShapeType="1"/>
              </p:cNvSpPr>
              <p:nvPr userDrawn="1"/>
            </p:nvSpPr>
            <p:spPr bwMode="gray">
              <a:xfrm flipH="1" flipV="1">
                <a:off x="2503" y="1016"/>
                <a:ext cx="22" cy="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0" name="Line 747"/>
              <p:cNvSpPr>
                <a:spLocks noChangeShapeType="1"/>
              </p:cNvSpPr>
              <p:nvPr userDrawn="1"/>
            </p:nvSpPr>
            <p:spPr bwMode="gray">
              <a:xfrm flipH="1" flipV="1">
                <a:off x="2496" y="1008"/>
                <a:ext cx="29"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1" name="Freeform 748"/>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2" name="Freeform 749"/>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3" name="Line 750"/>
              <p:cNvSpPr>
                <a:spLocks noChangeShapeType="1"/>
              </p:cNvSpPr>
              <p:nvPr userDrawn="1"/>
            </p:nvSpPr>
            <p:spPr bwMode="gray">
              <a:xfrm flipH="1" flipV="1">
                <a:off x="2489" y="775"/>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4" name="Line 751"/>
              <p:cNvSpPr>
                <a:spLocks noChangeShapeType="1"/>
              </p:cNvSpPr>
              <p:nvPr userDrawn="1"/>
            </p:nvSpPr>
            <p:spPr bwMode="gray">
              <a:xfrm flipH="1" flipV="1">
                <a:off x="2494" y="778"/>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5" name="Freeform 752"/>
              <p:cNvSpPr>
                <a:spLocks/>
              </p:cNvSpPr>
              <p:nvPr userDrawn="1"/>
            </p:nvSpPr>
            <p:spPr bwMode="gray">
              <a:xfrm>
                <a:off x="2489" y="771"/>
                <a:ext cx="5" cy="7"/>
              </a:xfrm>
              <a:custGeom>
                <a:avLst/>
                <a:gdLst>
                  <a:gd name="T0" fmla="*/ 5 w 5"/>
                  <a:gd name="T1" fmla="*/ 7 h 7"/>
                  <a:gd name="T2" fmla="*/ 1 w 5"/>
                  <a:gd name="T3" fmla="*/ 6 h 7"/>
                  <a:gd name="T4" fmla="*/ 0 w 5"/>
                  <a:gd name="T5" fmla="*/ 4 h 7"/>
                  <a:gd name="T6" fmla="*/ 0 w 5"/>
                  <a:gd name="T7" fmla="*/ 2 h 7"/>
                  <a:gd name="T8" fmla="*/ 3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6" name="Line 753"/>
              <p:cNvSpPr>
                <a:spLocks noChangeShapeType="1"/>
              </p:cNvSpPr>
              <p:nvPr userDrawn="1"/>
            </p:nvSpPr>
            <p:spPr bwMode="gray">
              <a:xfrm>
                <a:off x="2492" y="771"/>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7" name="Freeform 754"/>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8" name="Freeform 755"/>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49" name="Line 756"/>
              <p:cNvSpPr>
                <a:spLocks noChangeShapeType="1"/>
              </p:cNvSpPr>
              <p:nvPr userDrawn="1"/>
            </p:nvSpPr>
            <p:spPr bwMode="gray">
              <a:xfrm>
                <a:off x="2496" y="768"/>
                <a:ext cx="201"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0" name="Line 757"/>
              <p:cNvSpPr>
                <a:spLocks noChangeShapeType="1"/>
              </p:cNvSpPr>
              <p:nvPr userDrawn="1"/>
            </p:nvSpPr>
            <p:spPr bwMode="gray">
              <a:xfrm>
                <a:off x="2494" y="778"/>
                <a:ext cx="194"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1" name="Freeform 758"/>
              <p:cNvSpPr>
                <a:spLocks/>
              </p:cNvSpPr>
              <p:nvPr userDrawn="1"/>
            </p:nvSpPr>
            <p:spPr bwMode="gray">
              <a:xfrm>
                <a:off x="2688" y="826"/>
                <a:ext cx="19" cy="14"/>
              </a:xfrm>
              <a:custGeom>
                <a:avLst/>
                <a:gdLst>
                  <a:gd name="T0" fmla="*/ 0 w 19"/>
                  <a:gd name="T1" fmla="*/ 14 h 14"/>
                  <a:gd name="T2" fmla="*/ 3 w 19"/>
                  <a:gd name="T3" fmla="*/ 8 h 14"/>
                  <a:gd name="T4" fmla="*/ 9 w 19"/>
                  <a:gd name="T5" fmla="*/ 3 h 14"/>
                  <a:gd name="T6" fmla="*/ 14 w 19"/>
                  <a:gd name="T7" fmla="*/ 1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2" name="Line 759"/>
              <p:cNvSpPr>
                <a:spLocks noChangeShapeType="1"/>
              </p:cNvSpPr>
              <p:nvPr userDrawn="1"/>
            </p:nvSpPr>
            <p:spPr bwMode="gray">
              <a:xfrm flipH="1" flipV="1">
                <a:off x="2503" y="761"/>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3" name="Freeform 760"/>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4" name="Freeform 761"/>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5" name="Line 762"/>
              <p:cNvSpPr>
                <a:spLocks noChangeShapeType="1"/>
              </p:cNvSpPr>
              <p:nvPr userDrawn="1"/>
            </p:nvSpPr>
            <p:spPr bwMode="gray">
              <a:xfrm>
                <a:off x="2929" y="903"/>
                <a:ext cx="212" cy="6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6" name="Line 763"/>
              <p:cNvSpPr>
                <a:spLocks noChangeShapeType="1"/>
              </p:cNvSpPr>
              <p:nvPr userDrawn="1"/>
            </p:nvSpPr>
            <p:spPr bwMode="gray">
              <a:xfrm>
                <a:off x="2933" y="915"/>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7" name="Freeform 764"/>
              <p:cNvSpPr>
                <a:spLocks/>
              </p:cNvSpPr>
              <p:nvPr userDrawn="1"/>
            </p:nvSpPr>
            <p:spPr bwMode="gray">
              <a:xfrm>
                <a:off x="3137" y="960"/>
                <a:ext cx="9" cy="20"/>
              </a:xfrm>
              <a:custGeom>
                <a:avLst/>
                <a:gdLst>
                  <a:gd name="T0" fmla="*/ 0 w 9"/>
                  <a:gd name="T1" fmla="*/ 20 h 20"/>
                  <a:gd name="T2" fmla="*/ 2 w 9"/>
                  <a:gd name="T3" fmla="*/ 14 h 20"/>
                  <a:gd name="T4" fmla="*/ 4 w 9"/>
                  <a:gd name="T5" fmla="*/ 9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8" name="Line 765"/>
              <p:cNvSpPr>
                <a:spLocks noChangeShapeType="1"/>
              </p:cNvSpPr>
              <p:nvPr userDrawn="1"/>
            </p:nvSpPr>
            <p:spPr bwMode="gray">
              <a:xfrm flipH="1" flipV="1">
                <a:off x="2929" y="894"/>
                <a:ext cx="21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59" name="Freeform 766"/>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0" name="Freeform 767"/>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1" name="Line 768"/>
              <p:cNvSpPr>
                <a:spLocks noChangeShapeType="1"/>
              </p:cNvSpPr>
              <p:nvPr userDrawn="1"/>
            </p:nvSpPr>
            <p:spPr bwMode="gray">
              <a:xfrm flipH="1">
                <a:off x="3144" y="980"/>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2" name="Line 769"/>
              <p:cNvSpPr>
                <a:spLocks noChangeShapeType="1"/>
              </p:cNvSpPr>
              <p:nvPr userDrawn="1"/>
            </p:nvSpPr>
            <p:spPr bwMode="gray">
              <a:xfrm flipH="1">
                <a:off x="3134" y="980"/>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3" name="Freeform 770"/>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4" name="Line 771"/>
              <p:cNvSpPr>
                <a:spLocks noChangeShapeType="1"/>
              </p:cNvSpPr>
              <p:nvPr userDrawn="1"/>
            </p:nvSpPr>
            <p:spPr bwMode="gray">
              <a:xfrm flipV="1">
                <a:off x="3155" y="978"/>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5" name="Freeform 772"/>
              <p:cNvSpPr>
                <a:spLocks/>
              </p:cNvSpPr>
              <p:nvPr userDrawn="1"/>
            </p:nvSpPr>
            <p:spPr bwMode="gray">
              <a:xfrm>
                <a:off x="3137" y="978"/>
                <a:ext cx="21" cy="3"/>
              </a:xfrm>
              <a:custGeom>
                <a:avLst/>
                <a:gdLst>
                  <a:gd name="T0" fmla="*/ 21 w 21"/>
                  <a:gd name="T1" fmla="*/ 0 h 3"/>
                  <a:gd name="T2" fmla="*/ 16 w 21"/>
                  <a:gd name="T3" fmla="*/ 2 h 3"/>
                  <a:gd name="T4" fmla="*/ 11 w 21"/>
                  <a:gd name="T5" fmla="*/ 3 h 3"/>
                  <a:gd name="T6" fmla="*/ 6 w 21"/>
                  <a:gd name="T7" fmla="*/ 2 h 3"/>
                  <a:gd name="T8" fmla="*/ 0 w 21"/>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6" name="Freeform 773"/>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7" name="Line 774"/>
              <p:cNvSpPr>
                <a:spLocks noChangeShapeType="1"/>
              </p:cNvSpPr>
              <p:nvPr userDrawn="1"/>
            </p:nvSpPr>
            <p:spPr bwMode="gray">
              <a:xfrm flipH="1" flipV="1">
                <a:off x="2927" y="1154"/>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8" name="Line 775"/>
              <p:cNvSpPr>
                <a:spLocks noChangeShapeType="1"/>
              </p:cNvSpPr>
              <p:nvPr userDrawn="1"/>
            </p:nvSpPr>
            <p:spPr bwMode="gray">
              <a:xfrm flipH="1" flipV="1">
                <a:off x="2931" y="1149"/>
                <a:ext cx="203"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69" name="Freeform 776"/>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0" name="Line 777"/>
              <p:cNvSpPr>
                <a:spLocks noChangeShapeType="1"/>
              </p:cNvSpPr>
              <p:nvPr userDrawn="1"/>
            </p:nvSpPr>
            <p:spPr bwMode="gray">
              <a:xfrm>
                <a:off x="2929" y="1154"/>
                <a:ext cx="214"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1" name="Freeform 778"/>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2" name="Freeform 779"/>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3" name="Freeform 780"/>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4" name="Line 781"/>
              <p:cNvSpPr>
                <a:spLocks noChangeShapeType="1"/>
              </p:cNvSpPr>
              <p:nvPr userDrawn="1"/>
            </p:nvSpPr>
            <p:spPr bwMode="gray">
              <a:xfrm>
                <a:off x="2665" y="687"/>
                <a:ext cx="200"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5" name="Line 782"/>
              <p:cNvSpPr>
                <a:spLocks noChangeShapeType="1"/>
              </p:cNvSpPr>
              <p:nvPr userDrawn="1"/>
            </p:nvSpPr>
            <p:spPr bwMode="gray">
              <a:xfrm>
                <a:off x="2669" y="696"/>
                <a:ext cx="19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6" name="Freeform 783"/>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7" name="Line 784"/>
              <p:cNvSpPr>
                <a:spLocks noChangeShapeType="1"/>
              </p:cNvSpPr>
              <p:nvPr userDrawn="1"/>
            </p:nvSpPr>
            <p:spPr bwMode="gray">
              <a:xfrm flipH="1" flipV="1">
                <a:off x="2660" y="687"/>
                <a:ext cx="205"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8" name="Freeform 785"/>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79" name="Freeform 786"/>
              <p:cNvSpPr>
                <a:spLocks/>
              </p:cNvSpPr>
              <p:nvPr userDrawn="1"/>
            </p:nvSpPr>
            <p:spPr bwMode="gray">
              <a:xfrm>
                <a:off x="3197" y="848"/>
                <a:ext cx="9" cy="11"/>
              </a:xfrm>
              <a:custGeom>
                <a:avLst/>
                <a:gdLst>
                  <a:gd name="T0" fmla="*/ 9 w 9"/>
                  <a:gd name="T1" fmla="*/ 11 h 11"/>
                  <a:gd name="T2" fmla="*/ 9 w 9"/>
                  <a:gd name="T3" fmla="*/ 6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0" name="Line 787"/>
              <p:cNvSpPr>
                <a:spLocks noChangeShapeType="1"/>
              </p:cNvSpPr>
              <p:nvPr userDrawn="1"/>
            </p:nvSpPr>
            <p:spPr bwMode="gray">
              <a:xfrm>
                <a:off x="3097" y="819"/>
                <a:ext cx="210"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1" name="Line 788"/>
              <p:cNvSpPr>
                <a:spLocks noChangeShapeType="1"/>
              </p:cNvSpPr>
              <p:nvPr userDrawn="1"/>
            </p:nvSpPr>
            <p:spPr bwMode="gray">
              <a:xfrm>
                <a:off x="3104" y="827"/>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2" name="Freeform 789"/>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3" name="Line 790"/>
              <p:cNvSpPr>
                <a:spLocks noChangeShapeType="1"/>
              </p:cNvSpPr>
              <p:nvPr userDrawn="1"/>
            </p:nvSpPr>
            <p:spPr bwMode="gray">
              <a:xfrm flipH="1" flipV="1">
                <a:off x="3085" y="815"/>
                <a:ext cx="215"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4" name="Freeform 791"/>
              <p:cNvSpPr>
                <a:spLocks/>
              </p:cNvSpPr>
              <p:nvPr userDrawn="1"/>
            </p:nvSpPr>
            <p:spPr bwMode="gray">
              <a:xfrm>
                <a:off x="3307" y="1008"/>
                <a:ext cx="5" cy="7"/>
              </a:xfrm>
              <a:custGeom>
                <a:avLst/>
                <a:gdLst>
                  <a:gd name="T0" fmla="*/ 0 w 5"/>
                  <a:gd name="T1" fmla="*/ 0 h 7"/>
                  <a:gd name="T2" fmla="*/ 2 w 5"/>
                  <a:gd name="T3" fmla="*/ 0 h 7"/>
                  <a:gd name="T4" fmla="*/ 3 w 5"/>
                  <a:gd name="T5" fmla="*/ 1 h 7"/>
                  <a:gd name="T6" fmla="*/ 5 w 5"/>
                  <a:gd name="T7" fmla="*/ 3 h 7"/>
                  <a:gd name="T8" fmla="*/ 3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5" name="Line 792"/>
              <p:cNvSpPr>
                <a:spLocks noChangeShapeType="1"/>
              </p:cNvSpPr>
              <p:nvPr userDrawn="1"/>
            </p:nvSpPr>
            <p:spPr bwMode="gray">
              <a:xfrm flipH="1">
                <a:off x="3309" y="894"/>
                <a:ext cx="5"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6" name="Line 793"/>
              <p:cNvSpPr>
                <a:spLocks noChangeShapeType="1"/>
              </p:cNvSpPr>
              <p:nvPr userDrawn="1"/>
            </p:nvSpPr>
            <p:spPr bwMode="gray">
              <a:xfrm flipH="1">
                <a:off x="3303" y="890"/>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7" name="Freeform 794"/>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8" name="Line 795"/>
              <p:cNvSpPr>
                <a:spLocks noChangeShapeType="1"/>
              </p:cNvSpPr>
              <p:nvPr userDrawn="1"/>
            </p:nvSpPr>
            <p:spPr bwMode="gray">
              <a:xfrm flipV="1">
                <a:off x="3307" y="897"/>
                <a:ext cx="5"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89" name="Freeform 796"/>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0" name="Freeform 797"/>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1" name="Freeform 798"/>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2" name="Line 799"/>
              <p:cNvSpPr>
                <a:spLocks noChangeShapeType="1"/>
              </p:cNvSpPr>
              <p:nvPr userDrawn="1"/>
            </p:nvSpPr>
            <p:spPr bwMode="gray">
              <a:xfrm flipV="1">
                <a:off x="2494" y="689"/>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3" name="Line 800"/>
              <p:cNvSpPr>
                <a:spLocks noChangeShapeType="1"/>
              </p:cNvSpPr>
              <p:nvPr userDrawn="1"/>
            </p:nvSpPr>
            <p:spPr bwMode="gray">
              <a:xfrm flipV="1">
                <a:off x="2492" y="696"/>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4" name="Freeform 801"/>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5" name="Line 802"/>
              <p:cNvSpPr>
                <a:spLocks noChangeShapeType="1"/>
              </p:cNvSpPr>
              <p:nvPr userDrawn="1"/>
            </p:nvSpPr>
            <p:spPr bwMode="gray">
              <a:xfrm flipH="1">
                <a:off x="2503" y="687"/>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6" name="Freeform 803"/>
              <p:cNvSpPr>
                <a:spLocks/>
              </p:cNvSpPr>
              <p:nvPr userDrawn="1"/>
            </p:nvSpPr>
            <p:spPr bwMode="gray">
              <a:xfrm>
                <a:off x="2492" y="761"/>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7" name="Freeform 804"/>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8" name="Line 805"/>
              <p:cNvSpPr>
                <a:spLocks noChangeShapeType="1"/>
              </p:cNvSpPr>
              <p:nvPr userDrawn="1"/>
            </p:nvSpPr>
            <p:spPr bwMode="gray">
              <a:xfrm flipV="1">
                <a:off x="3155" y="887"/>
                <a:ext cx="154"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99" name="Line 806"/>
              <p:cNvSpPr>
                <a:spLocks noChangeShapeType="1"/>
              </p:cNvSpPr>
              <p:nvPr userDrawn="1"/>
            </p:nvSpPr>
            <p:spPr bwMode="gray">
              <a:xfrm flipV="1">
                <a:off x="3146" y="882"/>
                <a:ext cx="154"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0" name="Freeform 807"/>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1" name="Line 808"/>
              <p:cNvSpPr>
                <a:spLocks noChangeShapeType="1"/>
              </p:cNvSpPr>
              <p:nvPr userDrawn="1"/>
            </p:nvSpPr>
            <p:spPr bwMode="gray">
              <a:xfrm flipH="1">
                <a:off x="3158" y="897"/>
                <a:ext cx="15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2" name="Freeform 809"/>
              <p:cNvSpPr>
                <a:spLocks/>
              </p:cNvSpPr>
              <p:nvPr userDrawn="1"/>
            </p:nvSpPr>
            <p:spPr bwMode="gray">
              <a:xfrm>
                <a:off x="3146" y="960"/>
                <a:ext cx="12" cy="18"/>
              </a:xfrm>
              <a:custGeom>
                <a:avLst/>
                <a:gdLst>
                  <a:gd name="T0" fmla="*/ 12 w 12"/>
                  <a:gd name="T1" fmla="*/ 18 h 18"/>
                  <a:gd name="T2" fmla="*/ 11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3" name="Freeform 810"/>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4" name="Line 811"/>
              <p:cNvSpPr>
                <a:spLocks noChangeShapeType="1"/>
              </p:cNvSpPr>
              <p:nvPr userDrawn="1"/>
            </p:nvSpPr>
            <p:spPr bwMode="gray">
              <a:xfrm>
                <a:off x="2123" y="1529"/>
                <a:ext cx="14"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5" name="Line 812"/>
              <p:cNvSpPr>
                <a:spLocks noChangeShapeType="1"/>
              </p:cNvSpPr>
              <p:nvPr userDrawn="1"/>
            </p:nvSpPr>
            <p:spPr bwMode="gray">
              <a:xfrm>
                <a:off x="2130" y="1529"/>
                <a:ext cx="7"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6" name="Line 813"/>
              <p:cNvSpPr>
                <a:spLocks noChangeShapeType="1"/>
              </p:cNvSpPr>
              <p:nvPr userDrawn="1"/>
            </p:nvSpPr>
            <p:spPr bwMode="gray">
              <a:xfrm flipH="1" flipV="1">
                <a:off x="2121" y="1522"/>
                <a:ext cx="16"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7" name="Freeform 814"/>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8" name="Freeform 815"/>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09" name="Line 816"/>
              <p:cNvSpPr>
                <a:spLocks noChangeShapeType="1"/>
              </p:cNvSpPr>
              <p:nvPr userDrawn="1"/>
            </p:nvSpPr>
            <p:spPr bwMode="gray">
              <a:xfrm flipV="1">
                <a:off x="2739" y="1329"/>
                <a:ext cx="77"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0" name="Line 817"/>
              <p:cNvSpPr>
                <a:spLocks noChangeShapeType="1"/>
              </p:cNvSpPr>
              <p:nvPr userDrawn="1"/>
            </p:nvSpPr>
            <p:spPr bwMode="gray">
              <a:xfrm flipV="1">
                <a:off x="2737" y="1331"/>
                <a:ext cx="70" cy="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1" name="Freeform 818"/>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2" name="Line 819"/>
              <p:cNvSpPr>
                <a:spLocks noChangeShapeType="1"/>
              </p:cNvSpPr>
              <p:nvPr userDrawn="1"/>
            </p:nvSpPr>
            <p:spPr bwMode="gray">
              <a:xfrm flipH="1">
                <a:off x="2737" y="1322"/>
                <a:ext cx="80"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3" name="Freeform 820"/>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4" name="Freeform 821"/>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5" name="Line 822"/>
              <p:cNvSpPr>
                <a:spLocks noChangeShapeType="1"/>
              </p:cNvSpPr>
              <p:nvPr userDrawn="1"/>
            </p:nvSpPr>
            <p:spPr bwMode="gray">
              <a:xfrm flipH="1">
                <a:off x="2116" y="1203"/>
                <a:ext cx="164"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6" name="Line 823"/>
              <p:cNvSpPr>
                <a:spLocks noChangeShapeType="1"/>
              </p:cNvSpPr>
              <p:nvPr userDrawn="1"/>
            </p:nvSpPr>
            <p:spPr bwMode="gray">
              <a:xfrm flipH="1">
                <a:off x="2123" y="1203"/>
                <a:ext cx="161"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7" name="Freeform 824"/>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8" name="Line 825"/>
              <p:cNvSpPr>
                <a:spLocks noChangeShapeType="1"/>
              </p:cNvSpPr>
              <p:nvPr userDrawn="1"/>
            </p:nvSpPr>
            <p:spPr bwMode="gray">
              <a:xfrm flipV="1">
                <a:off x="2112" y="1209"/>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19" name="Freeform 826"/>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0" name="Freeform 827"/>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1" name="Line 828"/>
              <p:cNvSpPr>
                <a:spLocks noChangeShapeType="1"/>
              </p:cNvSpPr>
              <p:nvPr userDrawn="1"/>
            </p:nvSpPr>
            <p:spPr bwMode="gray">
              <a:xfrm>
                <a:off x="2118" y="1291"/>
                <a:ext cx="185"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2" name="Line 829"/>
              <p:cNvSpPr>
                <a:spLocks noChangeShapeType="1"/>
              </p:cNvSpPr>
              <p:nvPr userDrawn="1"/>
            </p:nvSpPr>
            <p:spPr bwMode="gray">
              <a:xfrm>
                <a:off x="2123" y="1284"/>
                <a:ext cx="18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3" name="Freeform 830"/>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4" name="Line 831"/>
              <p:cNvSpPr>
                <a:spLocks noChangeShapeType="1"/>
              </p:cNvSpPr>
              <p:nvPr userDrawn="1"/>
            </p:nvSpPr>
            <p:spPr bwMode="gray">
              <a:xfrm flipH="1" flipV="1">
                <a:off x="2114" y="1301"/>
                <a:ext cx="18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5" name="Freeform 832"/>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6" name="Line 833"/>
              <p:cNvSpPr>
                <a:spLocks noChangeShapeType="1"/>
              </p:cNvSpPr>
              <p:nvPr userDrawn="1"/>
            </p:nvSpPr>
            <p:spPr bwMode="gray">
              <a:xfrm flipV="1">
                <a:off x="2317" y="1342"/>
                <a:ext cx="28"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7" name="Line 834"/>
              <p:cNvSpPr>
                <a:spLocks noChangeShapeType="1"/>
              </p:cNvSpPr>
              <p:nvPr userDrawn="1"/>
            </p:nvSpPr>
            <p:spPr bwMode="gray">
              <a:xfrm flipV="1">
                <a:off x="2310" y="1331"/>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8" name="Line 835"/>
              <p:cNvSpPr>
                <a:spLocks noChangeShapeType="1"/>
              </p:cNvSpPr>
              <p:nvPr userDrawn="1"/>
            </p:nvSpPr>
            <p:spPr bwMode="gray">
              <a:xfrm flipH="1">
                <a:off x="2321" y="1354"/>
                <a:ext cx="24"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29" name="Freeform 836"/>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0" name="Freeform 837"/>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1" name="Line 838"/>
              <p:cNvSpPr>
                <a:spLocks noChangeShapeType="1"/>
              </p:cNvSpPr>
              <p:nvPr userDrawn="1"/>
            </p:nvSpPr>
            <p:spPr bwMode="gray">
              <a:xfrm flipH="1" flipV="1">
                <a:off x="2111" y="1298"/>
                <a:ext cx="5"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2" name="Line 839"/>
              <p:cNvSpPr>
                <a:spLocks noChangeShapeType="1"/>
              </p:cNvSpPr>
              <p:nvPr userDrawn="1"/>
            </p:nvSpPr>
            <p:spPr bwMode="gray">
              <a:xfrm flipH="1" flipV="1">
                <a:off x="2112" y="1293"/>
                <a:ext cx="7"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3" name="Freeform 840"/>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4" name="Line 841"/>
              <p:cNvSpPr>
                <a:spLocks noChangeShapeType="1"/>
              </p:cNvSpPr>
              <p:nvPr userDrawn="1"/>
            </p:nvSpPr>
            <p:spPr bwMode="gray">
              <a:xfrm>
                <a:off x="2114" y="1301"/>
                <a:ext cx="7" cy="22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5" name="Freeform 842"/>
              <p:cNvSpPr>
                <a:spLocks/>
              </p:cNvSpPr>
              <p:nvPr userDrawn="1"/>
            </p:nvSpPr>
            <p:spPr bwMode="gray">
              <a:xfrm>
                <a:off x="2116" y="1513"/>
                <a:ext cx="5" cy="9"/>
              </a:xfrm>
              <a:custGeom>
                <a:avLst/>
                <a:gdLst>
                  <a:gd name="T0" fmla="*/ 5 w 5"/>
                  <a:gd name="T1" fmla="*/ 9 h 9"/>
                  <a:gd name="T2" fmla="*/ 2 w 5"/>
                  <a:gd name="T3" fmla="*/ 7 h 9"/>
                  <a:gd name="T4" fmla="*/ 0 w 5"/>
                  <a:gd name="T5" fmla="*/ 5 h 9"/>
                  <a:gd name="T6" fmla="*/ 2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6" name="Freeform 843"/>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7" name="Freeform 844"/>
              <p:cNvSpPr>
                <a:spLocks/>
              </p:cNvSpPr>
              <p:nvPr userDrawn="1"/>
            </p:nvSpPr>
            <p:spPr bwMode="gray">
              <a:xfrm>
                <a:off x="3533" y="1216"/>
                <a:ext cx="5" cy="8"/>
              </a:xfrm>
              <a:custGeom>
                <a:avLst/>
                <a:gdLst>
                  <a:gd name="T0" fmla="*/ 0 w 5"/>
                  <a:gd name="T1" fmla="*/ 0 h 8"/>
                  <a:gd name="T2" fmla="*/ 1 w 5"/>
                  <a:gd name="T3" fmla="*/ 0 h 8"/>
                  <a:gd name="T4" fmla="*/ 3 w 5"/>
                  <a:gd name="T5" fmla="*/ 1 h 8"/>
                  <a:gd name="T6" fmla="*/ 3 w 5"/>
                  <a:gd name="T7" fmla="*/ 3 h 8"/>
                  <a:gd name="T8" fmla="*/ 5 w 5"/>
                  <a:gd name="T9" fmla="*/ 5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8" name="Freeform 845"/>
              <p:cNvSpPr>
                <a:spLocks/>
              </p:cNvSpPr>
              <p:nvPr userDrawn="1"/>
            </p:nvSpPr>
            <p:spPr bwMode="gray">
              <a:xfrm>
                <a:off x="2142" y="1686"/>
                <a:ext cx="7" cy="16"/>
              </a:xfrm>
              <a:custGeom>
                <a:avLst/>
                <a:gdLst>
                  <a:gd name="T0" fmla="*/ 2 w 7"/>
                  <a:gd name="T1" fmla="*/ 0 h 16"/>
                  <a:gd name="T2" fmla="*/ 0 w 7"/>
                  <a:gd name="T3" fmla="*/ 4 h 16"/>
                  <a:gd name="T4" fmla="*/ 0 w 7"/>
                  <a:gd name="T5" fmla="*/ 7 h 16"/>
                  <a:gd name="T6" fmla="*/ 2 w 7"/>
                  <a:gd name="T7" fmla="*/ 12 h 16"/>
                  <a:gd name="T8" fmla="*/ 4 w 7"/>
                  <a:gd name="T9" fmla="*/ 14 h 16"/>
                  <a:gd name="T10" fmla="*/ 7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39" name="Freeform 846"/>
              <p:cNvSpPr>
                <a:spLocks/>
              </p:cNvSpPr>
              <p:nvPr userDrawn="1"/>
            </p:nvSpPr>
            <p:spPr bwMode="gray">
              <a:xfrm>
                <a:off x="2142" y="1693"/>
                <a:ext cx="9" cy="5"/>
              </a:xfrm>
              <a:custGeom>
                <a:avLst/>
                <a:gdLst>
                  <a:gd name="T0" fmla="*/ 9 w 9"/>
                  <a:gd name="T1" fmla="*/ 5 h 5"/>
                  <a:gd name="T2" fmla="*/ 5 w 9"/>
                  <a:gd name="T3" fmla="*/ 5 h 5"/>
                  <a:gd name="T4" fmla="*/ 2 w 9"/>
                  <a:gd name="T5" fmla="*/ 5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0" name="Freeform 847"/>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1" name="Freeform 848"/>
              <p:cNvSpPr>
                <a:spLocks/>
              </p:cNvSpPr>
              <p:nvPr userDrawn="1"/>
            </p:nvSpPr>
            <p:spPr bwMode="gray">
              <a:xfrm>
                <a:off x="2784" y="1933"/>
                <a:ext cx="11" cy="8"/>
              </a:xfrm>
              <a:custGeom>
                <a:avLst/>
                <a:gdLst>
                  <a:gd name="T0" fmla="*/ 0 w 11"/>
                  <a:gd name="T1" fmla="*/ 8 h 8"/>
                  <a:gd name="T2" fmla="*/ 2 w 11"/>
                  <a:gd name="T3" fmla="*/ 8 h 8"/>
                  <a:gd name="T4" fmla="*/ 5 w 11"/>
                  <a:gd name="T5" fmla="*/ 7 h 8"/>
                  <a:gd name="T6" fmla="*/ 7 w 11"/>
                  <a:gd name="T7" fmla="*/ 5 h 8"/>
                  <a:gd name="T8" fmla="*/ 11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2" name="Freeform 849"/>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3" name="Freeform 850"/>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4" name="Freeform 851"/>
              <p:cNvSpPr>
                <a:spLocks/>
              </p:cNvSpPr>
              <p:nvPr userDrawn="1"/>
            </p:nvSpPr>
            <p:spPr bwMode="gray">
              <a:xfrm>
                <a:off x="2788" y="1683"/>
                <a:ext cx="1" cy="19"/>
              </a:xfrm>
              <a:custGeom>
                <a:avLst/>
                <a:gdLst>
                  <a:gd name="T0" fmla="*/ 1 w 1"/>
                  <a:gd name="T1" fmla="*/ 19 h 19"/>
                  <a:gd name="T2" fmla="*/ 1 w 1"/>
                  <a:gd name="T3" fmla="*/ 14 h 19"/>
                  <a:gd name="T4" fmla="*/ 1 w 1"/>
                  <a:gd name="T5" fmla="*/ 10 h 19"/>
                  <a:gd name="T6" fmla="*/ 0 w 1"/>
                  <a:gd name="T7" fmla="*/ 5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5" name="Freeform 852"/>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6" name="Freeform 853"/>
              <p:cNvSpPr>
                <a:spLocks/>
              </p:cNvSpPr>
              <p:nvPr userDrawn="1"/>
            </p:nvSpPr>
            <p:spPr bwMode="gray">
              <a:xfrm>
                <a:off x="2359" y="2013"/>
                <a:ext cx="7" cy="18"/>
              </a:xfrm>
              <a:custGeom>
                <a:avLst/>
                <a:gdLst>
                  <a:gd name="T0" fmla="*/ 2 w 7"/>
                  <a:gd name="T1" fmla="*/ 0 h 18"/>
                  <a:gd name="T2" fmla="*/ 0 w 7"/>
                  <a:gd name="T3" fmla="*/ 5 h 18"/>
                  <a:gd name="T4" fmla="*/ 0 w 7"/>
                  <a:gd name="T5" fmla="*/ 9 h 18"/>
                  <a:gd name="T6" fmla="*/ 2 w 7"/>
                  <a:gd name="T7" fmla="*/ 12 h 18"/>
                  <a:gd name="T8" fmla="*/ 4 w 7"/>
                  <a:gd name="T9" fmla="*/ 16 h 18"/>
                  <a:gd name="T10" fmla="*/ 7 w 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7" name="Freeform 854"/>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8" name="Freeform 855"/>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49" name="Freeform 856"/>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0" name="Freeform 857"/>
              <p:cNvSpPr>
                <a:spLocks/>
              </p:cNvSpPr>
              <p:nvPr userDrawn="1"/>
            </p:nvSpPr>
            <p:spPr bwMode="gray">
              <a:xfrm>
                <a:off x="2565" y="2101"/>
                <a:ext cx="2" cy="7"/>
              </a:xfrm>
              <a:custGeom>
                <a:avLst/>
                <a:gdLst>
                  <a:gd name="T0" fmla="*/ 0 w 2"/>
                  <a:gd name="T1" fmla="*/ 5 h 7"/>
                  <a:gd name="T2" fmla="*/ 2 w 2"/>
                  <a:gd name="T3" fmla="*/ 7 h 7"/>
                  <a:gd name="T4" fmla="*/ 2 w 2"/>
                  <a:gd name="T5" fmla="*/ 7 h 7"/>
                  <a:gd name="T6" fmla="*/ 2 w 2"/>
                  <a:gd name="T7" fmla="*/ 7 h 7"/>
                  <a:gd name="T8" fmla="*/ 2 w 2"/>
                  <a:gd name="T9" fmla="*/ 7 h 7"/>
                  <a:gd name="T10" fmla="*/ 2 w 2"/>
                  <a:gd name="T11" fmla="*/ 5 h 7"/>
                  <a:gd name="T12" fmla="*/ 2 w 2"/>
                  <a:gd name="T13" fmla="*/ 3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1" name="Freeform 858"/>
              <p:cNvSpPr>
                <a:spLocks/>
              </p:cNvSpPr>
              <p:nvPr userDrawn="1"/>
            </p:nvSpPr>
            <p:spPr bwMode="gray">
              <a:xfrm>
                <a:off x="2558" y="2102"/>
                <a:ext cx="18" cy="4"/>
              </a:xfrm>
              <a:custGeom>
                <a:avLst/>
                <a:gdLst>
                  <a:gd name="T0" fmla="*/ 18 w 18"/>
                  <a:gd name="T1" fmla="*/ 0 h 4"/>
                  <a:gd name="T2" fmla="*/ 14 w 18"/>
                  <a:gd name="T3" fmla="*/ 4 h 4"/>
                  <a:gd name="T4" fmla="*/ 9 w 18"/>
                  <a:gd name="T5" fmla="*/ 4 h 4"/>
                  <a:gd name="T6" fmla="*/ 4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2" name="Freeform 859"/>
              <p:cNvSpPr>
                <a:spLocks/>
              </p:cNvSpPr>
              <p:nvPr userDrawn="1"/>
            </p:nvSpPr>
            <p:spPr bwMode="gray">
              <a:xfrm>
                <a:off x="2558" y="1340"/>
                <a:ext cx="2" cy="19"/>
              </a:xfrm>
              <a:custGeom>
                <a:avLst/>
                <a:gdLst>
                  <a:gd name="T0" fmla="*/ 2 w 2"/>
                  <a:gd name="T1" fmla="*/ 19 h 19"/>
                  <a:gd name="T2" fmla="*/ 2 w 2"/>
                  <a:gd name="T3" fmla="*/ 14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3" name="Freeform 860"/>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4" name="Freeform 861"/>
              <p:cNvSpPr>
                <a:spLocks/>
              </p:cNvSpPr>
              <p:nvPr userDrawn="1"/>
            </p:nvSpPr>
            <p:spPr bwMode="gray">
              <a:xfrm>
                <a:off x="3610" y="1212"/>
                <a:ext cx="12" cy="11"/>
              </a:xfrm>
              <a:custGeom>
                <a:avLst/>
                <a:gdLst>
                  <a:gd name="T0" fmla="*/ 12 w 12"/>
                  <a:gd name="T1" fmla="*/ 11 h 11"/>
                  <a:gd name="T2" fmla="*/ 12 w 12"/>
                  <a:gd name="T3" fmla="*/ 7 h 11"/>
                  <a:gd name="T4" fmla="*/ 10 w 12"/>
                  <a:gd name="T5" fmla="*/ 4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5" name="Freeform 862"/>
              <p:cNvSpPr>
                <a:spLocks/>
              </p:cNvSpPr>
              <p:nvPr userDrawn="1"/>
            </p:nvSpPr>
            <p:spPr bwMode="gray">
              <a:xfrm>
                <a:off x="3617" y="1214"/>
                <a:ext cx="3" cy="7"/>
              </a:xfrm>
              <a:custGeom>
                <a:avLst/>
                <a:gdLst>
                  <a:gd name="T0" fmla="*/ 0 w 3"/>
                  <a:gd name="T1" fmla="*/ 0 h 7"/>
                  <a:gd name="T2" fmla="*/ 0 w 3"/>
                  <a:gd name="T3" fmla="*/ 0 h 7"/>
                  <a:gd name="T4" fmla="*/ 1 w 3"/>
                  <a:gd name="T5" fmla="*/ 2 h 7"/>
                  <a:gd name="T6" fmla="*/ 3 w 3"/>
                  <a:gd name="T7" fmla="*/ 2 h 7"/>
                  <a:gd name="T8" fmla="*/ 3 w 3"/>
                  <a:gd name="T9" fmla="*/ 5 h 7"/>
                  <a:gd name="T10" fmla="*/ 1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6" name="Freeform 863"/>
              <p:cNvSpPr>
                <a:spLocks/>
              </p:cNvSpPr>
              <p:nvPr userDrawn="1"/>
            </p:nvSpPr>
            <p:spPr bwMode="gray">
              <a:xfrm>
                <a:off x="3195" y="840"/>
                <a:ext cx="14" cy="7"/>
              </a:xfrm>
              <a:custGeom>
                <a:avLst/>
                <a:gdLst>
                  <a:gd name="T0" fmla="*/ 0 w 14"/>
                  <a:gd name="T1" fmla="*/ 0 h 7"/>
                  <a:gd name="T2" fmla="*/ 4 w 14"/>
                  <a:gd name="T3" fmla="*/ 0 h 7"/>
                  <a:gd name="T4" fmla="*/ 9 w 14"/>
                  <a:gd name="T5" fmla="*/ 1 h 7"/>
                  <a:gd name="T6" fmla="*/ 12 w 14"/>
                  <a:gd name="T7" fmla="*/ 5 h 7"/>
                  <a:gd name="T8" fmla="*/ 14 w 14"/>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7" name="Freeform 864"/>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8" name="Freeform 865"/>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59" name="Freeform 866"/>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0" name="Freeform 867"/>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1" name="Freeform 868"/>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2" name="Freeform 869"/>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463" name="Freeform 870"/>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sp>
          <p:nvSpPr>
            <p:cNvPr id="210" name="Freeform 871"/>
            <p:cNvSpPr>
              <a:spLocks/>
            </p:cNvSpPr>
            <p:nvPr userDrawn="1"/>
          </p:nvSpPr>
          <p:spPr bwMode="gray">
            <a:xfrm>
              <a:off x="3197" y="1660"/>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1" name="Freeform 872"/>
            <p:cNvSpPr>
              <a:spLocks/>
            </p:cNvSpPr>
            <p:nvPr userDrawn="1"/>
          </p:nvSpPr>
          <p:spPr bwMode="gray">
            <a:xfrm>
              <a:off x="3190" y="1670"/>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2" name="Freeform 873"/>
            <p:cNvSpPr>
              <a:spLocks/>
            </p:cNvSpPr>
            <p:nvPr userDrawn="1"/>
          </p:nvSpPr>
          <p:spPr bwMode="gray">
            <a:xfrm>
              <a:off x="3687" y="1380"/>
              <a:ext cx="3" cy="2"/>
            </a:xfrm>
            <a:custGeom>
              <a:avLst/>
              <a:gdLst>
                <a:gd name="T0" fmla="*/ 0 w 3"/>
                <a:gd name="T1" fmla="*/ 2 h 2"/>
                <a:gd name="T2" fmla="*/ 1 w 3"/>
                <a:gd name="T3" fmla="*/ 0 h 2"/>
                <a:gd name="T4" fmla="*/ 3 w 3"/>
                <a:gd name="T5" fmla="*/ 0 h 2"/>
                <a:gd name="T6" fmla="*/ 3 w 3"/>
                <a:gd name="T7" fmla="*/ 0 h 2"/>
                <a:gd name="T8" fmla="*/ 3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3" name="Freeform 874"/>
            <p:cNvSpPr>
              <a:spLocks/>
            </p:cNvSpPr>
            <p:nvPr userDrawn="1"/>
          </p:nvSpPr>
          <p:spPr bwMode="gray">
            <a:xfrm>
              <a:off x="3681" y="1375"/>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4" name="Freeform 875"/>
            <p:cNvSpPr>
              <a:spLocks/>
            </p:cNvSpPr>
            <p:nvPr userDrawn="1"/>
          </p:nvSpPr>
          <p:spPr bwMode="gray">
            <a:xfrm>
              <a:off x="3349" y="2055"/>
              <a:ext cx="16" cy="7"/>
            </a:xfrm>
            <a:custGeom>
              <a:avLst/>
              <a:gdLst>
                <a:gd name="T0" fmla="*/ 0 w 16"/>
                <a:gd name="T1" fmla="*/ 0 h 7"/>
                <a:gd name="T2" fmla="*/ 2 w 16"/>
                <a:gd name="T3" fmla="*/ 4 h 7"/>
                <a:gd name="T4" fmla="*/ 5 w 16"/>
                <a:gd name="T5" fmla="*/ 5 h 7"/>
                <a:gd name="T6" fmla="*/ 10 w 16"/>
                <a:gd name="T7" fmla="*/ 7 h 7"/>
                <a:gd name="T8" fmla="*/ 12 w 16"/>
                <a:gd name="T9" fmla="*/ 7 h 7"/>
                <a:gd name="T10" fmla="*/ 16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5" name="Freeform 876"/>
            <p:cNvSpPr>
              <a:spLocks/>
            </p:cNvSpPr>
            <p:nvPr userDrawn="1"/>
          </p:nvSpPr>
          <p:spPr bwMode="gray">
            <a:xfrm>
              <a:off x="3352" y="2055"/>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6" name="Freeform 877"/>
            <p:cNvSpPr>
              <a:spLocks/>
            </p:cNvSpPr>
            <p:nvPr userDrawn="1"/>
          </p:nvSpPr>
          <p:spPr bwMode="gray">
            <a:xfrm>
              <a:off x="3366" y="1305"/>
              <a:ext cx="18" cy="12"/>
            </a:xfrm>
            <a:custGeom>
              <a:avLst/>
              <a:gdLst>
                <a:gd name="T0" fmla="*/ 0 w 18"/>
                <a:gd name="T1" fmla="*/ 12 h 12"/>
                <a:gd name="T2" fmla="*/ 9 w 18"/>
                <a:gd name="T3" fmla="*/ 5 h 12"/>
                <a:gd name="T4" fmla="*/ 18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7" name="Freeform 878"/>
            <p:cNvSpPr>
              <a:spLocks/>
            </p:cNvSpPr>
            <p:nvPr userDrawn="1"/>
          </p:nvSpPr>
          <p:spPr bwMode="gray">
            <a:xfrm>
              <a:off x="3372" y="1303"/>
              <a:ext cx="10" cy="14"/>
            </a:xfrm>
            <a:custGeom>
              <a:avLst/>
              <a:gdLst>
                <a:gd name="T0" fmla="*/ 10 w 10"/>
                <a:gd name="T1" fmla="*/ 14 h 14"/>
                <a:gd name="T2" fmla="*/ 7 w 10"/>
                <a:gd name="T3" fmla="*/ 11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8" name="Freeform 879"/>
            <p:cNvSpPr>
              <a:spLocks/>
            </p:cNvSpPr>
            <p:nvPr userDrawn="1"/>
          </p:nvSpPr>
          <p:spPr bwMode="gray">
            <a:xfrm>
              <a:off x="3503" y="1954"/>
              <a:ext cx="14" cy="14"/>
            </a:xfrm>
            <a:custGeom>
              <a:avLst/>
              <a:gdLst>
                <a:gd name="T0" fmla="*/ 0 w 14"/>
                <a:gd name="T1" fmla="*/ 14 h 14"/>
                <a:gd name="T2" fmla="*/ 5 w 14"/>
                <a:gd name="T3" fmla="*/ 12 h 14"/>
                <a:gd name="T4" fmla="*/ 10 w 14"/>
                <a:gd name="T5" fmla="*/ 10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19" name="Freeform 880"/>
            <p:cNvSpPr>
              <a:spLocks/>
            </p:cNvSpPr>
            <p:nvPr userDrawn="1"/>
          </p:nvSpPr>
          <p:spPr bwMode="gray">
            <a:xfrm>
              <a:off x="3510" y="1955"/>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0" name="Freeform 881"/>
            <p:cNvSpPr>
              <a:spLocks/>
            </p:cNvSpPr>
            <p:nvPr userDrawn="1"/>
          </p:nvSpPr>
          <p:spPr bwMode="gray">
            <a:xfrm>
              <a:off x="2284" y="950"/>
              <a:ext cx="5" cy="16"/>
            </a:xfrm>
            <a:custGeom>
              <a:avLst/>
              <a:gdLst>
                <a:gd name="T0" fmla="*/ 3 w 5"/>
                <a:gd name="T1" fmla="*/ 16 h 16"/>
                <a:gd name="T2" fmla="*/ 2 w 5"/>
                <a:gd name="T3" fmla="*/ 12 h 16"/>
                <a:gd name="T4" fmla="*/ 0 w 5"/>
                <a:gd name="T5" fmla="*/ 9 h 16"/>
                <a:gd name="T6" fmla="*/ 2 w 5"/>
                <a:gd name="T7" fmla="*/ 3 h 16"/>
                <a:gd name="T8" fmla="*/ 2 w 5"/>
                <a:gd name="T9" fmla="*/ 2 h 16"/>
                <a:gd name="T10" fmla="*/ 5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1" name="Freeform 882"/>
            <p:cNvSpPr>
              <a:spLocks/>
            </p:cNvSpPr>
            <p:nvPr userDrawn="1"/>
          </p:nvSpPr>
          <p:spPr bwMode="gray">
            <a:xfrm>
              <a:off x="2284" y="952"/>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2" name="Freeform 883"/>
            <p:cNvSpPr>
              <a:spLocks/>
            </p:cNvSpPr>
            <p:nvPr userDrawn="1"/>
          </p:nvSpPr>
          <p:spPr bwMode="gray">
            <a:xfrm>
              <a:off x="2452" y="873"/>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3" name="Freeform 884"/>
            <p:cNvSpPr>
              <a:spLocks/>
            </p:cNvSpPr>
            <p:nvPr userDrawn="1"/>
          </p:nvSpPr>
          <p:spPr bwMode="gray">
            <a:xfrm>
              <a:off x="2443" y="875"/>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4" name="Freeform 885"/>
            <p:cNvSpPr>
              <a:spLocks/>
            </p:cNvSpPr>
            <p:nvPr userDrawn="1"/>
          </p:nvSpPr>
          <p:spPr bwMode="gray">
            <a:xfrm>
              <a:off x="3123" y="2213"/>
              <a:ext cx="18" cy="8"/>
            </a:xfrm>
            <a:custGeom>
              <a:avLst/>
              <a:gdLst>
                <a:gd name="T0" fmla="*/ 0 w 18"/>
                <a:gd name="T1" fmla="*/ 7 h 8"/>
                <a:gd name="T2" fmla="*/ 6 w 18"/>
                <a:gd name="T3" fmla="*/ 8 h 8"/>
                <a:gd name="T4" fmla="*/ 11 w 18"/>
                <a:gd name="T5" fmla="*/ 7 h 8"/>
                <a:gd name="T6" fmla="*/ 14 w 18"/>
                <a:gd name="T7" fmla="*/ 3 h 8"/>
                <a:gd name="T8" fmla="*/ 18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5" name="Freeform 886"/>
            <p:cNvSpPr>
              <a:spLocks/>
            </p:cNvSpPr>
            <p:nvPr userDrawn="1"/>
          </p:nvSpPr>
          <p:spPr bwMode="gray">
            <a:xfrm>
              <a:off x="3127" y="2214"/>
              <a:ext cx="7" cy="7"/>
            </a:xfrm>
            <a:custGeom>
              <a:avLst/>
              <a:gdLst>
                <a:gd name="T0" fmla="*/ 7 w 7"/>
                <a:gd name="T1" fmla="*/ 6 h 7"/>
                <a:gd name="T2" fmla="*/ 5 w 7"/>
                <a:gd name="T3" fmla="*/ 7 h 7"/>
                <a:gd name="T4" fmla="*/ 3 w 7"/>
                <a:gd name="T5" fmla="*/ 6 h 7"/>
                <a:gd name="T6" fmla="*/ 2 w 7"/>
                <a:gd name="T7" fmla="*/ 4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6" name="Freeform 887"/>
            <p:cNvSpPr>
              <a:spLocks/>
            </p:cNvSpPr>
            <p:nvPr userDrawn="1"/>
          </p:nvSpPr>
          <p:spPr bwMode="gray">
            <a:xfrm>
              <a:off x="3283" y="2108"/>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7" name="Freeform 888"/>
            <p:cNvSpPr>
              <a:spLocks/>
            </p:cNvSpPr>
            <p:nvPr userDrawn="1"/>
          </p:nvSpPr>
          <p:spPr bwMode="gray">
            <a:xfrm>
              <a:off x="3279" y="2115"/>
              <a:ext cx="11" cy="7"/>
            </a:xfrm>
            <a:custGeom>
              <a:avLst/>
              <a:gdLst>
                <a:gd name="T0" fmla="*/ 0 w 11"/>
                <a:gd name="T1" fmla="*/ 7 h 7"/>
                <a:gd name="T2" fmla="*/ 4 w 11"/>
                <a:gd name="T3" fmla="*/ 7 h 7"/>
                <a:gd name="T4" fmla="*/ 7 w 11"/>
                <a:gd name="T5" fmla="*/ 5 h 7"/>
                <a:gd name="T6" fmla="*/ 9 w 11"/>
                <a:gd name="T7" fmla="*/ 3 h 7"/>
                <a:gd name="T8" fmla="*/ 11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8" name="Freeform 889"/>
            <p:cNvSpPr>
              <a:spLocks/>
            </p:cNvSpPr>
            <p:nvPr userDrawn="1"/>
          </p:nvSpPr>
          <p:spPr bwMode="gray">
            <a:xfrm>
              <a:off x="2541" y="2150"/>
              <a:ext cx="5"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5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29" name="Freeform 890"/>
            <p:cNvSpPr>
              <a:spLocks/>
            </p:cNvSpPr>
            <p:nvPr userDrawn="1"/>
          </p:nvSpPr>
          <p:spPr bwMode="gray">
            <a:xfrm>
              <a:off x="2539" y="2157"/>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0" name="Freeform 891"/>
            <p:cNvSpPr>
              <a:spLocks/>
            </p:cNvSpPr>
            <p:nvPr userDrawn="1"/>
          </p:nvSpPr>
          <p:spPr bwMode="gray">
            <a:xfrm>
              <a:off x="2744" y="2237"/>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1" name="Freeform 892"/>
            <p:cNvSpPr>
              <a:spLocks/>
            </p:cNvSpPr>
            <p:nvPr userDrawn="1"/>
          </p:nvSpPr>
          <p:spPr bwMode="gray">
            <a:xfrm>
              <a:off x="2735" y="2239"/>
              <a:ext cx="18" cy="3"/>
            </a:xfrm>
            <a:custGeom>
              <a:avLst/>
              <a:gdLst>
                <a:gd name="T0" fmla="*/ 18 w 18"/>
                <a:gd name="T1" fmla="*/ 0 h 3"/>
                <a:gd name="T2" fmla="*/ 14 w 18"/>
                <a:gd name="T3" fmla="*/ 3 h 3"/>
                <a:gd name="T4" fmla="*/ 11 w 18"/>
                <a:gd name="T5" fmla="*/ 3 h 3"/>
                <a:gd name="T6" fmla="*/ 5 w 18"/>
                <a:gd name="T7" fmla="*/ 3 h 3"/>
                <a:gd name="T8" fmla="*/ 0 w 18"/>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2" name="Freeform 893"/>
            <p:cNvSpPr>
              <a:spLocks/>
            </p:cNvSpPr>
            <p:nvPr userDrawn="1"/>
          </p:nvSpPr>
          <p:spPr bwMode="gray">
            <a:xfrm>
              <a:off x="2527" y="922"/>
              <a:ext cx="5" cy="3"/>
            </a:xfrm>
            <a:custGeom>
              <a:avLst/>
              <a:gdLst>
                <a:gd name="T0" fmla="*/ 2 w 5"/>
                <a:gd name="T1" fmla="*/ 3 h 3"/>
                <a:gd name="T2" fmla="*/ 0 w 5"/>
                <a:gd name="T3" fmla="*/ 2 h 3"/>
                <a:gd name="T4" fmla="*/ 0 w 5"/>
                <a:gd name="T5" fmla="*/ 2 h 3"/>
                <a:gd name="T6" fmla="*/ 0 w 5"/>
                <a:gd name="T7" fmla="*/ 0 h 3"/>
                <a:gd name="T8" fmla="*/ 0 w 5"/>
                <a:gd name="T9" fmla="*/ 0 h 3"/>
                <a:gd name="T10" fmla="*/ 3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3" name="Freeform 894"/>
            <p:cNvSpPr>
              <a:spLocks/>
            </p:cNvSpPr>
            <p:nvPr userDrawn="1"/>
          </p:nvSpPr>
          <p:spPr bwMode="gray">
            <a:xfrm>
              <a:off x="2525" y="915"/>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4" name="Freeform 895"/>
            <p:cNvSpPr>
              <a:spLocks/>
            </p:cNvSpPr>
            <p:nvPr userDrawn="1"/>
          </p:nvSpPr>
          <p:spPr bwMode="gray">
            <a:xfrm>
              <a:off x="3041" y="670"/>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5" name="Freeform 896"/>
            <p:cNvSpPr>
              <a:spLocks/>
            </p:cNvSpPr>
            <p:nvPr userDrawn="1"/>
          </p:nvSpPr>
          <p:spPr bwMode="gray">
            <a:xfrm>
              <a:off x="3034" y="672"/>
              <a:ext cx="16" cy="3"/>
            </a:xfrm>
            <a:custGeom>
              <a:avLst/>
              <a:gdLst>
                <a:gd name="T0" fmla="*/ 0 w 16"/>
                <a:gd name="T1" fmla="*/ 3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6" name="Freeform 897"/>
            <p:cNvSpPr>
              <a:spLocks/>
            </p:cNvSpPr>
            <p:nvPr userDrawn="1"/>
          </p:nvSpPr>
          <p:spPr bwMode="gray">
            <a:xfrm>
              <a:off x="2740" y="980"/>
              <a:ext cx="2" cy="19"/>
            </a:xfrm>
            <a:custGeom>
              <a:avLst/>
              <a:gdLst>
                <a:gd name="T0" fmla="*/ 2 w 2"/>
                <a:gd name="T1" fmla="*/ 19 h 19"/>
                <a:gd name="T2" fmla="*/ 2 w 2"/>
                <a:gd name="T3" fmla="*/ 15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7" name="Freeform 898"/>
            <p:cNvSpPr>
              <a:spLocks/>
            </p:cNvSpPr>
            <p:nvPr userDrawn="1"/>
          </p:nvSpPr>
          <p:spPr bwMode="gray">
            <a:xfrm>
              <a:off x="2732" y="990"/>
              <a:ext cx="19" cy="2"/>
            </a:xfrm>
            <a:custGeom>
              <a:avLst/>
              <a:gdLst>
                <a:gd name="T0" fmla="*/ 19 w 19"/>
                <a:gd name="T1" fmla="*/ 0 h 2"/>
                <a:gd name="T2" fmla="*/ 14 w 19"/>
                <a:gd name="T3" fmla="*/ 0 h 2"/>
                <a:gd name="T4" fmla="*/ 10 w 19"/>
                <a:gd name="T5" fmla="*/ 0 h 2"/>
                <a:gd name="T6" fmla="*/ 5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8" name="Freeform 899"/>
            <p:cNvSpPr>
              <a:spLocks/>
            </p:cNvSpPr>
            <p:nvPr userDrawn="1"/>
          </p:nvSpPr>
          <p:spPr bwMode="gray">
            <a:xfrm>
              <a:off x="3249" y="733"/>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39" name="Freeform 900"/>
            <p:cNvSpPr>
              <a:spLocks/>
            </p:cNvSpPr>
            <p:nvPr userDrawn="1"/>
          </p:nvSpPr>
          <p:spPr bwMode="gray">
            <a:xfrm>
              <a:off x="3244" y="728"/>
              <a:ext cx="11" cy="15"/>
            </a:xfrm>
            <a:custGeom>
              <a:avLst/>
              <a:gdLst>
                <a:gd name="T0" fmla="*/ 11 w 11"/>
                <a:gd name="T1" fmla="*/ 15 h 15"/>
                <a:gd name="T2" fmla="*/ 11 w 11"/>
                <a:gd name="T3" fmla="*/ 10 h 15"/>
                <a:gd name="T4" fmla="*/ 7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0" name="Freeform 901"/>
            <p:cNvSpPr>
              <a:spLocks/>
            </p:cNvSpPr>
            <p:nvPr userDrawn="1"/>
          </p:nvSpPr>
          <p:spPr bwMode="gray">
            <a:xfrm>
              <a:off x="2490" y="763"/>
              <a:ext cx="4" cy="15"/>
            </a:xfrm>
            <a:custGeom>
              <a:avLst/>
              <a:gdLst>
                <a:gd name="T0" fmla="*/ 4 w 4"/>
                <a:gd name="T1" fmla="*/ 15 h 15"/>
                <a:gd name="T2" fmla="*/ 0 w 4"/>
                <a:gd name="T3" fmla="*/ 12 h 15"/>
                <a:gd name="T4" fmla="*/ 0 w 4"/>
                <a:gd name="T5" fmla="*/ 8 h 15"/>
                <a:gd name="T6" fmla="*/ 0 w 4"/>
                <a:gd name="T7" fmla="*/ 5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1" name="Freeform 902"/>
            <p:cNvSpPr>
              <a:spLocks/>
            </p:cNvSpPr>
            <p:nvPr userDrawn="1"/>
          </p:nvSpPr>
          <p:spPr bwMode="gray">
            <a:xfrm>
              <a:off x="2489" y="764"/>
              <a:ext cx="8" cy="9"/>
            </a:xfrm>
            <a:custGeom>
              <a:avLst/>
              <a:gdLst>
                <a:gd name="T0" fmla="*/ 8 w 8"/>
                <a:gd name="T1" fmla="*/ 0 h 9"/>
                <a:gd name="T2" fmla="*/ 5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2" name="Freeform 903"/>
            <p:cNvSpPr>
              <a:spLocks/>
            </p:cNvSpPr>
            <p:nvPr userDrawn="1"/>
          </p:nvSpPr>
          <p:spPr bwMode="gray">
            <a:xfrm>
              <a:off x="3146" y="960"/>
              <a:ext cx="2" cy="20"/>
            </a:xfrm>
            <a:custGeom>
              <a:avLst/>
              <a:gdLst>
                <a:gd name="T0" fmla="*/ 2 w 2"/>
                <a:gd name="T1" fmla="*/ 20 h 20"/>
                <a:gd name="T2" fmla="*/ 2 w 2"/>
                <a:gd name="T3" fmla="*/ 16 h 20"/>
                <a:gd name="T4" fmla="*/ 2 w 2"/>
                <a:gd name="T5" fmla="*/ 11 h 20"/>
                <a:gd name="T6" fmla="*/ 2 w 2"/>
                <a:gd name="T7" fmla="*/ 6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3" name="Freeform 904"/>
            <p:cNvSpPr>
              <a:spLocks/>
            </p:cNvSpPr>
            <p:nvPr userDrawn="1"/>
          </p:nvSpPr>
          <p:spPr bwMode="gray">
            <a:xfrm>
              <a:off x="3139" y="971"/>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4" name="Freeform 905"/>
            <p:cNvSpPr>
              <a:spLocks/>
            </p:cNvSpPr>
            <p:nvPr userDrawn="1"/>
          </p:nvSpPr>
          <p:spPr bwMode="gray">
            <a:xfrm>
              <a:off x="2651" y="687"/>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5" name="Freeform 906"/>
            <p:cNvSpPr>
              <a:spLocks/>
            </p:cNvSpPr>
            <p:nvPr userDrawn="1"/>
          </p:nvSpPr>
          <p:spPr bwMode="gray">
            <a:xfrm>
              <a:off x="2653" y="687"/>
              <a:ext cx="10" cy="9"/>
            </a:xfrm>
            <a:custGeom>
              <a:avLst/>
              <a:gdLst>
                <a:gd name="T0" fmla="*/ 10 w 10"/>
                <a:gd name="T1" fmla="*/ 0 h 9"/>
                <a:gd name="T2" fmla="*/ 7 w 10"/>
                <a:gd name="T3" fmla="*/ 0 h 9"/>
                <a:gd name="T4" fmla="*/ 5 w 10"/>
                <a:gd name="T5" fmla="*/ 2 h 9"/>
                <a:gd name="T6" fmla="*/ 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6" name="Freeform 907"/>
            <p:cNvSpPr>
              <a:spLocks/>
            </p:cNvSpPr>
            <p:nvPr userDrawn="1"/>
          </p:nvSpPr>
          <p:spPr bwMode="gray">
            <a:xfrm>
              <a:off x="3300" y="882"/>
              <a:ext cx="14" cy="12"/>
            </a:xfrm>
            <a:custGeom>
              <a:avLst/>
              <a:gdLst>
                <a:gd name="T0" fmla="*/ 14 w 14"/>
                <a:gd name="T1" fmla="*/ 12 h 12"/>
                <a:gd name="T2" fmla="*/ 14 w 14"/>
                <a:gd name="T3" fmla="*/ 7 h 12"/>
                <a:gd name="T4" fmla="*/ 12 w 14"/>
                <a:gd name="T5" fmla="*/ 3 h 12"/>
                <a:gd name="T6" fmla="*/ 9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7" name="Freeform 908"/>
            <p:cNvSpPr>
              <a:spLocks/>
            </p:cNvSpPr>
            <p:nvPr userDrawn="1"/>
          </p:nvSpPr>
          <p:spPr bwMode="gray">
            <a:xfrm>
              <a:off x="3307" y="885"/>
              <a:ext cx="5" cy="7"/>
            </a:xfrm>
            <a:custGeom>
              <a:avLst/>
              <a:gdLst>
                <a:gd name="T0" fmla="*/ 0 w 5"/>
                <a:gd name="T1" fmla="*/ 0 h 7"/>
                <a:gd name="T2" fmla="*/ 3 w 5"/>
                <a:gd name="T3" fmla="*/ 0 h 7"/>
                <a:gd name="T4" fmla="*/ 5 w 5"/>
                <a:gd name="T5" fmla="*/ 2 h 7"/>
                <a:gd name="T6" fmla="*/ 5 w 5"/>
                <a:gd name="T7" fmla="*/ 4 h 7"/>
                <a:gd name="T8" fmla="*/ 3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8" name="Freeform 909"/>
            <p:cNvSpPr>
              <a:spLocks/>
            </p:cNvSpPr>
            <p:nvPr userDrawn="1"/>
          </p:nvSpPr>
          <p:spPr bwMode="gray">
            <a:xfrm>
              <a:off x="2118" y="1513"/>
              <a:ext cx="5" cy="16"/>
            </a:xfrm>
            <a:custGeom>
              <a:avLst/>
              <a:gdLst>
                <a:gd name="T0" fmla="*/ 1 w 5"/>
                <a:gd name="T1" fmla="*/ 0 h 16"/>
                <a:gd name="T2" fmla="*/ 0 w 5"/>
                <a:gd name="T3" fmla="*/ 3 h 16"/>
                <a:gd name="T4" fmla="*/ 0 w 5"/>
                <a:gd name="T5" fmla="*/ 7 h 16"/>
                <a:gd name="T6" fmla="*/ 1 w 5"/>
                <a:gd name="T7" fmla="*/ 12 h 16"/>
                <a:gd name="T8" fmla="*/ 3 w 5"/>
                <a:gd name="T9" fmla="*/ 14 h 16"/>
                <a:gd name="T10" fmla="*/ 5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49" name="Freeform 910"/>
            <p:cNvSpPr>
              <a:spLocks/>
            </p:cNvSpPr>
            <p:nvPr userDrawn="1"/>
          </p:nvSpPr>
          <p:spPr bwMode="gray">
            <a:xfrm>
              <a:off x="2118" y="1520"/>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0" name="Freeform 911"/>
            <p:cNvSpPr>
              <a:spLocks/>
            </p:cNvSpPr>
            <p:nvPr userDrawn="1"/>
          </p:nvSpPr>
          <p:spPr bwMode="gray">
            <a:xfrm>
              <a:off x="2111" y="1284"/>
              <a:ext cx="12" cy="14"/>
            </a:xfrm>
            <a:custGeom>
              <a:avLst/>
              <a:gdLst>
                <a:gd name="T0" fmla="*/ 0 w 12"/>
                <a:gd name="T1" fmla="*/ 14 h 14"/>
                <a:gd name="T2" fmla="*/ 0 w 12"/>
                <a:gd name="T3" fmla="*/ 9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1" name="Freeform 912"/>
            <p:cNvSpPr>
              <a:spLocks/>
            </p:cNvSpPr>
            <p:nvPr userDrawn="1"/>
          </p:nvSpPr>
          <p:spPr bwMode="gray">
            <a:xfrm>
              <a:off x="2112" y="1287"/>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2" name="Line 913"/>
            <p:cNvSpPr>
              <a:spLocks noChangeShapeType="1"/>
            </p:cNvSpPr>
            <p:nvPr userDrawn="1"/>
          </p:nvSpPr>
          <p:spPr bwMode="gray">
            <a:xfrm flipH="1" flipV="1">
              <a:off x="3314" y="93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3" name="Line 914"/>
            <p:cNvSpPr>
              <a:spLocks noChangeShapeType="1"/>
            </p:cNvSpPr>
            <p:nvPr userDrawn="1"/>
          </p:nvSpPr>
          <p:spPr bwMode="gray">
            <a:xfrm flipV="1">
              <a:off x="3248" y="1887"/>
              <a:ext cx="1"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4" name="Freeform 915"/>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5" name="Line 916"/>
            <p:cNvSpPr>
              <a:spLocks noChangeShapeType="1"/>
            </p:cNvSpPr>
            <p:nvPr userDrawn="1"/>
          </p:nvSpPr>
          <p:spPr bwMode="gray">
            <a:xfrm flipV="1">
              <a:off x="3141" y="1901"/>
              <a:ext cx="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6" name="Line 917"/>
            <p:cNvSpPr>
              <a:spLocks noChangeShapeType="1"/>
            </p:cNvSpPr>
            <p:nvPr userDrawn="1"/>
          </p:nvSpPr>
          <p:spPr bwMode="gray">
            <a:xfrm flipV="1">
              <a:off x="3146" y="1903"/>
              <a:ext cx="2"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7" name="Line 918"/>
            <p:cNvSpPr>
              <a:spLocks noChangeShapeType="1"/>
            </p:cNvSpPr>
            <p:nvPr userDrawn="1"/>
          </p:nvSpPr>
          <p:spPr bwMode="gray">
            <a:xfrm>
              <a:off x="3144" y="1903"/>
              <a:ext cx="1"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8" name="Freeform 919"/>
            <p:cNvSpPr>
              <a:spLocks/>
            </p:cNvSpPr>
            <p:nvPr userDrawn="1"/>
          </p:nvSpPr>
          <p:spPr bwMode="gray">
            <a:xfrm>
              <a:off x="3141" y="1971"/>
              <a:ext cx="5" cy="9"/>
            </a:xfrm>
            <a:custGeom>
              <a:avLst/>
              <a:gdLst>
                <a:gd name="T0" fmla="*/ 5 w 5"/>
                <a:gd name="T1" fmla="*/ 9 h 9"/>
                <a:gd name="T2" fmla="*/ 2 w 5"/>
                <a:gd name="T3" fmla="*/ 7 h 9"/>
                <a:gd name="T4" fmla="*/ 0 w 5"/>
                <a:gd name="T5" fmla="*/ 5 h 9"/>
                <a:gd name="T6" fmla="*/ 0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59" name="Freeform 920"/>
            <p:cNvSpPr>
              <a:spLocks/>
            </p:cNvSpPr>
            <p:nvPr userDrawn="1"/>
          </p:nvSpPr>
          <p:spPr bwMode="gray">
            <a:xfrm>
              <a:off x="3143" y="1985"/>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0" name="Freeform 921"/>
            <p:cNvSpPr>
              <a:spLocks/>
            </p:cNvSpPr>
            <p:nvPr userDrawn="1"/>
          </p:nvSpPr>
          <p:spPr bwMode="gray">
            <a:xfrm>
              <a:off x="3132" y="1971"/>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1" name="Freeform 922"/>
            <p:cNvSpPr>
              <a:spLocks/>
            </p:cNvSpPr>
            <p:nvPr userDrawn="1"/>
          </p:nvSpPr>
          <p:spPr bwMode="gray">
            <a:xfrm>
              <a:off x="3123" y="1978"/>
              <a:ext cx="9" cy="18"/>
            </a:xfrm>
            <a:custGeom>
              <a:avLst/>
              <a:gdLst>
                <a:gd name="T0" fmla="*/ 0 w 9"/>
                <a:gd name="T1" fmla="*/ 18 h 18"/>
                <a:gd name="T2" fmla="*/ 2 w 9"/>
                <a:gd name="T3" fmla="*/ 14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2" name="Freeform 923"/>
            <p:cNvSpPr>
              <a:spLocks/>
            </p:cNvSpPr>
            <p:nvPr userDrawn="1"/>
          </p:nvSpPr>
          <p:spPr bwMode="gray">
            <a:xfrm>
              <a:off x="3123" y="1996"/>
              <a:ext cx="20" cy="1"/>
            </a:xfrm>
            <a:custGeom>
              <a:avLst/>
              <a:gdLst>
                <a:gd name="T0" fmla="*/ 0 w 20"/>
                <a:gd name="T1" fmla="*/ 0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63" name="Line 924"/>
            <p:cNvSpPr>
              <a:spLocks noChangeShapeType="1"/>
            </p:cNvSpPr>
            <p:nvPr userDrawn="1"/>
          </p:nvSpPr>
          <p:spPr bwMode="gray">
            <a:xfrm>
              <a:off x="2837" y="1216"/>
              <a:ext cx="314" cy="10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864" name="Group 925"/>
          <p:cNvGrpSpPr>
            <a:grpSpLocks/>
          </p:cNvGrpSpPr>
          <p:nvPr userDrawn="1"/>
        </p:nvGrpSpPr>
        <p:grpSpPr bwMode="auto">
          <a:xfrm>
            <a:off x="5867400" y="3789363"/>
            <a:ext cx="2798763" cy="2786062"/>
            <a:chOff x="4059" y="2614"/>
            <a:chExt cx="1581" cy="1574"/>
          </a:xfrm>
        </p:grpSpPr>
        <p:sp>
          <p:nvSpPr>
            <p:cNvPr id="865" name="Line 926"/>
            <p:cNvSpPr>
              <a:spLocks noChangeShapeType="1"/>
            </p:cNvSpPr>
            <p:nvPr userDrawn="1"/>
          </p:nvSpPr>
          <p:spPr bwMode="gray">
            <a:xfrm flipH="1">
              <a:off x="5040" y="3476"/>
              <a:ext cx="156"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6" name="Line 927"/>
            <p:cNvSpPr>
              <a:spLocks noChangeShapeType="1"/>
            </p:cNvSpPr>
            <p:nvPr userDrawn="1"/>
          </p:nvSpPr>
          <p:spPr bwMode="gray">
            <a:xfrm flipH="1" flipV="1">
              <a:off x="5049" y="3467"/>
              <a:ext cx="206"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7" name="Line 928"/>
            <p:cNvSpPr>
              <a:spLocks noChangeShapeType="1"/>
            </p:cNvSpPr>
            <p:nvPr userDrawn="1"/>
          </p:nvSpPr>
          <p:spPr bwMode="gray">
            <a:xfrm flipV="1">
              <a:off x="5029" y="358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8" name="Line 929"/>
            <p:cNvSpPr>
              <a:spLocks noChangeShapeType="1"/>
            </p:cNvSpPr>
            <p:nvPr userDrawn="1"/>
          </p:nvSpPr>
          <p:spPr bwMode="gray">
            <a:xfrm flipV="1">
              <a:off x="5397" y="3462"/>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69" name="Line 930"/>
            <p:cNvSpPr>
              <a:spLocks noChangeShapeType="1"/>
            </p:cNvSpPr>
            <p:nvPr userDrawn="1"/>
          </p:nvSpPr>
          <p:spPr bwMode="gray">
            <a:xfrm flipH="1">
              <a:off x="5404" y="3217"/>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0" name="Line 931"/>
            <p:cNvSpPr>
              <a:spLocks noChangeShapeType="1"/>
            </p:cNvSpPr>
            <p:nvPr userDrawn="1"/>
          </p:nvSpPr>
          <p:spPr bwMode="gray">
            <a:xfrm flipV="1">
              <a:off x="4938" y="2878"/>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1" name="Freeform 932"/>
            <p:cNvSpPr>
              <a:spLocks/>
            </p:cNvSpPr>
            <p:nvPr userDrawn="1"/>
          </p:nvSpPr>
          <p:spPr bwMode="gray">
            <a:xfrm>
              <a:off x="5031" y="3567"/>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2" name="Line 933"/>
            <p:cNvSpPr>
              <a:spLocks noChangeShapeType="1"/>
            </p:cNvSpPr>
            <p:nvPr userDrawn="1"/>
          </p:nvSpPr>
          <p:spPr bwMode="gray">
            <a:xfrm>
              <a:off x="4931" y="3539"/>
              <a:ext cx="20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3" name="Line 934"/>
            <p:cNvSpPr>
              <a:spLocks noChangeShapeType="1"/>
            </p:cNvSpPr>
            <p:nvPr userDrawn="1"/>
          </p:nvSpPr>
          <p:spPr bwMode="gray">
            <a:xfrm>
              <a:off x="4937" y="3532"/>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4" name="Line 935"/>
            <p:cNvSpPr>
              <a:spLocks noChangeShapeType="1"/>
            </p:cNvSpPr>
            <p:nvPr userDrawn="1"/>
          </p:nvSpPr>
          <p:spPr bwMode="gray">
            <a:xfrm flipH="1" flipV="1">
              <a:off x="4928" y="3550"/>
              <a:ext cx="208"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5" name="Line 936"/>
            <p:cNvSpPr>
              <a:spLocks noChangeShapeType="1"/>
            </p:cNvSpPr>
            <p:nvPr userDrawn="1"/>
          </p:nvSpPr>
          <p:spPr bwMode="gray">
            <a:xfrm>
              <a:off x="4905" y="3786"/>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6" name="Line 937"/>
            <p:cNvSpPr>
              <a:spLocks noChangeShapeType="1"/>
            </p:cNvSpPr>
            <p:nvPr userDrawn="1"/>
          </p:nvSpPr>
          <p:spPr bwMode="gray">
            <a:xfrm flipH="1" flipV="1">
              <a:off x="4179" y="3352"/>
              <a:ext cx="116"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7" name="Line 938"/>
            <p:cNvSpPr>
              <a:spLocks noChangeShapeType="1"/>
            </p:cNvSpPr>
            <p:nvPr userDrawn="1"/>
          </p:nvSpPr>
          <p:spPr bwMode="gray">
            <a:xfrm flipV="1">
              <a:off x="4232" y="3411"/>
              <a:ext cx="63" cy="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8" name="Line 939"/>
            <p:cNvSpPr>
              <a:spLocks noChangeShapeType="1"/>
            </p:cNvSpPr>
            <p:nvPr userDrawn="1"/>
          </p:nvSpPr>
          <p:spPr bwMode="gray">
            <a:xfrm flipH="1" flipV="1">
              <a:off x="4613" y="3508"/>
              <a:ext cx="203"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79" name="Line 940"/>
            <p:cNvSpPr>
              <a:spLocks noChangeShapeType="1"/>
            </p:cNvSpPr>
            <p:nvPr userDrawn="1"/>
          </p:nvSpPr>
          <p:spPr bwMode="gray">
            <a:xfrm flipV="1">
              <a:off x="4590" y="3483"/>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0" name="Line 941"/>
            <p:cNvSpPr>
              <a:spLocks noChangeShapeType="1"/>
            </p:cNvSpPr>
            <p:nvPr userDrawn="1"/>
          </p:nvSpPr>
          <p:spPr bwMode="gray">
            <a:xfrm flipV="1">
              <a:off x="4828" y="3597"/>
              <a:ext cx="1"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1" name="Line 942"/>
            <p:cNvSpPr>
              <a:spLocks noChangeShapeType="1"/>
            </p:cNvSpPr>
            <p:nvPr userDrawn="1"/>
          </p:nvSpPr>
          <p:spPr bwMode="gray">
            <a:xfrm flipV="1">
              <a:off x="4746" y="3665"/>
              <a:ext cx="161"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2" name="Line 943"/>
            <p:cNvSpPr>
              <a:spLocks noChangeShapeType="1"/>
            </p:cNvSpPr>
            <p:nvPr userDrawn="1"/>
          </p:nvSpPr>
          <p:spPr bwMode="gray">
            <a:xfrm>
              <a:off x="4681" y="3450"/>
              <a:ext cx="11"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3" name="Line 944"/>
            <p:cNvSpPr>
              <a:spLocks noChangeShapeType="1"/>
            </p:cNvSpPr>
            <p:nvPr userDrawn="1"/>
          </p:nvSpPr>
          <p:spPr bwMode="gray">
            <a:xfrm flipV="1">
              <a:off x="4692" y="3453"/>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4" name="Line 945"/>
            <p:cNvSpPr>
              <a:spLocks noChangeShapeType="1"/>
            </p:cNvSpPr>
            <p:nvPr userDrawn="1"/>
          </p:nvSpPr>
          <p:spPr bwMode="gray">
            <a:xfrm flipH="1" flipV="1">
              <a:off x="4400" y="3513"/>
              <a:ext cx="4" cy="2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5" name="Line 946"/>
            <p:cNvSpPr>
              <a:spLocks noChangeShapeType="1"/>
            </p:cNvSpPr>
            <p:nvPr userDrawn="1"/>
          </p:nvSpPr>
          <p:spPr bwMode="gray">
            <a:xfrm>
              <a:off x="4090" y="3527"/>
              <a:ext cx="637"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6" name="Line 947"/>
            <p:cNvSpPr>
              <a:spLocks noChangeShapeType="1"/>
            </p:cNvSpPr>
            <p:nvPr userDrawn="1"/>
          </p:nvSpPr>
          <p:spPr bwMode="gray">
            <a:xfrm flipV="1">
              <a:off x="4512" y="3553"/>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7" name="Line 948"/>
            <p:cNvSpPr>
              <a:spLocks noChangeShapeType="1"/>
            </p:cNvSpPr>
            <p:nvPr userDrawn="1"/>
          </p:nvSpPr>
          <p:spPr bwMode="gray">
            <a:xfrm flipH="1" flipV="1">
              <a:off x="4499" y="3550"/>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8" name="Line 949"/>
            <p:cNvSpPr>
              <a:spLocks noChangeShapeType="1"/>
            </p:cNvSpPr>
            <p:nvPr userDrawn="1"/>
          </p:nvSpPr>
          <p:spPr bwMode="gray">
            <a:xfrm flipH="1" flipV="1">
              <a:off x="4302" y="3478"/>
              <a:ext cx="19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89" name="Line 950"/>
            <p:cNvSpPr>
              <a:spLocks noChangeShapeType="1"/>
            </p:cNvSpPr>
            <p:nvPr userDrawn="1"/>
          </p:nvSpPr>
          <p:spPr bwMode="gray">
            <a:xfrm flipH="1" flipV="1">
              <a:off x="4291" y="3474"/>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0" name="Line 951"/>
            <p:cNvSpPr>
              <a:spLocks noChangeShapeType="1"/>
            </p:cNvSpPr>
            <p:nvPr userDrawn="1"/>
          </p:nvSpPr>
          <p:spPr bwMode="gray">
            <a:xfrm flipV="1">
              <a:off x="4291" y="3474"/>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1" name="Line 952"/>
            <p:cNvSpPr>
              <a:spLocks noChangeShapeType="1"/>
            </p:cNvSpPr>
            <p:nvPr userDrawn="1"/>
          </p:nvSpPr>
          <p:spPr bwMode="gray">
            <a:xfrm>
              <a:off x="4295" y="3714"/>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2" name="Line 953"/>
            <p:cNvSpPr>
              <a:spLocks noChangeShapeType="1"/>
            </p:cNvSpPr>
            <p:nvPr userDrawn="1"/>
          </p:nvSpPr>
          <p:spPr bwMode="gray">
            <a:xfrm>
              <a:off x="4295" y="3728"/>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3" name="Line 954"/>
            <p:cNvSpPr>
              <a:spLocks noChangeShapeType="1"/>
            </p:cNvSpPr>
            <p:nvPr userDrawn="1"/>
          </p:nvSpPr>
          <p:spPr bwMode="gray">
            <a:xfrm>
              <a:off x="4307" y="3732"/>
              <a:ext cx="195"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4" name="Line 955"/>
            <p:cNvSpPr>
              <a:spLocks noChangeShapeType="1"/>
            </p:cNvSpPr>
            <p:nvPr userDrawn="1"/>
          </p:nvSpPr>
          <p:spPr bwMode="gray">
            <a:xfrm>
              <a:off x="4503" y="3805"/>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5" name="Line 956"/>
            <p:cNvSpPr>
              <a:spLocks noChangeShapeType="1"/>
            </p:cNvSpPr>
            <p:nvPr userDrawn="1"/>
          </p:nvSpPr>
          <p:spPr bwMode="gray">
            <a:xfrm>
              <a:off x="4513" y="3796"/>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6" name="Line 957"/>
            <p:cNvSpPr>
              <a:spLocks noChangeShapeType="1"/>
            </p:cNvSpPr>
            <p:nvPr userDrawn="1"/>
          </p:nvSpPr>
          <p:spPr bwMode="gray">
            <a:xfrm flipH="1" flipV="1">
              <a:off x="4604" y="3836"/>
              <a:ext cx="2" cy="1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7" name="Line 958"/>
            <p:cNvSpPr>
              <a:spLocks noChangeShapeType="1"/>
            </p:cNvSpPr>
            <p:nvPr userDrawn="1"/>
          </p:nvSpPr>
          <p:spPr bwMode="gray">
            <a:xfrm flipV="1">
              <a:off x="4524" y="3836"/>
              <a:ext cx="7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8" name="Line 959"/>
            <p:cNvSpPr>
              <a:spLocks noChangeShapeType="1"/>
            </p:cNvSpPr>
            <p:nvPr userDrawn="1"/>
          </p:nvSpPr>
          <p:spPr bwMode="gray">
            <a:xfrm flipH="1" flipV="1">
              <a:off x="4601" y="3256"/>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899" name="Line 960"/>
            <p:cNvSpPr>
              <a:spLocks noChangeShapeType="1"/>
            </p:cNvSpPr>
            <p:nvPr userDrawn="1"/>
          </p:nvSpPr>
          <p:spPr bwMode="gray">
            <a:xfrm flipV="1">
              <a:off x="4520" y="3378"/>
              <a:ext cx="163" cy="8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0" name="Line 961"/>
            <p:cNvSpPr>
              <a:spLocks noChangeShapeType="1"/>
            </p:cNvSpPr>
            <p:nvPr userDrawn="1"/>
          </p:nvSpPr>
          <p:spPr bwMode="gray">
            <a:xfrm>
              <a:off x="4389" y="3172"/>
              <a:ext cx="200"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1" name="Line 962"/>
            <p:cNvSpPr>
              <a:spLocks noChangeShapeType="1"/>
            </p:cNvSpPr>
            <p:nvPr userDrawn="1"/>
          </p:nvSpPr>
          <p:spPr bwMode="gray">
            <a:xfrm flipH="1">
              <a:off x="4405" y="3163"/>
              <a:ext cx="166"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2" name="Line 963"/>
            <p:cNvSpPr>
              <a:spLocks noChangeShapeType="1"/>
            </p:cNvSpPr>
            <p:nvPr userDrawn="1"/>
          </p:nvSpPr>
          <p:spPr bwMode="gray">
            <a:xfrm>
              <a:off x="4307" y="3808"/>
              <a:ext cx="195"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3" name="Line 964"/>
            <p:cNvSpPr>
              <a:spLocks noChangeShapeType="1"/>
            </p:cNvSpPr>
            <p:nvPr userDrawn="1"/>
          </p:nvSpPr>
          <p:spPr bwMode="gray">
            <a:xfrm>
              <a:off x="4403" y="3768"/>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4" name="Line 965"/>
            <p:cNvSpPr>
              <a:spLocks noChangeShapeType="1"/>
            </p:cNvSpPr>
            <p:nvPr userDrawn="1"/>
          </p:nvSpPr>
          <p:spPr bwMode="gray">
            <a:xfrm>
              <a:off x="4300" y="3398"/>
              <a:ext cx="199"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5" name="Line 966"/>
            <p:cNvSpPr>
              <a:spLocks noChangeShapeType="1"/>
            </p:cNvSpPr>
            <p:nvPr userDrawn="1"/>
          </p:nvSpPr>
          <p:spPr bwMode="gray">
            <a:xfrm>
              <a:off x="4396" y="3266"/>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6" name="Line 967"/>
            <p:cNvSpPr>
              <a:spLocks noChangeShapeType="1"/>
            </p:cNvSpPr>
            <p:nvPr userDrawn="1"/>
          </p:nvSpPr>
          <p:spPr bwMode="gray">
            <a:xfrm flipV="1">
              <a:off x="5386" y="3111"/>
              <a:ext cx="30" cy="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7" name="Line 968"/>
            <p:cNvSpPr>
              <a:spLocks noChangeShapeType="1"/>
            </p:cNvSpPr>
            <p:nvPr userDrawn="1"/>
          </p:nvSpPr>
          <p:spPr bwMode="gray">
            <a:xfrm flipV="1">
              <a:off x="5496" y="3212"/>
              <a:ext cx="4"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8" name="Line 969"/>
            <p:cNvSpPr>
              <a:spLocks noChangeShapeType="1"/>
            </p:cNvSpPr>
            <p:nvPr userDrawn="1"/>
          </p:nvSpPr>
          <p:spPr bwMode="gray">
            <a:xfrm flipV="1">
              <a:off x="5547" y="3280"/>
              <a:ext cx="18"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09" name="Line 970"/>
            <p:cNvSpPr>
              <a:spLocks noChangeShapeType="1"/>
            </p:cNvSpPr>
            <p:nvPr userDrawn="1"/>
          </p:nvSpPr>
          <p:spPr bwMode="gray">
            <a:xfrm>
              <a:off x="5346" y="3083"/>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0" name="Line 971"/>
            <p:cNvSpPr>
              <a:spLocks noChangeShapeType="1"/>
            </p:cNvSpPr>
            <p:nvPr userDrawn="1"/>
          </p:nvSpPr>
          <p:spPr bwMode="gray">
            <a:xfrm flipV="1">
              <a:off x="5356" y="3086"/>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1" name="Line 972"/>
            <p:cNvSpPr>
              <a:spLocks noChangeShapeType="1"/>
            </p:cNvSpPr>
            <p:nvPr userDrawn="1"/>
          </p:nvSpPr>
          <p:spPr bwMode="gray">
            <a:xfrm flipV="1">
              <a:off x="5087" y="3168"/>
              <a:ext cx="4" cy="2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2" name="Line 973"/>
            <p:cNvSpPr>
              <a:spLocks noChangeShapeType="1"/>
            </p:cNvSpPr>
            <p:nvPr userDrawn="1"/>
          </p:nvSpPr>
          <p:spPr bwMode="gray">
            <a:xfrm>
              <a:off x="4982" y="333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3" name="Line 974"/>
            <p:cNvSpPr>
              <a:spLocks noChangeShapeType="1"/>
            </p:cNvSpPr>
            <p:nvPr userDrawn="1"/>
          </p:nvSpPr>
          <p:spPr bwMode="gray">
            <a:xfrm>
              <a:off x="4982" y="3345"/>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4" name="Line 975"/>
            <p:cNvSpPr>
              <a:spLocks noChangeShapeType="1"/>
            </p:cNvSpPr>
            <p:nvPr userDrawn="1"/>
          </p:nvSpPr>
          <p:spPr bwMode="gray">
            <a:xfrm flipV="1">
              <a:off x="5279" y="2896"/>
              <a:ext cx="4" cy="19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5" name="Line 976"/>
            <p:cNvSpPr>
              <a:spLocks noChangeShapeType="1"/>
            </p:cNvSpPr>
            <p:nvPr userDrawn="1"/>
          </p:nvSpPr>
          <p:spPr bwMode="gray">
            <a:xfrm flipV="1">
              <a:off x="5257" y="3014"/>
              <a:ext cx="94"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6" name="Line 977"/>
            <p:cNvSpPr>
              <a:spLocks noChangeShapeType="1"/>
            </p:cNvSpPr>
            <p:nvPr userDrawn="1"/>
          </p:nvSpPr>
          <p:spPr bwMode="gray">
            <a:xfrm flipH="1">
              <a:off x="5232" y="2812"/>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7" name="Line 978"/>
            <p:cNvSpPr>
              <a:spLocks noChangeShapeType="1"/>
            </p:cNvSpPr>
            <p:nvPr userDrawn="1"/>
          </p:nvSpPr>
          <p:spPr bwMode="gray">
            <a:xfrm>
              <a:off x="4991" y="3422"/>
              <a:ext cx="83" cy="2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8" name="Line 979"/>
            <p:cNvSpPr>
              <a:spLocks noChangeShapeType="1"/>
            </p:cNvSpPr>
            <p:nvPr userDrawn="1"/>
          </p:nvSpPr>
          <p:spPr bwMode="gray">
            <a:xfrm flipH="1" flipV="1">
              <a:off x="4993" y="3349"/>
              <a:ext cx="105"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19" name="Line 980"/>
            <p:cNvSpPr>
              <a:spLocks noChangeShapeType="1"/>
            </p:cNvSpPr>
            <p:nvPr userDrawn="1"/>
          </p:nvSpPr>
          <p:spPr bwMode="gray">
            <a:xfrm flipH="1">
              <a:off x="5482" y="3286"/>
              <a:ext cx="42" cy="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0" name="Line 981"/>
            <p:cNvSpPr>
              <a:spLocks noChangeShapeType="1"/>
            </p:cNvSpPr>
            <p:nvPr userDrawn="1"/>
          </p:nvSpPr>
          <p:spPr bwMode="gray">
            <a:xfrm flipH="1" flipV="1">
              <a:off x="5481" y="3364"/>
              <a:ext cx="43"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1" name="Line 982"/>
            <p:cNvSpPr>
              <a:spLocks noChangeShapeType="1"/>
            </p:cNvSpPr>
            <p:nvPr userDrawn="1"/>
          </p:nvSpPr>
          <p:spPr bwMode="gray">
            <a:xfrm flipV="1">
              <a:off x="5091" y="3432"/>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2" name="Line 983"/>
            <p:cNvSpPr>
              <a:spLocks noChangeShapeType="1"/>
            </p:cNvSpPr>
            <p:nvPr userDrawn="1"/>
          </p:nvSpPr>
          <p:spPr bwMode="gray">
            <a:xfrm flipV="1">
              <a:off x="5091" y="3429"/>
              <a:ext cx="8"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3" name="Line 984"/>
            <p:cNvSpPr>
              <a:spLocks noChangeShapeType="1"/>
            </p:cNvSpPr>
            <p:nvPr userDrawn="1"/>
          </p:nvSpPr>
          <p:spPr bwMode="gray">
            <a:xfrm>
              <a:off x="4928" y="3665"/>
              <a:ext cx="20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4" name="Line 985"/>
            <p:cNvSpPr>
              <a:spLocks noChangeShapeType="1"/>
            </p:cNvSpPr>
            <p:nvPr userDrawn="1"/>
          </p:nvSpPr>
          <p:spPr bwMode="gray">
            <a:xfrm flipV="1">
              <a:off x="5155" y="3446"/>
              <a:ext cx="478" cy="2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5" name="Line 986"/>
            <p:cNvSpPr>
              <a:spLocks noChangeShapeType="1"/>
            </p:cNvSpPr>
            <p:nvPr userDrawn="1"/>
          </p:nvSpPr>
          <p:spPr bwMode="gray">
            <a:xfrm flipV="1">
              <a:off x="5486" y="341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6" name="Line 987"/>
            <p:cNvSpPr>
              <a:spLocks noChangeShapeType="1"/>
            </p:cNvSpPr>
            <p:nvPr userDrawn="1"/>
          </p:nvSpPr>
          <p:spPr bwMode="gray">
            <a:xfrm flipH="1">
              <a:off x="5477" y="3413"/>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7" name="Line 988"/>
            <p:cNvSpPr>
              <a:spLocks noChangeShapeType="1"/>
            </p:cNvSpPr>
            <p:nvPr userDrawn="1"/>
          </p:nvSpPr>
          <p:spPr bwMode="gray">
            <a:xfrm flipH="1">
              <a:off x="5328" y="3418"/>
              <a:ext cx="14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8" name="Line 989"/>
            <p:cNvSpPr>
              <a:spLocks noChangeShapeType="1"/>
            </p:cNvSpPr>
            <p:nvPr userDrawn="1"/>
          </p:nvSpPr>
          <p:spPr bwMode="gray">
            <a:xfrm flipH="1">
              <a:off x="5320" y="3506"/>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29" name="Line 990"/>
            <p:cNvSpPr>
              <a:spLocks noChangeShapeType="1"/>
            </p:cNvSpPr>
            <p:nvPr userDrawn="1"/>
          </p:nvSpPr>
          <p:spPr bwMode="gray">
            <a:xfrm flipV="1">
              <a:off x="5320" y="3511"/>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0" name="Line 991"/>
            <p:cNvSpPr>
              <a:spLocks noChangeShapeType="1"/>
            </p:cNvSpPr>
            <p:nvPr userDrawn="1"/>
          </p:nvSpPr>
          <p:spPr bwMode="gray">
            <a:xfrm>
              <a:off x="5314" y="3754"/>
              <a:ext cx="4"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1" name="Line 992"/>
            <p:cNvSpPr>
              <a:spLocks noChangeShapeType="1"/>
            </p:cNvSpPr>
            <p:nvPr userDrawn="1"/>
          </p:nvSpPr>
          <p:spPr bwMode="gray">
            <a:xfrm flipV="1">
              <a:off x="5314" y="3761"/>
              <a:ext cx="7" cy="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2" name="Line 993"/>
            <p:cNvSpPr>
              <a:spLocks noChangeShapeType="1"/>
            </p:cNvSpPr>
            <p:nvPr userDrawn="1"/>
          </p:nvSpPr>
          <p:spPr bwMode="gray">
            <a:xfrm flipV="1">
              <a:off x="5321" y="3669"/>
              <a:ext cx="149" cy="9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3" name="Line 994"/>
            <p:cNvSpPr>
              <a:spLocks noChangeShapeType="1"/>
            </p:cNvSpPr>
            <p:nvPr userDrawn="1"/>
          </p:nvSpPr>
          <p:spPr bwMode="gray">
            <a:xfrm flipV="1">
              <a:off x="5470" y="366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4" name="Line 995"/>
            <p:cNvSpPr>
              <a:spLocks noChangeShapeType="1"/>
            </p:cNvSpPr>
            <p:nvPr userDrawn="1"/>
          </p:nvSpPr>
          <p:spPr bwMode="gray">
            <a:xfrm>
              <a:off x="5479" y="3651"/>
              <a:ext cx="4"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5" name="Line 996"/>
            <p:cNvSpPr>
              <a:spLocks noChangeShapeType="1"/>
            </p:cNvSpPr>
            <p:nvPr userDrawn="1"/>
          </p:nvSpPr>
          <p:spPr bwMode="gray">
            <a:xfrm flipH="1" flipV="1">
              <a:off x="5227" y="3814"/>
              <a:ext cx="74" cy="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6" name="Line 997"/>
            <p:cNvSpPr>
              <a:spLocks noChangeShapeType="1"/>
            </p:cNvSpPr>
            <p:nvPr userDrawn="1"/>
          </p:nvSpPr>
          <p:spPr bwMode="gray">
            <a:xfrm flipV="1">
              <a:off x="5204" y="3226"/>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7" name="Line 998"/>
            <p:cNvSpPr>
              <a:spLocks noChangeShapeType="1"/>
            </p:cNvSpPr>
            <p:nvPr userDrawn="1"/>
          </p:nvSpPr>
          <p:spPr bwMode="gray">
            <a:xfrm flipH="1" flipV="1">
              <a:off x="5103" y="3357"/>
              <a:ext cx="208"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8" name="Line 999"/>
            <p:cNvSpPr>
              <a:spLocks noChangeShapeType="1"/>
            </p:cNvSpPr>
            <p:nvPr userDrawn="1"/>
          </p:nvSpPr>
          <p:spPr bwMode="gray">
            <a:xfrm flipV="1">
              <a:off x="5218" y="3125"/>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39" name="Line 1000"/>
            <p:cNvSpPr>
              <a:spLocks noChangeShapeType="1"/>
            </p:cNvSpPr>
            <p:nvPr userDrawn="1"/>
          </p:nvSpPr>
          <p:spPr bwMode="gray">
            <a:xfrm>
              <a:off x="5190" y="3133"/>
              <a:ext cx="208"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0" name="Line 1001"/>
            <p:cNvSpPr>
              <a:spLocks noChangeShapeType="1"/>
            </p:cNvSpPr>
            <p:nvPr userDrawn="1"/>
          </p:nvSpPr>
          <p:spPr bwMode="gray">
            <a:xfrm flipV="1">
              <a:off x="5320" y="3747"/>
              <a:ext cx="148"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1" name="Line 1002"/>
            <p:cNvSpPr>
              <a:spLocks noChangeShapeType="1"/>
            </p:cNvSpPr>
            <p:nvPr userDrawn="1"/>
          </p:nvSpPr>
          <p:spPr bwMode="gray">
            <a:xfrm flipH="1">
              <a:off x="5390" y="3714"/>
              <a:ext cx="7"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2" name="Line 1003"/>
            <p:cNvSpPr>
              <a:spLocks noChangeShapeType="1"/>
            </p:cNvSpPr>
            <p:nvPr userDrawn="1"/>
          </p:nvSpPr>
          <p:spPr bwMode="gray">
            <a:xfrm flipV="1">
              <a:off x="5330" y="3338"/>
              <a:ext cx="152"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3" name="Line 1004"/>
            <p:cNvSpPr>
              <a:spLocks noChangeShapeType="1"/>
            </p:cNvSpPr>
            <p:nvPr userDrawn="1"/>
          </p:nvSpPr>
          <p:spPr bwMode="gray">
            <a:xfrm flipH="1" flipV="1">
              <a:off x="4328" y="2939"/>
              <a:ext cx="5"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4" name="Line 1005"/>
            <p:cNvSpPr>
              <a:spLocks noChangeShapeType="1"/>
            </p:cNvSpPr>
            <p:nvPr userDrawn="1"/>
          </p:nvSpPr>
          <p:spPr bwMode="gray">
            <a:xfrm flipH="1" flipV="1">
              <a:off x="4239" y="3067"/>
              <a:ext cx="187"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5" name="Line 1006"/>
            <p:cNvSpPr>
              <a:spLocks noChangeShapeType="1"/>
            </p:cNvSpPr>
            <p:nvPr userDrawn="1"/>
          </p:nvSpPr>
          <p:spPr bwMode="gray">
            <a:xfrm flipV="1">
              <a:off x="4230" y="3140"/>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6" name="Line 1007"/>
            <p:cNvSpPr>
              <a:spLocks noChangeShapeType="1"/>
            </p:cNvSpPr>
            <p:nvPr userDrawn="1"/>
          </p:nvSpPr>
          <p:spPr bwMode="gray">
            <a:xfrm flipH="1">
              <a:off x="4230" y="313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7" name="Line 1008"/>
            <p:cNvSpPr>
              <a:spLocks noChangeShapeType="1"/>
            </p:cNvSpPr>
            <p:nvPr userDrawn="1"/>
          </p:nvSpPr>
          <p:spPr bwMode="gray">
            <a:xfrm flipV="1">
              <a:off x="4337" y="2873"/>
              <a:ext cx="10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8" name="Line 1009"/>
            <p:cNvSpPr>
              <a:spLocks noChangeShapeType="1"/>
            </p:cNvSpPr>
            <p:nvPr userDrawn="1"/>
          </p:nvSpPr>
          <p:spPr bwMode="gray">
            <a:xfrm>
              <a:off x="4323" y="2854"/>
              <a:ext cx="117" cy="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49" name="Line 1010"/>
            <p:cNvSpPr>
              <a:spLocks noChangeShapeType="1"/>
            </p:cNvSpPr>
            <p:nvPr userDrawn="1"/>
          </p:nvSpPr>
          <p:spPr bwMode="gray">
            <a:xfrm>
              <a:off x="4874" y="3975"/>
              <a:ext cx="19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0" name="Line 1011"/>
            <p:cNvSpPr>
              <a:spLocks noChangeShapeType="1"/>
            </p:cNvSpPr>
            <p:nvPr userDrawn="1"/>
          </p:nvSpPr>
          <p:spPr bwMode="gray">
            <a:xfrm flipV="1">
              <a:off x="4930" y="388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1" name="Line 1012"/>
            <p:cNvSpPr>
              <a:spLocks noChangeShapeType="1"/>
            </p:cNvSpPr>
            <p:nvPr userDrawn="1"/>
          </p:nvSpPr>
          <p:spPr bwMode="gray">
            <a:xfrm>
              <a:off x="4853" y="3847"/>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2" name="Line 1013"/>
            <p:cNvSpPr>
              <a:spLocks noChangeShapeType="1"/>
            </p:cNvSpPr>
            <p:nvPr userDrawn="1"/>
          </p:nvSpPr>
          <p:spPr bwMode="gray">
            <a:xfrm flipH="1">
              <a:off x="4865" y="3845"/>
              <a:ext cx="7"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3" name="Line 1014"/>
            <p:cNvSpPr>
              <a:spLocks noChangeShapeType="1"/>
            </p:cNvSpPr>
            <p:nvPr userDrawn="1"/>
          </p:nvSpPr>
          <p:spPr bwMode="gray">
            <a:xfrm flipV="1">
              <a:off x="5091" y="3973"/>
              <a:ext cx="11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4" name="Line 1015"/>
            <p:cNvSpPr>
              <a:spLocks noChangeShapeType="1"/>
            </p:cNvSpPr>
            <p:nvPr userDrawn="1"/>
          </p:nvSpPr>
          <p:spPr bwMode="gray">
            <a:xfrm flipH="1">
              <a:off x="5162" y="3955"/>
              <a:ext cx="2" cy="15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5" name="Line 1016"/>
            <p:cNvSpPr>
              <a:spLocks noChangeShapeType="1"/>
            </p:cNvSpPr>
            <p:nvPr userDrawn="1"/>
          </p:nvSpPr>
          <p:spPr bwMode="gray">
            <a:xfrm flipH="1">
              <a:off x="4863" y="4085"/>
              <a:ext cx="9"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6" name="Line 1017"/>
            <p:cNvSpPr>
              <a:spLocks noChangeShapeType="1"/>
            </p:cNvSpPr>
            <p:nvPr userDrawn="1"/>
          </p:nvSpPr>
          <p:spPr bwMode="gray">
            <a:xfrm flipH="1" flipV="1">
              <a:off x="4853" y="408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7" name="Line 1018"/>
            <p:cNvSpPr>
              <a:spLocks noChangeShapeType="1"/>
            </p:cNvSpPr>
            <p:nvPr userDrawn="1"/>
          </p:nvSpPr>
          <p:spPr bwMode="gray">
            <a:xfrm flipH="1">
              <a:off x="4702" y="3976"/>
              <a:ext cx="152"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8" name="Line 1019"/>
            <p:cNvSpPr>
              <a:spLocks noChangeShapeType="1"/>
            </p:cNvSpPr>
            <p:nvPr userDrawn="1"/>
          </p:nvSpPr>
          <p:spPr bwMode="gray">
            <a:xfrm flipV="1">
              <a:off x="4811" y="3894"/>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59" name="Line 1020"/>
            <p:cNvSpPr>
              <a:spLocks noChangeShapeType="1"/>
            </p:cNvSpPr>
            <p:nvPr userDrawn="1"/>
          </p:nvSpPr>
          <p:spPr bwMode="gray">
            <a:xfrm>
              <a:off x="4564" y="4025"/>
              <a:ext cx="11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0" name="Line 1021"/>
            <p:cNvSpPr>
              <a:spLocks noChangeShapeType="1"/>
            </p:cNvSpPr>
            <p:nvPr userDrawn="1"/>
          </p:nvSpPr>
          <p:spPr bwMode="gray">
            <a:xfrm>
              <a:off x="4585" y="4011"/>
              <a:ext cx="2"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1" name="Line 1022"/>
            <p:cNvSpPr>
              <a:spLocks noChangeShapeType="1"/>
            </p:cNvSpPr>
            <p:nvPr userDrawn="1"/>
          </p:nvSpPr>
          <p:spPr bwMode="gray">
            <a:xfrm flipH="1">
              <a:off x="4701" y="2978"/>
              <a:ext cx="159"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2" name="Line 1023"/>
            <p:cNvSpPr>
              <a:spLocks noChangeShapeType="1"/>
            </p:cNvSpPr>
            <p:nvPr userDrawn="1"/>
          </p:nvSpPr>
          <p:spPr bwMode="gray">
            <a:xfrm flipV="1">
              <a:off x="4813" y="2883"/>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3" name="Line 1024"/>
            <p:cNvSpPr>
              <a:spLocks noChangeShapeType="1"/>
            </p:cNvSpPr>
            <p:nvPr userDrawn="1"/>
          </p:nvSpPr>
          <p:spPr bwMode="gray">
            <a:xfrm flipV="1">
              <a:off x="5094" y="2742"/>
              <a:ext cx="1"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4" name="Line 1025"/>
            <p:cNvSpPr>
              <a:spLocks noChangeShapeType="1"/>
            </p:cNvSpPr>
            <p:nvPr userDrawn="1"/>
          </p:nvSpPr>
          <p:spPr bwMode="gray">
            <a:xfrm>
              <a:off x="4734" y="2731"/>
              <a:ext cx="222"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5" name="Line 1026"/>
            <p:cNvSpPr>
              <a:spLocks noChangeShapeType="1"/>
            </p:cNvSpPr>
            <p:nvPr userDrawn="1"/>
          </p:nvSpPr>
          <p:spPr bwMode="gray">
            <a:xfrm flipH="1">
              <a:off x="4587" y="2644"/>
              <a:ext cx="502"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6" name="Line 1027"/>
            <p:cNvSpPr>
              <a:spLocks noChangeShapeType="1"/>
            </p:cNvSpPr>
            <p:nvPr userDrawn="1"/>
          </p:nvSpPr>
          <p:spPr bwMode="gray">
            <a:xfrm>
              <a:off x="4858" y="2840"/>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7" name="Line 1028"/>
            <p:cNvSpPr>
              <a:spLocks noChangeShapeType="1"/>
            </p:cNvSpPr>
            <p:nvPr userDrawn="1"/>
          </p:nvSpPr>
          <p:spPr bwMode="gray">
            <a:xfrm flipV="1">
              <a:off x="4868" y="283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8" name="Line 1029"/>
            <p:cNvSpPr>
              <a:spLocks noChangeShapeType="1"/>
            </p:cNvSpPr>
            <p:nvPr userDrawn="1"/>
          </p:nvSpPr>
          <p:spPr bwMode="gray">
            <a:xfrm flipV="1">
              <a:off x="4877" y="2759"/>
              <a:ext cx="156"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69" name="Line 1030"/>
            <p:cNvSpPr>
              <a:spLocks noChangeShapeType="1"/>
            </p:cNvSpPr>
            <p:nvPr userDrawn="1"/>
          </p:nvSpPr>
          <p:spPr bwMode="gray">
            <a:xfrm flipV="1">
              <a:off x="5033" y="2756"/>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0" name="Line 1031"/>
            <p:cNvSpPr>
              <a:spLocks noChangeShapeType="1"/>
            </p:cNvSpPr>
            <p:nvPr userDrawn="1"/>
          </p:nvSpPr>
          <p:spPr bwMode="gray">
            <a:xfrm>
              <a:off x="5029" y="2752"/>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1" name="Line 1032"/>
            <p:cNvSpPr>
              <a:spLocks noChangeShapeType="1"/>
            </p:cNvSpPr>
            <p:nvPr userDrawn="1"/>
          </p:nvSpPr>
          <p:spPr bwMode="gray">
            <a:xfrm flipH="1" flipV="1">
              <a:off x="4821" y="2689"/>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2" name="Line 1033"/>
            <p:cNvSpPr>
              <a:spLocks noChangeShapeType="1"/>
            </p:cNvSpPr>
            <p:nvPr userDrawn="1"/>
          </p:nvSpPr>
          <p:spPr bwMode="gray">
            <a:xfrm flipH="1">
              <a:off x="4813" y="2689"/>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3" name="Line 1034"/>
            <p:cNvSpPr>
              <a:spLocks noChangeShapeType="1"/>
            </p:cNvSpPr>
            <p:nvPr userDrawn="1"/>
          </p:nvSpPr>
          <p:spPr bwMode="gray">
            <a:xfrm flipH="1">
              <a:off x="4655" y="2693"/>
              <a:ext cx="15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4" name="Line 1035"/>
            <p:cNvSpPr>
              <a:spLocks noChangeShapeType="1"/>
            </p:cNvSpPr>
            <p:nvPr userDrawn="1"/>
          </p:nvSpPr>
          <p:spPr bwMode="gray">
            <a:xfrm flipH="1">
              <a:off x="4646" y="2770"/>
              <a:ext cx="9"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5" name="Line 1036"/>
            <p:cNvSpPr>
              <a:spLocks noChangeShapeType="1"/>
            </p:cNvSpPr>
            <p:nvPr userDrawn="1"/>
          </p:nvSpPr>
          <p:spPr bwMode="gray">
            <a:xfrm flipH="1" flipV="1">
              <a:off x="4646" y="2773"/>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6" name="Line 1037"/>
            <p:cNvSpPr>
              <a:spLocks noChangeShapeType="1"/>
            </p:cNvSpPr>
            <p:nvPr userDrawn="1"/>
          </p:nvSpPr>
          <p:spPr bwMode="gray">
            <a:xfrm>
              <a:off x="4480" y="2995"/>
              <a:ext cx="200"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7" name="Line 1038"/>
            <p:cNvSpPr>
              <a:spLocks noChangeShapeType="1"/>
            </p:cNvSpPr>
            <p:nvPr userDrawn="1"/>
          </p:nvSpPr>
          <p:spPr bwMode="gray">
            <a:xfrm>
              <a:off x="4578" y="2910"/>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8" name="Line 1039"/>
            <p:cNvSpPr>
              <a:spLocks noChangeShapeType="1"/>
            </p:cNvSpPr>
            <p:nvPr userDrawn="1"/>
          </p:nvSpPr>
          <p:spPr bwMode="gray">
            <a:xfrm flipH="1">
              <a:off x="4868" y="309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79" name="Line 1040"/>
            <p:cNvSpPr>
              <a:spLocks noChangeShapeType="1"/>
            </p:cNvSpPr>
            <p:nvPr userDrawn="1"/>
          </p:nvSpPr>
          <p:spPr bwMode="gray">
            <a:xfrm>
              <a:off x="4856" y="3098"/>
              <a:ext cx="12"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0" name="Line 1041"/>
            <p:cNvSpPr>
              <a:spLocks noChangeShapeType="1"/>
            </p:cNvSpPr>
            <p:nvPr userDrawn="1"/>
          </p:nvSpPr>
          <p:spPr bwMode="gray">
            <a:xfrm>
              <a:off x="4442" y="2838"/>
              <a:ext cx="50" cy="1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1" name="Line 1042"/>
            <p:cNvSpPr>
              <a:spLocks noChangeShapeType="1"/>
            </p:cNvSpPr>
            <p:nvPr userDrawn="1"/>
          </p:nvSpPr>
          <p:spPr bwMode="gray">
            <a:xfrm flipH="1" flipV="1">
              <a:off x="4578" y="2764"/>
              <a:ext cx="2" cy="4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2" name="Line 1043"/>
            <p:cNvSpPr>
              <a:spLocks noChangeShapeType="1"/>
            </p:cNvSpPr>
            <p:nvPr userDrawn="1"/>
          </p:nvSpPr>
          <p:spPr bwMode="gray">
            <a:xfrm>
              <a:off x="4879" y="2976"/>
              <a:ext cx="20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3" name="Line 1044"/>
            <p:cNvSpPr>
              <a:spLocks noChangeShapeType="1"/>
            </p:cNvSpPr>
            <p:nvPr userDrawn="1"/>
          </p:nvSpPr>
          <p:spPr bwMode="gray">
            <a:xfrm flipV="1">
              <a:off x="4949" y="2782"/>
              <a:ext cx="15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4" name="Line 1045"/>
            <p:cNvSpPr>
              <a:spLocks noChangeShapeType="1"/>
            </p:cNvSpPr>
            <p:nvPr userDrawn="1"/>
          </p:nvSpPr>
          <p:spPr bwMode="gray">
            <a:xfrm>
              <a:off x="4956" y="2799"/>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5" name="Line 1046"/>
            <p:cNvSpPr>
              <a:spLocks noChangeShapeType="1"/>
            </p:cNvSpPr>
            <p:nvPr userDrawn="1"/>
          </p:nvSpPr>
          <p:spPr bwMode="gray">
            <a:xfrm flipV="1">
              <a:off x="4587" y="2673"/>
              <a:ext cx="157"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6" name="Line 1047"/>
            <p:cNvSpPr>
              <a:spLocks noChangeShapeType="1"/>
            </p:cNvSpPr>
            <p:nvPr userDrawn="1"/>
          </p:nvSpPr>
          <p:spPr bwMode="gray">
            <a:xfrm>
              <a:off x="4529" y="2668"/>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7" name="Line 1048"/>
            <p:cNvSpPr>
              <a:spLocks noChangeShapeType="1"/>
            </p:cNvSpPr>
            <p:nvPr userDrawn="1"/>
          </p:nvSpPr>
          <p:spPr bwMode="gray">
            <a:xfrm flipV="1">
              <a:off x="5105" y="2959"/>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8" name="Line 1049"/>
            <p:cNvSpPr>
              <a:spLocks noChangeShapeType="1"/>
            </p:cNvSpPr>
            <p:nvPr userDrawn="1"/>
          </p:nvSpPr>
          <p:spPr bwMode="gray">
            <a:xfrm flipH="1">
              <a:off x="5180" y="2882"/>
              <a:ext cx="3"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89" name="Line 1050"/>
            <p:cNvSpPr>
              <a:spLocks noChangeShapeType="1"/>
            </p:cNvSpPr>
            <p:nvPr userDrawn="1"/>
          </p:nvSpPr>
          <p:spPr bwMode="gray">
            <a:xfrm flipH="1">
              <a:off x="4164" y="3179"/>
              <a:ext cx="161"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0" name="Line 1051"/>
            <p:cNvSpPr>
              <a:spLocks noChangeShapeType="1"/>
            </p:cNvSpPr>
            <p:nvPr userDrawn="1"/>
          </p:nvSpPr>
          <p:spPr bwMode="gray">
            <a:xfrm flipH="1" flipV="1">
              <a:off x="4185" y="3170"/>
              <a:ext cx="11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1" name="Line 1052"/>
            <p:cNvSpPr>
              <a:spLocks noChangeShapeType="1"/>
            </p:cNvSpPr>
            <p:nvPr userDrawn="1"/>
          </p:nvSpPr>
          <p:spPr bwMode="gray">
            <a:xfrm flipH="1" flipV="1">
              <a:off x="4155" y="3277"/>
              <a:ext cx="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2" name="Line 1053"/>
            <p:cNvSpPr>
              <a:spLocks noChangeShapeType="1"/>
            </p:cNvSpPr>
            <p:nvPr userDrawn="1"/>
          </p:nvSpPr>
          <p:spPr bwMode="gray">
            <a:xfrm>
              <a:off x="4066" y="3356"/>
              <a:ext cx="59" cy="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3" name="Line 1054"/>
            <p:cNvSpPr>
              <a:spLocks noChangeShapeType="1"/>
            </p:cNvSpPr>
            <p:nvPr userDrawn="1"/>
          </p:nvSpPr>
          <p:spPr bwMode="gray">
            <a:xfrm flipV="1">
              <a:off x="4680" y="3160"/>
              <a:ext cx="85" cy="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4" name="Freeform 1055"/>
            <p:cNvSpPr>
              <a:spLocks/>
            </p:cNvSpPr>
            <p:nvPr userDrawn="1"/>
          </p:nvSpPr>
          <p:spPr bwMode="gray">
            <a:xfrm>
              <a:off x="5369" y="3123"/>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5" name="Line 1056"/>
            <p:cNvSpPr>
              <a:spLocks noChangeShapeType="1"/>
            </p:cNvSpPr>
            <p:nvPr userDrawn="1"/>
          </p:nvSpPr>
          <p:spPr bwMode="gray">
            <a:xfrm>
              <a:off x="5272" y="3091"/>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6" name="Line 1057"/>
            <p:cNvSpPr>
              <a:spLocks noChangeShapeType="1"/>
            </p:cNvSpPr>
            <p:nvPr userDrawn="1"/>
          </p:nvSpPr>
          <p:spPr bwMode="gray">
            <a:xfrm>
              <a:off x="5274" y="3100"/>
              <a:ext cx="20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7" name="Freeform 1058"/>
            <p:cNvSpPr>
              <a:spLocks/>
            </p:cNvSpPr>
            <p:nvPr userDrawn="1"/>
          </p:nvSpPr>
          <p:spPr bwMode="gray">
            <a:xfrm>
              <a:off x="5474" y="3156"/>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8" name="Line 1059"/>
            <p:cNvSpPr>
              <a:spLocks noChangeShapeType="1"/>
            </p:cNvSpPr>
            <p:nvPr userDrawn="1"/>
          </p:nvSpPr>
          <p:spPr bwMode="gray">
            <a:xfrm flipH="1" flipV="1">
              <a:off x="5265" y="3091"/>
              <a:ext cx="209"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999" name="Freeform 1060"/>
            <p:cNvSpPr>
              <a:spLocks/>
            </p:cNvSpPr>
            <p:nvPr userDrawn="1"/>
          </p:nvSpPr>
          <p:spPr bwMode="gray">
            <a:xfrm>
              <a:off x="5265" y="3090"/>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0" name="Freeform 1061"/>
            <p:cNvSpPr>
              <a:spLocks/>
            </p:cNvSpPr>
            <p:nvPr userDrawn="1"/>
          </p:nvSpPr>
          <p:spPr bwMode="gray">
            <a:xfrm>
              <a:off x="4092" y="3630"/>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1" name="Freeform 1062"/>
            <p:cNvSpPr>
              <a:spLocks/>
            </p:cNvSpPr>
            <p:nvPr userDrawn="1"/>
          </p:nvSpPr>
          <p:spPr bwMode="gray">
            <a:xfrm>
              <a:off x="4213" y="3684"/>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2" name="Line 1063"/>
            <p:cNvSpPr>
              <a:spLocks noChangeShapeType="1"/>
            </p:cNvSpPr>
            <p:nvPr userDrawn="1"/>
          </p:nvSpPr>
          <p:spPr bwMode="gray">
            <a:xfrm>
              <a:off x="4097" y="3646"/>
              <a:ext cx="196"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3" name="Line 1064"/>
            <p:cNvSpPr>
              <a:spLocks noChangeShapeType="1"/>
            </p:cNvSpPr>
            <p:nvPr userDrawn="1"/>
          </p:nvSpPr>
          <p:spPr bwMode="gray">
            <a:xfrm>
              <a:off x="4102" y="3646"/>
              <a:ext cx="193"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4" name="Freeform 1065"/>
            <p:cNvSpPr>
              <a:spLocks/>
            </p:cNvSpPr>
            <p:nvPr userDrawn="1"/>
          </p:nvSpPr>
          <p:spPr bwMode="gray">
            <a:xfrm>
              <a:off x="4293" y="3714"/>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5" name="Line 1066"/>
            <p:cNvSpPr>
              <a:spLocks noChangeShapeType="1"/>
            </p:cNvSpPr>
            <p:nvPr userDrawn="1"/>
          </p:nvSpPr>
          <p:spPr bwMode="gray">
            <a:xfrm flipH="1" flipV="1">
              <a:off x="4094" y="3639"/>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6" name="Freeform 1067"/>
            <p:cNvSpPr>
              <a:spLocks/>
            </p:cNvSpPr>
            <p:nvPr userDrawn="1"/>
          </p:nvSpPr>
          <p:spPr bwMode="gray">
            <a:xfrm>
              <a:off x="4094" y="3639"/>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7" name="Freeform 1068"/>
            <p:cNvSpPr>
              <a:spLocks/>
            </p:cNvSpPr>
            <p:nvPr userDrawn="1"/>
          </p:nvSpPr>
          <p:spPr bwMode="gray">
            <a:xfrm>
              <a:off x="4522" y="3807"/>
              <a:ext cx="13" cy="10"/>
            </a:xfrm>
            <a:custGeom>
              <a:avLst/>
              <a:gdLst>
                <a:gd name="T0" fmla="*/ 42 w 12"/>
                <a:gd name="T1" fmla="*/ 1 h 10"/>
                <a:gd name="T2" fmla="*/ 28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8" name="Line 1069"/>
            <p:cNvSpPr>
              <a:spLocks noChangeShapeType="1"/>
            </p:cNvSpPr>
            <p:nvPr userDrawn="1"/>
          </p:nvSpPr>
          <p:spPr bwMode="gray">
            <a:xfrm flipV="1">
              <a:off x="4522" y="3810"/>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09" name="Freeform 1070"/>
            <p:cNvSpPr>
              <a:spLocks/>
            </p:cNvSpPr>
            <p:nvPr userDrawn="1"/>
          </p:nvSpPr>
          <p:spPr bwMode="gray">
            <a:xfrm>
              <a:off x="4599" y="3829"/>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0" name="Line 1071"/>
            <p:cNvSpPr>
              <a:spLocks noChangeShapeType="1"/>
            </p:cNvSpPr>
            <p:nvPr userDrawn="1"/>
          </p:nvSpPr>
          <p:spPr bwMode="gray">
            <a:xfrm>
              <a:off x="4522" y="3807"/>
              <a:ext cx="207"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1" name="Line 1072"/>
            <p:cNvSpPr>
              <a:spLocks noChangeShapeType="1"/>
            </p:cNvSpPr>
            <p:nvPr userDrawn="1"/>
          </p:nvSpPr>
          <p:spPr bwMode="gray">
            <a:xfrm>
              <a:off x="4534" y="3808"/>
              <a:ext cx="202"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2" name="Freeform 1073"/>
            <p:cNvSpPr>
              <a:spLocks/>
            </p:cNvSpPr>
            <p:nvPr userDrawn="1"/>
          </p:nvSpPr>
          <p:spPr bwMode="gray">
            <a:xfrm>
              <a:off x="4727" y="3877"/>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3" name="Line 1074"/>
            <p:cNvSpPr>
              <a:spLocks noChangeShapeType="1"/>
            </p:cNvSpPr>
            <p:nvPr userDrawn="1"/>
          </p:nvSpPr>
          <p:spPr bwMode="gray">
            <a:xfrm flipH="1" flipV="1">
              <a:off x="4513" y="3796"/>
              <a:ext cx="214"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4" name="Freeform 1075"/>
            <p:cNvSpPr>
              <a:spLocks/>
            </p:cNvSpPr>
            <p:nvPr userDrawn="1"/>
          </p:nvSpPr>
          <p:spPr bwMode="gray">
            <a:xfrm>
              <a:off x="4513" y="3796"/>
              <a:ext cx="22" cy="12"/>
            </a:xfrm>
            <a:custGeom>
              <a:avLst/>
              <a:gdLst>
                <a:gd name="T0" fmla="*/ 42 w 21"/>
                <a:gd name="T1" fmla="*/ 12 h 12"/>
                <a:gd name="T2" fmla="*/ 30 w 21"/>
                <a:gd name="T3" fmla="*/ 12 h 12"/>
                <a:gd name="T4" fmla="*/ 27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5" name="Freeform 1076"/>
            <p:cNvSpPr>
              <a:spLocks/>
            </p:cNvSpPr>
            <p:nvPr userDrawn="1"/>
          </p:nvSpPr>
          <p:spPr bwMode="gray">
            <a:xfrm>
              <a:off x="4816" y="3828"/>
              <a:ext cx="13" cy="8"/>
            </a:xfrm>
            <a:custGeom>
              <a:avLst/>
              <a:gdLst>
                <a:gd name="T0" fmla="*/ 0 w 12"/>
                <a:gd name="T1" fmla="*/ 8 h 8"/>
                <a:gd name="T2" fmla="*/ 4 w 12"/>
                <a:gd name="T3" fmla="*/ 8 h 8"/>
                <a:gd name="T4" fmla="*/ 5 w 12"/>
                <a:gd name="T5" fmla="*/ 8 h 8"/>
                <a:gd name="T6" fmla="*/ 33 w 12"/>
                <a:gd name="T7" fmla="*/ 7 h 8"/>
                <a:gd name="T8" fmla="*/ 39 w 12"/>
                <a:gd name="T9" fmla="*/ 3 h 8"/>
                <a:gd name="T10" fmla="*/ 4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6" name="Line 1077"/>
            <p:cNvSpPr>
              <a:spLocks noChangeShapeType="1"/>
            </p:cNvSpPr>
            <p:nvPr userDrawn="1"/>
          </p:nvSpPr>
          <p:spPr bwMode="gray">
            <a:xfrm flipV="1">
              <a:off x="4744" y="3788"/>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7" name="Line 1078"/>
            <p:cNvSpPr>
              <a:spLocks noChangeShapeType="1"/>
            </p:cNvSpPr>
            <p:nvPr userDrawn="1"/>
          </p:nvSpPr>
          <p:spPr bwMode="gray">
            <a:xfrm flipV="1">
              <a:off x="4736" y="3789"/>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8" name="Freeform 1079"/>
            <p:cNvSpPr>
              <a:spLocks/>
            </p:cNvSpPr>
            <p:nvPr userDrawn="1"/>
          </p:nvSpPr>
          <p:spPr bwMode="gray">
            <a:xfrm>
              <a:off x="4895" y="3781"/>
              <a:ext cx="13" cy="8"/>
            </a:xfrm>
            <a:custGeom>
              <a:avLst/>
              <a:gdLst>
                <a:gd name="T0" fmla="*/ 0 w 12"/>
                <a:gd name="T1" fmla="*/ 8 h 8"/>
                <a:gd name="T2" fmla="*/ 5 w 12"/>
                <a:gd name="T3" fmla="*/ 8 h 8"/>
                <a:gd name="T4" fmla="*/ 28 w 12"/>
                <a:gd name="T5" fmla="*/ 8 h 8"/>
                <a:gd name="T6" fmla="*/ 36 w 12"/>
                <a:gd name="T7" fmla="*/ 7 h 8"/>
                <a:gd name="T8" fmla="*/ 42 w 12"/>
                <a:gd name="T9" fmla="*/ 3 h 8"/>
                <a:gd name="T10" fmla="*/ 4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19" name="Line 1080"/>
            <p:cNvSpPr>
              <a:spLocks noChangeShapeType="1"/>
            </p:cNvSpPr>
            <p:nvPr userDrawn="1"/>
          </p:nvSpPr>
          <p:spPr bwMode="gray">
            <a:xfrm flipH="1">
              <a:off x="4746" y="3781"/>
              <a:ext cx="161"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0" name="Freeform 1081"/>
            <p:cNvSpPr>
              <a:spLocks/>
            </p:cNvSpPr>
            <p:nvPr userDrawn="1"/>
          </p:nvSpPr>
          <p:spPr bwMode="gray">
            <a:xfrm>
              <a:off x="4736" y="3875"/>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1" name="Freeform 1082"/>
            <p:cNvSpPr>
              <a:spLocks/>
            </p:cNvSpPr>
            <p:nvPr userDrawn="1"/>
          </p:nvSpPr>
          <p:spPr bwMode="gray">
            <a:xfrm>
              <a:off x="4895" y="3770"/>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2" name="Freeform 1083"/>
            <p:cNvSpPr>
              <a:spLocks/>
            </p:cNvSpPr>
            <p:nvPr userDrawn="1"/>
          </p:nvSpPr>
          <p:spPr bwMode="gray">
            <a:xfrm>
              <a:off x="4290" y="3457"/>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3" name="Line 1084"/>
            <p:cNvSpPr>
              <a:spLocks noChangeShapeType="1"/>
            </p:cNvSpPr>
            <p:nvPr userDrawn="1"/>
          </p:nvSpPr>
          <p:spPr bwMode="gray">
            <a:xfrm flipH="1" flipV="1">
              <a:off x="4267" y="3310"/>
              <a:ext cx="26"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4" name="Line 1085"/>
            <p:cNvSpPr>
              <a:spLocks noChangeShapeType="1"/>
            </p:cNvSpPr>
            <p:nvPr userDrawn="1"/>
          </p:nvSpPr>
          <p:spPr bwMode="gray">
            <a:xfrm flipH="1" flipV="1">
              <a:off x="4262" y="3310"/>
              <a:ext cx="3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5" name="Freeform 1086"/>
            <p:cNvSpPr>
              <a:spLocks/>
            </p:cNvSpPr>
            <p:nvPr userDrawn="1"/>
          </p:nvSpPr>
          <p:spPr bwMode="gray">
            <a:xfrm>
              <a:off x="4262" y="3308"/>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6" name="Line 1087"/>
            <p:cNvSpPr>
              <a:spLocks noChangeShapeType="1"/>
            </p:cNvSpPr>
            <p:nvPr userDrawn="1"/>
          </p:nvSpPr>
          <p:spPr bwMode="gray">
            <a:xfrm>
              <a:off x="4270" y="3319"/>
              <a:ext cx="23"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7" name="Freeform 1088"/>
            <p:cNvSpPr>
              <a:spLocks/>
            </p:cNvSpPr>
            <p:nvPr userDrawn="1"/>
          </p:nvSpPr>
          <p:spPr bwMode="gray">
            <a:xfrm>
              <a:off x="4169" y="3352"/>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8" name="Line 1089"/>
            <p:cNvSpPr>
              <a:spLocks noChangeShapeType="1"/>
            </p:cNvSpPr>
            <p:nvPr userDrawn="1"/>
          </p:nvSpPr>
          <p:spPr bwMode="gray">
            <a:xfrm flipH="1">
              <a:off x="4088" y="3312"/>
              <a:ext cx="165"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29" name="Line 1090"/>
            <p:cNvSpPr>
              <a:spLocks noChangeShapeType="1"/>
            </p:cNvSpPr>
            <p:nvPr userDrawn="1"/>
          </p:nvSpPr>
          <p:spPr bwMode="gray">
            <a:xfrm flipH="1">
              <a:off x="4095" y="3310"/>
              <a:ext cx="167"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0" name="Freeform 1091"/>
            <p:cNvSpPr>
              <a:spLocks/>
            </p:cNvSpPr>
            <p:nvPr userDrawn="1"/>
          </p:nvSpPr>
          <p:spPr bwMode="gray">
            <a:xfrm>
              <a:off x="4087" y="3394"/>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1" name="Line 1092"/>
            <p:cNvSpPr>
              <a:spLocks noChangeShapeType="1"/>
            </p:cNvSpPr>
            <p:nvPr userDrawn="1"/>
          </p:nvSpPr>
          <p:spPr bwMode="gray">
            <a:xfrm flipV="1">
              <a:off x="4087" y="3319"/>
              <a:ext cx="164"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2" name="Freeform 1093"/>
            <p:cNvSpPr>
              <a:spLocks/>
            </p:cNvSpPr>
            <p:nvPr userDrawn="1"/>
          </p:nvSpPr>
          <p:spPr bwMode="gray">
            <a:xfrm>
              <a:off x="4251" y="3310"/>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3" name="Freeform 1094"/>
            <p:cNvSpPr>
              <a:spLocks/>
            </p:cNvSpPr>
            <p:nvPr userDrawn="1"/>
          </p:nvSpPr>
          <p:spPr bwMode="gray">
            <a:xfrm>
              <a:off x="4209" y="3439"/>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4" name="Line 1095"/>
            <p:cNvSpPr>
              <a:spLocks noChangeShapeType="1"/>
            </p:cNvSpPr>
            <p:nvPr userDrawn="1"/>
          </p:nvSpPr>
          <p:spPr bwMode="gray">
            <a:xfrm>
              <a:off x="4090" y="3403"/>
              <a:ext cx="195"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5" name="Line 1096"/>
            <p:cNvSpPr>
              <a:spLocks noChangeShapeType="1"/>
            </p:cNvSpPr>
            <p:nvPr userDrawn="1"/>
          </p:nvSpPr>
          <p:spPr bwMode="gray">
            <a:xfrm>
              <a:off x="4095" y="3396"/>
              <a:ext cx="195"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6" name="Freeform 1097"/>
            <p:cNvSpPr>
              <a:spLocks/>
            </p:cNvSpPr>
            <p:nvPr userDrawn="1"/>
          </p:nvSpPr>
          <p:spPr bwMode="gray">
            <a:xfrm>
              <a:off x="4288" y="3466"/>
              <a:ext cx="4" cy="21"/>
            </a:xfrm>
            <a:custGeom>
              <a:avLst/>
              <a:gdLst>
                <a:gd name="T0" fmla="*/ 207 w 3"/>
                <a:gd name="T1" fmla="*/ 0 h 21"/>
                <a:gd name="T2" fmla="*/ 0 w 3"/>
                <a:gd name="T3" fmla="*/ 7 h 21"/>
                <a:gd name="T4" fmla="*/ 0 w 3"/>
                <a:gd name="T5" fmla="*/ 14 h 21"/>
                <a:gd name="T6" fmla="*/ 276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7" name="Line 1098"/>
            <p:cNvSpPr>
              <a:spLocks noChangeShapeType="1"/>
            </p:cNvSpPr>
            <p:nvPr userDrawn="1"/>
          </p:nvSpPr>
          <p:spPr bwMode="gray">
            <a:xfrm flipH="1" flipV="1">
              <a:off x="4087" y="3413"/>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8" name="Freeform 1099"/>
            <p:cNvSpPr>
              <a:spLocks/>
            </p:cNvSpPr>
            <p:nvPr userDrawn="1"/>
          </p:nvSpPr>
          <p:spPr bwMode="gray">
            <a:xfrm>
              <a:off x="4087" y="3396"/>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39" name="Freeform 1100"/>
            <p:cNvSpPr>
              <a:spLocks/>
            </p:cNvSpPr>
            <p:nvPr userDrawn="1"/>
          </p:nvSpPr>
          <p:spPr bwMode="gray">
            <a:xfrm>
              <a:off x="4603" y="3490"/>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0" name="Line 1101"/>
            <p:cNvSpPr>
              <a:spLocks noChangeShapeType="1"/>
            </p:cNvSpPr>
            <p:nvPr userDrawn="1"/>
          </p:nvSpPr>
          <p:spPr bwMode="gray">
            <a:xfrm flipH="1">
              <a:off x="4524" y="3455"/>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1" name="Line 1102"/>
            <p:cNvSpPr>
              <a:spLocks noChangeShapeType="1"/>
            </p:cNvSpPr>
            <p:nvPr userDrawn="1"/>
          </p:nvSpPr>
          <p:spPr bwMode="gray">
            <a:xfrm flipH="1">
              <a:off x="4531" y="3462"/>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2" name="Freeform 1103"/>
            <p:cNvSpPr>
              <a:spLocks/>
            </p:cNvSpPr>
            <p:nvPr userDrawn="1"/>
          </p:nvSpPr>
          <p:spPr bwMode="gray">
            <a:xfrm>
              <a:off x="4520" y="3536"/>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3" name="Line 1104"/>
            <p:cNvSpPr>
              <a:spLocks noChangeShapeType="1"/>
            </p:cNvSpPr>
            <p:nvPr userDrawn="1"/>
          </p:nvSpPr>
          <p:spPr bwMode="gray">
            <a:xfrm flipV="1">
              <a:off x="4520" y="3446"/>
              <a:ext cx="163"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4" name="Freeform 1105"/>
            <p:cNvSpPr>
              <a:spLocks/>
            </p:cNvSpPr>
            <p:nvPr userDrawn="1"/>
          </p:nvSpPr>
          <p:spPr bwMode="gray">
            <a:xfrm>
              <a:off x="4683" y="3446"/>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5" name="Freeform 1106"/>
            <p:cNvSpPr>
              <a:spLocks/>
            </p:cNvSpPr>
            <p:nvPr userDrawn="1"/>
          </p:nvSpPr>
          <p:spPr bwMode="gray">
            <a:xfrm>
              <a:off x="4597" y="3579"/>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6" name="Line 1107"/>
            <p:cNvSpPr>
              <a:spLocks noChangeShapeType="1"/>
            </p:cNvSpPr>
            <p:nvPr userDrawn="1"/>
          </p:nvSpPr>
          <p:spPr bwMode="gray">
            <a:xfrm>
              <a:off x="4519" y="3558"/>
              <a:ext cx="210"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7" name="Line 1108"/>
            <p:cNvSpPr>
              <a:spLocks noChangeShapeType="1"/>
            </p:cNvSpPr>
            <p:nvPr userDrawn="1"/>
          </p:nvSpPr>
          <p:spPr bwMode="gray">
            <a:xfrm>
              <a:off x="4531" y="3553"/>
              <a:ext cx="20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8" name="Freeform 1109"/>
            <p:cNvSpPr>
              <a:spLocks/>
            </p:cNvSpPr>
            <p:nvPr userDrawn="1"/>
          </p:nvSpPr>
          <p:spPr bwMode="gray">
            <a:xfrm>
              <a:off x="4727" y="3627"/>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49" name="Line 1110"/>
            <p:cNvSpPr>
              <a:spLocks noChangeShapeType="1"/>
            </p:cNvSpPr>
            <p:nvPr userDrawn="1"/>
          </p:nvSpPr>
          <p:spPr bwMode="gray">
            <a:xfrm flipH="1" flipV="1">
              <a:off x="4512" y="3567"/>
              <a:ext cx="21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0" name="Freeform 1111"/>
            <p:cNvSpPr>
              <a:spLocks/>
            </p:cNvSpPr>
            <p:nvPr userDrawn="1"/>
          </p:nvSpPr>
          <p:spPr bwMode="gray">
            <a:xfrm>
              <a:off x="4512" y="3553"/>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1" name="Freeform 1112"/>
            <p:cNvSpPr>
              <a:spLocks/>
            </p:cNvSpPr>
            <p:nvPr userDrawn="1"/>
          </p:nvSpPr>
          <p:spPr bwMode="gray">
            <a:xfrm>
              <a:off x="4816" y="3579"/>
              <a:ext cx="13" cy="18"/>
            </a:xfrm>
            <a:custGeom>
              <a:avLst/>
              <a:gdLst>
                <a:gd name="T0" fmla="*/ 0 w 12"/>
                <a:gd name="T1" fmla="*/ 0 h 18"/>
                <a:gd name="T2" fmla="*/ 5 w 12"/>
                <a:gd name="T3" fmla="*/ 2 h 18"/>
                <a:gd name="T4" fmla="*/ 33 w 12"/>
                <a:gd name="T5" fmla="*/ 7 h 18"/>
                <a:gd name="T6" fmla="*/ 39 w 12"/>
                <a:gd name="T7" fmla="*/ 13 h 18"/>
                <a:gd name="T8" fmla="*/ 4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2" name="Line 1113"/>
            <p:cNvSpPr>
              <a:spLocks noChangeShapeType="1"/>
            </p:cNvSpPr>
            <p:nvPr userDrawn="1"/>
          </p:nvSpPr>
          <p:spPr bwMode="gray">
            <a:xfrm flipV="1">
              <a:off x="4744" y="3541"/>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3" name="Line 1114"/>
            <p:cNvSpPr>
              <a:spLocks noChangeShapeType="1"/>
            </p:cNvSpPr>
            <p:nvPr userDrawn="1"/>
          </p:nvSpPr>
          <p:spPr bwMode="gray">
            <a:xfrm flipV="1">
              <a:off x="4736" y="3534"/>
              <a:ext cx="160"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4" name="Freeform 1115"/>
            <p:cNvSpPr>
              <a:spLocks/>
            </p:cNvSpPr>
            <p:nvPr userDrawn="1"/>
          </p:nvSpPr>
          <p:spPr bwMode="gray">
            <a:xfrm>
              <a:off x="4896" y="3534"/>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5" name="Line 1116"/>
            <p:cNvSpPr>
              <a:spLocks noChangeShapeType="1"/>
            </p:cNvSpPr>
            <p:nvPr userDrawn="1"/>
          </p:nvSpPr>
          <p:spPr bwMode="gray">
            <a:xfrm flipH="1">
              <a:off x="4746" y="3550"/>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6" name="Freeform 1117"/>
            <p:cNvSpPr>
              <a:spLocks/>
            </p:cNvSpPr>
            <p:nvPr userDrawn="1"/>
          </p:nvSpPr>
          <p:spPr bwMode="gray">
            <a:xfrm>
              <a:off x="4736" y="3627"/>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7" name="Freeform 1118"/>
            <p:cNvSpPr>
              <a:spLocks/>
            </p:cNvSpPr>
            <p:nvPr userDrawn="1"/>
          </p:nvSpPr>
          <p:spPr bwMode="gray">
            <a:xfrm>
              <a:off x="4769" y="3487"/>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8" name="Line 1119"/>
            <p:cNvSpPr>
              <a:spLocks noChangeShapeType="1"/>
            </p:cNvSpPr>
            <p:nvPr userDrawn="1"/>
          </p:nvSpPr>
          <p:spPr bwMode="gray">
            <a:xfrm flipH="1" flipV="1">
              <a:off x="4695" y="3460"/>
              <a:ext cx="208"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59" name="Line 1120"/>
            <p:cNvSpPr>
              <a:spLocks noChangeShapeType="1"/>
            </p:cNvSpPr>
            <p:nvPr userDrawn="1"/>
          </p:nvSpPr>
          <p:spPr bwMode="gray">
            <a:xfrm flipH="1" flipV="1">
              <a:off x="4694" y="3462"/>
              <a:ext cx="202"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0" name="Freeform 1121"/>
            <p:cNvSpPr>
              <a:spLocks/>
            </p:cNvSpPr>
            <p:nvPr userDrawn="1"/>
          </p:nvSpPr>
          <p:spPr bwMode="gray">
            <a:xfrm>
              <a:off x="4692" y="3460"/>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1" name="Line 1122"/>
            <p:cNvSpPr>
              <a:spLocks noChangeShapeType="1"/>
            </p:cNvSpPr>
            <p:nvPr userDrawn="1"/>
          </p:nvSpPr>
          <p:spPr bwMode="gray">
            <a:xfrm>
              <a:off x="4692" y="3466"/>
              <a:ext cx="213"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2" name="Freeform 1123"/>
            <p:cNvSpPr>
              <a:spLocks/>
            </p:cNvSpPr>
            <p:nvPr userDrawn="1"/>
          </p:nvSpPr>
          <p:spPr bwMode="gray">
            <a:xfrm>
              <a:off x="4896" y="3532"/>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3" name="Freeform 1124"/>
            <p:cNvSpPr>
              <a:spLocks/>
            </p:cNvSpPr>
            <p:nvPr userDrawn="1"/>
          </p:nvSpPr>
          <p:spPr bwMode="gray">
            <a:xfrm>
              <a:off x="4907" y="3663"/>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nvGrpSpPr>
            <p:cNvPr id="1064" name="Group 1125"/>
            <p:cNvGrpSpPr>
              <a:grpSpLocks/>
            </p:cNvGrpSpPr>
            <p:nvPr userDrawn="1"/>
          </p:nvGrpSpPr>
          <p:grpSpPr bwMode="auto">
            <a:xfrm>
              <a:off x="4083" y="2782"/>
              <a:ext cx="1546" cy="1270"/>
              <a:chOff x="2135" y="838"/>
              <a:chExt cx="1546" cy="1270"/>
            </a:xfrm>
          </p:grpSpPr>
          <p:sp>
            <p:nvSpPr>
              <p:cNvPr id="1521" name="Line 1126"/>
              <p:cNvSpPr>
                <a:spLocks noChangeShapeType="1"/>
              </p:cNvSpPr>
              <p:nvPr userDrawn="1"/>
            </p:nvSpPr>
            <p:spPr bwMode="gray">
              <a:xfrm flipV="1">
                <a:off x="2968" y="1604"/>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2" name="Line 1127"/>
              <p:cNvSpPr>
                <a:spLocks noChangeShapeType="1"/>
              </p:cNvSpPr>
              <p:nvPr userDrawn="1"/>
            </p:nvSpPr>
            <p:spPr bwMode="gray">
              <a:xfrm flipV="1">
                <a:off x="2959" y="1605"/>
                <a:ext cx="2"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3" name="Freeform 1128"/>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4" name="Line 1129"/>
              <p:cNvSpPr>
                <a:spLocks noChangeShapeType="1"/>
              </p:cNvSpPr>
              <p:nvPr userDrawn="1"/>
            </p:nvSpPr>
            <p:spPr bwMode="gray">
              <a:xfrm flipH="1">
                <a:off x="2978" y="1605"/>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5" name="Freeform 1130"/>
              <p:cNvSpPr>
                <a:spLocks/>
              </p:cNvSpPr>
              <p:nvPr userDrawn="1"/>
            </p:nvSpPr>
            <p:spPr bwMode="gray">
              <a:xfrm>
                <a:off x="2959" y="1831"/>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6" name="Freeform 1131"/>
              <p:cNvSpPr>
                <a:spLocks/>
              </p:cNvSpPr>
              <p:nvPr userDrawn="1"/>
            </p:nvSpPr>
            <p:spPr bwMode="gray">
              <a:xfrm>
                <a:off x="2319" y="1366"/>
                <a:ext cx="4" cy="9"/>
              </a:xfrm>
              <a:custGeom>
                <a:avLst/>
                <a:gdLst>
                  <a:gd name="T0" fmla="*/ 276 w 3"/>
                  <a:gd name="T1" fmla="*/ 9 h 9"/>
                  <a:gd name="T2" fmla="*/ 0 w 3"/>
                  <a:gd name="T3" fmla="*/ 7 h 9"/>
                  <a:gd name="T4" fmla="*/ 0 w 3"/>
                  <a:gd name="T5" fmla="*/ 4 h 9"/>
                  <a:gd name="T6" fmla="*/ 0 w 3"/>
                  <a:gd name="T7" fmla="*/ 2 h 9"/>
                  <a:gd name="T8" fmla="*/ 207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7" name="Freeform 1132"/>
              <p:cNvSpPr>
                <a:spLocks/>
              </p:cNvSpPr>
              <p:nvPr userDrawn="1"/>
            </p:nvSpPr>
            <p:spPr bwMode="gray">
              <a:xfrm>
                <a:off x="2958" y="1709"/>
                <a:ext cx="19" cy="4"/>
              </a:xfrm>
              <a:custGeom>
                <a:avLst/>
                <a:gdLst>
                  <a:gd name="T0" fmla="*/ 0 w 19"/>
                  <a:gd name="T1" fmla="*/ 0 h 2"/>
                  <a:gd name="T2" fmla="*/ 5 w 19"/>
                  <a:gd name="T3" fmla="*/ 131072 h 2"/>
                  <a:gd name="T4" fmla="*/ 11 w 19"/>
                  <a:gd name="T5" fmla="*/ 131072 h 2"/>
                  <a:gd name="T6" fmla="*/ 16 w 19"/>
                  <a:gd name="T7" fmla="*/ 13107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8" name="Line 1133"/>
              <p:cNvSpPr>
                <a:spLocks noChangeShapeType="1"/>
              </p:cNvSpPr>
              <p:nvPr userDrawn="1"/>
            </p:nvSpPr>
            <p:spPr bwMode="gray">
              <a:xfrm flipH="1">
                <a:off x="2967"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9" name="Line 1134"/>
              <p:cNvSpPr>
                <a:spLocks noChangeShapeType="1"/>
              </p:cNvSpPr>
              <p:nvPr userDrawn="1"/>
            </p:nvSpPr>
            <p:spPr bwMode="gray">
              <a:xfrm flipH="1">
                <a:off x="2955" y="1596"/>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0" name="Freeform 1135"/>
              <p:cNvSpPr>
                <a:spLocks/>
              </p:cNvSpPr>
              <p:nvPr userDrawn="1"/>
            </p:nvSpPr>
            <p:spPr bwMode="gray">
              <a:xfrm>
                <a:off x="2955" y="1826"/>
                <a:ext cx="22" cy="4"/>
              </a:xfrm>
              <a:custGeom>
                <a:avLst/>
                <a:gdLst>
                  <a:gd name="T0" fmla="*/ 0 w 21"/>
                  <a:gd name="T1" fmla="*/ 0 h 4"/>
                  <a:gd name="T2" fmla="*/ 6 w 21"/>
                  <a:gd name="T3" fmla="*/ 2 h 4"/>
                  <a:gd name="T4" fmla="*/ 27 w 21"/>
                  <a:gd name="T5" fmla="*/ 4 h 4"/>
                  <a:gd name="T6" fmla="*/ 32 w 21"/>
                  <a:gd name="T7" fmla="*/ 2 h 4"/>
                  <a:gd name="T8" fmla="*/ 42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1" name="Line 1136"/>
              <p:cNvSpPr>
                <a:spLocks noChangeShapeType="1"/>
              </p:cNvSpPr>
              <p:nvPr userDrawn="1"/>
            </p:nvSpPr>
            <p:spPr bwMode="gray">
              <a:xfrm flipV="1">
                <a:off x="2976"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2" name="Freeform 1137"/>
              <p:cNvSpPr>
                <a:spLocks/>
              </p:cNvSpPr>
              <p:nvPr userDrawn="1"/>
            </p:nvSpPr>
            <p:spPr bwMode="gray">
              <a:xfrm>
                <a:off x="2958" y="1596"/>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3" name="Freeform 1138"/>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4" name="Freeform 1139"/>
              <p:cNvSpPr>
                <a:spLocks/>
              </p:cNvSpPr>
              <p:nvPr userDrawn="1"/>
            </p:nvSpPr>
            <p:spPr bwMode="gray">
              <a:xfrm>
                <a:off x="2139" y="1574"/>
                <a:ext cx="4" cy="9"/>
              </a:xfrm>
              <a:custGeom>
                <a:avLst/>
                <a:gdLst>
                  <a:gd name="T0" fmla="*/ 1 w 3"/>
                  <a:gd name="T1" fmla="*/ 0 h 9"/>
                  <a:gd name="T2" fmla="*/ 0 w 3"/>
                  <a:gd name="T3" fmla="*/ 2 h 9"/>
                  <a:gd name="T4" fmla="*/ 0 w 3"/>
                  <a:gd name="T5" fmla="*/ 4 h 9"/>
                  <a:gd name="T6" fmla="*/ 0 w 3"/>
                  <a:gd name="T7" fmla="*/ 7 h 9"/>
                  <a:gd name="T8" fmla="*/ 276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5" name="Line 1140"/>
              <p:cNvSpPr>
                <a:spLocks noChangeShapeType="1"/>
              </p:cNvSpPr>
              <p:nvPr userDrawn="1"/>
            </p:nvSpPr>
            <p:spPr bwMode="gray">
              <a:xfrm flipH="1" flipV="1">
                <a:off x="2135" y="1466"/>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6" name="Line 1141"/>
              <p:cNvSpPr>
                <a:spLocks noChangeShapeType="1"/>
              </p:cNvSpPr>
              <p:nvPr userDrawn="1"/>
            </p:nvSpPr>
            <p:spPr bwMode="gray">
              <a:xfrm flipH="1" flipV="1">
                <a:off x="2139" y="1460"/>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7" name="Freeform 1142"/>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8" name="Line 1143"/>
              <p:cNvSpPr>
                <a:spLocks noChangeShapeType="1"/>
              </p:cNvSpPr>
              <p:nvPr userDrawn="1"/>
            </p:nvSpPr>
            <p:spPr bwMode="gray">
              <a:xfrm>
                <a:off x="2139" y="1469"/>
                <a:ext cx="7" cy="2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39" name="Freeform 1144"/>
              <p:cNvSpPr>
                <a:spLocks/>
              </p:cNvSpPr>
              <p:nvPr userDrawn="1"/>
            </p:nvSpPr>
            <p:spPr bwMode="gray">
              <a:xfrm>
                <a:off x="2141" y="1683"/>
                <a:ext cx="4" cy="13"/>
              </a:xfrm>
              <a:custGeom>
                <a:avLst/>
                <a:gdLst>
                  <a:gd name="T0" fmla="*/ 1 w 6"/>
                  <a:gd name="T1" fmla="*/ 3194 h 9"/>
                  <a:gd name="T2" fmla="*/ 1 w 6"/>
                  <a:gd name="T3" fmla="*/ 2393 h 9"/>
                  <a:gd name="T4" fmla="*/ 0 w 6"/>
                  <a:gd name="T5" fmla="*/ 1657 h 9"/>
                  <a:gd name="T6" fmla="*/ 1 w 6"/>
                  <a:gd name="T7" fmla="*/ 734 h 9"/>
                  <a:gd name="T8" fmla="*/ 1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0" name="Freeform 1145"/>
              <p:cNvSpPr>
                <a:spLocks/>
              </p:cNvSpPr>
              <p:nvPr userDrawn="1"/>
            </p:nvSpPr>
            <p:spPr bwMode="gray">
              <a:xfrm>
                <a:off x="2779" y="1814"/>
                <a:ext cx="19" cy="4"/>
              </a:xfrm>
              <a:custGeom>
                <a:avLst/>
                <a:gdLst>
                  <a:gd name="T0" fmla="*/ 0 w 19"/>
                  <a:gd name="T1" fmla="*/ 1 h 3"/>
                  <a:gd name="T2" fmla="*/ 5 w 19"/>
                  <a:gd name="T3" fmla="*/ 276 h 3"/>
                  <a:gd name="T4" fmla="*/ 10 w 19"/>
                  <a:gd name="T5" fmla="*/ 276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1" name="Line 1146"/>
              <p:cNvSpPr>
                <a:spLocks noChangeShapeType="1"/>
              </p:cNvSpPr>
              <p:nvPr userDrawn="1"/>
            </p:nvSpPr>
            <p:spPr bwMode="gray">
              <a:xfrm flipV="1">
                <a:off x="2789" y="1700"/>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2" name="Line 1147"/>
              <p:cNvSpPr>
                <a:spLocks noChangeShapeType="1"/>
              </p:cNvSpPr>
              <p:nvPr userDrawn="1"/>
            </p:nvSpPr>
            <p:spPr bwMode="gray">
              <a:xfrm flipV="1">
                <a:off x="2779" y="1700"/>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3" name="Freeform 1148"/>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4" name="Line 1149"/>
              <p:cNvSpPr>
                <a:spLocks noChangeShapeType="1"/>
              </p:cNvSpPr>
              <p:nvPr userDrawn="1"/>
            </p:nvSpPr>
            <p:spPr bwMode="gray">
              <a:xfrm>
                <a:off x="2798" y="1698"/>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5" name="Freeform 1150"/>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6" name="Freeform 1151"/>
              <p:cNvSpPr>
                <a:spLocks/>
              </p:cNvSpPr>
              <p:nvPr userDrawn="1"/>
            </p:nvSpPr>
            <p:spPr bwMode="gray">
              <a:xfrm>
                <a:off x="2356" y="1901"/>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7" name="Line 1152"/>
              <p:cNvSpPr>
                <a:spLocks noChangeShapeType="1"/>
              </p:cNvSpPr>
              <p:nvPr userDrawn="1"/>
            </p:nvSpPr>
            <p:spPr bwMode="gray">
              <a:xfrm>
                <a:off x="2354" y="1787"/>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8" name="Line 1153"/>
              <p:cNvSpPr>
                <a:spLocks noChangeShapeType="1"/>
              </p:cNvSpPr>
              <p:nvPr userDrawn="1"/>
            </p:nvSpPr>
            <p:spPr bwMode="gray">
              <a:xfrm>
                <a:off x="2359" y="179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49" name="Freeform 1154"/>
              <p:cNvSpPr>
                <a:spLocks/>
              </p:cNvSpPr>
              <p:nvPr userDrawn="1"/>
            </p:nvSpPr>
            <p:spPr bwMode="gray">
              <a:xfrm>
                <a:off x="2359" y="2013"/>
                <a:ext cx="4" cy="11"/>
              </a:xfrm>
              <a:custGeom>
                <a:avLst/>
                <a:gdLst>
                  <a:gd name="T0" fmla="*/ 1 w 6"/>
                  <a:gd name="T1" fmla="*/ 0 h 11"/>
                  <a:gd name="T2" fmla="*/ 1 w 6"/>
                  <a:gd name="T3" fmla="*/ 4 h 11"/>
                  <a:gd name="T4" fmla="*/ 0 w 6"/>
                  <a:gd name="T5" fmla="*/ 5 h 11"/>
                  <a:gd name="T6" fmla="*/ 1 w 6"/>
                  <a:gd name="T7" fmla="*/ 9 h 11"/>
                  <a:gd name="T8" fmla="*/ 1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0" name="Line 1155"/>
              <p:cNvSpPr>
                <a:spLocks noChangeShapeType="1"/>
              </p:cNvSpPr>
              <p:nvPr userDrawn="1"/>
            </p:nvSpPr>
            <p:spPr bwMode="gray">
              <a:xfrm flipH="1" flipV="1">
                <a:off x="2359" y="178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1" name="Freeform 1156"/>
              <p:cNvSpPr>
                <a:spLocks/>
              </p:cNvSpPr>
              <p:nvPr userDrawn="1"/>
            </p:nvSpPr>
            <p:spPr bwMode="gray">
              <a:xfrm>
                <a:off x="2354" y="1787"/>
                <a:ext cx="5" cy="4"/>
              </a:xfrm>
              <a:custGeom>
                <a:avLst/>
                <a:gdLst>
                  <a:gd name="T0" fmla="*/ 3 w 5"/>
                  <a:gd name="T1" fmla="*/ 276 h 3"/>
                  <a:gd name="T2" fmla="*/ 2 w 5"/>
                  <a:gd name="T3" fmla="*/ 276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2" name="Freeform 1157"/>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3" name="Freeform 1158"/>
              <p:cNvSpPr>
                <a:spLocks/>
              </p:cNvSpPr>
              <p:nvPr userDrawn="1"/>
            </p:nvSpPr>
            <p:spPr bwMode="gray">
              <a:xfrm>
                <a:off x="2515"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4" name="Freeform 1159"/>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5" name="Line 1160"/>
              <p:cNvSpPr>
                <a:spLocks noChangeShapeType="1"/>
              </p:cNvSpPr>
              <p:nvPr userDrawn="1"/>
            </p:nvSpPr>
            <p:spPr bwMode="gray">
              <a:xfrm flipH="1">
                <a:off x="2350" y="1187"/>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6" name="Line 1161"/>
              <p:cNvSpPr>
                <a:spLocks noChangeShapeType="1"/>
              </p:cNvSpPr>
              <p:nvPr userDrawn="1"/>
            </p:nvSpPr>
            <p:spPr bwMode="gray">
              <a:xfrm flipH="1">
                <a:off x="2347" y="1195"/>
                <a:ext cx="169"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7" name="Freeform 1162"/>
              <p:cNvSpPr>
                <a:spLocks/>
              </p:cNvSpPr>
              <p:nvPr userDrawn="1"/>
            </p:nvSpPr>
            <p:spPr bwMode="gray">
              <a:xfrm>
                <a:off x="2347" y="1270"/>
                <a:ext cx="13" cy="10"/>
              </a:xfrm>
              <a:custGeom>
                <a:avLst/>
                <a:gdLst>
                  <a:gd name="T0" fmla="*/ 0 w 10"/>
                  <a:gd name="T1" fmla="*/ 10 h 10"/>
                  <a:gd name="T2" fmla="*/ 170 w 10"/>
                  <a:gd name="T3" fmla="*/ 5 h 10"/>
                  <a:gd name="T4" fmla="*/ 221 w 10"/>
                  <a:gd name="T5" fmla="*/ 2 h 10"/>
                  <a:gd name="T6" fmla="*/ 373 w 10"/>
                  <a:gd name="T7" fmla="*/ 0 h 10"/>
                  <a:gd name="T8" fmla="*/ 631 w 10"/>
                  <a:gd name="T9" fmla="*/ 0 h 10"/>
                  <a:gd name="T10" fmla="*/ 676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8" name="Line 1163"/>
              <p:cNvSpPr>
                <a:spLocks noChangeShapeType="1"/>
              </p:cNvSpPr>
              <p:nvPr userDrawn="1"/>
            </p:nvSpPr>
            <p:spPr bwMode="gray">
              <a:xfrm flipV="1">
                <a:off x="2359" y="1186"/>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59" name="Freeform 1164"/>
              <p:cNvSpPr>
                <a:spLocks/>
              </p:cNvSpPr>
              <p:nvPr userDrawn="1"/>
            </p:nvSpPr>
            <p:spPr bwMode="gray">
              <a:xfrm>
                <a:off x="2515"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0" name="Freeform 1165"/>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1" name="Line 1166"/>
              <p:cNvSpPr>
                <a:spLocks noChangeShapeType="1"/>
              </p:cNvSpPr>
              <p:nvPr userDrawn="1"/>
            </p:nvSpPr>
            <p:spPr bwMode="gray">
              <a:xfrm>
                <a:off x="2343" y="1283"/>
                <a:ext cx="6"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2" name="Line 1167"/>
              <p:cNvSpPr>
                <a:spLocks noChangeShapeType="1"/>
              </p:cNvSpPr>
              <p:nvPr userDrawn="1"/>
            </p:nvSpPr>
            <p:spPr bwMode="gray">
              <a:xfrm>
                <a:off x="2347" y="1280"/>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3" name="Freeform 1168"/>
              <p:cNvSpPr>
                <a:spLocks/>
              </p:cNvSpPr>
              <p:nvPr userDrawn="1"/>
            </p:nvSpPr>
            <p:spPr bwMode="gray">
              <a:xfrm>
                <a:off x="2350" y="1513"/>
                <a:ext cx="4" cy="21"/>
              </a:xfrm>
              <a:custGeom>
                <a:avLst/>
                <a:gdLst>
                  <a:gd name="T0" fmla="*/ 2 w 5"/>
                  <a:gd name="T1" fmla="*/ 0 h 21"/>
                  <a:gd name="T2" fmla="*/ 0 w 5"/>
                  <a:gd name="T3" fmla="*/ 5 h 21"/>
                  <a:gd name="T4" fmla="*/ 0 w 5"/>
                  <a:gd name="T5" fmla="*/ 10 h 21"/>
                  <a:gd name="T6" fmla="*/ 1 w 5"/>
                  <a:gd name="T7" fmla="*/ 16 h 21"/>
                  <a:gd name="T8" fmla="*/ 2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4" name="Line 1169"/>
              <p:cNvSpPr>
                <a:spLocks noChangeShapeType="1"/>
              </p:cNvSpPr>
              <p:nvPr userDrawn="1"/>
            </p:nvSpPr>
            <p:spPr bwMode="gray">
              <a:xfrm flipH="1" flipV="1">
                <a:off x="2350" y="1287"/>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5" name="Freeform 1170"/>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6" name="Freeform 1171"/>
              <p:cNvSpPr>
                <a:spLocks/>
              </p:cNvSpPr>
              <p:nvPr userDrawn="1"/>
            </p:nvSpPr>
            <p:spPr bwMode="gray">
              <a:xfrm>
                <a:off x="2558"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7" name="Line 1172"/>
              <p:cNvSpPr>
                <a:spLocks noChangeShapeType="1"/>
              </p:cNvSpPr>
              <p:nvPr userDrawn="1"/>
            </p:nvSpPr>
            <p:spPr bwMode="gray">
              <a:xfrm>
                <a:off x="2567" y="1870"/>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8" name="Line 1173"/>
              <p:cNvSpPr>
                <a:spLocks noChangeShapeType="1"/>
              </p:cNvSpPr>
              <p:nvPr userDrawn="1"/>
            </p:nvSpPr>
            <p:spPr bwMode="gray">
              <a:xfrm>
                <a:off x="2576" y="1873"/>
                <a:ext cx="4"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69" name="Freeform 1174"/>
              <p:cNvSpPr>
                <a:spLocks/>
              </p:cNvSpPr>
              <p:nvPr userDrawn="1"/>
            </p:nvSpPr>
            <p:spPr bwMode="gray">
              <a:xfrm>
                <a:off x="2558"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0" name="Line 1175"/>
              <p:cNvSpPr>
                <a:spLocks noChangeShapeType="1"/>
              </p:cNvSpPr>
              <p:nvPr userDrawn="1"/>
            </p:nvSpPr>
            <p:spPr bwMode="gray">
              <a:xfrm flipH="1" flipV="1">
                <a:off x="2555" y="1861"/>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1" name="Freeform 1176"/>
              <p:cNvSpPr>
                <a:spLocks/>
              </p:cNvSpPr>
              <p:nvPr userDrawn="1"/>
            </p:nvSpPr>
            <p:spPr bwMode="gray">
              <a:xfrm>
                <a:off x="2555" y="1861"/>
                <a:ext cx="22" cy="12"/>
              </a:xfrm>
              <a:custGeom>
                <a:avLst/>
                <a:gdLst>
                  <a:gd name="T0" fmla="*/ 195 w 19"/>
                  <a:gd name="T1" fmla="*/ 12 h 12"/>
                  <a:gd name="T2" fmla="*/ 125 w 19"/>
                  <a:gd name="T3" fmla="*/ 9 h 12"/>
                  <a:gd name="T4" fmla="*/ 52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2" name="Freeform 1177"/>
              <p:cNvSpPr>
                <a:spLocks/>
              </p:cNvSpPr>
              <p:nvPr userDrawn="1"/>
            </p:nvSpPr>
            <p:spPr bwMode="gray">
              <a:xfrm>
                <a:off x="2646" y="2048"/>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3" name="Line 1178"/>
              <p:cNvSpPr>
                <a:spLocks noChangeShapeType="1"/>
              </p:cNvSpPr>
              <p:nvPr userDrawn="1"/>
            </p:nvSpPr>
            <p:spPr bwMode="gray">
              <a:xfrm flipV="1">
                <a:off x="2576" y="2010"/>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4" name="Line 1179"/>
              <p:cNvSpPr>
                <a:spLocks noChangeShapeType="1"/>
              </p:cNvSpPr>
              <p:nvPr userDrawn="1"/>
            </p:nvSpPr>
            <p:spPr bwMode="gray">
              <a:xfrm flipV="1">
                <a:off x="2578" y="2003"/>
                <a:ext cx="159"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5" name="Freeform 1180"/>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6" name="Line 1181"/>
              <p:cNvSpPr>
                <a:spLocks noChangeShapeType="1"/>
              </p:cNvSpPr>
              <p:nvPr userDrawn="1"/>
            </p:nvSpPr>
            <p:spPr bwMode="gray">
              <a:xfrm flipH="1">
                <a:off x="2567" y="2010"/>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7" name="Freeform 1182"/>
              <p:cNvSpPr>
                <a:spLocks/>
              </p:cNvSpPr>
              <p:nvPr userDrawn="1"/>
            </p:nvSpPr>
            <p:spPr bwMode="gray">
              <a:xfrm>
                <a:off x="2567"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8" name="Line 1183"/>
              <p:cNvSpPr>
                <a:spLocks noChangeShapeType="1"/>
              </p:cNvSpPr>
              <p:nvPr userDrawn="1"/>
            </p:nvSpPr>
            <p:spPr bwMode="gray">
              <a:xfrm flipV="1">
                <a:off x="2741" y="1924"/>
                <a:ext cx="1"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79" name="Line 1184"/>
              <p:cNvSpPr>
                <a:spLocks noChangeShapeType="1"/>
              </p:cNvSpPr>
              <p:nvPr userDrawn="1"/>
            </p:nvSpPr>
            <p:spPr bwMode="gray">
              <a:xfrm flipV="1">
                <a:off x="2737" y="1924"/>
                <a:ext cx="1"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0" name="Line 1185"/>
              <p:cNvSpPr>
                <a:spLocks noChangeShapeType="1"/>
              </p:cNvSpPr>
              <p:nvPr userDrawn="1"/>
            </p:nvSpPr>
            <p:spPr bwMode="gray">
              <a:xfrm>
                <a:off x="2733" y="1922"/>
                <a:ext cx="2"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1" name="Freeform 1186"/>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2" name="Freeform 1187"/>
              <p:cNvSpPr>
                <a:spLocks/>
              </p:cNvSpPr>
              <p:nvPr userDrawn="1"/>
            </p:nvSpPr>
            <p:spPr bwMode="gray">
              <a:xfrm>
                <a:off x="2732" y="1377"/>
                <a:ext cx="4" cy="8"/>
              </a:xfrm>
              <a:custGeom>
                <a:avLst/>
                <a:gdLst>
                  <a:gd name="T0" fmla="*/ 2 w 5"/>
                  <a:gd name="T1" fmla="*/ 8 h 8"/>
                  <a:gd name="T2" fmla="*/ 2 w 5"/>
                  <a:gd name="T3" fmla="*/ 7 h 8"/>
                  <a:gd name="T4" fmla="*/ 2 w 5"/>
                  <a:gd name="T5" fmla="*/ 5 h 8"/>
                  <a:gd name="T6" fmla="*/ 2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3" name="Line 1188"/>
              <p:cNvSpPr>
                <a:spLocks noChangeShapeType="1"/>
              </p:cNvSpPr>
              <p:nvPr userDrawn="1"/>
            </p:nvSpPr>
            <p:spPr bwMode="gray">
              <a:xfrm flipH="1" flipV="1">
                <a:off x="2737" y="1265"/>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4" name="Line 1189"/>
              <p:cNvSpPr>
                <a:spLocks noChangeShapeType="1"/>
              </p:cNvSpPr>
              <p:nvPr userDrawn="1"/>
            </p:nvSpPr>
            <p:spPr bwMode="gray">
              <a:xfrm flipV="1">
                <a:off x="2735" y="1270"/>
                <a:ext cx="1"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5" name="Freeform 1190"/>
              <p:cNvSpPr>
                <a:spLocks/>
              </p:cNvSpPr>
              <p:nvPr userDrawn="1"/>
            </p:nvSpPr>
            <p:spPr bwMode="gray">
              <a:xfrm>
                <a:off x="2732" y="1261"/>
                <a:ext cx="4" cy="9"/>
              </a:xfrm>
              <a:custGeom>
                <a:avLst/>
                <a:gdLst>
                  <a:gd name="T0" fmla="*/ 2 w 5"/>
                  <a:gd name="T1" fmla="*/ 9 h 9"/>
                  <a:gd name="T2" fmla="*/ 2 w 5"/>
                  <a:gd name="T3" fmla="*/ 5 h 9"/>
                  <a:gd name="T4" fmla="*/ 2 w 5"/>
                  <a:gd name="T5" fmla="*/ 4 h 9"/>
                  <a:gd name="T6" fmla="*/ 2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6" name="Line 1191"/>
              <p:cNvSpPr>
                <a:spLocks noChangeShapeType="1"/>
              </p:cNvSpPr>
              <p:nvPr userDrawn="1"/>
            </p:nvSpPr>
            <p:spPr bwMode="gray">
              <a:xfrm>
                <a:off x="2732" y="1261"/>
                <a:ext cx="1" cy="2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7" name="Freeform 1192"/>
              <p:cNvSpPr>
                <a:spLocks/>
              </p:cNvSpPr>
              <p:nvPr userDrawn="1"/>
            </p:nvSpPr>
            <p:spPr bwMode="gray">
              <a:xfrm>
                <a:off x="2733" y="1500"/>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8" name="Freeform 1193"/>
              <p:cNvSpPr>
                <a:spLocks/>
              </p:cNvSpPr>
              <p:nvPr userDrawn="1"/>
            </p:nvSpPr>
            <p:spPr bwMode="gray">
              <a:xfrm>
                <a:off x="2641" y="1296"/>
                <a:ext cx="13" cy="13"/>
              </a:xfrm>
              <a:custGeom>
                <a:avLst/>
                <a:gdLst>
                  <a:gd name="T0" fmla="*/ 42 w 12"/>
                  <a:gd name="T1" fmla="*/ 2 h 16"/>
                  <a:gd name="T2" fmla="*/ 36 w 12"/>
                  <a:gd name="T3" fmla="*/ 2 h 16"/>
                  <a:gd name="T4" fmla="*/ 30 w 12"/>
                  <a:gd name="T5" fmla="*/ 2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89" name="Line 1194"/>
              <p:cNvSpPr>
                <a:spLocks noChangeShapeType="1"/>
              </p:cNvSpPr>
              <p:nvPr userDrawn="1"/>
            </p:nvSpPr>
            <p:spPr bwMode="gray">
              <a:xfrm flipH="1">
                <a:off x="2567" y="1257"/>
                <a:ext cx="165"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0" name="Line 1195"/>
              <p:cNvSpPr>
                <a:spLocks noChangeShapeType="1"/>
              </p:cNvSpPr>
              <p:nvPr userDrawn="1"/>
            </p:nvSpPr>
            <p:spPr bwMode="gray">
              <a:xfrm flipH="1">
                <a:off x="2571" y="1270"/>
                <a:ext cx="164"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1" name="Freeform 1196"/>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2" name="Line 1197"/>
              <p:cNvSpPr>
                <a:spLocks noChangeShapeType="1"/>
              </p:cNvSpPr>
              <p:nvPr userDrawn="1"/>
            </p:nvSpPr>
            <p:spPr bwMode="gray">
              <a:xfrm flipV="1">
                <a:off x="2558" y="1252"/>
                <a:ext cx="165"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3" name="Freeform 1198"/>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4" name="Freeform 1199"/>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5" name="Line 1200"/>
              <p:cNvSpPr>
                <a:spLocks noChangeShapeType="1"/>
              </p:cNvSpPr>
              <p:nvPr userDrawn="1"/>
            </p:nvSpPr>
            <p:spPr bwMode="gray">
              <a:xfrm>
                <a:off x="2560" y="1359"/>
                <a:ext cx="2" cy="24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6" name="Line 1201"/>
              <p:cNvSpPr>
                <a:spLocks noChangeShapeType="1"/>
              </p:cNvSpPr>
              <p:nvPr userDrawn="1"/>
            </p:nvSpPr>
            <p:spPr bwMode="gray">
              <a:xfrm>
                <a:off x="2571" y="1356"/>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7" name="Freeform 1202"/>
              <p:cNvSpPr>
                <a:spLocks/>
              </p:cNvSpPr>
              <p:nvPr userDrawn="1"/>
            </p:nvSpPr>
            <p:spPr bwMode="gray">
              <a:xfrm>
                <a:off x="2551" y="1592"/>
                <a:ext cx="21" cy="13"/>
              </a:xfrm>
              <a:custGeom>
                <a:avLst/>
                <a:gdLst>
                  <a:gd name="T0" fmla="*/ 21 w 21"/>
                  <a:gd name="T1" fmla="*/ 0 h 14"/>
                  <a:gd name="T2" fmla="*/ 16 w 21"/>
                  <a:gd name="T3" fmla="*/ 5 h 14"/>
                  <a:gd name="T4" fmla="*/ 13 w 21"/>
                  <a:gd name="T5" fmla="*/ 7 h 14"/>
                  <a:gd name="T6" fmla="*/ 7 w 21"/>
                  <a:gd name="T7" fmla="*/ 7 h 14"/>
                  <a:gd name="T8" fmla="*/ 0 w 21"/>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8" name="Line 1203"/>
              <p:cNvSpPr>
                <a:spLocks noChangeShapeType="1"/>
              </p:cNvSpPr>
              <p:nvPr userDrawn="1"/>
            </p:nvSpPr>
            <p:spPr bwMode="gray">
              <a:xfrm flipH="1" flipV="1">
                <a:off x="2550" y="1357"/>
                <a:ext cx="1"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99" name="Freeform 1204"/>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0" name="Freeform 1205"/>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1" name="Freeform 1206"/>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2" name="Freeform 1207"/>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3" name="Line 1208"/>
              <p:cNvSpPr>
                <a:spLocks noChangeShapeType="1"/>
              </p:cNvSpPr>
              <p:nvPr userDrawn="1"/>
            </p:nvSpPr>
            <p:spPr bwMode="gray">
              <a:xfrm>
                <a:off x="2536" y="1184"/>
                <a:ext cx="19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4" name="Line 1209"/>
              <p:cNvSpPr>
                <a:spLocks noChangeShapeType="1"/>
              </p:cNvSpPr>
              <p:nvPr userDrawn="1"/>
            </p:nvSpPr>
            <p:spPr bwMode="gray">
              <a:xfrm>
                <a:off x="2532" y="1195"/>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5" name="Freeform 1210"/>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6" name="Line 1211"/>
              <p:cNvSpPr>
                <a:spLocks noChangeShapeType="1"/>
              </p:cNvSpPr>
              <p:nvPr userDrawn="1"/>
            </p:nvSpPr>
            <p:spPr bwMode="gray">
              <a:xfrm flipH="1" flipV="1">
                <a:off x="2543" y="1177"/>
                <a:ext cx="197"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7" name="Freeform 1212"/>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8" name="Freeform 1213"/>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09" name="Line 1214"/>
              <p:cNvSpPr>
                <a:spLocks noChangeShapeType="1"/>
              </p:cNvSpPr>
              <p:nvPr userDrawn="1"/>
            </p:nvSpPr>
            <p:spPr bwMode="gray">
              <a:xfrm flipH="1" flipV="1">
                <a:off x="2530" y="1179"/>
                <a:ext cx="204"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0" name="Line 1215"/>
              <p:cNvSpPr>
                <a:spLocks noChangeShapeType="1"/>
              </p:cNvSpPr>
              <p:nvPr userDrawn="1"/>
            </p:nvSpPr>
            <p:spPr bwMode="gray">
              <a:xfrm flipH="1" flipV="1">
                <a:off x="2524" y="1186"/>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1" name="Freeform 1216"/>
              <p:cNvSpPr>
                <a:spLocks/>
              </p:cNvSpPr>
              <p:nvPr userDrawn="1"/>
            </p:nvSpPr>
            <p:spPr bwMode="gray">
              <a:xfrm>
                <a:off x="2524"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2" name="Line 1217"/>
              <p:cNvSpPr>
                <a:spLocks noChangeShapeType="1"/>
              </p:cNvSpPr>
              <p:nvPr userDrawn="1"/>
            </p:nvSpPr>
            <p:spPr bwMode="gray">
              <a:xfrm>
                <a:off x="2532" y="1168"/>
                <a:ext cx="200"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3" name="Freeform 1218"/>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4" name="Freeform 1219"/>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5" name="Line 1220"/>
              <p:cNvSpPr>
                <a:spLocks noChangeShapeType="1"/>
              </p:cNvSpPr>
              <p:nvPr userDrawn="1"/>
            </p:nvSpPr>
            <p:spPr bwMode="gray">
              <a:xfrm>
                <a:off x="2352" y="1274"/>
                <a:ext cx="19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6" name="Line 1221"/>
              <p:cNvSpPr>
                <a:spLocks noChangeShapeType="1"/>
              </p:cNvSpPr>
              <p:nvPr userDrawn="1"/>
            </p:nvSpPr>
            <p:spPr bwMode="gray">
              <a:xfrm>
                <a:off x="2359" y="1270"/>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7" name="Freeform 1222"/>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8" name="Line 1223"/>
              <p:cNvSpPr>
                <a:spLocks noChangeShapeType="1"/>
              </p:cNvSpPr>
              <p:nvPr userDrawn="1"/>
            </p:nvSpPr>
            <p:spPr bwMode="gray">
              <a:xfrm flipH="1" flipV="1">
                <a:off x="2350" y="1287"/>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19" name="Freeform 1224"/>
              <p:cNvSpPr>
                <a:spLocks/>
              </p:cNvSpPr>
              <p:nvPr userDrawn="1"/>
            </p:nvSpPr>
            <p:spPr bwMode="gray">
              <a:xfrm>
                <a:off x="2350"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0" name="Freeform 1225"/>
              <p:cNvSpPr>
                <a:spLocks/>
              </p:cNvSpPr>
              <p:nvPr userDrawn="1"/>
            </p:nvSpPr>
            <p:spPr bwMode="gray">
              <a:xfrm>
                <a:off x="2459" y="2057"/>
                <a:ext cx="10" cy="13"/>
              </a:xfrm>
              <a:custGeom>
                <a:avLst/>
                <a:gdLst>
                  <a:gd name="T0" fmla="*/ 0 w 10"/>
                  <a:gd name="T1" fmla="*/ 0 h 9"/>
                  <a:gd name="T2" fmla="*/ 2 w 10"/>
                  <a:gd name="T3" fmla="*/ 2211 h 9"/>
                  <a:gd name="T4" fmla="*/ 3 w 10"/>
                  <a:gd name="T5" fmla="*/ 2393 h 9"/>
                  <a:gd name="T6" fmla="*/ 7 w 10"/>
                  <a:gd name="T7" fmla="*/ 3194 h 9"/>
                  <a:gd name="T8" fmla="*/ 10 w 10"/>
                  <a:gd name="T9" fmla="*/ 2393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1" name="Line 1226"/>
              <p:cNvSpPr>
                <a:spLocks noChangeShapeType="1"/>
              </p:cNvSpPr>
              <p:nvPr userDrawn="1"/>
            </p:nvSpPr>
            <p:spPr bwMode="gray">
              <a:xfrm>
                <a:off x="2367" y="2031"/>
                <a:ext cx="194"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2" name="Line 1227"/>
              <p:cNvSpPr>
                <a:spLocks noChangeShapeType="1"/>
              </p:cNvSpPr>
              <p:nvPr userDrawn="1"/>
            </p:nvSpPr>
            <p:spPr bwMode="gray">
              <a:xfrm>
                <a:off x="2363" y="2022"/>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3" name="Freeform 1228"/>
              <p:cNvSpPr>
                <a:spLocks/>
              </p:cNvSpPr>
              <p:nvPr userDrawn="1"/>
            </p:nvSpPr>
            <p:spPr bwMode="gray">
              <a:xfrm>
                <a:off x="2558"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4" name="Line 1229"/>
              <p:cNvSpPr>
                <a:spLocks noChangeShapeType="1"/>
              </p:cNvSpPr>
              <p:nvPr userDrawn="1"/>
            </p:nvSpPr>
            <p:spPr bwMode="gray">
              <a:xfrm flipH="1" flipV="1">
                <a:off x="2371" y="2031"/>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5" name="Freeform 1230"/>
              <p:cNvSpPr>
                <a:spLocks/>
              </p:cNvSpPr>
              <p:nvPr userDrawn="1"/>
            </p:nvSpPr>
            <p:spPr bwMode="gray">
              <a:xfrm>
                <a:off x="2363" y="2022"/>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6" name="Freeform 1231"/>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7" name="Freeform 1232"/>
              <p:cNvSpPr>
                <a:spLocks/>
              </p:cNvSpPr>
              <p:nvPr userDrawn="1"/>
            </p:nvSpPr>
            <p:spPr bwMode="gray">
              <a:xfrm>
                <a:off x="2836" y="1314"/>
                <a:ext cx="9" cy="13"/>
              </a:xfrm>
              <a:custGeom>
                <a:avLst/>
                <a:gdLst>
                  <a:gd name="T0" fmla="*/ 9 w 9"/>
                  <a:gd name="T1" fmla="*/ 3 h 15"/>
                  <a:gd name="T2" fmla="*/ 5 w 9"/>
                  <a:gd name="T3" fmla="*/ 3 h 15"/>
                  <a:gd name="T4" fmla="*/ 2 w 9"/>
                  <a:gd name="T5" fmla="*/ 3 h 15"/>
                  <a:gd name="T6" fmla="*/ 0 w 9"/>
                  <a:gd name="T7" fmla="*/ 3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8" name="Freeform 1233"/>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29" name="Line 1234"/>
              <p:cNvSpPr>
                <a:spLocks noChangeShapeType="1"/>
              </p:cNvSpPr>
              <p:nvPr userDrawn="1"/>
            </p:nvSpPr>
            <p:spPr bwMode="gray">
              <a:xfrm>
                <a:off x="2838" y="1327"/>
                <a:ext cx="19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0" name="Line 1235"/>
              <p:cNvSpPr>
                <a:spLocks noChangeShapeType="1"/>
              </p:cNvSpPr>
              <p:nvPr userDrawn="1"/>
            </p:nvSpPr>
            <p:spPr bwMode="gray">
              <a:xfrm>
                <a:off x="2845" y="1327"/>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1" name="Freeform 1236"/>
              <p:cNvSpPr>
                <a:spLocks/>
              </p:cNvSpPr>
              <p:nvPr userDrawn="1"/>
            </p:nvSpPr>
            <p:spPr bwMode="gray">
              <a:xfrm>
                <a:off x="3031" y="1387"/>
                <a:ext cx="4"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276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2" name="Line 1237"/>
              <p:cNvSpPr>
                <a:spLocks noChangeShapeType="1"/>
              </p:cNvSpPr>
              <p:nvPr userDrawn="1"/>
            </p:nvSpPr>
            <p:spPr bwMode="gray">
              <a:xfrm flipH="1" flipV="1">
                <a:off x="2837" y="1322"/>
                <a:ext cx="19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3" name="Freeform 1238"/>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4" name="Line 1239"/>
              <p:cNvSpPr>
                <a:spLocks noChangeShapeType="1"/>
              </p:cNvSpPr>
              <p:nvPr userDrawn="1"/>
            </p:nvSpPr>
            <p:spPr bwMode="gray">
              <a:xfrm flipH="1">
                <a:off x="3370" y="1144"/>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5" name="Line 1240"/>
              <p:cNvSpPr>
                <a:spLocks noChangeShapeType="1"/>
              </p:cNvSpPr>
              <p:nvPr userDrawn="1"/>
            </p:nvSpPr>
            <p:spPr bwMode="gray">
              <a:xfrm flipH="1">
                <a:off x="3384" y="1149"/>
                <a:ext cx="30" cy="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6" name="Line 1241"/>
              <p:cNvSpPr>
                <a:spLocks noChangeShapeType="1"/>
              </p:cNvSpPr>
              <p:nvPr userDrawn="1"/>
            </p:nvSpPr>
            <p:spPr bwMode="gray">
              <a:xfrm flipV="1">
                <a:off x="3358" y="1133"/>
                <a:ext cx="45" cy="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7" name="Freeform 1242"/>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8" name="Freeform 1243"/>
              <p:cNvSpPr>
                <a:spLocks/>
              </p:cNvSpPr>
              <p:nvPr userDrawn="1"/>
            </p:nvSpPr>
            <p:spPr bwMode="gray">
              <a:xfrm>
                <a:off x="3540" y="1252"/>
                <a:ext cx="10" cy="13"/>
              </a:xfrm>
              <a:custGeom>
                <a:avLst/>
                <a:gdLst>
                  <a:gd name="T0" fmla="*/ 0 w 10"/>
                  <a:gd name="T1" fmla="*/ 0 h 16"/>
                  <a:gd name="T2" fmla="*/ 3 w 10"/>
                  <a:gd name="T3" fmla="*/ 2 h 16"/>
                  <a:gd name="T4" fmla="*/ 7 w 10"/>
                  <a:gd name="T5" fmla="*/ 2 h 16"/>
                  <a:gd name="T6" fmla="*/ 8 w 10"/>
                  <a:gd name="T7" fmla="*/ 2 h 16"/>
                  <a:gd name="T8" fmla="*/ 10 w 10"/>
                  <a:gd name="T9" fmla="*/ 2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39" name="Line 1244"/>
              <p:cNvSpPr>
                <a:spLocks noChangeShapeType="1"/>
              </p:cNvSpPr>
              <p:nvPr userDrawn="1"/>
            </p:nvSpPr>
            <p:spPr bwMode="gray">
              <a:xfrm flipV="1">
                <a:off x="3540" y="1217"/>
                <a:ext cx="79"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0" name="Line 1245"/>
              <p:cNvSpPr>
                <a:spLocks noChangeShapeType="1"/>
              </p:cNvSpPr>
              <p:nvPr userDrawn="1"/>
            </p:nvSpPr>
            <p:spPr bwMode="gray">
              <a:xfrm flipV="1">
                <a:off x="3540" y="1212"/>
                <a:ext cx="72" cy="4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1" name="Freeform 1246"/>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2" name="Line 1247"/>
              <p:cNvSpPr>
                <a:spLocks noChangeShapeType="1"/>
              </p:cNvSpPr>
              <p:nvPr userDrawn="1"/>
            </p:nvSpPr>
            <p:spPr bwMode="gray">
              <a:xfrm flipH="1">
                <a:off x="3540" y="1228"/>
                <a:ext cx="82"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3" name="Freeform 1248"/>
              <p:cNvSpPr>
                <a:spLocks/>
              </p:cNvSpPr>
              <p:nvPr userDrawn="1"/>
            </p:nvSpPr>
            <p:spPr bwMode="gray">
              <a:xfrm>
                <a:off x="3484" y="1170"/>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4" name="Line 1249"/>
              <p:cNvSpPr>
                <a:spLocks noChangeShapeType="1"/>
              </p:cNvSpPr>
              <p:nvPr userDrawn="1"/>
            </p:nvSpPr>
            <p:spPr bwMode="gray">
              <a:xfrm flipH="1" flipV="1">
                <a:off x="3412" y="1147"/>
                <a:ext cx="20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5" name="Line 1250"/>
              <p:cNvSpPr>
                <a:spLocks noChangeShapeType="1"/>
              </p:cNvSpPr>
              <p:nvPr userDrawn="1"/>
            </p:nvSpPr>
            <p:spPr bwMode="gray">
              <a:xfrm flipH="1" flipV="1">
                <a:off x="3412" y="1149"/>
                <a:ext cx="198"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6" name="Freeform 1251"/>
              <p:cNvSpPr>
                <a:spLocks/>
              </p:cNvSpPr>
              <p:nvPr userDrawn="1"/>
            </p:nvSpPr>
            <p:spPr bwMode="gray">
              <a:xfrm>
                <a:off x="3410" y="1149"/>
                <a:ext cx="4" cy="4"/>
              </a:xfrm>
              <a:custGeom>
                <a:avLst/>
                <a:gdLst>
                  <a:gd name="T0" fmla="*/ 4 w 4"/>
                  <a:gd name="T1" fmla="*/ 0 h 5"/>
                  <a:gd name="T2" fmla="*/ 4 w 4"/>
                  <a:gd name="T3" fmla="*/ 0 h 5"/>
                  <a:gd name="T4" fmla="*/ 4 w 4"/>
                  <a:gd name="T5" fmla="*/ 0 h 5"/>
                  <a:gd name="T6" fmla="*/ 2 w 4"/>
                  <a:gd name="T7" fmla="*/ 2 h 5"/>
                  <a:gd name="T8" fmla="*/ 2 w 4"/>
                  <a:gd name="T9" fmla="*/ 2 h 5"/>
                  <a:gd name="T10" fmla="*/ 0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7" name="Line 1252"/>
              <p:cNvSpPr>
                <a:spLocks noChangeShapeType="1"/>
              </p:cNvSpPr>
              <p:nvPr userDrawn="1"/>
            </p:nvSpPr>
            <p:spPr bwMode="gray">
              <a:xfrm>
                <a:off x="3410" y="1153"/>
                <a:ext cx="20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8" name="Freeform 1253"/>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49" name="Freeform 1254"/>
              <p:cNvSpPr>
                <a:spLocks/>
              </p:cNvSpPr>
              <p:nvPr userDrawn="1"/>
            </p:nvSpPr>
            <p:spPr bwMode="gray">
              <a:xfrm>
                <a:off x="3613" y="1327"/>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0" name="Line 1255"/>
              <p:cNvSpPr>
                <a:spLocks noChangeShapeType="1"/>
              </p:cNvSpPr>
              <p:nvPr userDrawn="1"/>
            </p:nvSpPr>
            <p:spPr bwMode="gray">
              <a:xfrm flipV="1">
                <a:off x="3618" y="1222"/>
                <a:ext cx="4" cy="1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1" name="Line 1256"/>
              <p:cNvSpPr>
                <a:spLocks noChangeShapeType="1"/>
              </p:cNvSpPr>
              <p:nvPr userDrawn="1"/>
            </p:nvSpPr>
            <p:spPr bwMode="gray">
              <a:xfrm flipV="1">
                <a:off x="3615" y="1228"/>
                <a:ext cx="5"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2" name="Freeform 1257"/>
              <p:cNvSpPr>
                <a:spLocks/>
              </p:cNvSpPr>
              <p:nvPr userDrawn="1"/>
            </p:nvSpPr>
            <p:spPr bwMode="gray">
              <a:xfrm>
                <a:off x="3618" y="1219"/>
                <a:ext cx="4" cy="9"/>
              </a:xfrm>
              <a:custGeom>
                <a:avLst/>
                <a:gdLst>
                  <a:gd name="T0" fmla="*/ 2 w 5"/>
                  <a:gd name="T1" fmla="*/ 9 h 9"/>
                  <a:gd name="T2" fmla="*/ 2 w 5"/>
                  <a:gd name="T3" fmla="*/ 7 h 9"/>
                  <a:gd name="T4" fmla="*/ 2 w 5"/>
                  <a:gd name="T5" fmla="*/ 5 h 9"/>
                  <a:gd name="T6" fmla="*/ 2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3" name="Line 1258"/>
              <p:cNvSpPr>
                <a:spLocks noChangeShapeType="1"/>
              </p:cNvSpPr>
              <p:nvPr userDrawn="1"/>
            </p:nvSpPr>
            <p:spPr bwMode="gray">
              <a:xfrm flipH="1">
                <a:off x="3611" y="1219"/>
                <a:ext cx="6" cy="1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4" name="Freeform 1259"/>
              <p:cNvSpPr>
                <a:spLocks/>
              </p:cNvSpPr>
              <p:nvPr userDrawn="1"/>
            </p:nvSpPr>
            <p:spPr bwMode="gray">
              <a:xfrm>
                <a:off x="2816" y="1205"/>
                <a:ext cx="22" cy="4"/>
              </a:xfrm>
              <a:custGeom>
                <a:avLst/>
                <a:gdLst>
                  <a:gd name="T0" fmla="*/ 195 w 19"/>
                  <a:gd name="T1" fmla="*/ 0 h 2"/>
                  <a:gd name="T2" fmla="*/ 145 w 19"/>
                  <a:gd name="T3" fmla="*/ 131072 h 2"/>
                  <a:gd name="T4" fmla="*/ 108 w 19"/>
                  <a:gd name="T5" fmla="*/ 131072 h 2"/>
                  <a:gd name="T6" fmla="*/ 52 w 19"/>
                  <a:gd name="T7" fmla="*/ 131072 h 2"/>
                  <a:gd name="T8" fmla="*/ 0 w 19"/>
                  <a:gd name="T9" fmla="*/ 13107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5" name="Line 1260"/>
              <p:cNvSpPr>
                <a:spLocks noChangeShapeType="1"/>
              </p:cNvSpPr>
              <p:nvPr userDrawn="1"/>
            </p:nvSpPr>
            <p:spPr bwMode="gray">
              <a:xfrm flipV="1">
                <a:off x="2828" y="1202"/>
                <a:ext cx="1" cy="1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6" name="Line 1261"/>
              <p:cNvSpPr>
                <a:spLocks noChangeShapeType="1"/>
              </p:cNvSpPr>
              <p:nvPr userDrawn="1"/>
            </p:nvSpPr>
            <p:spPr bwMode="gray">
              <a:xfrm flipV="1">
                <a:off x="2836" y="1196"/>
                <a:ext cx="1" cy="1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7" name="Line 1262"/>
              <p:cNvSpPr>
                <a:spLocks noChangeShapeType="1"/>
              </p:cNvSpPr>
              <p:nvPr userDrawn="1"/>
            </p:nvSpPr>
            <p:spPr bwMode="gray">
              <a:xfrm>
                <a:off x="2816" y="1205"/>
                <a:ext cx="4" cy="10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8" name="Freeform 1263"/>
              <p:cNvSpPr>
                <a:spLocks/>
              </p:cNvSpPr>
              <p:nvPr userDrawn="1"/>
            </p:nvSpPr>
            <p:spPr bwMode="gray">
              <a:xfrm>
                <a:off x="2816" y="1314"/>
                <a:ext cx="22" cy="3"/>
              </a:xfrm>
              <a:custGeom>
                <a:avLst/>
                <a:gdLst>
                  <a:gd name="T0" fmla="*/ 195 w 19"/>
                  <a:gd name="T1" fmla="*/ 0 h 3"/>
                  <a:gd name="T2" fmla="*/ 125 w 19"/>
                  <a:gd name="T3" fmla="*/ 3 h 3"/>
                  <a:gd name="T4" fmla="*/ 69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59" name="Freeform 1264"/>
              <p:cNvSpPr>
                <a:spLocks/>
              </p:cNvSpPr>
              <p:nvPr userDrawn="1"/>
            </p:nvSpPr>
            <p:spPr bwMode="gray">
              <a:xfrm>
                <a:off x="2819"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0" name="Line 1265"/>
              <p:cNvSpPr>
                <a:spLocks noChangeShapeType="1"/>
              </p:cNvSpPr>
              <p:nvPr userDrawn="1"/>
            </p:nvSpPr>
            <p:spPr bwMode="gray">
              <a:xfrm>
                <a:off x="2828" y="1202"/>
                <a:ext cx="1" cy="1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1" name="Line 1266"/>
              <p:cNvSpPr>
                <a:spLocks noChangeShapeType="1"/>
              </p:cNvSpPr>
              <p:nvPr userDrawn="1"/>
            </p:nvSpPr>
            <p:spPr bwMode="gray">
              <a:xfrm>
                <a:off x="2837" y="1196"/>
                <a:ext cx="1"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2" name="Freeform 1267"/>
              <p:cNvSpPr>
                <a:spLocks/>
              </p:cNvSpPr>
              <p:nvPr userDrawn="1"/>
            </p:nvSpPr>
            <p:spPr bwMode="gray">
              <a:xfrm>
                <a:off x="2819"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3" name="Line 1268"/>
              <p:cNvSpPr>
                <a:spLocks noChangeShapeType="1"/>
              </p:cNvSpPr>
              <p:nvPr userDrawn="1"/>
            </p:nvSpPr>
            <p:spPr bwMode="gray">
              <a:xfrm flipV="1">
                <a:off x="2819" y="1205"/>
                <a:ext cx="1" cy="1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4" name="Freeform 1269"/>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5" name="Line 1270"/>
              <p:cNvSpPr>
                <a:spLocks noChangeShapeType="1"/>
              </p:cNvSpPr>
              <p:nvPr userDrawn="1"/>
            </p:nvSpPr>
            <p:spPr bwMode="gray">
              <a:xfrm flipH="1">
                <a:off x="3038" y="1405"/>
                <a:ext cx="1" cy="15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6" name="Line 1271"/>
              <p:cNvSpPr>
                <a:spLocks noChangeShapeType="1"/>
              </p:cNvSpPr>
              <p:nvPr userDrawn="1"/>
            </p:nvSpPr>
            <p:spPr bwMode="gray">
              <a:xfrm flipH="1">
                <a:off x="3039" y="1408"/>
                <a:ext cx="2" cy="14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7" name="Line 1272"/>
              <p:cNvSpPr>
                <a:spLocks noChangeShapeType="1"/>
              </p:cNvSpPr>
              <p:nvPr userDrawn="1"/>
            </p:nvSpPr>
            <p:spPr bwMode="gray">
              <a:xfrm flipV="1">
                <a:off x="3045" y="1405"/>
                <a:ext cx="2" cy="1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8" name="Freeform 1273"/>
              <p:cNvSpPr>
                <a:spLocks/>
              </p:cNvSpPr>
              <p:nvPr userDrawn="1"/>
            </p:nvSpPr>
            <p:spPr bwMode="gray">
              <a:xfrm>
                <a:off x="3039" y="1405"/>
                <a:ext cx="6" cy="4"/>
              </a:xfrm>
              <a:custGeom>
                <a:avLst/>
                <a:gdLst>
                  <a:gd name="T0" fmla="*/ 2 w 6"/>
                  <a:gd name="T1" fmla="*/ 276 h 3"/>
                  <a:gd name="T2" fmla="*/ 0 w 6"/>
                  <a:gd name="T3" fmla="*/ 276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69" name="Freeform 1274"/>
              <p:cNvSpPr>
                <a:spLocks/>
              </p:cNvSpPr>
              <p:nvPr userDrawn="1"/>
            </p:nvSpPr>
            <p:spPr bwMode="gray">
              <a:xfrm>
                <a:off x="3193"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0" name="Line 1275"/>
              <p:cNvSpPr>
                <a:spLocks noChangeShapeType="1"/>
              </p:cNvSpPr>
              <p:nvPr userDrawn="1"/>
            </p:nvSpPr>
            <p:spPr bwMode="gray">
              <a:xfrm flipH="1">
                <a:off x="3185" y="840"/>
                <a:ext cx="10"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1" name="Line 1276"/>
              <p:cNvSpPr>
                <a:spLocks noChangeShapeType="1"/>
              </p:cNvSpPr>
              <p:nvPr userDrawn="1"/>
            </p:nvSpPr>
            <p:spPr bwMode="gray">
              <a:xfrm flipV="1">
                <a:off x="3188" y="840"/>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2" name="Freeform 1277"/>
              <p:cNvSpPr>
                <a:spLocks/>
              </p:cNvSpPr>
              <p:nvPr userDrawn="1"/>
            </p:nvSpPr>
            <p:spPr bwMode="gray">
              <a:xfrm>
                <a:off x="3193"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3" name="Freeform 1278"/>
              <p:cNvSpPr>
                <a:spLocks/>
              </p:cNvSpPr>
              <p:nvPr userDrawn="1"/>
            </p:nvSpPr>
            <p:spPr bwMode="gray">
              <a:xfrm>
                <a:off x="3401" y="1013"/>
                <a:ext cx="4" cy="7"/>
              </a:xfrm>
              <a:custGeom>
                <a:avLst/>
                <a:gdLst>
                  <a:gd name="T0" fmla="*/ 1 w 6"/>
                  <a:gd name="T1" fmla="*/ 7 h 7"/>
                  <a:gd name="T2" fmla="*/ 1 w 6"/>
                  <a:gd name="T3" fmla="*/ 7 h 7"/>
                  <a:gd name="T4" fmla="*/ 1 w 6"/>
                  <a:gd name="T5" fmla="*/ 6 h 7"/>
                  <a:gd name="T6" fmla="*/ 1 w 6"/>
                  <a:gd name="T7" fmla="*/ 4 h 7"/>
                  <a:gd name="T8" fmla="*/ 1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4" name="Line 1279"/>
              <p:cNvSpPr>
                <a:spLocks noChangeShapeType="1"/>
              </p:cNvSpPr>
              <p:nvPr userDrawn="1"/>
            </p:nvSpPr>
            <p:spPr bwMode="gray">
              <a:xfrm flipV="1">
                <a:off x="3403" y="909"/>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5" name="Line 1280"/>
              <p:cNvSpPr>
                <a:spLocks noChangeShapeType="1"/>
              </p:cNvSpPr>
              <p:nvPr userDrawn="1"/>
            </p:nvSpPr>
            <p:spPr bwMode="gray">
              <a:xfrm flipV="1">
                <a:off x="3401" y="913"/>
                <a:ext cx="4"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6" name="Freeform 1281"/>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7" name="Line 1282"/>
              <p:cNvSpPr>
                <a:spLocks noChangeShapeType="1"/>
              </p:cNvSpPr>
              <p:nvPr userDrawn="1"/>
            </p:nvSpPr>
            <p:spPr bwMode="gray">
              <a:xfrm flipH="1">
                <a:off x="3398" y="906"/>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8" name="Freeform 1283"/>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79" name="Freeform 1284"/>
              <p:cNvSpPr>
                <a:spLocks/>
              </p:cNvSpPr>
              <p:nvPr userDrawn="1"/>
            </p:nvSpPr>
            <p:spPr bwMode="gray">
              <a:xfrm>
                <a:off x="3324" y="935"/>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0" name="Line 1285"/>
              <p:cNvSpPr>
                <a:spLocks noChangeShapeType="1"/>
              </p:cNvSpPr>
              <p:nvPr userDrawn="1"/>
            </p:nvSpPr>
            <p:spPr bwMode="gray">
              <a:xfrm flipH="1">
                <a:off x="3314" y="904"/>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1" name="Line 1286"/>
              <p:cNvSpPr>
                <a:spLocks noChangeShapeType="1"/>
              </p:cNvSpPr>
              <p:nvPr userDrawn="1"/>
            </p:nvSpPr>
            <p:spPr bwMode="gray">
              <a:xfrm flipH="1">
                <a:off x="3314" y="913"/>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2" name="Line 1287"/>
              <p:cNvSpPr>
                <a:spLocks noChangeShapeType="1"/>
              </p:cNvSpPr>
              <p:nvPr userDrawn="1"/>
            </p:nvSpPr>
            <p:spPr bwMode="gray">
              <a:xfrm flipV="1">
                <a:off x="3314" y="897"/>
                <a:ext cx="82"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3" name="Freeform 1288"/>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4" name="Freeform 1289"/>
              <p:cNvSpPr>
                <a:spLocks/>
              </p:cNvSpPr>
              <p:nvPr userDrawn="1"/>
            </p:nvSpPr>
            <p:spPr bwMode="gray">
              <a:xfrm>
                <a:off x="3298" y="866"/>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5" name="Line 1290"/>
              <p:cNvSpPr>
                <a:spLocks noChangeShapeType="1"/>
              </p:cNvSpPr>
              <p:nvPr userDrawn="1"/>
            </p:nvSpPr>
            <p:spPr bwMode="gray">
              <a:xfrm>
                <a:off x="3207" y="840"/>
                <a:ext cx="195"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6" name="Line 1291"/>
              <p:cNvSpPr>
                <a:spLocks noChangeShapeType="1"/>
              </p:cNvSpPr>
              <p:nvPr userDrawn="1"/>
            </p:nvSpPr>
            <p:spPr bwMode="gray">
              <a:xfrm>
                <a:off x="3210" y="847"/>
                <a:ext cx="194"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7" name="Freeform 1292"/>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8" name="Line 1293"/>
              <p:cNvSpPr>
                <a:spLocks noChangeShapeType="1"/>
              </p:cNvSpPr>
              <p:nvPr userDrawn="1"/>
            </p:nvSpPr>
            <p:spPr bwMode="gray">
              <a:xfrm flipH="1" flipV="1">
                <a:off x="3202" y="840"/>
                <a:ext cx="194"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89" name="Freeform 1294"/>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0" name="Freeform 1295"/>
              <p:cNvSpPr>
                <a:spLocks/>
              </p:cNvSpPr>
              <p:nvPr userDrawn="1"/>
            </p:nvSpPr>
            <p:spPr bwMode="gray">
              <a:xfrm>
                <a:off x="3345" y="1822"/>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1" name="Freeform 1296"/>
              <p:cNvSpPr>
                <a:spLocks/>
              </p:cNvSpPr>
              <p:nvPr userDrawn="1"/>
            </p:nvSpPr>
            <p:spPr bwMode="gray">
              <a:xfrm>
                <a:off x="2976" y="1826"/>
                <a:ext cx="11" cy="13"/>
              </a:xfrm>
              <a:custGeom>
                <a:avLst/>
                <a:gdLst>
                  <a:gd name="T0" fmla="*/ 11 w 11"/>
                  <a:gd name="T1" fmla="*/ 2 h 16"/>
                  <a:gd name="T2" fmla="*/ 7 w 11"/>
                  <a:gd name="T3" fmla="*/ 2 h 16"/>
                  <a:gd name="T4" fmla="*/ 4 w 11"/>
                  <a:gd name="T5" fmla="*/ 2 h 16"/>
                  <a:gd name="T6" fmla="*/ 0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2" name="Freeform 1297"/>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3" name="Line 1298"/>
              <p:cNvSpPr>
                <a:spLocks noChangeShapeType="1"/>
              </p:cNvSpPr>
              <p:nvPr userDrawn="1"/>
            </p:nvSpPr>
            <p:spPr bwMode="gray">
              <a:xfrm>
                <a:off x="2984" y="1840"/>
                <a:ext cx="204"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4" name="Line 1299"/>
              <p:cNvSpPr>
                <a:spLocks noChangeShapeType="1"/>
              </p:cNvSpPr>
              <p:nvPr userDrawn="1"/>
            </p:nvSpPr>
            <p:spPr bwMode="gray">
              <a:xfrm>
                <a:off x="2987" y="1840"/>
                <a:ext cx="20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5" name="Freeform 1300"/>
              <p:cNvSpPr>
                <a:spLocks/>
              </p:cNvSpPr>
              <p:nvPr userDrawn="1"/>
            </p:nvSpPr>
            <p:spPr bwMode="gray">
              <a:xfrm>
                <a:off x="3185" y="1909"/>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6" name="Line 1301"/>
              <p:cNvSpPr>
                <a:spLocks noChangeShapeType="1"/>
              </p:cNvSpPr>
              <p:nvPr userDrawn="1"/>
            </p:nvSpPr>
            <p:spPr bwMode="gray">
              <a:xfrm flipH="1" flipV="1">
                <a:off x="2978" y="1835"/>
                <a:ext cx="20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7" name="Freeform 1302"/>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8" name="Freeform 1303"/>
              <p:cNvSpPr>
                <a:spLocks/>
              </p:cNvSpPr>
              <p:nvPr userDrawn="1"/>
            </p:nvSpPr>
            <p:spPr bwMode="gray">
              <a:xfrm>
                <a:off x="3290" y="1848"/>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699" name="Line 1304"/>
              <p:cNvSpPr>
                <a:spLocks noChangeShapeType="1"/>
              </p:cNvSpPr>
              <p:nvPr userDrawn="1"/>
            </p:nvSpPr>
            <p:spPr bwMode="gray">
              <a:xfrm flipV="1">
                <a:off x="3202" y="1819"/>
                <a:ext cx="156"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0" name="Line 1305"/>
              <p:cNvSpPr>
                <a:spLocks noChangeShapeType="1"/>
              </p:cNvSpPr>
              <p:nvPr userDrawn="1"/>
            </p:nvSpPr>
            <p:spPr bwMode="gray">
              <a:xfrm flipV="1">
                <a:off x="3193" y="1822"/>
                <a:ext cx="152"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1" name="Freeform 1306"/>
              <p:cNvSpPr>
                <a:spLocks/>
              </p:cNvSpPr>
              <p:nvPr userDrawn="1"/>
            </p:nvSpPr>
            <p:spPr bwMode="gray">
              <a:xfrm>
                <a:off x="3345" y="1810"/>
                <a:ext cx="22" cy="13"/>
              </a:xfrm>
              <a:custGeom>
                <a:avLst/>
                <a:gdLst>
                  <a:gd name="T0" fmla="*/ 0 w 21"/>
                  <a:gd name="T1" fmla="*/ 13 h 13"/>
                  <a:gd name="T2" fmla="*/ 7 w 21"/>
                  <a:gd name="T3" fmla="*/ 13 h 13"/>
                  <a:gd name="T4" fmla="*/ 29 w 21"/>
                  <a:gd name="T5" fmla="*/ 9 h 13"/>
                  <a:gd name="T6" fmla="*/ 36 w 21"/>
                  <a:gd name="T7" fmla="*/ 6 h 13"/>
                  <a:gd name="T8" fmla="*/ 42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2" name="Line 1307"/>
              <p:cNvSpPr>
                <a:spLocks noChangeShapeType="1"/>
              </p:cNvSpPr>
              <p:nvPr userDrawn="1"/>
            </p:nvSpPr>
            <p:spPr bwMode="gray">
              <a:xfrm flipH="1">
                <a:off x="3206" y="1810"/>
                <a:ext cx="161" cy="10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3" name="Freeform 1308"/>
              <p:cNvSpPr>
                <a:spLocks/>
              </p:cNvSpPr>
              <p:nvPr userDrawn="1"/>
            </p:nvSpPr>
            <p:spPr bwMode="gray">
              <a:xfrm>
                <a:off x="3193" y="1909"/>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4" name="Freeform 1309"/>
              <p:cNvSpPr>
                <a:spLocks/>
              </p:cNvSpPr>
              <p:nvPr userDrawn="1"/>
            </p:nvSpPr>
            <p:spPr bwMode="gray">
              <a:xfrm>
                <a:off x="3519" y="1709"/>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5" name="Freeform 1310"/>
              <p:cNvSpPr>
                <a:spLocks/>
              </p:cNvSpPr>
              <p:nvPr userDrawn="1"/>
            </p:nvSpPr>
            <p:spPr bwMode="gray">
              <a:xfrm>
                <a:off x="3580" y="1670"/>
                <a:ext cx="13" cy="9"/>
              </a:xfrm>
              <a:custGeom>
                <a:avLst/>
                <a:gdLst>
                  <a:gd name="T0" fmla="*/ 0 w 12"/>
                  <a:gd name="T1" fmla="*/ 9 h 9"/>
                  <a:gd name="T2" fmla="*/ 3 w 12"/>
                  <a:gd name="T3" fmla="*/ 9 h 9"/>
                  <a:gd name="T4" fmla="*/ 33 w 12"/>
                  <a:gd name="T5" fmla="*/ 7 h 9"/>
                  <a:gd name="T6" fmla="*/ 36 w 12"/>
                  <a:gd name="T7" fmla="*/ 4 h 9"/>
                  <a:gd name="T8" fmla="*/ 4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6" name="Line 1311"/>
              <p:cNvSpPr>
                <a:spLocks noChangeShapeType="1"/>
              </p:cNvSpPr>
              <p:nvPr userDrawn="1"/>
            </p:nvSpPr>
            <p:spPr bwMode="gray">
              <a:xfrm flipV="1">
                <a:off x="3531" y="1621"/>
                <a:ext cx="147"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7" name="Line 1312"/>
              <p:cNvSpPr>
                <a:spLocks noChangeShapeType="1"/>
              </p:cNvSpPr>
              <p:nvPr userDrawn="1"/>
            </p:nvSpPr>
            <p:spPr bwMode="gray">
              <a:xfrm flipV="1">
                <a:off x="3527" y="1622"/>
                <a:ext cx="143"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8" name="Freeform 1313"/>
              <p:cNvSpPr>
                <a:spLocks/>
              </p:cNvSpPr>
              <p:nvPr userDrawn="1"/>
            </p:nvSpPr>
            <p:spPr bwMode="gray">
              <a:xfrm>
                <a:off x="3670"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09" name="Line 1314"/>
              <p:cNvSpPr>
                <a:spLocks noChangeShapeType="1"/>
              </p:cNvSpPr>
              <p:nvPr userDrawn="1"/>
            </p:nvSpPr>
            <p:spPr bwMode="gray">
              <a:xfrm flipH="1">
                <a:off x="3531" y="1614"/>
                <a:ext cx="150"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0" name="Freeform 1315"/>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1" name="Freeform 1316"/>
              <p:cNvSpPr>
                <a:spLocks/>
              </p:cNvSpPr>
              <p:nvPr userDrawn="1"/>
            </p:nvSpPr>
            <p:spPr bwMode="gray">
              <a:xfrm>
                <a:off x="3670" y="1605"/>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2" name="Freeform 1317"/>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3" name="Line 1318"/>
              <p:cNvSpPr>
                <a:spLocks noChangeShapeType="1"/>
              </p:cNvSpPr>
              <p:nvPr userDrawn="1"/>
            </p:nvSpPr>
            <p:spPr bwMode="gray">
              <a:xfrm flipH="1" flipV="1">
                <a:off x="3151" y="1490"/>
                <a:ext cx="207"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4" name="Line 1319"/>
              <p:cNvSpPr>
                <a:spLocks noChangeShapeType="1"/>
              </p:cNvSpPr>
              <p:nvPr userDrawn="1"/>
            </p:nvSpPr>
            <p:spPr bwMode="gray">
              <a:xfrm flipH="1" flipV="1">
                <a:off x="3144" y="1497"/>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5" name="Freeform 1320"/>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6" name="Line 1321"/>
              <p:cNvSpPr>
                <a:spLocks noChangeShapeType="1"/>
              </p:cNvSpPr>
              <p:nvPr userDrawn="1"/>
            </p:nvSpPr>
            <p:spPr bwMode="gray">
              <a:xfrm>
                <a:off x="3153" y="1480"/>
                <a:ext cx="208"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7" name="Freeform 1322"/>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8" name="Freeform 1323"/>
              <p:cNvSpPr>
                <a:spLocks/>
              </p:cNvSpPr>
              <p:nvPr userDrawn="1"/>
            </p:nvSpPr>
            <p:spPr bwMode="gray">
              <a:xfrm>
                <a:off x="3076" y="1530"/>
                <a:ext cx="13" cy="9"/>
              </a:xfrm>
              <a:custGeom>
                <a:avLst/>
                <a:gdLst>
                  <a:gd name="T0" fmla="*/ 42 w 12"/>
                  <a:gd name="T1" fmla="*/ 0 h 9"/>
                  <a:gd name="T2" fmla="*/ 33 w 12"/>
                  <a:gd name="T3" fmla="*/ 0 h 9"/>
                  <a:gd name="T4" fmla="*/ 28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19" name="Line 1324"/>
              <p:cNvSpPr>
                <a:spLocks noChangeShapeType="1"/>
              </p:cNvSpPr>
              <p:nvPr userDrawn="1"/>
            </p:nvSpPr>
            <p:spPr bwMode="gray">
              <a:xfrm flipH="1">
                <a:off x="2984" y="1497"/>
                <a:ext cx="15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720" name="Line 1325"/>
              <p:cNvSpPr>
                <a:spLocks noChangeShapeType="1"/>
              </p:cNvSpPr>
              <p:nvPr userDrawn="1"/>
            </p:nvSpPr>
            <p:spPr bwMode="gray">
              <a:xfrm flipH="1">
                <a:off x="2989" y="1497"/>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1065" name="Group 1326"/>
            <p:cNvGrpSpPr>
              <a:grpSpLocks/>
            </p:cNvGrpSpPr>
            <p:nvPr userDrawn="1"/>
          </p:nvGrpSpPr>
          <p:grpSpPr bwMode="auto">
            <a:xfrm>
              <a:off x="4230" y="2817"/>
              <a:ext cx="1410" cy="1369"/>
              <a:chOff x="2282" y="873"/>
              <a:chExt cx="1410" cy="1369"/>
            </a:xfrm>
          </p:grpSpPr>
          <p:sp>
            <p:nvSpPr>
              <p:cNvPr id="1321" name="Freeform 1327"/>
              <p:cNvSpPr>
                <a:spLocks/>
              </p:cNvSpPr>
              <p:nvPr userDrawn="1"/>
            </p:nvSpPr>
            <p:spPr bwMode="gray">
              <a:xfrm>
                <a:off x="2978" y="1586"/>
                <a:ext cx="11" cy="13"/>
              </a:xfrm>
              <a:custGeom>
                <a:avLst/>
                <a:gdLst>
                  <a:gd name="T0" fmla="*/ 11 w 11"/>
                  <a:gd name="T1" fmla="*/ 2 h 11"/>
                  <a:gd name="T2" fmla="*/ 7 w 11"/>
                  <a:gd name="T3" fmla="*/ 0 h 11"/>
                  <a:gd name="T4" fmla="*/ 4 w 11"/>
                  <a:gd name="T5" fmla="*/ 2 h 11"/>
                  <a:gd name="T6" fmla="*/ 0 w 11"/>
                  <a:gd name="T7" fmla="*/ 79 h 11"/>
                  <a:gd name="T8" fmla="*/ 0 w 11"/>
                  <a:gd name="T9" fmla="*/ 154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2" name="Line 1328"/>
              <p:cNvSpPr>
                <a:spLocks noChangeShapeType="1"/>
              </p:cNvSpPr>
              <p:nvPr userDrawn="1"/>
            </p:nvSpPr>
            <p:spPr bwMode="gray">
              <a:xfrm flipV="1">
                <a:off x="2978" y="1502"/>
                <a:ext cx="165"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3" name="Freeform 1329"/>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4" name="Freeform 1330"/>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5" name="Freeform 1331"/>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6" name="Freeform 1332"/>
              <p:cNvSpPr>
                <a:spLocks/>
              </p:cNvSpPr>
              <p:nvPr userDrawn="1"/>
            </p:nvSpPr>
            <p:spPr bwMode="gray">
              <a:xfrm>
                <a:off x="3295" y="1602"/>
                <a:ext cx="13" cy="18"/>
              </a:xfrm>
              <a:custGeom>
                <a:avLst/>
                <a:gdLst>
                  <a:gd name="T0" fmla="*/ 0 w 12"/>
                  <a:gd name="T1" fmla="*/ 0 h 18"/>
                  <a:gd name="T2" fmla="*/ 5 w 12"/>
                  <a:gd name="T3" fmla="*/ 4 h 18"/>
                  <a:gd name="T4" fmla="*/ 30 w 12"/>
                  <a:gd name="T5" fmla="*/ 7 h 18"/>
                  <a:gd name="T6" fmla="*/ 36 w 12"/>
                  <a:gd name="T7" fmla="*/ 12 h 18"/>
                  <a:gd name="T8" fmla="*/ 4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7" name="Line 1333"/>
              <p:cNvSpPr>
                <a:spLocks noChangeShapeType="1"/>
              </p:cNvSpPr>
              <p:nvPr userDrawn="1"/>
            </p:nvSpPr>
            <p:spPr bwMode="gray">
              <a:xfrm flipV="1">
                <a:off x="3206" y="1572"/>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8" name="Line 1334"/>
              <p:cNvSpPr>
                <a:spLocks noChangeShapeType="1"/>
              </p:cNvSpPr>
              <p:nvPr userDrawn="1"/>
            </p:nvSpPr>
            <p:spPr bwMode="gray">
              <a:xfrm flipV="1">
                <a:off x="3197" y="1569"/>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9" name="Freeform 1335"/>
              <p:cNvSpPr>
                <a:spLocks/>
              </p:cNvSpPr>
              <p:nvPr userDrawn="1"/>
            </p:nvSpPr>
            <p:spPr bwMode="gray">
              <a:xfrm>
                <a:off x="3352" y="1569"/>
                <a:ext cx="20" cy="13"/>
              </a:xfrm>
              <a:custGeom>
                <a:avLst/>
                <a:gdLst>
                  <a:gd name="T0" fmla="*/ 0 w 20"/>
                  <a:gd name="T1" fmla="*/ 0 h 12"/>
                  <a:gd name="T2" fmla="*/ 6 w 20"/>
                  <a:gd name="T3" fmla="*/ 0 h 12"/>
                  <a:gd name="T4" fmla="*/ 11 w 20"/>
                  <a:gd name="T5" fmla="*/ 2 h 12"/>
                  <a:gd name="T6" fmla="*/ 16 w 20"/>
                  <a:gd name="T7" fmla="*/ 28 h 12"/>
                  <a:gd name="T8" fmla="*/ 20 w 20"/>
                  <a:gd name="T9" fmla="*/ 4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0" name="Line 1336"/>
              <p:cNvSpPr>
                <a:spLocks noChangeShapeType="1"/>
              </p:cNvSpPr>
              <p:nvPr userDrawn="1"/>
            </p:nvSpPr>
            <p:spPr bwMode="gray">
              <a:xfrm flipH="1">
                <a:off x="3210" y="1581"/>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1" name="Freeform 1337"/>
              <p:cNvSpPr>
                <a:spLocks/>
              </p:cNvSpPr>
              <p:nvPr userDrawn="1"/>
            </p:nvSpPr>
            <p:spPr bwMode="gray">
              <a:xfrm>
                <a:off x="3197" y="1660"/>
                <a:ext cx="13" cy="17"/>
              </a:xfrm>
              <a:custGeom>
                <a:avLst/>
                <a:gdLst>
                  <a:gd name="T0" fmla="*/ 42 w 12"/>
                  <a:gd name="T1" fmla="*/ 17 h 17"/>
                  <a:gd name="T2" fmla="*/ 36 w 12"/>
                  <a:gd name="T3" fmla="*/ 12 h 17"/>
                  <a:gd name="T4" fmla="*/ 33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2" name="Freeform 1338"/>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3" name="Freeform 1339"/>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4" name="Line 1340"/>
              <p:cNvSpPr>
                <a:spLocks noChangeShapeType="1"/>
              </p:cNvSpPr>
              <p:nvPr userDrawn="1"/>
            </p:nvSpPr>
            <p:spPr bwMode="gray">
              <a:xfrm flipV="1">
                <a:off x="3538" y="1382"/>
                <a:ext cx="149"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5" name="Line 1341"/>
              <p:cNvSpPr>
                <a:spLocks noChangeShapeType="1"/>
              </p:cNvSpPr>
              <p:nvPr userDrawn="1"/>
            </p:nvSpPr>
            <p:spPr bwMode="gray">
              <a:xfrm flipV="1">
                <a:off x="3534" y="1375"/>
                <a:ext cx="143"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6" name="Freeform 1342"/>
              <p:cNvSpPr>
                <a:spLocks/>
              </p:cNvSpPr>
              <p:nvPr userDrawn="1"/>
            </p:nvSpPr>
            <p:spPr bwMode="gray">
              <a:xfrm>
                <a:off x="3678" y="1375"/>
                <a:ext cx="13" cy="16"/>
              </a:xfrm>
              <a:custGeom>
                <a:avLst/>
                <a:gdLst>
                  <a:gd name="T0" fmla="*/ 0 w 12"/>
                  <a:gd name="T1" fmla="*/ 0 h 16"/>
                  <a:gd name="T2" fmla="*/ 5 w 12"/>
                  <a:gd name="T3" fmla="*/ 2 h 16"/>
                  <a:gd name="T4" fmla="*/ 33 w 12"/>
                  <a:gd name="T5" fmla="*/ 7 h 16"/>
                  <a:gd name="T6" fmla="*/ 36 w 12"/>
                  <a:gd name="T7" fmla="*/ 10 h 16"/>
                  <a:gd name="T8" fmla="*/ 4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7" name="Line 1343"/>
              <p:cNvSpPr>
                <a:spLocks noChangeShapeType="1"/>
              </p:cNvSpPr>
              <p:nvPr userDrawn="1"/>
            </p:nvSpPr>
            <p:spPr bwMode="gray">
              <a:xfrm flipH="1">
                <a:off x="3538" y="1391"/>
                <a:ext cx="152"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8" name="Freeform 1344"/>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39" name="Freeform 1345"/>
              <p:cNvSpPr>
                <a:spLocks/>
              </p:cNvSpPr>
              <p:nvPr userDrawn="1"/>
            </p:nvSpPr>
            <p:spPr bwMode="gray">
              <a:xfrm>
                <a:off x="3576" y="1340"/>
                <a:ext cx="4" cy="9"/>
              </a:xfrm>
              <a:custGeom>
                <a:avLst/>
                <a:gdLst>
                  <a:gd name="T0" fmla="*/ 0 w 7"/>
                  <a:gd name="T1" fmla="*/ 2 h 9"/>
                  <a:gd name="T2" fmla="*/ 1 w 7"/>
                  <a:gd name="T3" fmla="*/ 0 h 9"/>
                  <a:gd name="T4" fmla="*/ 1 w 7"/>
                  <a:gd name="T5" fmla="*/ 2 h 9"/>
                  <a:gd name="T6" fmla="*/ 1 w 7"/>
                  <a:gd name="T7" fmla="*/ 2 h 9"/>
                  <a:gd name="T8" fmla="*/ 1 w 7"/>
                  <a:gd name="T9" fmla="*/ 5 h 9"/>
                  <a:gd name="T10" fmla="*/ 1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0" name="Line 1346"/>
              <p:cNvSpPr>
                <a:spLocks noChangeShapeType="1"/>
              </p:cNvSpPr>
              <p:nvPr userDrawn="1"/>
            </p:nvSpPr>
            <p:spPr bwMode="gray">
              <a:xfrm flipH="1" flipV="1">
                <a:off x="3536" y="1328"/>
                <a:ext cx="149"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1" name="Line 1347"/>
              <p:cNvSpPr>
                <a:spLocks noChangeShapeType="1"/>
              </p:cNvSpPr>
              <p:nvPr userDrawn="1"/>
            </p:nvSpPr>
            <p:spPr bwMode="gray">
              <a:xfrm flipH="1" flipV="1">
                <a:off x="3536" y="1329"/>
                <a:ext cx="142"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2" name="Line 1348"/>
              <p:cNvSpPr>
                <a:spLocks noChangeShapeType="1"/>
              </p:cNvSpPr>
              <p:nvPr userDrawn="1"/>
            </p:nvSpPr>
            <p:spPr bwMode="gray">
              <a:xfrm>
                <a:off x="3536" y="1335"/>
                <a:ext cx="15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3" name="Freeform 1349"/>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4" name="Freeform 1350"/>
              <p:cNvSpPr>
                <a:spLocks/>
              </p:cNvSpPr>
              <p:nvPr userDrawn="1"/>
            </p:nvSpPr>
            <p:spPr bwMode="gray">
              <a:xfrm>
                <a:off x="3186" y="1795"/>
                <a:ext cx="21" cy="4"/>
              </a:xfrm>
              <a:custGeom>
                <a:avLst/>
                <a:gdLst>
                  <a:gd name="T0" fmla="*/ 0 w 21"/>
                  <a:gd name="T1" fmla="*/ 0 h 1"/>
                  <a:gd name="T2" fmla="*/ 6 w 21"/>
                  <a:gd name="T3" fmla="*/ 2147483647 h 1"/>
                  <a:gd name="T4" fmla="*/ 11 w 21"/>
                  <a:gd name="T5" fmla="*/ 2147483647 h 1"/>
                  <a:gd name="T6" fmla="*/ 16 w 21"/>
                  <a:gd name="T7" fmla="*/ 2147483647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5" name="Line 1351"/>
              <p:cNvSpPr>
                <a:spLocks noChangeShapeType="1"/>
              </p:cNvSpPr>
              <p:nvPr userDrawn="1"/>
            </p:nvSpPr>
            <p:spPr bwMode="gray">
              <a:xfrm flipV="1">
                <a:off x="3195" y="1679"/>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6" name="Line 1352"/>
              <p:cNvSpPr>
                <a:spLocks noChangeShapeType="1"/>
              </p:cNvSpPr>
              <p:nvPr userDrawn="1"/>
            </p:nvSpPr>
            <p:spPr bwMode="gray">
              <a:xfrm flipV="1">
                <a:off x="3185" y="1679"/>
                <a:ext cx="3"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7" name="Freeform 1353"/>
              <p:cNvSpPr>
                <a:spLocks/>
              </p:cNvSpPr>
              <p:nvPr userDrawn="1"/>
            </p:nvSpPr>
            <p:spPr bwMode="gray">
              <a:xfrm>
                <a:off x="3188" y="1677"/>
                <a:ext cx="22" cy="4"/>
              </a:xfrm>
              <a:custGeom>
                <a:avLst/>
                <a:gdLst>
                  <a:gd name="T0" fmla="*/ 0 w 21"/>
                  <a:gd name="T1" fmla="*/ 2 h 4"/>
                  <a:gd name="T2" fmla="*/ 5 w 21"/>
                  <a:gd name="T3" fmla="*/ 4 h 4"/>
                  <a:gd name="T4" fmla="*/ 27 w 21"/>
                  <a:gd name="T5" fmla="*/ 4 h 4"/>
                  <a:gd name="T6" fmla="*/ 32 w 21"/>
                  <a:gd name="T7" fmla="*/ 2 h 4"/>
                  <a:gd name="T8" fmla="*/ 42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8" name="Line 1354"/>
              <p:cNvSpPr>
                <a:spLocks noChangeShapeType="1"/>
              </p:cNvSpPr>
              <p:nvPr userDrawn="1"/>
            </p:nvSpPr>
            <p:spPr bwMode="gray">
              <a:xfrm flipH="1">
                <a:off x="3206" y="1677"/>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49" name="Freeform 1355"/>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0" name="Freeform 1356"/>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1" name="Line 1357"/>
              <p:cNvSpPr>
                <a:spLocks noChangeShapeType="1"/>
              </p:cNvSpPr>
              <p:nvPr userDrawn="1"/>
            </p:nvSpPr>
            <p:spPr bwMode="gray">
              <a:xfrm flipV="1">
                <a:off x="3683" y="1387"/>
                <a:ext cx="9"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2" name="Line 1358"/>
              <p:cNvSpPr>
                <a:spLocks noChangeShapeType="1"/>
              </p:cNvSpPr>
              <p:nvPr userDrawn="1"/>
            </p:nvSpPr>
            <p:spPr bwMode="gray">
              <a:xfrm flipV="1">
                <a:off x="3681" y="1391"/>
                <a:ext cx="9" cy="22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3" name="Freeform 1359"/>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4" name="Line 1360"/>
              <p:cNvSpPr>
                <a:spLocks noChangeShapeType="1"/>
              </p:cNvSpPr>
              <p:nvPr userDrawn="1"/>
            </p:nvSpPr>
            <p:spPr bwMode="gray">
              <a:xfrm flipH="1">
                <a:off x="3678" y="1382"/>
                <a:ext cx="9"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5" name="Freeform 1361"/>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6" name="Freeform 1362"/>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7" name="Line 1363"/>
              <p:cNvSpPr>
                <a:spLocks noChangeShapeType="1"/>
              </p:cNvSpPr>
              <p:nvPr userDrawn="1"/>
            </p:nvSpPr>
            <p:spPr bwMode="gray">
              <a:xfrm flipH="1">
                <a:off x="3359" y="1826"/>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8" name="Line 1364"/>
              <p:cNvSpPr>
                <a:spLocks noChangeShapeType="1"/>
              </p:cNvSpPr>
              <p:nvPr userDrawn="1"/>
            </p:nvSpPr>
            <p:spPr bwMode="gray">
              <a:xfrm flipH="1">
                <a:off x="3349" y="183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59" name="Freeform 1365"/>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0" name="Line 1366"/>
              <p:cNvSpPr>
                <a:spLocks noChangeShapeType="1"/>
              </p:cNvSpPr>
              <p:nvPr userDrawn="1"/>
            </p:nvSpPr>
            <p:spPr bwMode="gray">
              <a:xfrm flipV="1">
                <a:off x="3368" y="181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1" name="Freeform 1367"/>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2" name="Freeform 1368"/>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3" name="Line 1369"/>
              <p:cNvSpPr>
                <a:spLocks noChangeShapeType="1"/>
              </p:cNvSpPr>
              <p:nvPr userDrawn="1"/>
            </p:nvSpPr>
            <p:spPr bwMode="gray">
              <a:xfrm flipH="1" flipV="1">
                <a:off x="3150" y="1987"/>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4" name="Line 1370"/>
              <p:cNvSpPr>
                <a:spLocks noChangeShapeType="1"/>
              </p:cNvSpPr>
              <p:nvPr userDrawn="1"/>
            </p:nvSpPr>
            <p:spPr bwMode="gray">
              <a:xfrm flipH="1" flipV="1">
                <a:off x="3146" y="1980"/>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5" name="Freeform 1371"/>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6" name="Line 1372"/>
              <p:cNvSpPr>
                <a:spLocks noChangeShapeType="1"/>
              </p:cNvSpPr>
              <p:nvPr userDrawn="1"/>
            </p:nvSpPr>
            <p:spPr bwMode="gray">
              <a:xfrm>
                <a:off x="3155" y="1987"/>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7" name="Freeform 1373"/>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8" name="Freeform 1374"/>
              <p:cNvSpPr>
                <a:spLocks/>
              </p:cNvSpPr>
              <p:nvPr userDrawn="1"/>
            </p:nvSpPr>
            <p:spPr bwMode="gray">
              <a:xfrm>
                <a:off x="3150" y="1357"/>
                <a:ext cx="4" cy="7"/>
              </a:xfrm>
              <a:custGeom>
                <a:avLst/>
                <a:gdLst>
                  <a:gd name="T0" fmla="*/ 2 w 5"/>
                  <a:gd name="T1" fmla="*/ 7 h 7"/>
                  <a:gd name="T2" fmla="*/ 2 w 5"/>
                  <a:gd name="T3" fmla="*/ 7 h 7"/>
                  <a:gd name="T4" fmla="*/ 1 w 5"/>
                  <a:gd name="T5" fmla="*/ 6 h 7"/>
                  <a:gd name="T6" fmla="*/ 0 w 5"/>
                  <a:gd name="T7" fmla="*/ 4 h 7"/>
                  <a:gd name="T8" fmla="*/ 0 w 5"/>
                  <a:gd name="T9" fmla="*/ 2 h 7"/>
                  <a:gd name="T10" fmla="*/ 2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69" name="Line 1375"/>
              <p:cNvSpPr>
                <a:spLocks noChangeShapeType="1"/>
              </p:cNvSpPr>
              <p:nvPr userDrawn="1"/>
            </p:nvSpPr>
            <p:spPr bwMode="gray">
              <a:xfrm flipV="1">
                <a:off x="3148" y="1245"/>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0" name="Line 1376"/>
              <p:cNvSpPr>
                <a:spLocks noChangeShapeType="1"/>
              </p:cNvSpPr>
              <p:nvPr userDrawn="1"/>
            </p:nvSpPr>
            <p:spPr bwMode="gray">
              <a:xfrm flipV="1">
                <a:off x="3153" y="1248"/>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1" name="Freeform 1377"/>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2" name="Line 1378"/>
              <p:cNvSpPr>
                <a:spLocks noChangeShapeType="1"/>
              </p:cNvSpPr>
              <p:nvPr userDrawn="1"/>
            </p:nvSpPr>
            <p:spPr bwMode="gray">
              <a:xfrm flipH="1">
                <a:off x="3151" y="1240"/>
                <a:ext cx="4"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3" name="Freeform 1379"/>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4" name="Freeform 1380"/>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5" name="Line 1381"/>
              <p:cNvSpPr>
                <a:spLocks noChangeShapeType="1"/>
              </p:cNvSpPr>
              <p:nvPr userDrawn="1"/>
            </p:nvSpPr>
            <p:spPr bwMode="gray">
              <a:xfrm>
                <a:off x="3160" y="1238"/>
                <a:ext cx="208"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6" name="Line 1382"/>
              <p:cNvSpPr>
                <a:spLocks noChangeShapeType="1"/>
              </p:cNvSpPr>
              <p:nvPr userDrawn="1"/>
            </p:nvSpPr>
            <p:spPr bwMode="gray">
              <a:xfrm>
                <a:off x="3158" y="1248"/>
                <a:ext cx="209"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7" name="Freeform 1383"/>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8" name="Line 1384"/>
              <p:cNvSpPr>
                <a:spLocks noChangeShapeType="1"/>
              </p:cNvSpPr>
              <p:nvPr userDrawn="1"/>
            </p:nvSpPr>
            <p:spPr bwMode="gray">
              <a:xfrm flipH="1" flipV="1">
                <a:off x="3165" y="1231"/>
                <a:ext cx="213"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79" name="Freeform 1385"/>
              <p:cNvSpPr>
                <a:spLocks/>
              </p:cNvSpPr>
              <p:nvPr userDrawn="1"/>
            </p:nvSpPr>
            <p:spPr bwMode="gray">
              <a:xfrm>
                <a:off x="3158" y="1231"/>
                <a:ext cx="4" cy="18"/>
              </a:xfrm>
              <a:custGeom>
                <a:avLst/>
                <a:gdLst>
                  <a:gd name="T0" fmla="*/ 0 w 8"/>
                  <a:gd name="T1" fmla="*/ 18 h 18"/>
                  <a:gd name="T2" fmla="*/ 1 w 8"/>
                  <a:gd name="T3" fmla="*/ 13 h 18"/>
                  <a:gd name="T4" fmla="*/ 1 w 8"/>
                  <a:gd name="T5" fmla="*/ 7 h 18"/>
                  <a:gd name="T6" fmla="*/ 1 w 8"/>
                  <a:gd name="T7" fmla="*/ 4 h 18"/>
                  <a:gd name="T8" fmla="*/ 1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0" name="Freeform 1386"/>
              <p:cNvSpPr>
                <a:spLocks/>
              </p:cNvSpPr>
              <p:nvPr userDrawn="1"/>
            </p:nvSpPr>
            <p:spPr bwMode="gray">
              <a:xfrm>
                <a:off x="3363" y="1433"/>
                <a:ext cx="22" cy="3"/>
              </a:xfrm>
              <a:custGeom>
                <a:avLst/>
                <a:gdLst>
                  <a:gd name="T0" fmla="*/ 0 w 21"/>
                  <a:gd name="T1" fmla="*/ 1 h 3"/>
                  <a:gd name="T2" fmla="*/ 5 w 21"/>
                  <a:gd name="T3" fmla="*/ 3 h 3"/>
                  <a:gd name="T4" fmla="*/ 10 w 21"/>
                  <a:gd name="T5" fmla="*/ 3 h 3"/>
                  <a:gd name="T6" fmla="*/ 32 w 21"/>
                  <a:gd name="T7" fmla="*/ 1 h 3"/>
                  <a:gd name="T8" fmla="*/ 42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1" name="Line 1387"/>
              <p:cNvSpPr>
                <a:spLocks noChangeShapeType="1"/>
              </p:cNvSpPr>
              <p:nvPr userDrawn="1"/>
            </p:nvSpPr>
            <p:spPr bwMode="gray">
              <a:xfrm flipH="1">
                <a:off x="3372" y="1318"/>
                <a:ext cx="5"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2" name="Line 1388"/>
              <p:cNvSpPr>
                <a:spLocks noChangeShapeType="1"/>
              </p:cNvSpPr>
              <p:nvPr userDrawn="1"/>
            </p:nvSpPr>
            <p:spPr bwMode="gray">
              <a:xfrm flipH="1">
                <a:off x="3361" y="131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3" name="Freeform 1389"/>
              <p:cNvSpPr>
                <a:spLocks/>
              </p:cNvSpPr>
              <p:nvPr userDrawn="1"/>
            </p:nvSpPr>
            <p:spPr bwMode="gray">
              <a:xfrm>
                <a:off x="3361" y="1551"/>
                <a:ext cx="19" cy="13"/>
              </a:xfrm>
              <a:custGeom>
                <a:avLst/>
                <a:gdLst>
                  <a:gd name="T0" fmla="*/ 0 w 19"/>
                  <a:gd name="T1" fmla="*/ 0 h 11"/>
                  <a:gd name="T2" fmla="*/ 5 w 19"/>
                  <a:gd name="T3" fmla="*/ 79 h 11"/>
                  <a:gd name="T4" fmla="*/ 12 w 19"/>
                  <a:gd name="T5" fmla="*/ 130 h 11"/>
                  <a:gd name="T6" fmla="*/ 19 w 19"/>
                  <a:gd name="T7" fmla="*/ 154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4" name="Line 1390"/>
              <p:cNvSpPr>
                <a:spLocks noChangeShapeType="1"/>
              </p:cNvSpPr>
              <p:nvPr userDrawn="1"/>
            </p:nvSpPr>
            <p:spPr bwMode="gray">
              <a:xfrm flipV="1">
                <a:off x="3380" y="1315"/>
                <a:ext cx="6"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5" name="Freeform 1391"/>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6" name="Freeform 1392"/>
              <p:cNvSpPr>
                <a:spLocks/>
              </p:cNvSpPr>
              <p:nvPr userDrawn="1"/>
            </p:nvSpPr>
            <p:spPr bwMode="gray">
              <a:xfrm>
                <a:off x="3515" y="1840"/>
                <a:ext cx="4" cy="9"/>
              </a:xfrm>
              <a:custGeom>
                <a:avLst/>
                <a:gdLst>
                  <a:gd name="T0" fmla="*/ 0 w 5"/>
                  <a:gd name="T1" fmla="*/ 0 h 9"/>
                  <a:gd name="T2" fmla="*/ 2 w 5"/>
                  <a:gd name="T3" fmla="*/ 2 h 9"/>
                  <a:gd name="T4" fmla="*/ 2 w 5"/>
                  <a:gd name="T5" fmla="*/ 4 h 9"/>
                  <a:gd name="T6" fmla="*/ 2 w 5"/>
                  <a:gd name="T7" fmla="*/ 5 h 9"/>
                  <a:gd name="T8" fmla="*/ 2 w 5"/>
                  <a:gd name="T9" fmla="*/ 7 h 9"/>
                  <a:gd name="T10" fmla="*/ 2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7" name="Line 1393"/>
              <p:cNvSpPr>
                <a:spLocks noChangeShapeType="1"/>
              </p:cNvSpPr>
              <p:nvPr userDrawn="1"/>
            </p:nvSpPr>
            <p:spPr bwMode="gray">
              <a:xfrm flipH="1">
                <a:off x="3517" y="1726"/>
                <a:ext cx="7"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8" name="Line 1394"/>
              <p:cNvSpPr>
                <a:spLocks noChangeShapeType="1"/>
              </p:cNvSpPr>
              <p:nvPr userDrawn="1"/>
            </p:nvSpPr>
            <p:spPr bwMode="gray">
              <a:xfrm flipH="1">
                <a:off x="3512" y="1728"/>
                <a:ext cx="7"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89" name="Freeform 1395"/>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0" name="Line 1396"/>
              <p:cNvSpPr>
                <a:spLocks noChangeShapeType="1"/>
              </p:cNvSpPr>
              <p:nvPr userDrawn="1"/>
            </p:nvSpPr>
            <p:spPr bwMode="gray">
              <a:xfrm flipV="1">
                <a:off x="3515" y="172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1" name="Freeform 1397"/>
              <p:cNvSpPr>
                <a:spLocks/>
              </p:cNvSpPr>
              <p:nvPr userDrawn="1"/>
            </p:nvSpPr>
            <p:spPr bwMode="gray">
              <a:xfrm>
                <a:off x="3519" y="1725"/>
                <a:ext cx="5" cy="4"/>
              </a:xfrm>
              <a:custGeom>
                <a:avLst/>
                <a:gdLst>
                  <a:gd name="T0" fmla="*/ 0 w 5"/>
                  <a:gd name="T1" fmla="*/ 276 h 3"/>
                  <a:gd name="T2" fmla="*/ 1 w 5"/>
                  <a:gd name="T3" fmla="*/ 276 h 3"/>
                  <a:gd name="T4" fmla="*/ 3 w 5"/>
                  <a:gd name="T5" fmla="*/ 276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2" name="Freeform 1398"/>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3" name="Freeform 1399"/>
              <p:cNvSpPr>
                <a:spLocks/>
              </p:cNvSpPr>
              <p:nvPr userDrawn="1"/>
            </p:nvSpPr>
            <p:spPr bwMode="gray">
              <a:xfrm>
                <a:off x="3307" y="1153"/>
                <a:ext cx="19" cy="4"/>
              </a:xfrm>
              <a:custGeom>
                <a:avLst/>
                <a:gdLst>
                  <a:gd name="T0" fmla="*/ 19 w 19"/>
                  <a:gd name="T1" fmla="*/ 131072 h 2"/>
                  <a:gd name="T2" fmla="*/ 14 w 19"/>
                  <a:gd name="T3" fmla="*/ 0 h 2"/>
                  <a:gd name="T4" fmla="*/ 9 w 19"/>
                  <a:gd name="T5" fmla="*/ 0 h 2"/>
                  <a:gd name="T6" fmla="*/ 3 w 19"/>
                  <a:gd name="T7" fmla="*/ 0 h 2"/>
                  <a:gd name="T8" fmla="*/ 0 w 19"/>
                  <a:gd name="T9" fmla="*/ 13107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4" name="Freeform 1400"/>
              <p:cNvSpPr>
                <a:spLocks/>
              </p:cNvSpPr>
              <p:nvPr userDrawn="1"/>
            </p:nvSpPr>
            <p:spPr bwMode="gray">
              <a:xfrm>
                <a:off x="2347" y="1774"/>
                <a:ext cx="13" cy="17"/>
              </a:xfrm>
              <a:custGeom>
                <a:avLst/>
                <a:gdLst>
                  <a:gd name="T0" fmla="*/ 0 w 10"/>
                  <a:gd name="T1" fmla="*/ 0 h 17"/>
                  <a:gd name="T2" fmla="*/ 221 w 10"/>
                  <a:gd name="T3" fmla="*/ 3 h 17"/>
                  <a:gd name="T4" fmla="*/ 485 w 10"/>
                  <a:gd name="T5" fmla="*/ 7 h 17"/>
                  <a:gd name="T6" fmla="*/ 631 w 10"/>
                  <a:gd name="T7" fmla="*/ 12 h 17"/>
                  <a:gd name="T8" fmla="*/ 676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5" name="Freeform 1401"/>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6" name="Line 1402"/>
              <p:cNvSpPr>
                <a:spLocks noChangeShapeType="1"/>
              </p:cNvSpPr>
              <p:nvPr userDrawn="1"/>
            </p:nvSpPr>
            <p:spPr bwMode="gray">
              <a:xfrm flipH="1">
                <a:off x="3533" y="1226"/>
                <a:ext cx="7"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7" name="Line 1403"/>
              <p:cNvSpPr>
                <a:spLocks noChangeShapeType="1"/>
              </p:cNvSpPr>
              <p:nvPr userDrawn="1"/>
            </p:nvSpPr>
            <p:spPr bwMode="gray">
              <a:xfrm flipH="1">
                <a:off x="3527" y="1221"/>
                <a:ext cx="6"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8" name="Freeform 1404"/>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99" name="Line 1405"/>
              <p:cNvSpPr>
                <a:spLocks noChangeShapeType="1"/>
              </p:cNvSpPr>
              <p:nvPr userDrawn="1"/>
            </p:nvSpPr>
            <p:spPr bwMode="gray">
              <a:xfrm flipV="1">
                <a:off x="3529" y="1230"/>
                <a:ext cx="7" cy="2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0" name="Freeform 1406"/>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1" name="Freeform 1407"/>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2" name="Freeform 1408"/>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3" name="Line 1409"/>
              <p:cNvSpPr>
                <a:spLocks noChangeShapeType="1"/>
              </p:cNvSpPr>
              <p:nvPr userDrawn="1"/>
            </p:nvSpPr>
            <p:spPr bwMode="gray">
              <a:xfrm flipV="1">
                <a:off x="3151"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4" name="Line 1410"/>
              <p:cNvSpPr>
                <a:spLocks noChangeShapeType="1"/>
              </p:cNvSpPr>
              <p:nvPr userDrawn="1"/>
            </p:nvSpPr>
            <p:spPr bwMode="gray">
              <a:xfrm flipV="1">
                <a:off x="3155" y="1156"/>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5" name="Freeform 1411"/>
              <p:cNvSpPr>
                <a:spLocks/>
              </p:cNvSpPr>
              <p:nvPr userDrawn="1"/>
            </p:nvSpPr>
            <p:spPr bwMode="gray">
              <a:xfrm>
                <a:off x="3295" y="1140"/>
                <a:ext cx="13" cy="16"/>
              </a:xfrm>
              <a:custGeom>
                <a:avLst/>
                <a:gdLst>
                  <a:gd name="T0" fmla="*/ 42 w 12"/>
                  <a:gd name="T1" fmla="*/ 16 h 16"/>
                  <a:gd name="T2" fmla="*/ 36 w 12"/>
                  <a:gd name="T3" fmla="*/ 11 h 16"/>
                  <a:gd name="T4" fmla="*/ 30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6" name="Line 1412"/>
              <p:cNvSpPr>
                <a:spLocks noChangeShapeType="1"/>
              </p:cNvSpPr>
              <p:nvPr userDrawn="1"/>
            </p:nvSpPr>
            <p:spPr bwMode="gray">
              <a:xfrm flipH="1">
                <a:off x="3143" y="1140"/>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7" name="Freeform 1413"/>
              <p:cNvSpPr>
                <a:spLocks/>
              </p:cNvSpPr>
              <p:nvPr userDrawn="1"/>
            </p:nvSpPr>
            <p:spPr bwMode="gray">
              <a:xfrm>
                <a:off x="3143" y="1222"/>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8" name="Freeform 1414"/>
              <p:cNvSpPr>
                <a:spLocks/>
              </p:cNvSpPr>
              <p:nvPr userDrawn="1"/>
            </p:nvSpPr>
            <p:spPr bwMode="gray">
              <a:xfrm>
                <a:off x="3232" y="1172"/>
                <a:ext cx="10" cy="13"/>
              </a:xfrm>
              <a:custGeom>
                <a:avLst/>
                <a:gdLst>
                  <a:gd name="T0" fmla="*/ 10 w 10"/>
                  <a:gd name="T1" fmla="*/ 2 h 17"/>
                  <a:gd name="T2" fmla="*/ 7 w 10"/>
                  <a:gd name="T3" fmla="*/ 2 h 17"/>
                  <a:gd name="T4" fmla="*/ 3 w 10"/>
                  <a:gd name="T5" fmla="*/ 2 h 17"/>
                  <a:gd name="T6" fmla="*/ 0 w 10"/>
                  <a:gd name="T7" fmla="*/ 2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09" name="Line 1415"/>
              <p:cNvSpPr>
                <a:spLocks noChangeShapeType="1"/>
              </p:cNvSpPr>
              <p:nvPr userDrawn="1"/>
            </p:nvSpPr>
            <p:spPr bwMode="gray">
              <a:xfrm flipH="1">
                <a:off x="3158" y="1140"/>
                <a:ext cx="15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0" name="Line 1416"/>
              <p:cNvSpPr>
                <a:spLocks noChangeShapeType="1"/>
              </p:cNvSpPr>
              <p:nvPr userDrawn="1"/>
            </p:nvSpPr>
            <p:spPr bwMode="gray">
              <a:xfrm flipH="1">
                <a:off x="3165"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1" name="Freeform 1417"/>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2" name="Line 1418"/>
              <p:cNvSpPr>
                <a:spLocks noChangeShapeType="1"/>
              </p:cNvSpPr>
              <p:nvPr userDrawn="1"/>
            </p:nvSpPr>
            <p:spPr bwMode="gray">
              <a:xfrm flipV="1">
                <a:off x="3155" y="1132"/>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3" name="Freeform 1419"/>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4" name="Freeform 1420"/>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5" name="Line 1421"/>
              <p:cNvSpPr>
                <a:spLocks noChangeShapeType="1"/>
              </p:cNvSpPr>
              <p:nvPr userDrawn="1"/>
            </p:nvSpPr>
            <p:spPr bwMode="gray">
              <a:xfrm flipV="1">
                <a:off x="3384" y="1219"/>
                <a:ext cx="150"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6" name="Line 1422"/>
              <p:cNvSpPr>
                <a:spLocks noChangeShapeType="1"/>
              </p:cNvSpPr>
              <p:nvPr userDrawn="1"/>
            </p:nvSpPr>
            <p:spPr bwMode="gray">
              <a:xfrm flipV="1">
                <a:off x="3375" y="1214"/>
                <a:ext cx="151"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7" name="Freeform 1423"/>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8" name="Line 1424"/>
              <p:cNvSpPr>
                <a:spLocks noChangeShapeType="1"/>
              </p:cNvSpPr>
              <p:nvPr userDrawn="1"/>
            </p:nvSpPr>
            <p:spPr bwMode="gray">
              <a:xfrm flipH="1">
                <a:off x="3386" y="1230"/>
                <a:ext cx="150"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19" name="Freeform 1425"/>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0" name="Freeform 1426"/>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1" name="Line 1427"/>
              <p:cNvSpPr>
                <a:spLocks noChangeShapeType="1"/>
              </p:cNvSpPr>
              <p:nvPr userDrawn="1"/>
            </p:nvSpPr>
            <p:spPr bwMode="gray">
              <a:xfrm flipV="1">
                <a:off x="3365" y="1966"/>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2" name="Line 1428"/>
              <p:cNvSpPr>
                <a:spLocks noChangeShapeType="1"/>
              </p:cNvSpPr>
              <p:nvPr userDrawn="1"/>
            </p:nvSpPr>
            <p:spPr bwMode="gray">
              <a:xfrm flipV="1">
                <a:off x="3368" y="1959"/>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3" name="Freeform 1429"/>
              <p:cNvSpPr>
                <a:spLocks/>
              </p:cNvSpPr>
              <p:nvPr userDrawn="1"/>
            </p:nvSpPr>
            <p:spPr bwMode="gray">
              <a:xfrm>
                <a:off x="3503" y="1959"/>
                <a:ext cx="13" cy="9"/>
              </a:xfrm>
              <a:custGeom>
                <a:avLst/>
                <a:gdLst>
                  <a:gd name="T0" fmla="*/ 42 w 12"/>
                  <a:gd name="T1" fmla="*/ 0 h 9"/>
                  <a:gd name="T2" fmla="*/ 36 w 12"/>
                  <a:gd name="T3" fmla="*/ 5 h 9"/>
                  <a:gd name="T4" fmla="*/ 33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4" name="Line 1430"/>
              <p:cNvSpPr>
                <a:spLocks noChangeShapeType="1"/>
              </p:cNvSpPr>
              <p:nvPr userDrawn="1"/>
            </p:nvSpPr>
            <p:spPr bwMode="gray">
              <a:xfrm flipH="1">
                <a:off x="3358" y="1968"/>
                <a:ext cx="143"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5" name="Freeform 1431"/>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6" name="Freeform 1432"/>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7" name="Line 1433"/>
              <p:cNvSpPr>
                <a:spLocks noChangeShapeType="1"/>
              </p:cNvSpPr>
              <p:nvPr userDrawn="1"/>
            </p:nvSpPr>
            <p:spPr bwMode="gray">
              <a:xfrm flipH="1" flipV="1">
                <a:off x="2289" y="1196"/>
                <a:ext cx="124"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8" name="Line 1434"/>
              <p:cNvSpPr>
                <a:spLocks noChangeShapeType="1"/>
              </p:cNvSpPr>
              <p:nvPr userDrawn="1"/>
            </p:nvSpPr>
            <p:spPr bwMode="gray">
              <a:xfrm flipH="1" flipV="1">
                <a:off x="2293" y="1187"/>
                <a:ext cx="135"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29" name="Freeform 1435"/>
              <p:cNvSpPr>
                <a:spLocks/>
              </p:cNvSpPr>
              <p:nvPr userDrawn="1"/>
            </p:nvSpPr>
            <p:spPr bwMode="gray">
              <a:xfrm>
                <a:off x="2284" y="1187"/>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0" name="Line 1436"/>
              <p:cNvSpPr>
                <a:spLocks noChangeShapeType="1"/>
              </p:cNvSpPr>
              <p:nvPr userDrawn="1"/>
            </p:nvSpPr>
            <p:spPr bwMode="gray">
              <a:xfrm>
                <a:off x="2284" y="1203"/>
                <a:ext cx="119"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1" name="Freeform 1437"/>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2" name="Line 1438"/>
              <p:cNvSpPr>
                <a:spLocks noChangeShapeType="1"/>
              </p:cNvSpPr>
              <p:nvPr userDrawn="1"/>
            </p:nvSpPr>
            <p:spPr bwMode="gray">
              <a:xfrm flipH="1" flipV="1">
                <a:off x="2282" y="960"/>
                <a:ext cx="5"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3" name="Line 1439"/>
              <p:cNvSpPr>
                <a:spLocks noChangeShapeType="1"/>
              </p:cNvSpPr>
              <p:nvPr userDrawn="1"/>
            </p:nvSpPr>
            <p:spPr bwMode="gray">
              <a:xfrm flipH="1" flipV="1">
                <a:off x="2289" y="966"/>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4" name="Freeform 1440"/>
              <p:cNvSpPr>
                <a:spLocks/>
              </p:cNvSpPr>
              <p:nvPr userDrawn="1"/>
            </p:nvSpPr>
            <p:spPr bwMode="gray">
              <a:xfrm>
                <a:off x="2284" y="957"/>
                <a:ext cx="4" cy="9"/>
              </a:xfrm>
              <a:custGeom>
                <a:avLst/>
                <a:gdLst>
                  <a:gd name="T0" fmla="*/ 276 w 3"/>
                  <a:gd name="T1" fmla="*/ 9 h 9"/>
                  <a:gd name="T2" fmla="*/ 0 w 3"/>
                  <a:gd name="T3" fmla="*/ 7 h 9"/>
                  <a:gd name="T4" fmla="*/ 0 w 3"/>
                  <a:gd name="T5" fmla="*/ 5 h 9"/>
                  <a:gd name="T6" fmla="*/ 0 w 3"/>
                  <a:gd name="T7" fmla="*/ 2 h 9"/>
                  <a:gd name="T8" fmla="*/ 207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5" name="Line 1441"/>
              <p:cNvSpPr>
                <a:spLocks noChangeShapeType="1"/>
              </p:cNvSpPr>
              <p:nvPr userDrawn="1"/>
            </p:nvSpPr>
            <p:spPr bwMode="gray">
              <a:xfrm>
                <a:off x="2286" y="95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6" name="Freeform 1442"/>
              <p:cNvSpPr>
                <a:spLocks/>
              </p:cNvSpPr>
              <p:nvPr userDrawn="1"/>
            </p:nvSpPr>
            <p:spPr bwMode="gray">
              <a:xfrm>
                <a:off x="2289" y="1187"/>
                <a:ext cx="4" cy="4"/>
              </a:xfrm>
              <a:custGeom>
                <a:avLst/>
                <a:gdLst>
                  <a:gd name="T0" fmla="*/ 1 w 6"/>
                  <a:gd name="T1" fmla="*/ 0 h 3"/>
                  <a:gd name="T2" fmla="*/ 1 w 6"/>
                  <a:gd name="T3" fmla="*/ 0 h 3"/>
                  <a:gd name="T4" fmla="*/ 0 w 6"/>
                  <a:gd name="T5" fmla="*/ 1 h 3"/>
                  <a:gd name="T6" fmla="*/ 0 w 6"/>
                  <a:gd name="T7" fmla="*/ 1 h 3"/>
                  <a:gd name="T8" fmla="*/ 0 w 6"/>
                  <a:gd name="T9" fmla="*/ 276 h 3"/>
                  <a:gd name="T10" fmla="*/ 1 w 6"/>
                  <a:gd name="T11" fmla="*/ 276 h 3"/>
                  <a:gd name="T12" fmla="*/ 1 w 6"/>
                  <a:gd name="T13" fmla="*/ 276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7" name="Freeform 1443"/>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8" name="Line 1444"/>
              <p:cNvSpPr>
                <a:spLocks noChangeShapeType="1"/>
              </p:cNvSpPr>
              <p:nvPr userDrawn="1"/>
            </p:nvSpPr>
            <p:spPr bwMode="gray">
              <a:xfrm>
                <a:off x="2289" y="953"/>
                <a:ext cx="18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39" name="Line 1445"/>
              <p:cNvSpPr>
                <a:spLocks noChangeShapeType="1"/>
              </p:cNvSpPr>
              <p:nvPr userDrawn="1"/>
            </p:nvSpPr>
            <p:spPr bwMode="gray">
              <a:xfrm>
                <a:off x="2289" y="966"/>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0" name="Freeform 1446"/>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1" name="Line 1447"/>
              <p:cNvSpPr>
                <a:spLocks noChangeShapeType="1"/>
              </p:cNvSpPr>
              <p:nvPr userDrawn="1"/>
            </p:nvSpPr>
            <p:spPr bwMode="gray">
              <a:xfrm flipH="1" flipV="1">
                <a:off x="2298" y="948"/>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2" name="Freeform 1448"/>
              <p:cNvSpPr>
                <a:spLocks/>
              </p:cNvSpPr>
              <p:nvPr userDrawn="1"/>
            </p:nvSpPr>
            <p:spPr bwMode="gray">
              <a:xfrm>
                <a:off x="2289"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3" name="Freeform 1449"/>
              <p:cNvSpPr>
                <a:spLocks/>
              </p:cNvSpPr>
              <p:nvPr userDrawn="1"/>
            </p:nvSpPr>
            <p:spPr bwMode="gray">
              <a:xfrm>
                <a:off x="2476" y="1167"/>
                <a:ext cx="22" cy="1"/>
              </a:xfrm>
              <a:custGeom>
                <a:avLst/>
                <a:gdLst>
                  <a:gd name="T0" fmla="*/ 0 w 20"/>
                  <a:gd name="T1" fmla="*/ 1 h 1"/>
                  <a:gd name="T2" fmla="*/ 31 w 20"/>
                  <a:gd name="T3" fmla="*/ 1 h 1"/>
                  <a:gd name="T4" fmla="*/ 50 w 20"/>
                  <a:gd name="T5" fmla="*/ 1 h 1"/>
                  <a:gd name="T6" fmla="*/ 76 w 20"/>
                  <a:gd name="T7" fmla="*/ 1 h 1"/>
                  <a:gd name="T8" fmla="*/ 92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4" name="Line 1450"/>
              <p:cNvSpPr>
                <a:spLocks noChangeShapeType="1"/>
              </p:cNvSpPr>
              <p:nvPr userDrawn="1"/>
            </p:nvSpPr>
            <p:spPr bwMode="gray">
              <a:xfrm>
                <a:off x="2485" y="1027"/>
                <a:ext cx="4" cy="1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5" name="Line 1451"/>
              <p:cNvSpPr>
                <a:spLocks noChangeShapeType="1"/>
              </p:cNvSpPr>
              <p:nvPr userDrawn="1"/>
            </p:nvSpPr>
            <p:spPr bwMode="gray">
              <a:xfrm>
                <a:off x="2475" y="1027"/>
                <a:ext cx="4" cy="1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6" name="Line 1452"/>
              <p:cNvSpPr>
                <a:spLocks noChangeShapeType="1"/>
              </p:cNvSpPr>
              <p:nvPr userDrawn="1"/>
            </p:nvSpPr>
            <p:spPr bwMode="gray">
              <a:xfrm flipH="1" flipV="1">
                <a:off x="2494" y="1025"/>
                <a:ext cx="4" cy="1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7" name="Freeform 1453"/>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8" name="Freeform 1454"/>
              <p:cNvSpPr>
                <a:spLocks/>
              </p:cNvSpPr>
              <p:nvPr userDrawn="1"/>
            </p:nvSpPr>
            <p:spPr bwMode="gray">
              <a:xfrm>
                <a:off x="2443" y="880"/>
                <a:ext cx="22" cy="2"/>
              </a:xfrm>
              <a:custGeom>
                <a:avLst/>
                <a:gdLst>
                  <a:gd name="T0" fmla="*/ 195 w 19"/>
                  <a:gd name="T1" fmla="*/ 2 h 2"/>
                  <a:gd name="T2" fmla="*/ 125 w 19"/>
                  <a:gd name="T3" fmla="*/ 0 h 2"/>
                  <a:gd name="T4" fmla="*/ 52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49" name="Line 1455"/>
              <p:cNvSpPr>
                <a:spLocks noChangeShapeType="1"/>
              </p:cNvSpPr>
              <p:nvPr userDrawn="1"/>
            </p:nvSpPr>
            <p:spPr bwMode="gray">
              <a:xfrm>
                <a:off x="2459" y="873"/>
                <a:ext cx="31"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0" name="Line 1456"/>
              <p:cNvSpPr>
                <a:spLocks noChangeShapeType="1"/>
              </p:cNvSpPr>
              <p:nvPr userDrawn="1"/>
            </p:nvSpPr>
            <p:spPr bwMode="gray">
              <a:xfrm>
                <a:off x="2463" y="882"/>
                <a:ext cx="28" cy="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1" name="Line 1457"/>
              <p:cNvSpPr>
                <a:spLocks noChangeShapeType="1"/>
              </p:cNvSpPr>
              <p:nvPr userDrawn="1"/>
            </p:nvSpPr>
            <p:spPr bwMode="gray">
              <a:xfrm flipH="1" flipV="1">
                <a:off x="2454" y="873"/>
                <a:ext cx="36"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2" name="Freeform 1458"/>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3" name="Freeform 1459"/>
              <p:cNvSpPr>
                <a:spLocks/>
              </p:cNvSpPr>
              <p:nvPr userDrawn="1"/>
            </p:nvSpPr>
            <p:spPr bwMode="gray">
              <a:xfrm>
                <a:off x="2364" y="909"/>
                <a:ext cx="13" cy="10"/>
              </a:xfrm>
              <a:custGeom>
                <a:avLst/>
                <a:gdLst>
                  <a:gd name="T0" fmla="*/ 0 w 11"/>
                  <a:gd name="T1" fmla="*/ 10 h 10"/>
                  <a:gd name="T2" fmla="*/ 2 w 11"/>
                  <a:gd name="T3" fmla="*/ 5 h 10"/>
                  <a:gd name="T4" fmla="*/ 57 w 11"/>
                  <a:gd name="T5" fmla="*/ 1 h 10"/>
                  <a:gd name="T6" fmla="*/ 79 w 11"/>
                  <a:gd name="T7" fmla="*/ 0 h 10"/>
                  <a:gd name="T8" fmla="*/ 130 w 11"/>
                  <a:gd name="T9" fmla="*/ 0 h 10"/>
                  <a:gd name="T10" fmla="*/ 154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4" name="Line 1460"/>
              <p:cNvSpPr>
                <a:spLocks noChangeShapeType="1"/>
              </p:cNvSpPr>
              <p:nvPr userDrawn="1"/>
            </p:nvSpPr>
            <p:spPr bwMode="gray">
              <a:xfrm flipV="1">
                <a:off x="2289" y="874"/>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5" name="Line 1461"/>
              <p:cNvSpPr>
                <a:spLocks noChangeShapeType="1"/>
              </p:cNvSpPr>
              <p:nvPr userDrawn="1"/>
            </p:nvSpPr>
            <p:spPr bwMode="gray">
              <a:xfrm flipV="1">
                <a:off x="2286" y="882"/>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6" name="Freeform 1462"/>
              <p:cNvSpPr>
                <a:spLocks/>
              </p:cNvSpPr>
              <p:nvPr userDrawn="1"/>
            </p:nvSpPr>
            <p:spPr bwMode="gray">
              <a:xfrm>
                <a:off x="2443" y="873"/>
                <a:ext cx="13" cy="9"/>
              </a:xfrm>
              <a:custGeom>
                <a:avLst/>
                <a:gdLst>
                  <a:gd name="T0" fmla="*/ 0 w 11"/>
                  <a:gd name="T1" fmla="*/ 9 h 9"/>
                  <a:gd name="T2" fmla="*/ 0 w 11"/>
                  <a:gd name="T3" fmla="*/ 5 h 9"/>
                  <a:gd name="T4" fmla="*/ 2 w 11"/>
                  <a:gd name="T5" fmla="*/ 3 h 9"/>
                  <a:gd name="T6" fmla="*/ 57 w 11"/>
                  <a:gd name="T7" fmla="*/ 0 h 9"/>
                  <a:gd name="T8" fmla="*/ 93 w 11"/>
                  <a:gd name="T9" fmla="*/ 0 h 9"/>
                  <a:gd name="T10" fmla="*/ 154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7" name="Line 1463"/>
              <p:cNvSpPr>
                <a:spLocks noChangeShapeType="1"/>
              </p:cNvSpPr>
              <p:nvPr userDrawn="1"/>
            </p:nvSpPr>
            <p:spPr bwMode="gray">
              <a:xfrm flipH="1">
                <a:off x="2298" y="873"/>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8" name="Freeform 1464"/>
              <p:cNvSpPr>
                <a:spLocks/>
              </p:cNvSpPr>
              <p:nvPr userDrawn="1"/>
            </p:nvSpPr>
            <p:spPr bwMode="gray">
              <a:xfrm>
                <a:off x="2286" y="948"/>
                <a:ext cx="13" cy="9"/>
              </a:xfrm>
              <a:custGeom>
                <a:avLst/>
                <a:gdLst>
                  <a:gd name="T0" fmla="*/ 676 w 10"/>
                  <a:gd name="T1" fmla="*/ 0 h 9"/>
                  <a:gd name="T2" fmla="*/ 485 w 10"/>
                  <a:gd name="T3" fmla="*/ 0 h 9"/>
                  <a:gd name="T4" fmla="*/ 373 w 10"/>
                  <a:gd name="T5" fmla="*/ 0 h 9"/>
                  <a:gd name="T6" fmla="*/ 221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59" name="Freeform 1465"/>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0" name="Line 1466"/>
              <p:cNvSpPr>
                <a:spLocks noChangeShapeType="1"/>
              </p:cNvSpPr>
              <p:nvPr userDrawn="1"/>
            </p:nvSpPr>
            <p:spPr bwMode="gray">
              <a:xfrm flipH="1">
                <a:off x="2494" y="1018"/>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1" name="Freeform 1467"/>
              <p:cNvSpPr>
                <a:spLocks/>
              </p:cNvSpPr>
              <p:nvPr userDrawn="1"/>
            </p:nvSpPr>
            <p:spPr bwMode="gray">
              <a:xfrm>
                <a:off x="2494" y="1016"/>
                <a:ext cx="13" cy="9"/>
              </a:xfrm>
              <a:custGeom>
                <a:avLst/>
                <a:gdLst>
                  <a:gd name="T0" fmla="*/ 0 w 10"/>
                  <a:gd name="T1" fmla="*/ 9 h 9"/>
                  <a:gd name="T2" fmla="*/ 170 w 10"/>
                  <a:gd name="T3" fmla="*/ 6 h 9"/>
                  <a:gd name="T4" fmla="*/ 170 w 10"/>
                  <a:gd name="T5" fmla="*/ 2 h 9"/>
                  <a:gd name="T6" fmla="*/ 373 w 10"/>
                  <a:gd name="T7" fmla="*/ 0 h 9"/>
                  <a:gd name="T8" fmla="*/ 485 w 10"/>
                  <a:gd name="T9" fmla="*/ 0 h 9"/>
                  <a:gd name="T10" fmla="*/ 676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2" name="Freeform 1468"/>
              <p:cNvSpPr>
                <a:spLocks/>
              </p:cNvSpPr>
              <p:nvPr userDrawn="1"/>
            </p:nvSpPr>
            <p:spPr bwMode="gray">
              <a:xfrm>
                <a:off x="2906" y="2029"/>
                <a:ext cx="20" cy="4"/>
              </a:xfrm>
              <a:custGeom>
                <a:avLst/>
                <a:gdLst>
                  <a:gd name="T0" fmla="*/ 20 w 20"/>
                  <a:gd name="T1" fmla="*/ 207 h 3"/>
                  <a:gd name="T2" fmla="*/ 16 w 20"/>
                  <a:gd name="T3" fmla="*/ 0 h 3"/>
                  <a:gd name="T4" fmla="*/ 11 w 20"/>
                  <a:gd name="T5" fmla="*/ 0 h 3"/>
                  <a:gd name="T6" fmla="*/ 6 w 20"/>
                  <a:gd name="T7" fmla="*/ 207 h 3"/>
                  <a:gd name="T8" fmla="*/ 0 w 20"/>
                  <a:gd name="T9" fmla="*/ 276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3" name="Line 1469"/>
              <p:cNvSpPr>
                <a:spLocks noChangeShapeType="1"/>
              </p:cNvSpPr>
              <p:nvPr userDrawn="1"/>
            </p:nvSpPr>
            <p:spPr bwMode="gray">
              <a:xfrm flipV="1">
                <a:off x="2915" y="1920"/>
                <a:ext cx="2"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4" name="Line 1470"/>
              <p:cNvSpPr>
                <a:spLocks noChangeShapeType="1"/>
              </p:cNvSpPr>
              <p:nvPr userDrawn="1"/>
            </p:nvSpPr>
            <p:spPr bwMode="gray">
              <a:xfrm flipV="1">
                <a:off x="2926" y="1922"/>
                <a:ext cx="1"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5" name="Freeform 1471"/>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6" name="Line 1472"/>
              <p:cNvSpPr>
                <a:spLocks noChangeShapeType="1"/>
              </p:cNvSpPr>
              <p:nvPr userDrawn="1"/>
            </p:nvSpPr>
            <p:spPr bwMode="gray">
              <a:xfrm flipH="1">
                <a:off x="2906" y="1924"/>
                <a:ext cx="2"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7" name="Freeform 1473"/>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8" name="Freeform 1474"/>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69" name="Line 1475"/>
              <p:cNvSpPr>
                <a:spLocks noChangeShapeType="1"/>
              </p:cNvSpPr>
              <p:nvPr userDrawn="1"/>
            </p:nvSpPr>
            <p:spPr bwMode="gray">
              <a:xfrm>
                <a:off x="2924" y="1910"/>
                <a:ext cx="203"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0" name="Line 1476"/>
              <p:cNvSpPr>
                <a:spLocks noChangeShapeType="1"/>
              </p:cNvSpPr>
              <p:nvPr userDrawn="1"/>
            </p:nvSpPr>
            <p:spPr bwMode="gray">
              <a:xfrm>
                <a:off x="2927" y="1922"/>
                <a:ext cx="19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1" name="Freeform 1477"/>
              <p:cNvSpPr>
                <a:spLocks/>
              </p:cNvSpPr>
              <p:nvPr userDrawn="1"/>
            </p:nvSpPr>
            <p:spPr bwMode="gray">
              <a:xfrm>
                <a:off x="3123" y="1979"/>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2" name="Line 1478"/>
              <p:cNvSpPr>
                <a:spLocks noChangeShapeType="1"/>
              </p:cNvSpPr>
              <p:nvPr userDrawn="1"/>
            </p:nvSpPr>
            <p:spPr bwMode="gray">
              <a:xfrm flipH="1" flipV="1">
                <a:off x="2924" y="1901"/>
                <a:ext cx="20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3" name="Freeform 1479"/>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4" name="Freeform 1480"/>
              <p:cNvSpPr>
                <a:spLocks/>
              </p:cNvSpPr>
              <p:nvPr userDrawn="1"/>
            </p:nvSpPr>
            <p:spPr bwMode="gray">
              <a:xfrm>
                <a:off x="3123"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5" name="Line 1481"/>
              <p:cNvSpPr>
                <a:spLocks noChangeShapeType="1"/>
              </p:cNvSpPr>
              <p:nvPr userDrawn="1"/>
            </p:nvSpPr>
            <p:spPr bwMode="gray">
              <a:xfrm flipH="1">
                <a:off x="3130" y="1997"/>
                <a:ext cx="4"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6" name="Line 1482"/>
              <p:cNvSpPr>
                <a:spLocks noChangeShapeType="1"/>
              </p:cNvSpPr>
              <p:nvPr userDrawn="1"/>
            </p:nvSpPr>
            <p:spPr bwMode="gray">
              <a:xfrm flipH="1">
                <a:off x="3123" y="1996"/>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7" name="Freeform 1483"/>
              <p:cNvSpPr>
                <a:spLocks/>
              </p:cNvSpPr>
              <p:nvPr userDrawn="1"/>
            </p:nvSpPr>
            <p:spPr bwMode="gray">
              <a:xfrm>
                <a:off x="3123" y="2214"/>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8" name="Line 1484"/>
              <p:cNvSpPr>
                <a:spLocks noChangeShapeType="1"/>
              </p:cNvSpPr>
              <p:nvPr userDrawn="1"/>
            </p:nvSpPr>
            <p:spPr bwMode="gray">
              <a:xfrm flipV="1">
                <a:off x="3141" y="1994"/>
                <a:ext cx="2"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79" name="Freeform 1485"/>
              <p:cNvSpPr>
                <a:spLocks/>
              </p:cNvSpPr>
              <p:nvPr userDrawn="1"/>
            </p:nvSpPr>
            <p:spPr bwMode="gray">
              <a:xfrm>
                <a:off x="3123" y="1994"/>
                <a:ext cx="20" cy="4"/>
              </a:xfrm>
              <a:custGeom>
                <a:avLst/>
                <a:gdLst>
                  <a:gd name="T0" fmla="*/ 0 w 20"/>
                  <a:gd name="T1" fmla="*/ 207 h 3"/>
                  <a:gd name="T2" fmla="*/ 6 w 20"/>
                  <a:gd name="T3" fmla="*/ 276 h 3"/>
                  <a:gd name="T4" fmla="*/ 11 w 20"/>
                  <a:gd name="T5" fmla="*/ 276 h 3"/>
                  <a:gd name="T6" fmla="*/ 16 w 20"/>
                  <a:gd name="T7" fmla="*/ 276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0" name="Freeform 1486"/>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1" name="Line 1487"/>
              <p:cNvSpPr>
                <a:spLocks noChangeShapeType="1"/>
              </p:cNvSpPr>
              <p:nvPr userDrawn="1"/>
            </p:nvSpPr>
            <p:spPr bwMode="gray">
              <a:xfrm flipH="1" flipV="1">
                <a:off x="2923" y="2144"/>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2" name="Line 1488"/>
              <p:cNvSpPr>
                <a:spLocks noChangeShapeType="1"/>
              </p:cNvSpPr>
              <p:nvPr userDrawn="1"/>
            </p:nvSpPr>
            <p:spPr bwMode="gray">
              <a:xfrm flipH="1" flipV="1">
                <a:off x="2926" y="2137"/>
                <a:ext cx="196"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3" name="Freeform 1489"/>
              <p:cNvSpPr>
                <a:spLocks/>
              </p:cNvSpPr>
              <p:nvPr userDrawn="1"/>
            </p:nvSpPr>
            <p:spPr bwMode="gray">
              <a:xfrm>
                <a:off x="2923"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4" name="Line 1490"/>
              <p:cNvSpPr>
                <a:spLocks noChangeShapeType="1"/>
              </p:cNvSpPr>
              <p:nvPr userDrawn="1"/>
            </p:nvSpPr>
            <p:spPr bwMode="gray">
              <a:xfrm>
                <a:off x="2924" y="2141"/>
                <a:ext cx="20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5" name="Freeform 1491"/>
              <p:cNvSpPr>
                <a:spLocks/>
              </p:cNvSpPr>
              <p:nvPr userDrawn="1"/>
            </p:nvSpPr>
            <p:spPr bwMode="gray">
              <a:xfrm>
                <a:off x="3123" y="2214"/>
                <a:ext cx="4" cy="8"/>
              </a:xfrm>
              <a:custGeom>
                <a:avLst/>
                <a:gdLst>
                  <a:gd name="T0" fmla="*/ 1 w 7"/>
                  <a:gd name="T1" fmla="*/ 7 h 8"/>
                  <a:gd name="T2" fmla="*/ 1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6" name="Freeform 1492"/>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7" name="Line 1493"/>
              <p:cNvSpPr>
                <a:spLocks noChangeShapeType="1"/>
              </p:cNvSpPr>
              <p:nvPr userDrawn="1"/>
            </p:nvSpPr>
            <p:spPr bwMode="gray">
              <a:xfrm flipH="1">
                <a:off x="3290" y="2040"/>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8" name="Line 1494"/>
              <p:cNvSpPr>
                <a:spLocks noChangeShapeType="1"/>
              </p:cNvSpPr>
              <p:nvPr userDrawn="1"/>
            </p:nvSpPr>
            <p:spPr bwMode="gray">
              <a:xfrm>
                <a:off x="3284" y="2038"/>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89" name="Freeform 1495"/>
              <p:cNvSpPr>
                <a:spLocks/>
              </p:cNvSpPr>
              <p:nvPr userDrawn="1"/>
            </p:nvSpPr>
            <p:spPr bwMode="gray">
              <a:xfrm>
                <a:off x="3284" y="2109"/>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0" name="Line 1496"/>
              <p:cNvSpPr>
                <a:spLocks noChangeShapeType="1"/>
              </p:cNvSpPr>
              <p:nvPr userDrawn="1"/>
            </p:nvSpPr>
            <p:spPr bwMode="gray">
              <a:xfrm flipV="1">
                <a:off x="3286" y="2038"/>
                <a:ext cx="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1" name="Freeform 1497"/>
              <p:cNvSpPr>
                <a:spLocks/>
              </p:cNvSpPr>
              <p:nvPr userDrawn="1"/>
            </p:nvSpPr>
            <p:spPr bwMode="gray">
              <a:xfrm>
                <a:off x="3276" y="2109"/>
                <a:ext cx="8" cy="13"/>
              </a:xfrm>
              <a:custGeom>
                <a:avLst/>
                <a:gdLst>
                  <a:gd name="T0" fmla="*/ 0 w 8"/>
                  <a:gd name="T1" fmla="*/ 2 h 17"/>
                  <a:gd name="T2" fmla="*/ 3 w 8"/>
                  <a:gd name="T3" fmla="*/ 2 h 17"/>
                  <a:gd name="T4" fmla="*/ 7 w 8"/>
                  <a:gd name="T5" fmla="*/ 2 h 17"/>
                  <a:gd name="T6" fmla="*/ 7 w 8"/>
                  <a:gd name="T7" fmla="*/ 2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2" name="Freeform 1498"/>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3" name="Line 1499"/>
              <p:cNvSpPr>
                <a:spLocks noChangeShapeType="1"/>
              </p:cNvSpPr>
              <p:nvPr userDrawn="1"/>
            </p:nvSpPr>
            <p:spPr bwMode="gray">
              <a:xfrm flipV="1">
                <a:off x="3137" y="2125"/>
                <a:ext cx="146"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4" name="Line 1500"/>
              <p:cNvSpPr>
                <a:spLocks noChangeShapeType="1"/>
              </p:cNvSpPr>
              <p:nvPr userDrawn="1"/>
            </p:nvSpPr>
            <p:spPr bwMode="gray">
              <a:xfrm flipV="1">
                <a:off x="3141" y="2118"/>
                <a:ext cx="143"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5" name="Freeform 1501"/>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6" name="Line 1502"/>
              <p:cNvSpPr>
                <a:spLocks noChangeShapeType="1"/>
              </p:cNvSpPr>
              <p:nvPr userDrawn="1"/>
            </p:nvSpPr>
            <p:spPr bwMode="gray">
              <a:xfrm flipH="1">
                <a:off x="3129" y="2125"/>
                <a:ext cx="147"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7" name="Freeform 1503"/>
              <p:cNvSpPr>
                <a:spLocks/>
              </p:cNvSpPr>
              <p:nvPr userDrawn="1"/>
            </p:nvSpPr>
            <p:spPr bwMode="gray">
              <a:xfrm>
                <a:off x="3129" y="2214"/>
                <a:ext cx="13" cy="8"/>
              </a:xfrm>
              <a:custGeom>
                <a:avLst/>
                <a:gdLst>
                  <a:gd name="T0" fmla="*/ 0 w 12"/>
                  <a:gd name="T1" fmla="*/ 7 h 8"/>
                  <a:gd name="T2" fmla="*/ 5 w 12"/>
                  <a:gd name="T3" fmla="*/ 8 h 8"/>
                  <a:gd name="T4" fmla="*/ 30 w 12"/>
                  <a:gd name="T5" fmla="*/ 7 h 8"/>
                  <a:gd name="T6" fmla="*/ 36 w 12"/>
                  <a:gd name="T7" fmla="*/ 3 h 8"/>
                  <a:gd name="T8" fmla="*/ 4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8" name="Line 1504"/>
              <p:cNvSpPr>
                <a:spLocks noChangeShapeType="1"/>
              </p:cNvSpPr>
              <p:nvPr userDrawn="1"/>
            </p:nvSpPr>
            <p:spPr bwMode="gray">
              <a:xfrm>
                <a:off x="2537" y="2097"/>
                <a:ext cx="4"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499" name="Line 1505"/>
              <p:cNvSpPr>
                <a:spLocks noChangeShapeType="1"/>
              </p:cNvSpPr>
              <p:nvPr userDrawn="1"/>
            </p:nvSpPr>
            <p:spPr bwMode="gray">
              <a:xfrm>
                <a:off x="2541" y="2099"/>
                <a:ext cx="1"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0" name="Freeform 1506"/>
              <p:cNvSpPr>
                <a:spLocks/>
              </p:cNvSpPr>
              <p:nvPr userDrawn="1"/>
            </p:nvSpPr>
            <p:spPr bwMode="gray">
              <a:xfrm>
                <a:off x="2541" y="2150"/>
                <a:ext cx="4" cy="13"/>
              </a:xfrm>
              <a:custGeom>
                <a:avLst/>
                <a:gdLst>
                  <a:gd name="T0" fmla="*/ 2 w 5"/>
                  <a:gd name="T1" fmla="*/ 0 h 10"/>
                  <a:gd name="T2" fmla="*/ 0 w 5"/>
                  <a:gd name="T3" fmla="*/ 221 h 10"/>
                  <a:gd name="T4" fmla="*/ 0 w 5"/>
                  <a:gd name="T5" fmla="*/ 373 h 10"/>
                  <a:gd name="T6" fmla="*/ 2 w 5"/>
                  <a:gd name="T7" fmla="*/ 520 h 10"/>
                  <a:gd name="T8" fmla="*/ 2 w 5"/>
                  <a:gd name="T9" fmla="*/ 67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1" name="Line 1507"/>
              <p:cNvSpPr>
                <a:spLocks noChangeShapeType="1"/>
              </p:cNvSpPr>
              <p:nvPr userDrawn="1"/>
            </p:nvSpPr>
            <p:spPr bwMode="gray">
              <a:xfrm flipH="1" flipV="1">
                <a:off x="2543" y="2099"/>
                <a:ext cx="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2" name="Freeform 1508"/>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3" name="Freeform 1509"/>
              <p:cNvSpPr>
                <a:spLocks/>
              </p:cNvSpPr>
              <p:nvPr userDrawn="1"/>
            </p:nvSpPr>
            <p:spPr bwMode="gray">
              <a:xfrm>
                <a:off x="2821" y="1954"/>
                <a:ext cx="10" cy="13"/>
              </a:xfrm>
              <a:custGeom>
                <a:avLst/>
                <a:gdLst>
                  <a:gd name="T0" fmla="*/ 10 w 10"/>
                  <a:gd name="T1" fmla="*/ 3 h 15"/>
                  <a:gd name="T2" fmla="*/ 10 w 10"/>
                  <a:gd name="T3" fmla="*/ 3 h 15"/>
                  <a:gd name="T4" fmla="*/ 7 w 10"/>
                  <a:gd name="T5" fmla="*/ 3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4" name="Line 1510"/>
              <p:cNvSpPr>
                <a:spLocks noChangeShapeType="1"/>
              </p:cNvSpPr>
              <p:nvPr userDrawn="1"/>
            </p:nvSpPr>
            <p:spPr bwMode="gray">
              <a:xfrm flipH="1">
                <a:off x="2751" y="1912"/>
                <a:ext cx="15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5" name="Line 1511"/>
              <p:cNvSpPr>
                <a:spLocks noChangeShapeType="1"/>
              </p:cNvSpPr>
              <p:nvPr userDrawn="1"/>
            </p:nvSpPr>
            <p:spPr bwMode="gray">
              <a:xfrm flipH="1">
                <a:off x="2754" y="1924"/>
                <a:ext cx="154"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6" name="Freeform 1512"/>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7" name="Line 1513"/>
              <p:cNvSpPr>
                <a:spLocks noChangeShapeType="1"/>
              </p:cNvSpPr>
              <p:nvPr userDrawn="1"/>
            </p:nvSpPr>
            <p:spPr bwMode="gray">
              <a:xfrm flipV="1">
                <a:off x="2744" y="1903"/>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8" name="Freeform 1514"/>
              <p:cNvSpPr>
                <a:spLocks/>
              </p:cNvSpPr>
              <p:nvPr userDrawn="1"/>
            </p:nvSpPr>
            <p:spPr bwMode="gray">
              <a:xfrm>
                <a:off x="2906" y="1903"/>
                <a:ext cx="4" cy="21"/>
              </a:xfrm>
              <a:custGeom>
                <a:avLst/>
                <a:gdLst>
                  <a:gd name="T0" fmla="*/ 2 w 5"/>
                  <a:gd name="T1" fmla="*/ 21 h 21"/>
                  <a:gd name="T2" fmla="*/ 2 w 5"/>
                  <a:gd name="T3" fmla="*/ 16 h 21"/>
                  <a:gd name="T4" fmla="*/ 2 w 5"/>
                  <a:gd name="T5" fmla="*/ 10 h 21"/>
                  <a:gd name="T6" fmla="*/ 2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09" name="Freeform 1515"/>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0" name="Line 1516"/>
              <p:cNvSpPr>
                <a:spLocks noChangeShapeType="1"/>
              </p:cNvSpPr>
              <p:nvPr userDrawn="1"/>
            </p:nvSpPr>
            <p:spPr bwMode="gray">
              <a:xfrm>
                <a:off x="2744" y="2018"/>
                <a:ext cx="2" cy="2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1" name="Line 1517"/>
              <p:cNvSpPr>
                <a:spLocks noChangeShapeType="1"/>
              </p:cNvSpPr>
              <p:nvPr userDrawn="1"/>
            </p:nvSpPr>
            <p:spPr bwMode="gray">
              <a:xfrm>
                <a:off x="2754" y="201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2" name="Freeform 1518"/>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3" name="Line 1519"/>
              <p:cNvSpPr>
                <a:spLocks noChangeShapeType="1"/>
              </p:cNvSpPr>
              <p:nvPr userDrawn="1"/>
            </p:nvSpPr>
            <p:spPr bwMode="gray">
              <a:xfrm flipV="1">
                <a:off x="2735" y="2017"/>
                <a:ext cx="1" cy="2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4" name="Freeform 1520"/>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5" name="Freeform 1521"/>
              <p:cNvSpPr>
                <a:spLocks/>
              </p:cNvSpPr>
              <p:nvPr userDrawn="1"/>
            </p:nvSpPr>
            <p:spPr bwMode="gray">
              <a:xfrm>
                <a:off x="2821" y="2187"/>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6" name="Line 1522"/>
              <p:cNvSpPr>
                <a:spLocks noChangeShapeType="1"/>
              </p:cNvSpPr>
              <p:nvPr userDrawn="1"/>
            </p:nvSpPr>
            <p:spPr bwMode="gray">
              <a:xfrm flipV="1">
                <a:off x="2751" y="2144"/>
                <a:ext cx="157"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7" name="Line 1523"/>
              <p:cNvSpPr>
                <a:spLocks noChangeShapeType="1"/>
              </p:cNvSpPr>
              <p:nvPr userDrawn="1"/>
            </p:nvSpPr>
            <p:spPr bwMode="gray">
              <a:xfrm flipV="1">
                <a:off x="2754" y="2139"/>
                <a:ext cx="152"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8" name="Freeform 1524"/>
              <p:cNvSpPr>
                <a:spLocks/>
              </p:cNvSpPr>
              <p:nvPr userDrawn="1"/>
            </p:nvSpPr>
            <p:spPr bwMode="gray">
              <a:xfrm>
                <a:off x="2906"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19" name="Line 1525"/>
              <p:cNvSpPr>
                <a:spLocks noChangeShapeType="1"/>
              </p:cNvSpPr>
              <p:nvPr userDrawn="1"/>
            </p:nvSpPr>
            <p:spPr bwMode="gray">
              <a:xfrm flipH="1">
                <a:off x="2744" y="2141"/>
                <a:ext cx="161" cy="10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520" name="Freeform 1526"/>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grpSp>
          <p:nvGrpSpPr>
            <p:cNvPr id="1066" name="Group 1527"/>
            <p:cNvGrpSpPr>
              <a:grpSpLocks/>
            </p:cNvGrpSpPr>
            <p:nvPr userDrawn="1"/>
          </p:nvGrpSpPr>
          <p:grpSpPr bwMode="auto">
            <a:xfrm>
              <a:off x="4059" y="2614"/>
              <a:ext cx="1572" cy="1574"/>
              <a:chOff x="2111" y="670"/>
              <a:chExt cx="1572" cy="1574"/>
            </a:xfrm>
          </p:grpSpPr>
          <p:sp>
            <p:nvSpPr>
              <p:cNvPr id="1121" name="Freeform 1528"/>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2" name="Line 1529"/>
              <p:cNvSpPr>
                <a:spLocks noChangeShapeType="1"/>
              </p:cNvSpPr>
              <p:nvPr userDrawn="1"/>
            </p:nvSpPr>
            <p:spPr bwMode="gray">
              <a:xfrm>
                <a:off x="2546"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3" name="Line 1530"/>
              <p:cNvSpPr>
                <a:spLocks noChangeShapeType="1"/>
              </p:cNvSpPr>
              <p:nvPr userDrawn="1"/>
            </p:nvSpPr>
            <p:spPr bwMode="gray">
              <a:xfrm>
                <a:off x="2544" y="2160"/>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4" name="Freeform 1531"/>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5" name="Line 1532"/>
              <p:cNvSpPr>
                <a:spLocks noChangeShapeType="1"/>
              </p:cNvSpPr>
              <p:nvPr userDrawn="1"/>
            </p:nvSpPr>
            <p:spPr bwMode="gray">
              <a:xfrm flipH="1" flipV="1">
                <a:off x="2553"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6" name="Freeform 1533"/>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7" name="Freeform 1534"/>
              <p:cNvSpPr>
                <a:spLocks/>
              </p:cNvSpPr>
              <p:nvPr userDrawn="1"/>
            </p:nvSpPr>
            <p:spPr bwMode="gray">
              <a:xfrm>
                <a:off x="2688" y="840"/>
                <a:ext cx="4" cy="4"/>
              </a:xfrm>
              <a:custGeom>
                <a:avLst/>
                <a:gdLst>
                  <a:gd name="T0" fmla="*/ 207 w 3"/>
                  <a:gd name="T1" fmla="*/ 1 h 7"/>
                  <a:gd name="T2" fmla="*/ 276 w 3"/>
                  <a:gd name="T3" fmla="*/ 1 h 7"/>
                  <a:gd name="T4" fmla="*/ 276 w 3"/>
                  <a:gd name="T5" fmla="*/ 1 h 7"/>
                  <a:gd name="T6" fmla="*/ 276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8" name="Freeform 1535"/>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9" name="Line 1536"/>
              <p:cNvSpPr>
                <a:spLocks noChangeShapeType="1"/>
              </p:cNvSpPr>
              <p:nvPr userDrawn="1"/>
            </p:nvSpPr>
            <p:spPr bwMode="gray">
              <a:xfrm flipH="1">
                <a:off x="2530" y="836"/>
                <a:ext cx="167"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0" name="Line 1537"/>
              <p:cNvSpPr>
                <a:spLocks noChangeShapeType="1"/>
              </p:cNvSpPr>
              <p:nvPr userDrawn="1"/>
            </p:nvSpPr>
            <p:spPr bwMode="gray">
              <a:xfrm flipH="1">
                <a:off x="2529" y="847"/>
                <a:ext cx="161"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1" name="Freeform 1538"/>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2" name="Line 1539"/>
              <p:cNvSpPr>
                <a:spLocks noChangeShapeType="1"/>
              </p:cNvSpPr>
              <p:nvPr userDrawn="1"/>
            </p:nvSpPr>
            <p:spPr bwMode="gray">
              <a:xfrm flipV="1">
                <a:off x="2539" y="833"/>
                <a:ext cx="170"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3" name="Freeform 1540"/>
              <p:cNvSpPr>
                <a:spLocks/>
              </p:cNvSpPr>
              <p:nvPr userDrawn="1"/>
            </p:nvSpPr>
            <p:spPr bwMode="gray">
              <a:xfrm>
                <a:off x="2690" y="833"/>
                <a:ext cx="19" cy="13"/>
              </a:xfrm>
              <a:custGeom>
                <a:avLst/>
                <a:gdLst>
                  <a:gd name="T0" fmla="*/ 0 w 19"/>
                  <a:gd name="T1" fmla="*/ 7 h 14"/>
                  <a:gd name="T2" fmla="*/ 3 w 19"/>
                  <a:gd name="T3" fmla="*/ 7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4" name="Freeform 1541"/>
              <p:cNvSpPr>
                <a:spLocks/>
              </p:cNvSpPr>
              <p:nvPr userDrawn="1"/>
            </p:nvSpPr>
            <p:spPr bwMode="gray">
              <a:xfrm>
                <a:off x="2527" y="1043"/>
                <a:ext cx="4" cy="8"/>
              </a:xfrm>
              <a:custGeom>
                <a:avLst/>
                <a:gdLst>
                  <a:gd name="T0" fmla="*/ 2 w 5"/>
                  <a:gd name="T1" fmla="*/ 0 h 8"/>
                  <a:gd name="T2" fmla="*/ 0 w 5"/>
                  <a:gd name="T3" fmla="*/ 3 h 8"/>
                  <a:gd name="T4" fmla="*/ 0 w 5"/>
                  <a:gd name="T5" fmla="*/ 5 h 8"/>
                  <a:gd name="T6" fmla="*/ 2 w 5"/>
                  <a:gd name="T7" fmla="*/ 7 h 8"/>
                  <a:gd name="T8" fmla="*/ 2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5" name="Line 1542"/>
              <p:cNvSpPr>
                <a:spLocks noChangeShapeType="1"/>
              </p:cNvSpPr>
              <p:nvPr userDrawn="1"/>
            </p:nvSpPr>
            <p:spPr bwMode="gray">
              <a:xfrm>
                <a:off x="2525" y="929"/>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6" name="Line 1543"/>
              <p:cNvSpPr>
                <a:spLocks noChangeShapeType="1"/>
              </p:cNvSpPr>
              <p:nvPr userDrawn="1"/>
            </p:nvSpPr>
            <p:spPr bwMode="gray">
              <a:xfrm>
                <a:off x="2529" y="925"/>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7" name="Freeform 1544"/>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8" name="Line 1545"/>
              <p:cNvSpPr>
                <a:spLocks noChangeShapeType="1"/>
              </p:cNvSpPr>
              <p:nvPr userDrawn="1"/>
            </p:nvSpPr>
            <p:spPr bwMode="gray">
              <a:xfrm flipH="1" flipV="1">
                <a:off x="2530" y="934"/>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39" name="Freeform 1546"/>
              <p:cNvSpPr>
                <a:spLocks/>
              </p:cNvSpPr>
              <p:nvPr userDrawn="1"/>
            </p:nvSpPr>
            <p:spPr bwMode="gray">
              <a:xfrm>
                <a:off x="2525" y="925"/>
                <a:ext cx="4" cy="9"/>
              </a:xfrm>
              <a:custGeom>
                <a:avLst/>
                <a:gdLst>
                  <a:gd name="T0" fmla="*/ 2 w 5"/>
                  <a:gd name="T1" fmla="*/ 9 h 9"/>
                  <a:gd name="T2" fmla="*/ 2 w 5"/>
                  <a:gd name="T3" fmla="*/ 7 h 9"/>
                  <a:gd name="T4" fmla="*/ 0 w 5"/>
                  <a:gd name="T5" fmla="*/ 4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0" name="Freeform 1547"/>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1" name="Freeform 1548"/>
              <p:cNvSpPr>
                <a:spLocks/>
              </p:cNvSpPr>
              <p:nvPr userDrawn="1"/>
            </p:nvSpPr>
            <p:spPr bwMode="gray">
              <a:xfrm>
                <a:off x="2861" y="754"/>
                <a:ext cx="22" cy="2"/>
              </a:xfrm>
              <a:custGeom>
                <a:avLst/>
                <a:gdLst>
                  <a:gd name="T0" fmla="*/ 195 w 19"/>
                  <a:gd name="T1" fmla="*/ 0 h 2"/>
                  <a:gd name="T2" fmla="*/ 145 w 19"/>
                  <a:gd name="T3" fmla="*/ 2 h 2"/>
                  <a:gd name="T4" fmla="*/ 69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2" name="Freeform 1549"/>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3" name="Freeform 1550"/>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4" name="Line 1551"/>
              <p:cNvSpPr>
                <a:spLocks noChangeShapeType="1"/>
              </p:cNvSpPr>
              <p:nvPr userDrawn="1"/>
            </p:nvSpPr>
            <p:spPr bwMode="gray">
              <a:xfrm flipH="1">
                <a:off x="2880" y="672"/>
                <a:ext cx="15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5" name="Line 1552"/>
              <p:cNvSpPr>
                <a:spLocks noChangeShapeType="1"/>
              </p:cNvSpPr>
              <p:nvPr userDrawn="1"/>
            </p:nvSpPr>
            <p:spPr bwMode="gray">
              <a:xfrm flipH="1">
                <a:off x="2880" y="680"/>
                <a:ext cx="15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6" name="Freeform 1553"/>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7" name="Line 1554"/>
              <p:cNvSpPr>
                <a:spLocks noChangeShapeType="1"/>
              </p:cNvSpPr>
              <p:nvPr userDrawn="1"/>
            </p:nvSpPr>
            <p:spPr bwMode="gray">
              <a:xfrm flipV="1">
                <a:off x="2884" y="670"/>
                <a:ext cx="159"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8" name="Freeform 1555"/>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49" name="Freeform 1556"/>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0" name="Line 1557"/>
              <p:cNvSpPr>
                <a:spLocks noChangeShapeType="1"/>
              </p:cNvSpPr>
              <p:nvPr userDrawn="1"/>
            </p:nvSpPr>
            <p:spPr bwMode="gray">
              <a:xfrm flipV="1">
                <a:off x="2920" y="913"/>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1" name="Line 1558"/>
              <p:cNvSpPr>
                <a:spLocks noChangeShapeType="1"/>
              </p:cNvSpPr>
              <p:nvPr userDrawn="1"/>
            </p:nvSpPr>
            <p:spPr bwMode="gray">
              <a:xfrm flipV="1">
                <a:off x="2912" y="917"/>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2" name="Freeform 1559"/>
              <p:cNvSpPr>
                <a:spLocks/>
              </p:cNvSpPr>
              <p:nvPr userDrawn="1"/>
            </p:nvSpPr>
            <p:spPr bwMode="gray">
              <a:xfrm>
                <a:off x="2912" y="913"/>
                <a:ext cx="22" cy="4"/>
              </a:xfrm>
              <a:custGeom>
                <a:avLst/>
                <a:gdLst>
                  <a:gd name="T0" fmla="*/ 0 w 21"/>
                  <a:gd name="T1" fmla="*/ 4 h 4"/>
                  <a:gd name="T2" fmla="*/ 7 w 21"/>
                  <a:gd name="T3" fmla="*/ 0 h 4"/>
                  <a:gd name="T4" fmla="*/ 30 w 21"/>
                  <a:gd name="T5" fmla="*/ 0 h 4"/>
                  <a:gd name="T6" fmla="*/ 42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3" name="Line 1560"/>
              <p:cNvSpPr>
                <a:spLocks noChangeShapeType="1"/>
              </p:cNvSpPr>
              <p:nvPr userDrawn="1"/>
            </p:nvSpPr>
            <p:spPr bwMode="gray">
              <a:xfrm flipH="1">
                <a:off x="2931" y="91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4" name="Freeform 1561"/>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5" name="Freeform 1562"/>
              <p:cNvSpPr>
                <a:spLocks/>
              </p:cNvSpPr>
              <p:nvPr userDrawn="1"/>
            </p:nvSpPr>
            <p:spPr bwMode="gray">
              <a:xfrm>
                <a:off x="2842" y="929"/>
                <a:ext cx="13" cy="16"/>
              </a:xfrm>
              <a:custGeom>
                <a:avLst/>
                <a:gdLst>
                  <a:gd name="T0" fmla="*/ 42 w 12"/>
                  <a:gd name="T1" fmla="*/ 16 h 16"/>
                  <a:gd name="T2" fmla="*/ 36 w 12"/>
                  <a:gd name="T3" fmla="*/ 10 h 16"/>
                  <a:gd name="T4" fmla="*/ 33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6" name="Line 1563"/>
              <p:cNvSpPr>
                <a:spLocks noChangeShapeType="1"/>
              </p:cNvSpPr>
              <p:nvPr userDrawn="1"/>
            </p:nvSpPr>
            <p:spPr bwMode="gray">
              <a:xfrm flipH="1">
                <a:off x="2749" y="903"/>
                <a:ext cx="16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7" name="Line 1564"/>
              <p:cNvSpPr>
                <a:spLocks noChangeShapeType="1"/>
              </p:cNvSpPr>
              <p:nvPr userDrawn="1"/>
            </p:nvSpPr>
            <p:spPr bwMode="gray">
              <a:xfrm flipH="1">
                <a:off x="2753" y="917"/>
                <a:ext cx="159"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8" name="Freeform 1565"/>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59" name="Line 1566"/>
              <p:cNvSpPr>
                <a:spLocks noChangeShapeType="1"/>
              </p:cNvSpPr>
              <p:nvPr userDrawn="1"/>
            </p:nvSpPr>
            <p:spPr bwMode="gray">
              <a:xfrm flipV="1">
                <a:off x="2740" y="896"/>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0" name="Freeform 1567"/>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1" name="Freeform 1568"/>
              <p:cNvSpPr>
                <a:spLocks/>
              </p:cNvSpPr>
              <p:nvPr userDrawn="1"/>
            </p:nvSpPr>
            <p:spPr bwMode="gray">
              <a:xfrm>
                <a:off x="2732" y="1116"/>
                <a:ext cx="21" cy="4"/>
              </a:xfrm>
              <a:custGeom>
                <a:avLst/>
                <a:gdLst>
                  <a:gd name="T0" fmla="*/ 21 w 21"/>
                  <a:gd name="T1" fmla="*/ 0 h 2"/>
                  <a:gd name="T2" fmla="*/ 15 w 21"/>
                  <a:gd name="T3" fmla="*/ 131072 h 2"/>
                  <a:gd name="T4" fmla="*/ 10 w 21"/>
                  <a:gd name="T5" fmla="*/ 131072 h 2"/>
                  <a:gd name="T6" fmla="*/ 5 w 21"/>
                  <a:gd name="T7" fmla="*/ 13107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2" name="Line 1569"/>
              <p:cNvSpPr>
                <a:spLocks noChangeShapeType="1"/>
              </p:cNvSpPr>
              <p:nvPr userDrawn="1"/>
            </p:nvSpPr>
            <p:spPr bwMode="gray">
              <a:xfrm>
                <a:off x="2742" y="999"/>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3" name="Line 1570"/>
              <p:cNvSpPr>
                <a:spLocks noChangeShapeType="1"/>
              </p:cNvSpPr>
              <p:nvPr userDrawn="1"/>
            </p:nvSpPr>
            <p:spPr bwMode="gray">
              <a:xfrm>
                <a:off x="2753" y="997"/>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4" name="Freeform 1571"/>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5" name="Line 1572"/>
              <p:cNvSpPr>
                <a:spLocks noChangeShapeType="1"/>
              </p:cNvSpPr>
              <p:nvPr userDrawn="1"/>
            </p:nvSpPr>
            <p:spPr bwMode="gray">
              <a:xfrm flipV="1">
                <a:off x="2732" y="997"/>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6" name="Freeform 1573"/>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7" name="Freeform 1574"/>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8" name="Line 1575"/>
              <p:cNvSpPr>
                <a:spLocks noChangeShapeType="1"/>
              </p:cNvSpPr>
              <p:nvPr userDrawn="1"/>
            </p:nvSpPr>
            <p:spPr bwMode="gray">
              <a:xfrm flipV="1">
                <a:off x="2749" y="1156"/>
                <a:ext cx="163"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69" name="Line 1576"/>
              <p:cNvSpPr>
                <a:spLocks noChangeShapeType="1"/>
              </p:cNvSpPr>
              <p:nvPr userDrawn="1"/>
            </p:nvSpPr>
            <p:spPr bwMode="gray">
              <a:xfrm flipV="1">
                <a:off x="2753" y="1149"/>
                <a:ext cx="159"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0" name="Freeform 1577"/>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1" name="Line 1578"/>
              <p:cNvSpPr>
                <a:spLocks noChangeShapeType="1"/>
              </p:cNvSpPr>
              <p:nvPr userDrawn="1"/>
            </p:nvSpPr>
            <p:spPr bwMode="gray">
              <a:xfrm flipH="1">
                <a:off x="2740" y="1154"/>
                <a:ext cx="169"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2" name="Freeform 1579"/>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3" name="Freeform 1580"/>
              <p:cNvSpPr>
                <a:spLocks/>
              </p:cNvSpPr>
              <p:nvPr userDrawn="1"/>
            </p:nvSpPr>
            <p:spPr bwMode="gray">
              <a:xfrm>
                <a:off x="3099" y="820"/>
                <a:ext cx="4" cy="7"/>
              </a:xfrm>
              <a:custGeom>
                <a:avLst/>
                <a:gdLst>
                  <a:gd name="T0" fmla="*/ 2 w 5"/>
                  <a:gd name="T1" fmla="*/ 0 h 7"/>
                  <a:gd name="T2" fmla="*/ 0 w 5"/>
                  <a:gd name="T3" fmla="*/ 2 h 7"/>
                  <a:gd name="T4" fmla="*/ 0 w 5"/>
                  <a:gd name="T5" fmla="*/ 4 h 7"/>
                  <a:gd name="T6" fmla="*/ 2 w 5"/>
                  <a:gd name="T7" fmla="*/ 6 h 7"/>
                  <a:gd name="T8" fmla="*/ 2 w 5"/>
                  <a:gd name="T9" fmla="*/ 7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4" name="Line 1581"/>
              <p:cNvSpPr>
                <a:spLocks noChangeShapeType="1"/>
              </p:cNvSpPr>
              <p:nvPr userDrawn="1"/>
            </p:nvSpPr>
            <p:spPr bwMode="gray">
              <a:xfrm flipV="1">
                <a:off x="3253" y="742"/>
                <a:ext cx="4" cy="1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5" name="Line 1582"/>
              <p:cNvSpPr>
                <a:spLocks noChangeShapeType="1"/>
              </p:cNvSpPr>
              <p:nvPr userDrawn="1"/>
            </p:nvSpPr>
            <p:spPr bwMode="gray">
              <a:xfrm flipV="1">
                <a:off x="3249" y="745"/>
                <a:ext cx="2" cy="10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6" name="Freeform 1583"/>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7" name="Line 1584"/>
              <p:cNvSpPr>
                <a:spLocks noChangeShapeType="1"/>
              </p:cNvSpPr>
              <p:nvPr userDrawn="1"/>
            </p:nvSpPr>
            <p:spPr bwMode="gray">
              <a:xfrm flipH="1">
                <a:off x="3246" y="738"/>
                <a:ext cx="3" cy="1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8" name="Freeform 1585"/>
              <p:cNvSpPr>
                <a:spLocks/>
              </p:cNvSpPr>
              <p:nvPr userDrawn="1"/>
            </p:nvSpPr>
            <p:spPr bwMode="gray">
              <a:xfrm>
                <a:off x="3146" y="777"/>
                <a:ext cx="13" cy="15"/>
              </a:xfrm>
              <a:custGeom>
                <a:avLst/>
                <a:gdLst>
                  <a:gd name="T0" fmla="*/ 42 w 12"/>
                  <a:gd name="T1" fmla="*/ 15 h 15"/>
                  <a:gd name="T2" fmla="*/ 39 w 12"/>
                  <a:gd name="T3" fmla="*/ 10 h 15"/>
                  <a:gd name="T4" fmla="*/ 33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79" name="Line 1586"/>
              <p:cNvSpPr>
                <a:spLocks noChangeShapeType="1"/>
              </p:cNvSpPr>
              <p:nvPr userDrawn="1"/>
            </p:nvSpPr>
            <p:spPr bwMode="gray">
              <a:xfrm flipH="1">
                <a:off x="3094" y="735"/>
                <a:ext cx="155"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0" name="Line 1587"/>
              <p:cNvSpPr>
                <a:spLocks noChangeShapeType="1"/>
              </p:cNvSpPr>
              <p:nvPr userDrawn="1"/>
            </p:nvSpPr>
            <p:spPr bwMode="gray">
              <a:xfrm flipH="1">
                <a:off x="3102" y="745"/>
                <a:ext cx="14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1" name="Freeform 1588"/>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2" name="Line 1589"/>
              <p:cNvSpPr>
                <a:spLocks noChangeShapeType="1"/>
              </p:cNvSpPr>
              <p:nvPr userDrawn="1"/>
            </p:nvSpPr>
            <p:spPr bwMode="gray">
              <a:xfrm flipV="1">
                <a:off x="3081" y="729"/>
                <a:ext cx="160"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3" name="Freeform 1590"/>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4" name="Freeform 1591"/>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5" name="Line 1592"/>
              <p:cNvSpPr>
                <a:spLocks noChangeShapeType="1"/>
              </p:cNvSpPr>
              <p:nvPr userDrawn="1"/>
            </p:nvSpPr>
            <p:spPr bwMode="gray">
              <a:xfrm>
                <a:off x="3048" y="672"/>
                <a:ext cx="198"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6" name="Line 1593"/>
              <p:cNvSpPr>
                <a:spLocks noChangeShapeType="1"/>
              </p:cNvSpPr>
              <p:nvPr userDrawn="1"/>
            </p:nvSpPr>
            <p:spPr bwMode="gray">
              <a:xfrm>
                <a:off x="3052" y="679"/>
                <a:ext cx="197"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7" name="Freeform 1594"/>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8" name="Line 1595"/>
              <p:cNvSpPr>
                <a:spLocks noChangeShapeType="1"/>
              </p:cNvSpPr>
              <p:nvPr userDrawn="1"/>
            </p:nvSpPr>
            <p:spPr bwMode="gray">
              <a:xfrm flipH="1" flipV="1">
                <a:off x="3043" y="670"/>
                <a:ext cx="198"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89" name="Freeform 1596"/>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0" name="Freeform 1597"/>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1" name="Line 1598"/>
              <p:cNvSpPr>
                <a:spLocks noChangeShapeType="1"/>
              </p:cNvSpPr>
              <p:nvPr userDrawn="1"/>
            </p:nvSpPr>
            <p:spPr bwMode="gray">
              <a:xfrm>
                <a:off x="2532" y="922"/>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2" name="Line 1599"/>
              <p:cNvSpPr>
                <a:spLocks noChangeShapeType="1"/>
              </p:cNvSpPr>
              <p:nvPr userDrawn="1"/>
            </p:nvSpPr>
            <p:spPr bwMode="gray">
              <a:xfrm>
                <a:off x="2539" y="915"/>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3" name="Freeform 1600"/>
              <p:cNvSpPr>
                <a:spLocks/>
              </p:cNvSpPr>
              <p:nvPr userDrawn="1"/>
            </p:nvSpPr>
            <p:spPr bwMode="gray">
              <a:xfrm>
                <a:off x="2732" y="980"/>
                <a:ext cx="4" cy="17"/>
              </a:xfrm>
              <a:custGeom>
                <a:avLst/>
                <a:gdLst>
                  <a:gd name="T0" fmla="*/ 1 w 8"/>
                  <a:gd name="T1" fmla="*/ 0 h 17"/>
                  <a:gd name="T2" fmla="*/ 1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4" name="Line 1601"/>
              <p:cNvSpPr>
                <a:spLocks noChangeShapeType="1"/>
              </p:cNvSpPr>
              <p:nvPr userDrawn="1"/>
            </p:nvSpPr>
            <p:spPr bwMode="gray">
              <a:xfrm flipH="1" flipV="1">
                <a:off x="2530" y="934"/>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5" name="Freeform 1602"/>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6" name="Line 1603"/>
              <p:cNvSpPr>
                <a:spLocks noChangeShapeType="1"/>
              </p:cNvSpPr>
              <p:nvPr userDrawn="1"/>
            </p:nvSpPr>
            <p:spPr bwMode="gray">
              <a:xfrm flipH="1" flipV="1">
                <a:off x="2503" y="1016"/>
                <a:ext cx="22" cy="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7" name="Line 1604"/>
              <p:cNvSpPr>
                <a:spLocks noChangeShapeType="1"/>
              </p:cNvSpPr>
              <p:nvPr userDrawn="1"/>
            </p:nvSpPr>
            <p:spPr bwMode="gray">
              <a:xfrm flipH="1" flipV="1">
                <a:off x="2496" y="1008"/>
                <a:ext cx="30"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8" name="Freeform 1605"/>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99" name="Freeform 1606"/>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0" name="Line 1607"/>
              <p:cNvSpPr>
                <a:spLocks noChangeShapeType="1"/>
              </p:cNvSpPr>
              <p:nvPr userDrawn="1"/>
            </p:nvSpPr>
            <p:spPr bwMode="gray">
              <a:xfrm flipH="1" flipV="1">
                <a:off x="2489" y="775"/>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1" name="Line 1608"/>
              <p:cNvSpPr>
                <a:spLocks noChangeShapeType="1"/>
              </p:cNvSpPr>
              <p:nvPr userDrawn="1"/>
            </p:nvSpPr>
            <p:spPr bwMode="gray">
              <a:xfrm flipH="1" flipV="1">
                <a:off x="2494" y="778"/>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2" name="Freeform 1609"/>
              <p:cNvSpPr>
                <a:spLocks/>
              </p:cNvSpPr>
              <p:nvPr userDrawn="1"/>
            </p:nvSpPr>
            <p:spPr bwMode="gray">
              <a:xfrm>
                <a:off x="2489" y="771"/>
                <a:ext cx="4" cy="4"/>
              </a:xfrm>
              <a:custGeom>
                <a:avLst/>
                <a:gdLst>
                  <a:gd name="T0" fmla="*/ 2 w 5"/>
                  <a:gd name="T1" fmla="*/ 1 h 7"/>
                  <a:gd name="T2" fmla="*/ 1 w 5"/>
                  <a:gd name="T3" fmla="*/ 1 h 7"/>
                  <a:gd name="T4" fmla="*/ 0 w 5"/>
                  <a:gd name="T5" fmla="*/ 1 h 7"/>
                  <a:gd name="T6" fmla="*/ 0 w 5"/>
                  <a:gd name="T7" fmla="*/ 1 h 7"/>
                  <a:gd name="T8" fmla="*/ 2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3" name="Line 1610"/>
              <p:cNvSpPr>
                <a:spLocks noChangeShapeType="1"/>
              </p:cNvSpPr>
              <p:nvPr userDrawn="1"/>
            </p:nvSpPr>
            <p:spPr bwMode="gray">
              <a:xfrm>
                <a:off x="2492" y="771"/>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4" name="Freeform 1611"/>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5" name="Freeform 1612"/>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6" name="Line 1613"/>
              <p:cNvSpPr>
                <a:spLocks noChangeShapeType="1"/>
              </p:cNvSpPr>
              <p:nvPr userDrawn="1"/>
            </p:nvSpPr>
            <p:spPr bwMode="gray">
              <a:xfrm>
                <a:off x="2496" y="768"/>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7" name="Line 1614"/>
              <p:cNvSpPr>
                <a:spLocks noChangeShapeType="1"/>
              </p:cNvSpPr>
              <p:nvPr userDrawn="1"/>
            </p:nvSpPr>
            <p:spPr bwMode="gray">
              <a:xfrm>
                <a:off x="2494" y="778"/>
                <a:ext cx="19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8" name="Freeform 1615"/>
              <p:cNvSpPr>
                <a:spLocks/>
              </p:cNvSpPr>
              <p:nvPr userDrawn="1"/>
            </p:nvSpPr>
            <p:spPr bwMode="gray">
              <a:xfrm>
                <a:off x="2688" y="826"/>
                <a:ext cx="22" cy="14"/>
              </a:xfrm>
              <a:custGeom>
                <a:avLst/>
                <a:gdLst>
                  <a:gd name="T0" fmla="*/ 0 w 19"/>
                  <a:gd name="T1" fmla="*/ 14 h 14"/>
                  <a:gd name="T2" fmla="*/ 3 w 19"/>
                  <a:gd name="T3" fmla="*/ 8 h 14"/>
                  <a:gd name="T4" fmla="*/ 93 w 19"/>
                  <a:gd name="T5" fmla="*/ 3 h 14"/>
                  <a:gd name="T6" fmla="*/ 145 w 19"/>
                  <a:gd name="T7" fmla="*/ 1 h 14"/>
                  <a:gd name="T8" fmla="*/ 195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09" name="Line 1616"/>
              <p:cNvSpPr>
                <a:spLocks noChangeShapeType="1"/>
              </p:cNvSpPr>
              <p:nvPr userDrawn="1"/>
            </p:nvSpPr>
            <p:spPr bwMode="gray">
              <a:xfrm flipH="1" flipV="1">
                <a:off x="2503" y="761"/>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0" name="Freeform 1617"/>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1" name="Freeform 1618"/>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2" name="Line 1619"/>
              <p:cNvSpPr>
                <a:spLocks noChangeShapeType="1"/>
              </p:cNvSpPr>
              <p:nvPr userDrawn="1"/>
            </p:nvSpPr>
            <p:spPr bwMode="gray">
              <a:xfrm>
                <a:off x="2929" y="903"/>
                <a:ext cx="213" cy="6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3" name="Line 1620"/>
              <p:cNvSpPr>
                <a:spLocks noChangeShapeType="1"/>
              </p:cNvSpPr>
              <p:nvPr userDrawn="1"/>
            </p:nvSpPr>
            <p:spPr bwMode="gray">
              <a:xfrm>
                <a:off x="2933" y="915"/>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4" name="Freeform 1621"/>
              <p:cNvSpPr>
                <a:spLocks/>
              </p:cNvSpPr>
              <p:nvPr userDrawn="1"/>
            </p:nvSpPr>
            <p:spPr bwMode="gray">
              <a:xfrm>
                <a:off x="3137" y="960"/>
                <a:ext cx="9" cy="22"/>
              </a:xfrm>
              <a:custGeom>
                <a:avLst/>
                <a:gdLst>
                  <a:gd name="T0" fmla="*/ 0 w 9"/>
                  <a:gd name="T1" fmla="*/ 92 h 20"/>
                  <a:gd name="T2" fmla="*/ 2 w 9"/>
                  <a:gd name="T3" fmla="*/ 67 h 20"/>
                  <a:gd name="T4" fmla="*/ 4 w 9"/>
                  <a:gd name="T5" fmla="*/ 41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5" name="Line 1622"/>
              <p:cNvSpPr>
                <a:spLocks noChangeShapeType="1"/>
              </p:cNvSpPr>
              <p:nvPr userDrawn="1"/>
            </p:nvSpPr>
            <p:spPr bwMode="gray">
              <a:xfrm flipH="1" flipV="1">
                <a:off x="2929" y="894"/>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6" name="Freeform 1623"/>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7" name="Freeform 1624"/>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8" name="Line 1625"/>
              <p:cNvSpPr>
                <a:spLocks noChangeShapeType="1"/>
              </p:cNvSpPr>
              <p:nvPr userDrawn="1"/>
            </p:nvSpPr>
            <p:spPr bwMode="gray">
              <a:xfrm flipH="1">
                <a:off x="3144" y="980"/>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19" name="Line 1626"/>
              <p:cNvSpPr>
                <a:spLocks noChangeShapeType="1"/>
              </p:cNvSpPr>
              <p:nvPr userDrawn="1"/>
            </p:nvSpPr>
            <p:spPr bwMode="gray">
              <a:xfrm flipH="1">
                <a:off x="3134" y="980"/>
                <a:ext cx="3"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0" name="Freeform 1627"/>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1" name="Line 1628"/>
              <p:cNvSpPr>
                <a:spLocks noChangeShapeType="1"/>
              </p:cNvSpPr>
              <p:nvPr userDrawn="1"/>
            </p:nvSpPr>
            <p:spPr bwMode="gray">
              <a:xfrm flipV="1">
                <a:off x="3155" y="978"/>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2" name="Freeform 1629"/>
              <p:cNvSpPr>
                <a:spLocks/>
              </p:cNvSpPr>
              <p:nvPr userDrawn="1"/>
            </p:nvSpPr>
            <p:spPr bwMode="gray">
              <a:xfrm>
                <a:off x="3137" y="978"/>
                <a:ext cx="22" cy="4"/>
              </a:xfrm>
              <a:custGeom>
                <a:avLst/>
                <a:gdLst>
                  <a:gd name="T0" fmla="*/ 42 w 21"/>
                  <a:gd name="T1" fmla="*/ 0 h 3"/>
                  <a:gd name="T2" fmla="*/ 32 w 21"/>
                  <a:gd name="T3" fmla="*/ 207 h 3"/>
                  <a:gd name="T4" fmla="*/ 27 w 21"/>
                  <a:gd name="T5" fmla="*/ 276 h 3"/>
                  <a:gd name="T6" fmla="*/ 6 w 21"/>
                  <a:gd name="T7" fmla="*/ 207 h 3"/>
                  <a:gd name="T8" fmla="*/ 0 w 21"/>
                  <a:gd name="T9" fmla="*/ 207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3" name="Freeform 1630"/>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4" name="Line 1631"/>
              <p:cNvSpPr>
                <a:spLocks noChangeShapeType="1"/>
              </p:cNvSpPr>
              <p:nvPr userDrawn="1"/>
            </p:nvSpPr>
            <p:spPr bwMode="gray">
              <a:xfrm flipH="1" flipV="1">
                <a:off x="2927" y="1154"/>
                <a:ext cx="210"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5" name="Line 1632"/>
              <p:cNvSpPr>
                <a:spLocks noChangeShapeType="1"/>
              </p:cNvSpPr>
              <p:nvPr userDrawn="1"/>
            </p:nvSpPr>
            <p:spPr bwMode="gray">
              <a:xfrm flipH="1" flipV="1">
                <a:off x="2931" y="1149"/>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6" name="Freeform 1633"/>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7" name="Line 1634"/>
              <p:cNvSpPr>
                <a:spLocks noChangeShapeType="1"/>
              </p:cNvSpPr>
              <p:nvPr userDrawn="1"/>
            </p:nvSpPr>
            <p:spPr bwMode="gray">
              <a:xfrm>
                <a:off x="2929" y="1154"/>
                <a:ext cx="214"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8" name="Freeform 1635"/>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29" name="Freeform 1636"/>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0" name="Freeform 1637"/>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1" name="Line 1638"/>
              <p:cNvSpPr>
                <a:spLocks noChangeShapeType="1"/>
              </p:cNvSpPr>
              <p:nvPr userDrawn="1"/>
            </p:nvSpPr>
            <p:spPr bwMode="gray">
              <a:xfrm>
                <a:off x="2665" y="687"/>
                <a:ext cx="200"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2" name="Line 1639"/>
              <p:cNvSpPr>
                <a:spLocks noChangeShapeType="1"/>
              </p:cNvSpPr>
              <p:nvPr userDrawn="1"/>
            </p:nvSpPr>
            <p:spPr bwMode="gray">
              <a:xfrm>
                <a:off x="2669" y="696"/>
                <a:ext cx="192"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3" name="Freeform 1640"/>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4" name="Line 1641"/>
              <p:cNvSpPr>
                <a:spLocks noChangeShapeType="1"/>
              </p:cNvSpPr>
              <p:nvPr userDrawn="1"/>
            </p:nvSpPr>
            <p:spPr bwMode="gray">
              <a:xfrm flipH="1" flipV="1">
                <a:off x="2660" y="687"/>
                <a:ext cx="205"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5" name="Freeform 1642"/>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6" name="Freeform 1643"/>
              <p:cNvSpPr>
                <a:spLocks/>
              </p:cNvSpPr>
              <p:nvPr userDrawn="1"/>
            </p:nvSpPr>
            <p:spPr bwMode="gray">
              <a:xfrm>
                <a:off x="3197" y="848"/>
                <a:ext cx="9" cy="13"/>
              </a:xfrm>
              <a:custGeom>
                <a:avLst/>
                <a:gdLst>
                  <a:gd name="T0" fmla="*/ 9 w 9"/>
                  <a:gd name="T1" fmla="*/ 154 h 11"/>
                  <a:gd name="T2" fmla="*/ 9 w 9"/>
                  <a:gd name="T3" fmla="*/ 79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7" name="Line 1644"/>
              <p:cNvSpPr>
                <a:spLocks noChangeShapeType="1"/>
              </p:cNvSpPr>
              <p:nvPr userDrawn="1"/>
            </p:nvSpPr>
            <p:spPr bwMode="gray">
              <a:xfrm>
                <a:off x="3097" y="819"/>
                <a:ext cx="210"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8" name="Line 1645"/>
              <p:cNvSpPr>
                <a:spLocks noChangeShapeType="1"/>
              </p:cNvSpPr>
              <p:nvPr userDrawn="1"/>
            </p:nvSpPr>
            <p:spPr bwMode="gray">
              <a:xfrm>
                <a:off x="3104" y="827"/>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39" name="Freeform 1646"/>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0" name="Line 1647"/>
              <p:cNvSpPr>
                <a:spLocks noChangeShapeType="1"/>
              </p:cNvSpPr>
              <p:nvPr userDrawn="1"/>
            </p:nvSpPr>
            <p:spPr bwMode="gray">
              <a:xfrm flipH="1" flipV="1">
                <a:off x="3085" y="815"/>
                <a:ext cx="21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1" name="Freeform 1648"/>
              <p:cNvSpPr>
                <a:spLocks/>
              </p:cNvSpPr>
              <p:nvPr userDrawn="1"/>
            </p:nvSpPr>
            <p:spPr bwMode="gray">
              <a:xfrm>
                <a:off x="3307" y="1008"/>
                <a:ext cx="4" cy="7"/>
              </a:xfrm>
              <a:custGeom>
                <a:avLst/>
                <a:gdLst>
                  <a:gd name="T0" fmla="*/ 0 w 5"/>
                  <a:gd name="T1" fmla="*/ 0 h 7"/>
                  <a:gd name="T2" fmla="*/ 2 w 5"/>
                  <a:gd name="T3" fmla="*/ 0 h 7"/>
                  <a:gd name="T4" fmla="*/ 2 w 5"/>
                  <a:gd name="T5" fmla="*/ 1 h 7"/>
                  <a:gd name="T6" fmla="*/ 2 w 5"/>
                  <a:gd name="T7" fmla="*/ 3 h 7"/>
                  <a:gd name="T8" fmla="*/ 2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2" name="Line 1649"/>
              <p:cNvSpPr>
                <a:spLocks noChangeShapeType="1"/>
              </p:cNvSpPr>
              <p:nvPr userDrawn="1"/>
            </p:nvSpPr>
            <p:spPr bwMode="gray">
              <a:xfrm flipH="1">
                <a:off x="3309" y="894"/>
                <a:ext cx="5"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3" name="Line 1650"/>
              <p:cNvSpPr>
                <a:spLocks noChangeShapeType="1"/>
              </p:cNvSpPr>
              <p:nvPr userDrawn="1"/>
            </p:nvSpPr>
            <p:spPr bwMode="gray">
              <a:xfrm flipH="1">
                <a:off x="3303" y="890"/>
                <a:ext cx="6"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4" name="Freeform 1651"/>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5" name="Line 1652"/>
              <p:cNvSpPr>
                <a:spLocks noChangeShapeType="1"/>
              </p:cNvSpPr>
              <p:nvPr userDrawn="1"/>
            </p:nvSpPr>
            <p:spPr bwMode="gray">
              <a:xfrm flipV="1">
                <a:off x="3307" y="897"/>
                <a:ext cx="4"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6" name="Freeform 1653"/>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7" name="Freeform 1654"/>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8" name="Freeform 1655"/>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49" name="Line 1656"/>
              <p:cNvSpPr>
                <a:spLocks noChangeShapeType="1"/>
              </p:cNvSpPr>
              <p:nvPr userDrawn="1"/>
            </p:nvSpPr>
            <p:spPr bwMode="gray">
              <a:xfrm flipV="1">
                <a:off x="2494" y="689"/>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0" name="Line 1657"/>
              <p:cNvSpPr>
                <a:spLocks noChangeShapeType="1"/>
              </p:cNvSpPr>
              <p:nvPr userDrawn="1"/>
            </p:nvSpPr>
            <p:spPr bwMode="gray">
              <a:xfrm flipV="1">
                <a:off x="2492" y="696"/>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1" name="Freeform 1658"/>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2" name="Line 1659"/>
              <p:cNvSpPr>
                <a:spLocks noChangeShapeType="1"/>
              </p:cNvSpPr>
              <p:nvPr userDrawn="1"/>
            </p:nvSpPr>
            <p:spPr bwMode="gray">
              <a:xfrm flipH="1">
                <a:off x="2503" y="687"/>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3" name="Freeform 1660"/>
              <p:cNvSpPr>
                <a:spLocks/>
              </p:cNvSpPr>
              <p:nvPr userDrawn="1"/>
            </p:nvSpPr>
            <p:spPr bwMode="gray">
              <a:xfrm>
                <a:off x="2492" y="761"/>
                <a:ext cx="11" cy="13"/>
              </a:xfrm>
              <a:custGeom>
                <a:avLst/>
                <a:gdLst>
                  <a:gd name="T0" fmla="*/ 11 w 11"/>
                  <a:gd name="T1" fmla="*/ 0 h 10"/>
                  <a:gd name="T2" fmla="*/ 7 w 11"/>
                  <a:gd name="T3" fmla="*/ 0 h 10"/>
                  <a:gd name="T4" fmla="*/ 4 w 11"/>
                  <a:gd name="T5" fmla="*/ 170 h 10"/>
                  <a:gd name="T6" fmla="*/ 2 w 11"/>
                  <a:gd name="T7" fmla="*/ 221 h 10"/>
                  <a:gd name="T8" fmla="*/ 0 w 11"/>
                  <a:gd name="T9" fmla="*/ 485 h 10"/>
                  <a:gd name="T10" fmla="*/ 0 w 11"/>
                  <a:gd name="T11" fmla="*/ 676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4" name="Freeform 1661"/>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5" name="Line 1662"/>
              <p:cNvSpPr>
                <a:spLocks noChangeShapeType="1"/>
              </p:cNvSpPr>
              <p:nvPr userDrawn="1"/>
            </p:nvSpPr>
            <p:spPr bwMode="gray">
              <a:xfrm flipV="1">
                <a:off x="3155" y="887"/>
                <a:ext cx="154" cy="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6" name="Line 1663"/>
              <p:cNvSpPr>
                <a:spLocks noChangeShapeType="1"/>
              </p:cNvSpPr>
              <p:nvPr userDrawn="1"/>
            </p:nvSpPr>
            <p:spPr bwMode="gray">
              <a:xfrm flipV="1">
                <a:off x="3146" y="882"/>
                <a:ext cx="154"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7" name="Freeform 1664"/>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8" name="Line 1665"/>
              <p:cNvSpPr>
                <a:spLocks noChangeShapeType="1"/>
              </p:cNvSpPr>
              <p:nvPr userDrawn="1"/>
            </p:nvSpPr>
            <p:spPr bwMode="gray">
              <a:xfrm flipH="1">
                <a:off x="3158" y="897"/>
                <a:ext cx="152"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59" name="Freeform 1666"/>
              <p:cNvSpPr>
                <a:spLocks/>
              </p:cNvSpPr>
              <p:nvPr userDrawn="1"/>
            </p:nvSpPr>
            <p:spPr bwMode="gray">
              <a:xfrm>
                <a:off x="3146" y="960"/>
                <a:ext cx="13" cy="18"/>
              </a:xfrm>
              <a:custGeom>
                <a:avLst/>
                <a:gdLst>
                  <a:gd name="T0" fmla="*/ 42 w 12"/>
                  <a:gd name="T1" fmla="*/ 18 h 18"/>
                  <a:gd name="T2" fmla="*/ 39 w 12"/>
                  <a:gd name="T3" fmla="*/ 13 h 18"/>
                  <a:gd name="T4" fmla="*/ 33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0" name="Freeform 1667"/>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1" name="Line 1668"/>
              <p:cNvSpPr>
                <a:spLocks noChangeShapeType="1"/>
              </p:cNvSpPr>
              <p:nvPr userDrawn="1"/>
            </p:nvSpPr>
            <p:spPr bwMode="gray">
              <a:xfrm>
                <a:off x="2123" y="1529"/>
                <a:ext cx="14"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2" name="Line 1669"/>
              <p:cNvSpPr>
                <a:spLocks noChangeShapeType="1"/>
              </p:cNvSpPr>
              <p:nvPr userDrawn="1"/>
            </p:nvSpPr>
            <p:spPr bwMode="gray">
              <a:xfrm>
                <a:off x="2130" y="1529"/>
                <a:ext cx="7"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3" name="Line 1670"/>
              <p:cNvSpPr>
                <a:spLocks noChangeShapeType="1"/>
              </p:cNvSpPr>
              <p:nvPr userDrawn="1"/>
            </p:nvSpPr>
            <p:spPr bwMode="gray">
              <a:xfrm flipH="1" flipV="1">
                <a:off x="2121" y="1522"/>
                <a:ext cx="16"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4" name="Freeform 1671"/>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5" name="Freeform 1672"/>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6" name="Line 1673"/>
              <p:cNvSpPr>
                <a:spLocks noChangeShapeType="1"/>
              </p:cNvSpPr>
              <p:nvPr userDrawn="1"/>
            </p:nvSpPr>
            <p:spPr bwMode="gray">
              <a:xfrm flipV="1">
                <a:off x="2739" y="1329"/>
                <a:ext cx="7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7" name="Line 1674"/>
              <p:cNvSpPr>
                <a:spLocks noChangeShapeType="1"/>
              </p:cNvSpPr>
              <p:nvPr userDrawn="1"/>
            </p:nvSpPr>
            <p:spPr bwMode="gray">
              <a:xfrm flipV="1">
                <a:off x="2737" y="1331"/>
                <a:ext cx="70" cy="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8" name="Freeform 1675"/>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69" name="Line 1676"/>
              <p:cNvSpPr>
                <a:spLocks noChangeShapeType="1"/>
              </p:cNvSpPr>
              <p:nvPr userDrawn="1"/>
            </p:nvSpPr>
            <p:spPr bwMode="gray">
              <a:xfrm flipH="1">
                <a:off x="2737" y="1322"/>
                <a:ext cx="80"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0" name="Freeform 1677"/>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1" name="Freeform 1678"/>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2" name="Line 1679"/>
              <p:cNvSpPr>
                <a:spLocks noChangeShapeType="1"/>
              </p:cNvSpPr>
              <p:nvPr userDrawn="1"/>
            </p:nvSpPr>
            <p:spPr bwMode="gray">
              <a:xfrm flipH="1">
                <a:off x="2116"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3" name="Line 1680"/>
              <p:cNvSpPr>
                <a:spLocks noChangeShapeType="1"/>
              </p:cNvSpPr>
              <p:nvPr userDrawn="1"/>
            </p:nvSpPr>
            <p:spPr bwMode="gray">
              <a:xfrm flipH="1">
                <a:off x="2123"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4" name="Freeform 1681"/>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5" name="Line 1682"/>
              <p:cNvSpPr>
                <a:spLocks noChangeShapeType="1"/>
              </p:cNvSpPr>
              <p:nvPr userDrawn="1"/>
            </p:nvSpPr>
            <p:spPr bwMode="gray">
              <a:xfrm flipV="1">
                <a:off x="2112" y="1209"/>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6" name="Freeform 1683"/>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7" name="Freeform 1684"/>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8" name="Line 1685"/>
              <p:cNvSpPr>
                <a:spLocks noChangeShapeType="1"/>
              </p:cNvSpPr>
              <p:nvPr userDrawn="1"/>
            </p:nvSpPr>
            <p:spPr bwMode="gray">
              <a:xfrm>
                <a:off x="2118" y="1291"/>
                <a:ext cx="185"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79" name="Line 1686"/>
              <p:cNvSpPr>
                <a:spLocks noChangeShapeType="1"/>
              </p:cNvSpPr>
              <p:nvPr userDrawn="1"/>
            </p:nvSpPr>
            <p:spPr bwMode="gray">
              <a:xfrm>
                <a:off x="2123" y="1284"/>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0" name="Freeform 1687"/>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1" name="Line 1688"/>
              <p:cNvSpPr>
                <a:spLocks noChangeShapeType="1"/>
              </p:cNvSpPr>
              <p:nvPr userDrawn="1"/>
            </p:nvSpPr>
            <p:spPr bwMode="gray">
              <a:xfrm flipH="1" flipV="1">
                <a:off x="2114" y="1301"/>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2" name="Freeform 1689"/>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3" name="Line 1690"/>
              <p:cNvSpPr>
                <a:spLocks noChangeShapeType="1"/>
              </p:cNvSpPr>
              <p:nvPr userDrawn="1"/>
            </p:nvSpPr>
            <p:spPr bwMode="gray">
              <a:xfrm flipV="1">
                <a:off x="2317" y="1342"/>
                <a:ext cx="28"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4" name="Line 1691"/>
              <p:cNvSpPr>
                <a:spLocks noChangeShapeType="1"/>
              </p:cNvSpPr>
              <p:nvPr userDrawn="1"/>
            </p:nvSpPr>
            <p:spPr bwMode="gray">
              <a:xfrm flipV="1">
                <a:off x="2310" y="1331"/>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5" name="Line 1692"/>
              <p:cNvSpPr>
                <a:spLocks noChangeShapeType="1"/>
              </p:cNvSpPr>
              <p:nvPr userDrawn="1"/>
            </p:nvSpPr>
            <p:spPr bwMode="gray">
              <a:xfrm flipH="1">
                <a:off x="2321" y="1354"/>
                <a:ext cx="24"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6" name="Freeform 1693"/>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7" name="Freeform 1694"/>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8" name="Line 1695"/>
              <p:cNvSpPr>
                <a:spLocks noChangeShapeType="1"/>
              </p:cNvSpPr>
              <p:nvPr userDrawn="1"/>
            </p:nvSpPr>
            <p:spPr bwMode="gray">
              <a:xfrm flipH="1" flipV="1">
                <a:off x="2111" y="1298"/>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89" name="Line 1696"/>
              <p:cNvSpPr>
                <a:spLocks noChangeShapeType="1"/>
              </p:cNvSpPr>
              <p:nvPr userDrawn="1"/>
            </p:nvSpPr>
            <p:spPr bwMode="gray">
              <a:xfrm flipH="1" flipV="1">
                <a:off x="2112" y="1293"/>
                <a:ext cx="7"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0" name="Freeform 1697"/>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1" name="Line 1698"/>
              <p:cNvSpPr>
                <a:spLocks noChangeShapeType="1"/>
              </p:cNvSpPr>
              <p:nvPr userDrawn="1"/>
            </p:nvSpPr>
            <p:spPr bwMode="gray">
              <a:xfrm>
                <a:off x="2114" y="1301"/>
                <a:ext cx="7" cy="22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2" name="Freeform 1699"/>
              <p:cNvSpPr>
                <a:spLocks/>
              </p:cNvSpPr>
              <p:nvPr userDrawn="1"/>
            </p:nvSpPr>
            <p:spPr bwMode="gray">
              <a:xfrm>
                <a:off x="2116" y="1513"/>
                <a:ext cx="4" cy="9"/>
              </a:xfrm>
              <a:custGeom>
                <a:avLst/>
                <a:gdLst>
                  <a:gd name="T0" fmla="*/ 2 w 5"/>
                  <a:gd name="T1" fmla="*/ 9 h 9"/>
                  <a:gd name="T2" fmla="*/ 2 w 5"/>
                  <a:gd name="T3" fmla="*/ 7 h 9"/>
                  <a:gd name="T4" fmla="*/ 0 w 5"/>
                  <a:gd name="T5" fmla="*/ 5 h 9"/>
                  <a:gd name="T6" fmla="*/ 2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3" name="Freeform 1700"/>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4" name="Freeform 1701"/>
              <p:cNvSpPr>
                <a:spLocks/>
              </p:cNvSpPr>
              <p:nvPr userDrawn="1"/>
            </p:nvSpPr>
            <p:spPr bwMode="gray">
              <a:xfrm>
                <a:off x="3533" y="1216"/>
                <a:ext cx="4" cy="8"/>
              </a:xfrm>
              <a:custGeom>
                <a:avLst/>
                <a:gdLst>
                  <a:gd name="T0" fmla="*/ 0 w 5"/>
                  <a:gd name="T1" fmla="*/ 0 h 8"/>
                  <a:gd name="T2" fmla="*/ 1 w 5"/>
                  <a:gd name="T3" fmla="*/ 0 h 8"/>
                  <a:gd name="T4" fmla="*/ 2 w 5"/>
                  <a:gd name="T5" fmla="*/ 1 h 8"/>
                  <a:gd name="T6" fmla="*/ 2 w 5"/>
                  <a:gd name="T7" fmla="*/ 3 h 8"/>
                  <a:gd name="T8" fmla="*/ 2 w 5"/>
                  <a:gd name="T9" fmla="*/ 5 h 8"/>
                  <a:gd name="T10" fmla="*/ 2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5" name="Freeform 1702"/>
              <p:cNvSpPr>
                <a:spLocks/>
              </p:cNvSpPr>
              <p:nvPr userDrawn="1"/>
            </p:nvSpPr>
            <p:spPr bwMode="gray">
              <a:xfrm>
                <a:off x="2142" y="1686"/>
                <a:ext cx="4" cy="16"/>
              </a:xfrm>
              <a:custGeom>
                <a:avLst/>
                <a:gdLst>
                  <a:gd name="T0" fmla="*/ 1 w 7"/>
                  <a:gd name="T1" fmla="*/ 0 h 16"/>
                  <a:gd name="T2" fmla="*/ 0 w 7"/>
                  <a:gd name="T3" fmla="*/ 4 h 16"/>
                  <a:gd name="T4" fmla="*/ 0 w 7"/>
                  <a:gd name="T5" fmla="*/ 7 h 16"/>
                  <a:gd name="T6" fmla="*/ 1 w 7"/>
                  <a:gd name="T7" fmla="*/ 12 h 16"/>
                  <a:gd name="T8" fmla="*/ 1 w 7"/>
                  <a:gd name="T9" fmla="*/ 14 h 16"/>
                  <a:gd name="T10" fmla="*/ 1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6" name="Freeform 1703"/>
              <p:cNvSpPr>
                <a:spLocks/>
              </p:cNvSpPr>
              <p:nvPr userDrawn="1"/>
            </p:nvSpPr>
            <p:spPr bwMode="gray">
              <a:xfrm>
                <a:off x="2142" y="1693"/>
                <a:ext cx="9" cy="4"/>
              </a:xfrm>
              <a:custGeom>
                <a:avLst/>
                <a:gdLst>
                  <a:gd name="T0" fmla="*/ 9 w 9"/>
                  <a:gd name="T1" fmla="*/ 2 h 5"/>
                  <a:gd name="T2" fmla="*/ 5 w 9"/>
                  <a:gd name="T3" fmla="*/ 2 h 5"/>
                  <a:gd name="T4" fmla="*/ 2 w 9"/>
                  <a:gd name="T5" fmla="*/ 2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7" name="Freeform 1704"/>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8" name="Freeform 1705"/>
              <p:cNvSpPr>
                <a:spLocks/>
              </p:cNvSpPr>
              <p:nvPr userDrawn="1"/>
            </p:nvSpPr>
            <p:spPr bwMode="gray">
              <a:xfrm>
                <a:off x="2784" y="1933"/>
                <a:ext cx="13" cy="8"/>
              </a:xfrm>
              <a:custGeom>
                <a:avLst/>
                <a:gdLst>
                  <a:gd name="T0" fmla="*/ 0 w 11"/>
                  <a:gd name="T1" fmla="*/ 8 h 8"/>
                  <a:gd name="T2" fmla="*/ 2 w 11"/>
                  <a:gd name="T3" fmla="*/ 8 h 8"/>
                  <a:gd name="T4" fmla="*/ 67 w 11"/>
                  <a:gd name="T5" fmla="*/ 7 h 8"/>
                  <a:gd name="T6" fmla="*/ 93 w 11"/>
                  <a:gd name="T7" fmla="*/ 5 h 8"/>
                  <a:gd name="T8" fmla="*/ 154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299" name="Freeform 1706"/>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0" name="Freeform 1707"/>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1" name="Freeform 1708"/>
              <p:cNvSpPr>
                <a:spLocks/>
              </p:cNvSpPr>
              <p:nvPr userDrawn="1"/>
            </p:nvSpPr>
            <p:spPr bwMode="gray">
              <a:xfrm>
                <a:off x="2788" y="1683"/>
                <a:ext cx="1" cy="22"/>
              </a:xfrm>
              <a:custGeom>
                <a:avLst/>
                <a:gdLst>
                  <a:gd name="T0" fmla="*/ 1 w 1"/>
                  <a:gd name="T1" fmla="*/ 195 h 19"/>
                  <a:gd name="T2" fmla="*/ 1 w 1"/>
                  <a:gd name="T3" fmla="*/ 145 h 19"/>
                  <a:gd name="T4" fmla="*/ 1 w 1"/>
                  <a:gd name="T5" fmla="*/ 108 h 19"/>
                  <a:gd name="T6" fmla="*/ 0 w 1"/>
                  <a:gd name="T7" fmla="*/ 52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2" name="Freeform 1709"/>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3" name="Freeform 1710"/>
              <p:cNvSpPr>
                <a:spLocks/>
              </p:cNvSpPr>
              <p:nvPr userDrawn="1"/>
            </p:nvSpPr>
            <p:spPr bwMode="gray">
              <a:xfrm>
                <a:off x="2359" y="2013"/>
                <a:ext cx="4" cy="22"/>
              </a:xfrm>
              <a:custGeom>
                <a:avLst/>
                <a:gdLst>
                  <a:gd name="T0" fmla="*/ 1 w 7"/>
                  <a:gd name="T1" fmla="*/ 0 h 18"/>
                  <a:gd name="T2" fmla="*/ 0 w 7"/>
                  <a:gd name="T3" fmla="*/ 119 h 18"/>
                  <a:gd name="T4" fmla="*/ 0 w 7"/>
                  <a:gd name="T5" fmla="*/ 216 h 18"/>
                  <a:gd name="T6" fmla="*/ 1 w 7"/>
                  <a:gd name="T7" fmla="*/ 297 h 18"/>
                  <a:gd name="T8" fmla="*/ 1 w 7"/>
                  <a:gd name="T9" fmla="*/ 395 h 18"/>
                  <a:gd name="T10" fmla="*/ 1 w 7"/>
                  <a:gd name="T11" fmla="*/ 444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4" name="Freeform 1711"/>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5" name="Freeform 1712"/>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6" name="Freeform 1713"/>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7" name="Freeform 1714"/>
              <p:cNvSpPr>
                <a:spLocks/>
              </p:cNvSpPr>
              <p:nvPr userDrawn="1"/>
            </p:nvSpPr>
            <p:spPr bwMode="gray">
              <a:xfrm>
                <a:off x="2565" y="2101"/>
                <a:ext cx="4" cy="4"/>
              </a:xfrm>
              <a:custGeom>
                <a:avLst/>
                <a:gdLst>
                  <a:gd name="T0" fmla="*/ 0 w 2"/>
                  <a:gd name="T1" fmla="*/ 1 h 7"/>
                  <a:gd name="T2" fmla="*/ 131072 w 2"/>
                  <a:gd name="T3" fmla="*/ 1 h 7"/>
                  <a:gd name="T4" fmla="*/ 131072 w 2"/>
                  <a:gd name="T5" fmla="*/ 1 h 7"/>
                  <a:gd name="T6" fmla="*/ 131072 w 2"/>
                  <a:gd name="T7" fmla="*/ 1 h 7"/>
                  <a:gd name="T8" fmla="*/ 131072 w 2"/>
                  <a:gd name="T9" fmla="*/ 1 h 7"/>
                  <a:gd name="T10" fmla="*/ 131072 w 2"/>
                  <a:gd name="T11" fmla="*/ 1 h 7"/>
                  <a:gd name="T12" fmla="*/ 131072 w 2"/>
                  <a:gd name="T13" fmla="*/ 1 h 7"/>
                  <a:gd name="T14" fmla="*/ 13107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8" name="Freeform 1715"/>
              <p:cNvSpPr>
                <a:spLocks/>
              </p:cNvSpPr>
              <p:nvPr userDrawn="1"/>
            </p:nvSpPr>
            <p:spPr bwMode="gray">
              <a:xfrm>
                <a:off x="2558" y="2102"/>
                <a:ext cx="22" cy="4"/>
              </a:xfrm>
              <a:custGeom>
                <a:avLst/>
                <a:gdLst>
                  <a:gd name="T0" fmla="*/ 444 w 18"/>
                  <a:gd name="T1" fmla="*/ 0 h 4"/>
                  <a:gd name="T2" fmla="*/ 361 w 18"/>
                  <a:gd name="T3" fmla="*/ 4 h 4"/>
                  <a:gd name="T4" fmla="*/ 216 w 18"/>
                  <a:gd name="T5" fmla="*/ 4 h 4"/>
                  <a:gd name="T6" fmla="*/ 97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09" name="Freeform 1716"/>
              <p:cNvSpPr>
                <a:spLocks/>
              </p:cNvSpPr>
              <p:nvPr userDrawn="1"/>
            </p:nvSpPr>
            <p:spPr bwMode="gray">
              <a:xfrm>
                <a:off x="2558" y="1340"/>
                <a:ext cx="4" cy="19"/>
              </a:xfrm>
              <a:custGeom>
                <a:avLst/>
                <a:gdLst>
                  <a:gd name="T0" fmla="*/ 131072 w 2"/>
                  <a:gd name="T1" fmla="*/ 19 h 19"/>
                  <a:gd name="T2" fmla="*/ 131072 w 2"/>
                  <a:gd name="T3" fmla="*/ 14 h 19"/>
                  <a:gd name="T4" fmla="*/ 131072 w 2"/>
                  <a:gd name="T5" fmla="*/ 10 h 19"/>
                  <a:gd name="T6" fmla="*/ 13107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0" name="Freeform 1717"/>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1" name="Freeform 1718"/>
              <p:cNvSpPr>
                <a:spLocks/>
              </p:cNvSpPr>
              <p:nvPr userDrawn="1"/>
            </p:nvSpPr>
            <p:spPr bwMode="gray">
              <a:xfrm>
                <a:off x="3610" y="1212"/>
                <a:ext cx="12" cy="13"/>
              </a:xfrm>
              <a:custGeom>
                <a:avLst/>
                <a:gdLst>
                  <a:gd name="T0" fmla="*/ 12 w 12"/>
                  <a:gd name="T1" fmla="*/ 154 h 11"/>
                  <a:gd name="T2" fmla="*/ 12 w 12"/>
                  <a:gd name="T3" fmla="*/ 93 h 11"/>
                  <a:gd name="T4" fmla="*/ 10 w 12"/>
                  <a:gd name="T5" fmla="*/ 57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2" name="Freeform 1719"/>
              <p:cNvSpPr>
                <a:spLocks/>
              </p:cNvSpPr>
              <p:nvPr userDrawn="1"/>
            </p:nvSpPr>
            <p:spPr bwMode="gray">
              <a:xfrm>
                <a:off x="3617" y="1214"/>
                <a:ext cx="4" cy="4"/>
              </a:xfrm>
              <a:custGeom>
                <a:avLst/>
                <a:gdLst>
                  <a:gd name="T0" fmla="*/ 0 w 3"/>
                  <a:gd name="T1" fmla="*/ 0 h 7"/>
                  <a:gd name="T2" fmla="*/ 0 w 3"/>
                  <a:gd name="T3" fmla="*/ 0 h 7"/>
                  <a:gd name="T4" fmla="*/ 1 w 3"/>
                  <a:gd name="T5" fmla="*/ 1 h 7"/>
                  <a:gd name="T6" fmla="*/ 276 w 3"/>
                  <a:gd name="T7" fmla="*/ 1 h 7"/>
                  <a:gd name="T8" fmla="*/ 276 w 3"/>
                  <a:gd name="T9" fmla="*/ 1 h 7"/>
                  <a:gd name="T10" fmla="*/ 1 w 3"/>
                  <a:gd name="T11" fmla="*/ 1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3" name="Freeform 1720"/>
              <p:cNvSpPr>
                <a:spLocks/>
              </p:cNvSpPr>
              <p:nvPr userDrawn="1"/>
            </p:nvSpPr>
            <p:spPr bwMode="gray">
              <a:xfrm>
                <a:off x="3195" y="840"/>
                <a:ext cx="13" cy="4"/>
              </a:xfrm>
              <a:custGeom>
                <a:avLst/>
                <a:gdLst>
                  <a:gd name="T0" fmla="*/ 0 w 14"/>
                  <a:gd name="T1" fmla="*/ 0 h 7"/>
                  <a:gd name="T2" fmla="*/ 4 w 14"/>
                  <a:gd name="T3" fmla="*/ 0 h 7"/>
                  <a:gd name="T4" fmla="*/ 7 w 14"/>
                  <a:gd name="T5" fmla="*/ 1 h 7"/>
                  <a:gd name="T6" fmla="*/ 7 w 14"/>
                  <a:gd name="T7" fmla="*/ 1 h 7"/>
                  <a:gd name="T8" fmla="*/ 7 w 14"/>
                  <a:gd name="T9" fmla="*/ 1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4" name="Freeform 1721"/>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5" name="Freeform 1722"/>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6" name="Freeform 1723"/>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7" name="Freeform 1724"/>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8" name="Freeform 1725"/>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19" name="Freeform 1726"/>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320" name="Freeform 1727"/>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sp>
          <p:nvSpPr>
            <p:cNvPr id="1067" name="Freeform 1728"/>
            <p:cNvSpPr>
              <a:spLocks/>
            </p:cNvSpPr>
            <p:nvPr userDrawn="1"/>
          </p:nvSpPr>
          <p:spPr bwMode="gray">
            <a:xfrm>
              <a:off x="5145" y="3604"/>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8" name="Freeform 1729"/>
            <p:cNvSpPr>
              <a:spLocks/>
            </p:cNvSpPr>
            <p:nvPr userDrawn="1"/>
          </p:nvSpPr>
          <p:spPr bwMode="gray">
            <a:xfrm>
              <a:off x="5138" y="3614"/>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69" name="Freeform 1730"/>
            <p:cNvSpPr>
              <a:spLocks/>
            </p:cNvSpPr>
            <p:nvPr userDrawn="1"/>
          </p:nvSpPr>
          <p:spPr bwMode="gray">
            <a:xfrm>
              <a:off x="5635" y="3324"/>
              <a:ext cx="4" cy="2"/>
            </a:xfrm>
            <a:custGeom>
              <a:avLst/>
              <a:gdLst>
                <a:gd name="T0" fmla="*/ 0 w 3"/>
                <a:gd name="T1" fmla="*/ 2 h 2"/>
                <a:gd name="T2" fmla="*/ 1 w 3"/>
                <a:gd name="T3" fmla="*/ 0 h 2"/>
                <a:gd name="T4" fmla="*/ 276 w 3"/>
                <a:gd name="T5" fmla="*/ 0 h 2"/>
                <a:gd name="T6" fmla="*/ 276 w 3"/>
                <a:gd name="T7" fmla="*/ 0 h 2"/>
                <a:gd name="T8" fmla="*/ 276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0" name="Freeform 1731"/>
            <p:cNvSpPr>
              <a:spLocks/>
            </p:cNvSpPr>
            <p:nvPr userDrawn="1"/>
          </p:nvSpPr>
          <p:spPr bwMode="gray">
            <a:xfrm>
              <a:off x="5629" y="3319"/>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1" name="Freeform 1732"/>
            <p:cNvSpPr>
              <a:spLocks/>
            </p:cNvSpPr>
            <p:nvPr userDrawn="1"/>
          </p:nvSpPr>
          <p:spPr bwMode="gray">
            <a:xfrm>
              <a:off x="5297" y="3999"/>
              <a:ext cx="13" cy="7"/>
            </a:xfrm>
            <a:custGeom>
              <a:avLst/>
              <a:gdLst>
                <a:gd name="T0" fmla="*/ 0 w 16"/>
                <a:gd name="T1" fmla="*/ 0 h 7"/>
                <a:gd name="T2" fmla="*/ 2 w 16"/>
                <a:gd name="T3" fmla="*/ 4 h 7"/>
                <a:gd name="T4" fmla="*/ 2 w 16"/>
                <a:gd name="T5" fmla="*/ 5 h 7"/>
                <a:gd name="T6" fmla="*/ 2 w 16"/>
                <a:gd name="T7" fmla="*/ 7 h 7"/>
                <a:gd name="T8" fmla="*/ 2 w 16"/>
                <a:gd name="T9" fmla="*/ 7 h 7"/>
                <a:gd name="T10" fmla="*/ 2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2" name="Freeform 1733"/>
            <p:cNvSpPr>
              <a:spLocks/>
            </p:cNvSpPr>
            <p:nvPr userDrawn="1"/>
          </p:nvSpPr>
          <p:spPr bwMode="gray">
            <a:xfrm>
              <a:off x="5300" y="3999"/>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3" name="Freeform 1734"/>
            <p:cNvSpPr>
              <a:spLocks/>
            </p:cNvSpPr>
            <p:nvPr userDrawn="1"/>
          </p:nvSpPr>
          <p:spPr bwMode="gray">
            <a:xfrm>
              <a:off x="5314" y="3249"/>
              <a:ext cx="22" cy="12"/>
            </a:xfrm>
            <a:custGeom>
              <a:avLst/>
              <a:gdLst>
                <a:gd name="T0" fmla="*/ 0 w 18"/>
                <a:gd name="T1" fmla="*/ 12 h 12"/>
                <a:gd name="T2" fmla="*/ 216 w 18"/>
                <a:gd name="T3" fmla="*/ 5 h 12"/>
                <a:gd name="T4" fmla="*/ 444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4" name="Freeform 1735"/>
            <p:cNvSpPr>
              <a:spLocks/>
            </p:cNvSpPr>
            <p:nvPr userDrawn="1"/>
          </p:nvSpPr>
          <p:spPr bwMode="gray">
            <a:xfrm>
              <a:off x="5320" y="3247"/>
              <a:ext cx="10" cy="13"/>
            </a:xfrm>
            <a:custGeom>
              <a:avLst/>
              <a:gdLst>
                <a:gd name="T0" fmla="*/ 10 w 10"/>
                <a:gd name="T1" fmla="*/ 7 h 14"/>
                <a:gd name="T2" fmla="*/ 7 w 10"/>
                <a:gd name="T3" fmla="*/ 7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5" name="Freeform 1736"/>
            <p:cNvSpPr>
              <a:spLocks/>
            </p:cNvSpPr>
            <p:nvPr userDrawn="1"/>
          </p:nvSpPr>
          <p:spPr bwMode="gray">
            <a:xfrm>
              <a:off x="5451" y="3898"/>
              <a:ext cx="14" cy="13"/>
            </a:xfrm>
            <a:custGeom>
              <a:avLst/>
              <a:gdLst>
                <a:gd name="T0" fmla="*/ 0 w 14"/>
                <a:gd name="T1" fmla="*/ 7 h 14"/>
                <a:gd name="T2" fmla="*/ 5 w 14"/>
                <a:gd name="T3" fmla="*/ 7 h 14"/>
                <a:gd name="T4" fmla="*/ 10 w 14"/>
                <a:gd name="T5" fmla="*/ 7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6" name="Freeform 1737"/>
            <p:cNvSpPr>
              <a:spLocks/>
            </p:cNvSpPr>
            <p:nvPr userDrawn="1"/>
          </p:nvSpPr>
          <p:spPr bwMode="gray">
            <a:xfrm>
              <a:off x="5458" y="3899"/>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7" name="Freeform 1738"/>
            <p:cNvSpPr>
              <a:spLocks/>
            </p:cNvSpPr>
            <p:nvPr userDrawn="1"/>
          </p:nvSpPr>
          <p:spPr bwMode="gray">
            <a:xfrm>
              <a:off x="4232" y="2894"/>
              <a:ext cx="4" cy="16"/>
            </a:xfrm>
            <a:custGeom>
              <a:avLst/>
              <a:gdLst>
                <a:gd name="T0" fmla="*/ 2 w 5"/>
                <a:gd name="T1" fmla="*/ 16 h 16"/>
                <a:gd name="T2" fmla="*/ 2 w 5"/>
                <a:gd name="T3" fmla="*/ 12 h 16"/>
                <a:gd name="T4" fmla="*/ 0 w 5"/>
                <a:gd name="T5" fmla="*/ 9 h 16"/>
                <a:gd name="T6" fmla="*/ 2 w 5"/>
                <a:gd name="T7" fmla="*/ 3 h 16"/>
                <a:gd name="T8" fmla="*/ 2 w 5"/>
                <a:gd name="T9" fmla="*/ 2 h 16"/>
                <a:gd name="T10" fmla="*/ 2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8" name="Freeform 1739"/>
            <p:cNvSpPr>
              <a:spLocks/>
            </p:cNvSpPr>
            <p:nvPr userDrawn="1"/>
          </p:nvSpPr>
          <p:spPr bwMode="gray">
            <a:xfrm>
              <a:off x="4232" y="2896"/>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79" name="Freeform 1740"/>
            <p:cNvSpPr>
              <a:spLocks/>
            </p:cNvSpPr>
            <p:nvPr userDrawn="1"/>
          </p:nvSpPr>
          <p:spPr bwMode="gray">
            <a:xfrm>
              <a:off x="4400" y="2817"/>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0" name="Freeform 1741"/>
            <p:cNvSpPr>
              <a:spLocks/>
            </p:cNvSpPr>
            <p:nvPr userDrawn="1"/>
          </p:nvSpPr>
          <p:spPr bwMode="gray">
            <a:xfrm>
              <a:off x="4391" y="2819"/>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1" name="Freeform 1742"/>
            <p:cNvSpPr>
              <a:spLocks/>
            </p:cNvSpPr>
            <p:nvPr userDrawn="1"/>
          </p:nvSpPr>
          <p:spPr bwMode="gray">
            <a:xfrm>
              <a:off x="5071" y="4157"/>
              <a:ext cx="22" cy="8"/>
            </a:xfrm>
            <a:custGeom>
              <a:avLst/>
              <a:gdLst>
                <a:gd name="T0" fmla="*/ 0 w 18"/>
                <a:gd name="T1" fmla="*/ 7 h 8"/>
                <a:gd name="T2" fmla="*/ 145 w 18"/>
                <a:gd name="T3" fmla="*/ 8 h 8"/>
                <a:gd name="T4" fmla="*/ 264 w 18"/>
                <a:gd name="T5" fmla="*/ 7 h 8"/>
                <a:gd name="T6" fmla="*/ 361 w 18"/>
                <a:gd name="T7" fmla="*/ 3 h 8"/>
                <a:gd name="T8" fmla="*/ 444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2" name="Freeform 1743"/>
            <p:cNvSpPr>
              <a:spLocks/>
            </p:cNvSpPr>
            <p:nvPr userDrawn="1"/>
          </p:nvSpPr>
          <p:spPr bwMode="gray">
            <a:xfrm>
              <a:off x="5075" y="4158"/>
              <a:ext cx="7" cy="4"/>
            </a:xfrm>
            <a:custGeom>
              <a:avLst/>
              <a:gdLst>
                <a:gd name="T0" fmla="*/ 7 w 7"/>
                <a:gd name="T1" fmla="*/ 1 h 7"/>
                <a:gd name="T2" fmla="*/ 5 w 7"/>
                <a:gd name="T3" fmla="*/ 1 h 7"/>
                <a:gd name="T4" fmla="*/ 3 w 7"/>
                <a:gd name="T5" fmla="*/ 1 h 7"/>
                <a:gd name="T6" fmla="*/ 2 w 7"/>
                <a:gd name="T7" fmla="*/ 1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3" name="Freeform 1744"/>
            <p:cNvSpPr>
              <a:spLocks/>
            </p:cNvSpPr>
            <p:nvPr userDrawn="1"/>
          </p:nvSpPr>
          <p:spPr bwMode="gray">
            <a:xfrm>
              <a:off x="5231" y="4052"/>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4" name="Freeform 1745"/>
            <p:cNvSpPr>
              <a:spLocks/>
            </p:cNvSpPr>
            <p:nvPr userDrawn="1"/>
          </p:nvSpPr>
          <p:spPr bwMode="gray">
            <a:xfrm>
              <a:off x="5227" y="4059"/>
              <a:ext cx="13" cy="7"/>
            </a:xfrm>
            <a:custGeom>
              <a:avLst/>
              <a:gdLst>
                <a:gd name="T0" fmla="*/ 0 w 11"/>
                <a:gd name="T1" fmla="*/ 7 h 7"/>
                <a:gd name="T2" fmla="*/ 57 w 11"/>
                <a:gd name="T3" fmla="*/ 7 h 7"/>
                <a:gd name="T4" fmla="*/ 93 w 11"/>
                <a:gd name="T5" fmla="*/ 5 h 7"/>
                <a:gd name="T6" fmla="*/ 130 w 11"/>
                <a:gd name="T7" fmla="*/ 3 h 7"/>
                <a:gd name="T8" fmla="*/ 154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5" name="Freeform 1746"/>
            <p:cNvSpPr>
              <a:spLocks/>
            </p:cNvSpPr>
            <p:nvPr userDrawn="1"/>
          </p:nvSpPr>
          <p:spPr bwMode="gray">
            <a:xfrm>
              <a:off x="4489" y="4094"/>
              <a:ext cx="4"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2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6" name="Freeform 1747"/>
            <p:cNvSpPr>
              <a:spLocks/>
            </p:cNvSpPr>
            <p:nvPr userDrawn="1"/>
          </p:nvSpPr>
          <p:spPr bwMode="gray">
            <a:xfrm>
              <a:off x="4487" y="4101"/>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7" name="Freeform 1748"/>
            <p:cNvSpPr>
              <a:spLocks/>
            </p:cNvSpPr>
            <p:nvPr userDrawn="1"/>
          </p:nvSpPr>
          <p:spPr bwMode="gray">
            <a:xfrm>
              <a:off x="4692" y="4181"/>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8" name="Freeform 1749"/>
            <p:cNvSpPr>
              <a:spLocks/>
            </p:cNvSpPr>
            <p:nvPr userDrawn="1"/>
          </p:nvSpPr>
          <p:spPr bwMode="gray">
            <a:xfrm>
              <a:off x="4683" y="4183"/>
              <a:ext cx="18" cy="4"/>
            </a:xfrm>
            <a:custGeom>
              <a:avLst/>
              <a:gdLst>
                <a:gd name="T0" fmla="*/ 18 w 18"/>
                <a:gd name="T1" fmla="*/ 0 h 3"/>
                <a:gd name="T2" fmla="*/ 14 w 18"/>
                <a:gd name="T3" fmla="*/ 276 h 3"/>
                <a:gd name="T4" fmla="*/ 11 w 18"/>
                <a:gd name="T5" fmla="*/ 276 h 3"/>
                <a:gd name="T6" fmla="*/ 5 w 18"/>
                <a:gd name="T7" fmla="*/ 276 h 3"/>
                <a:gd name="T8" fmla="*/ 0 w 18"/>
                <a:gd name="T9" fmla="*/ 207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89" name="Freeform 1750"/>
            <p:cNvSpPr>
              <a:spLocks/>
            </p:cNvSpPr>
            <p:nvPr userDrawn="1"/>
          </p:nvSpPr>
          <p:spPr bwMode="gray">
            <a:xfrm>
              <a:off x="4475" y="2866"/>
              <a:ext cx="4" cy="3"/>
            </a:xfrm>
            <a:custGeom>
              <a:avLst/>
              <a:gdLst>
                <a:gd name="T0" fmla="*/ 2 w 5"/>
                <a:gd name="T1" fmla="*/ 3 h 3"/>
                <a:gd name="T2" fmla="*/ 0 w 5"/>
                <a:gd name="T3" fmla="*/ 2 h 3"/>
                <a:gd name="T4" fmla="*/ 0 w 5"/>
                <a:gd name="T5" fmla="*/ 2 h 3"/>
                <a:gd name="T6" fmla="*/ 0 w 5"/>
                <a:gd name="T7" fmla="*/ 0 h 3"/>
                <a:gd name="T8" fmla="*/ 0 w 5"/>
                <a:gd name="T9" fmla="*/ 0 h 3"/>
                <a:gd name="T10" fmla="*/ 2 w 5"/>
                <a:gd name="T11" fmla="*/ 0 h 3"/>
                <a:gd name="T12" fmla="*/ 2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0" name="Freeform 1751"/>
            <p:cNvSpPr>
              <a:spLocks/>
            </p:cNvSpPr>
            <p:nvPr userDrawn="1"/>
          </p:nvSpPr>
          <p:spPr bwMode="gray">
            <a:xfrm>
              <a:off x="4473" y="2859"/>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1" name="Freeform 1752"/>
            <p:cNvSpPr>
              <a:spLocks/>
            </p:cNvSpPr>
            <p:nvPr userDrawn="1"/>
          </p:nvSpPr>
          <p:spPr bwMode="gray">
            <a:xfrm>
              <a:off x="4989" y="2614"/>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2" name="Freeform 1753"/>
            <p:cNvSpPr>
              <a:spLocks/>
            </p:cNvSpPr>
            <p:nvPr userDrawn="1"/>
          </p:nvSpPr>
          <p:spPr bwMode="gray">
            <a:xfrm>
              <a:off x="4982" y="2616"/>
              <a:ext cx="16" cy="4"/>
            </a:xfrm>
            <a:custGeom>
              <a:avLst/>
              <a:gdLst>
                <a:gd name="T0" fmla="*/ 0 w 16"/>
                <a:gd name="T1" fmla="*/ 276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3" name="Freeform 1754"/>
            <p:cNvSpPr>
              <a:spLocks/>
            </p:cNvSpPr>
            <p:nvPr userDrawn="1"/>
          </p:nvSpPr>
          <p:spPr bwMode="gray">
            <a:xfrm>
              <a:off x="4688" y="2924"/>
              <a:ext cx="4" cy="19"/>
            </a:xfrm>
            <a:custGeom>
              <a:avLst/>
              <a:gdLst>
                <a:gd name="T0" fmla="*/ 131072 w 2"/>
                <a:gd name="T1" fmla="*/ 19 h 19"/>
                <a:gd name="T2" fmla="*/ 131072 w 2"/>
                <a:gd name="T3" fmla="*/ 15 h 19"/>
                <a:gd name="T4" fmla="*/ 131072 w 2"/>
                <a:gd name="T5" fmla="*/ 10 h 19"/>
                <a:gd name="T6" fmla="*/ 13107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4" name="Freeform 1755"/>
            <p:cNvSpPr>
              <a:spLocks/>
            </p:cNvSpPr>
            <p:nvPr userDrawn="1"/>
          </p:nvSpPr>
          <p:spPr bwMode="gray">
            <a:xfrm>
              <a:off x="4680" y="2934"/>
              <a:ext cx="22" cy="2"/>
            </a:xfrm>
            <a:custGeom>
              <a:avLst/>
              <a:gdLst>
                <a:gd name="T0" fmla="*/ 195 w 19"/>
                <a:gd name="T1" fmla="*/ 0 h 2"/>
                <a:gd name="T2" fmla="*/ 145 w 19"/>
                <a:gd name="T3" fmla="*/ 0 h 2"/>
                <a:gd name="T4" fmla="*/ 108 w 19"/>
                <a:gd name="T5" fmla="*/ 0 h 2"/>
                <a:gd name="T6" fmla="*/ 52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5" name="Freeform 1756"/>
            <p:cNvSpPr>
              <a:spLocks/>
            </p:cNvSpPr>
            <p:nvPr userDrawn="1"/>
          </p:nvSpPr>
          <p:spPr bwMode="gray">
            <a:xfrm>
              <a:off x="5197" y="2677"/>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6" name="Freeform 1757"/>
            <p:cNvSpPr>
              <a:spLocks/>
            </p:cNvSpPr>
            <p:nvPr userDrawn="1"/>
          </p:nvSpPr>
          <p:spPr bwMode="gray">
            <a:xfrm>
              <a:off x="5192" y="2672"/>
              <a:ext cx="13" cy="13"/>
            </a:xfrm>
            <a:custGeom>
              <a:avLst/>
              <a:gdLst>
                <a:gd name="T0" fmla="*/ 154 w 11"/>
                <a:gd name="T1" fmla="*/ 3 h 15"/>
                <a:gd name="T2" fmla="*/ 154 w 11"/>
                <a:gd name="T3" fmla="*/ 3 h 15"/>
                <a:gd name="T4" fmla="*/ 93 w 11"/>
                <a:gd name="T5" fmla="*/ 3 h 15"/>
                <a:gd name="T6" fmla="*/ 67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7" name="Freeform 1758"/>
            <p:cNvSpPr>
              <a:spLocks/>
            </p:cNvSpPr>
            <p:nvPr userDrawn="1"/>
          </p:nvSpPr>
          <p:spPr bwMode="gray">
            <a:xfrm>
              <a:off x="4438" y="2707"/>
              <a:ext cx="4" cy="13"/>
            </a:xfrm>
            <a:custGeom>
              <a:avLst/>
              <a:gdLst>
                <a:gd name="T0" fmla="*/ 4 w 4"/>
                <a:gd name="T1" fmla="*/ 3 h 15"/>
                <a:gd name="T2" fmla="*/ 0 w 4"/>
                <a:gd name="T3" fmla="*/ 3 h 15"/>
                <a:gd name="T4" fmla="*/ 0 w 4"/>
                <a:gd name="T5" fmla="*/ 3 h 15"/>
                <a:gd name="T6" fmla="*/ 0 w 4"/>
                <a:gd name="T7" fmla="*/ 3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8" name="Freeform 1759"/>
            <p:cNvSpPr>
              <a:spLocks/>
            </p:cNvSpPr>
            <p:nvPr userDrawn="1"/>
          </p:nvSpPr>
          <p:spPr bwMode="gray">
            <a:xfrm>
              <a:off x="4437" y="2708"/>
              <a:ext cx="4" cy="9"/>
            </a:xfrm>
            <a:custGeom>
              <a:avLst/>
              <a:gdLst>
                <a:gd name="T0" fmla="*/ 1 w 8"/>
                <a:gd name="T1" fmla="*/ 0 h 9"/>
                <a:gd name="T2" fmla="*/ 1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099" name="Freeform 1760"/>
            <p:cNvSpPr>
              <a:spLocks/>
            </p:cNvSpPr>
            <p:nvPr userDrawn="1"/>
          </p:nvSpPr>
          <p:spPr bwMode="gray">
            <a:xfrm>
              <a:off x="5094" y="2904"/>
              <a:ext cx="2" cy="22"/>
            </a:xfrm>
            <a:custGeom>
              <a:avLst/>
              <a:gdLst>
                <a:gd name="T0" fmla="*/ 2 w 2"/>
                <a:gd name="T1" fmla="*/ 92 h 20"/>
                <a:gd name="T2" fmla="*/ 2 w 2"/>
                <a:gd name="T3" fmla="*/ 76 h 20"/>
                <a:gd name="T4" fmla="*/ 2 w 2"/>
                <a:gd name="T5" fmla="*/ 50 h 20"/>
                <a:gd name="T6" fmla="*/ 2 w 2"/>
                <a:gd name="T7" fmla="*/ 31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0" name="Freeform 1761"/>
            <p:cNvSpPr>
              <a:spLocks/>
            </p:cNvSpPr>
            <p:nvPr userDrawn="1"/>
          </p:nvSpPr>
          <p:spPr bwMode="gray">
            <a:xfrm>
              <a:off x="5087" y="2915"/>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1" name="Freeform 1762"/>
            <p:cNvSpPr>
              <a:spLocks/>
            </p:cNvSpPr>
            <p:nvPr userDrawn="1"/>
          </p:nvSpPr>
          <p:spPr bwMode="gray">
            <a:xfrm>
              <a:off x="4599" y="2631"/>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2" name="Freeform 1763"/>
            <p:cNvSpPr>
              <a:spLocks/>
            </p:cNvSpPr>
            <p:nvPr userDrawn="1"/>
          </p:nvSpPr>
          <p:spPr bwMode="gray">
            <a:xfrm>
              <a:off x="4601" y="2631"/>
              <a:ext cx="13" cy="9"/>
            </a:xfrm>
            <a:custGeom>
              <a:avLst/>
              <a:gdLst>
                <a:gd name="T0" fmla="*/ 676 w 10"/>
                <a:gd name="T1" fmla="*/ 0 h 9"/>
                <a:gd name="T2" fmla="*/ 485 w 10"/>
                <a:gd name="T3" fmla="*/ 0 h 9"/>
                <a:gd name="T4" fmla="*/ 373 w 10"/>
                <a:gd name="T5" fmla="*/ 2 h 9"/>
                <a:gd name="T6" fmla="*/ 221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3" name="Freeform 1764"/>
            <p:cNvSpPr>
              <a:spLocks/>
            </p:cNvSpPr>
            <p:nvPr userDrawn="1"/>
          </p:nvSpPr>
          <p:spPr bwMode="gray">
            <a:xfrm>
              <a:off x="5248" y="2826"/>
              <a:ext cx="13" cy="13"/>
            </a:xfrm>
            <a:custGeom>
              <a:avLst/>
              <a:gdLst>
                <a:gd name="T0" fmla="*/ 7 w 14"/>
                <a:gd name="T1" fmla="*/ 42 h 12"/>
                <a:gd name="T2" fmla="*/ 7 w 14"/>
                <a:gd name="T3" fmla="*/ 28 h 12"/>
                <a:gd name="T4" fmla="*/ 7 w 14"/>
                <a:gd name="T5" fmla="*/ 3 h 12"/>
                <a:gd name="T6" fmla="*/ 7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4" name="Freeform 1765"/>
            <p:cNvSpPr>
              <a:spLocks/>
            </p:cNvSpPr>
            <p:nvPr userDrawn="1"/>
          </p:nvSpPr>
          <p:spPr bwMode="gray">
            <a:xfrm>
              <a:off x="5255" y="2829"/>
              <a:ext cx="4" cy="7"/>
            </a:xfrm>
            <a:custGeom>
              <a:avLst/>
              <a:gdLst>
                <a:gd name="T0" fmla="*/ 0 w 5"/>
                <a:gd name="T1" fmla="*/ 0 h 7"/>
                <a:gd name="T2" fmla="*/ 2 w 5"/>
                <a:gd name="T3" fmla="*/ 0 h 7"/>
                <a:gd name="T4" fmla="*/ 2 w 5"/>
                <a:gd name="T5" fmla="*/ 2 h 7"/>
                <a:gd name="T6" fmla="*/ 2 w 5"/>
                <a:gd name="T7" fmla="*/ 4 h 7"/>
                <a:gd name="T8" fmla="*/ 2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5" name="Freeform 1766"/>
            <p:cNvSpPr>
              <a:spLocks/>
            </p:cNvSpPr>
            <p:nvPr userDrawn="1"/>
          </p:nvSpPr>
          <p:spPr bwMode="gray">
            <a:xfrm>
              <a:off x="4066" y="3457"/>
              <a:ext cx="4" cy="16"/>
            </a:xfrm>
            <a:custGeom>
              <a:avLst/>
              <a:gdLst>
                <a:gd name="T0" fmla="*/ 1 w 5"/>
                <a:gd name="T1" fmla="*/ 0 h 16"/>
                <a:gd name="T2" fmla="*/ 0 w 5"/>
                <a:gd name="T3" fmla="*/ 3 h 16"/>
                <a:gd name="T4" fmla="*/ 0 w 5"/>
                <a:gd name="T5" fmla="*/ 7 h 16"/>
                <a:gd name="T6" fmla="*/ 1 w 5"/>
                <a:gd name="T7" fmla="*/ 12 h 16"/>
                <a:gd name="T8" fmla="*/ 2 w 5"/>
                <a:gd name="T9" fmla="*/ 14 h 16"/>
                <a:gd name="T10" fmla="*/ 2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6" name="Freeform 1767"/>
            <p:cNvSpPr>
              <a:spLocks/>
            </p:cNvSpPr>
            <p:nvPr userDrawn="1"/>
          </p:nvSpPr>
          <p:spPr bwMode="gray">
            <a:xfrm>
              <a:off x="4066" y="3464"/>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7" name="Freeform 1768"/>
            <p:cNvSpPr>
              <a:spLocks/>
            </p:cNvSpPr>
            <p:nvPr userDrawn="1"/>
          </p:nvSpPr>
          <p:spPr bwMode="gray">
            <a:xfrm>
              <a:off x="4059" y="3228"/>
              <a:ext cx="12" cy="13"/>
            </a:xfrm>
            <a:custGeom>
              <a:avLst/>
              <a:gdLst>
                <a:gd name="T0" fmla="*/ 0 w 12"/>
                <a:gd name="T1" fmla="*/ 7 h 14"/>
                <a:gd name="T2" fmla="*/ 0 w 12"/>
                <a:gd name="T3" fmla="*/ 7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8" name="Freeform 1769"/>
            <p:cNvSpPr>
              <a:spLocks/>
            </p:cNvSpPr>
            <p:nvPr userDrawn="1"/>
          </p:nvSpPr>
          <p:spPr bwMode="gray">
            <a:xfrm>
              <a:off x="4060" y="3231"/>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09" name="Line 1770"/>
            <p:cNvSpPr>
              <a:spLocks noChangeShapeType="1"/>
            </p:cNvSpPr>
            <p:nvPr userDrawn="1"/>
          </p:nvSpPr>
          <p:spPr bwMode="gray">
            <a:xfrm flipH="1" flipV="1">
              <a:off x="5262" y="287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0" name="Line 1771"/>
            <p:cNvSpPr>
              <a:spLocks noChangeShapeType="1"/>
            </p:cNvSpPr>
            <p:nvPr userDrawn="1"/>
          </p:nvSpPr>
          <p:spPr bwMode="gray">
            <a:xfrm flipV="1">
              <a:off x="5196" y="3831"/>
              <a:ext cx="1"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1" name="Freeform 1772"/>
            <p:cNvSpPr>
              <a:spLocks/>
            </p:cNvSpPr>
            <p:nvPr userDrawn="1"/>
          </p:nvSpPr>
          <p:spPr bwMode="gray">
            <a:xfrm>
              <a:off x="5094" y="3924"/>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2" name="Line 1773"/>
            <p:cNvSpPr>
              <a:spLocks noChangeShapeType="1"/>
            </p:cNvSpPr>
            <p:nvPr userDrawn="1"/>
          </p:nvSpPr>
          <p:spPr bwMode="gray">
            <a:xfrm flipV="1">
              <a:off x="5089" y="3845"/>
              <a:ext cx="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3" name="Line 1774"/>
            <p:cNvSpPr>
              <a:spLocks noChangeShapeType="1"/>
            </p:cNvSpPr>
            <p:nvPr userDrawn="1"/>
          </p:nvSpPr>
          <p:spPr bwMode="gray">
            <a:xfrm flipV="1">
              <a:off x="5094" y="3847"/>
              <a:ext cx="2"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4" name="Line 1775"/>
            <p:cNvSpPr>
              <a:spLocks noChangeShapeType="1"/>
            </p:cNvSpPr>
            <p:nvPr userDrawn="1"/>
          </p:nvSpPr>
          <p:spPr bwMode="gray">
            <a:xfrm>
              <a:off x="5092" y="3847"/>
              <a:ext cx="1"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5" name="Freeform 1776"/>
            <p:cNvSpPr>
              <a:spLocks/>
            </p:cNvSpPr>
            <p:nvPr userDrawn="1"/>
          </p:nvSpPr>
          <p:spPr bwMode="gray">
            <a:xfrm>
              <a:off x="5089" y="3915"/>
              <a:ext cx="4" cy="9"/>
            </a:xfrm>
            <a:custGeom>
              <a:avLst/>
              <a:gdLst>
                <a:gd name="T0" fmla="*/ 2 w 5"/>
                <a:gd name="T1" fmla="*/ 9 h 9"/>
                <a:gd name="T2" fmla="*/ 2 w 5"/>
                <a:gd name="T3" fmla="*/ 7 h 9"/>
                <a:gd name="T4" fmla="*/ 0 w 5"/>
                <a:gd name="T5" fmla="*/ 5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6" name="Freeform 1777"/>
            <p:cNvSpPr>
              <a:spLocks/>
            </p:cNvSpPr>
            <p:nvPr userDrawn="1"/>
          </p:nvSpPr>
          <p:spPr bwMode="gray">
            <a:xfrm>
              <a:off x="5091" y="3929"/>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7" name="Freeform 1778"/>
            <p:cNvSpPr>
              <a:spLocks/>
            </p:cNvSpPr>
            <p:nvPr userDrawn="1"/>
          </p:nvSpPr>
          <p:spPr bwMode="gray">
            <a:xfrm>
              <a:off x="5080" y="3915"/>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8" name="Freeform 1779"/>
            <p:cNvSpPr>
              <a:spLocks/>
            </p:cNvSpPr>
            <p:nvPr userDrawn="1"/>
          </p:nvSpPr>
          <p:spPr bwMode="gray">
            <a:xfrm>
              <a:off x="5071" y="3922"/>
              <a:ext cx="13" cy="18"/>
            </a:xfrm>
            <a:custGeom>
              <a:avLst/>
              <a:gdLst>
                <a:gd name="T0" fmla="*/ 0 w 9"/>
                <a:gd name="T1" fmla="*/ 18 h 18"/>
                <a:gd name="T2" fmla="*/ 734 w 9"/>
                <a:gd name="T3" fmla="*/ 14 h 18"/>
                <a:gd name="T4" fmla="*/ 1531 w 9"/>
                <a:gd name="T5" fmla="*/ 9 h 18"/>
                <a:gd name="T6" fmla="*/ 2211 w 9"/>
                <a:gd name="T7" fmla="*/ 4 h 18"/>
                <a:gd name="T8" fmla="*/ 3194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19" name="Freeform 1780"/>
            <p:cNvSpPr>
              <a:spLocks/>
            </p:cNvSpPr>
            <p:nvPr userDrawn="1"/>
          </p:nvSpPr>
          <p:spPr bwMode="gray">
            <a:xfrm>
              <a:off x="5071" y="3940"/>
              <a:ext cx="22" cy="4"/>
            </a:xfrm>
            <a:custGeom>
              <a:avLst/>
              <a:gdLst>
                <a:gd name="T0" fmla="*/ 0 w 20"/>
                <a:gd name="T1" fmla="*/ 0 h 1"/>
                <a:gd name="T2" fmla="*/ 31 w 20"/>
                <a:gd name="T3" fmla="*/ 2147483647 h 1"/>
                <a:gd name="T4" fmla="*/ 50 w 20"/>
                <a:gd name="T5" fmla="*/ 2147483647 h 1"/>
                <a:gd name="T6" fmla="*/ 76 w 20"/>
                <a:gd name="T7" fmla="*/ 2147483647 h 1"/>
                <a:gd name="T8" fmla="*/ 92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1120" name="Line 1781"/>
            <p:cNvSpPr>
              <a:spLocks noChangeShapeType="1"/>
            </p:cNvSpPr>
            <p:nvPr userDrawn="1"/>
          </p:nvSpPr>
          <p:spPr bwMode="gray">
            <a:xfrm>
              <a:off x="4785" y="3160"/>
              <a:ext cx="314" cy="10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grpSp>
      <p:sp>
        <p:nvSpPr>
          <p:cNvPr id="1721" name="Text Box 64"/>
          <p:cNvSpPr txBox="1">
            <a:spLocks noChangeArrowheads="1"/>
          </p:cNvSpPr>
          <p:nvPr/>
        </p:nvSpPr>
        <p:spPr bwMode="auto">
          <a:xfrm>
            <a:off x="3962400" y="2286000"/>
            <a:ext cx="1447800" cy="519113"/>
          </a:xfrm>
          <a:prstGeom prst="rect">
            <a:avLst/>
          </a:prstGeom>
          <a:noFill/>
          <a:ln>
            <a:noFill/>
          </a:ln>
        </p:spPr>
        <p:txBody>
          <a:bodyPr>
            <a:spAutoFit/>
          </a:bodyPr>
          <a:lstStyle>
            <a:lvl1pPr eaLnBrk="0" hangingPunct="0">
              <a:defRPr b="1">
                <a:solidFill>
                  <a:schemeClr val="tx1"/>
                </a:solidFill>
                <a:latin typeface="Arial" pitchFamily="34" charset="0"/>
                <a:ea typeface="新細明體" pitchFamily="18" charset="-120"/>
              </a:defRPr>
            </a:lvl1pPr>
            <a:lvl2pPr marL="742950" indent="-285750" eaLnBrk="0" hangingPunct="0">
              <a:defRPr b="1">
                <a:solidFill>
                  <a:schemeClr val="tx1"/>
                </a:solidFill>
                <a:latin typeface="Arial" pitchFamily="34" charset="0"/>
                <a:ea typeface="新細明體" pitchFamily="18" charset="-120"/>
              </a:defRPr>
            </a:lvl2pPr>
            <a:lvl3pPr marL="1143000" indent="-228600" eaLnBrk="0" hangingPunct="0">
              <a:defRPr b="1">
                <a:solidFill>
                  <a:schemeClr val="tx1"/>
                </a:solidFill>
                <a:latin typeface="Arial" pitchFamily="34" charset="0"/>
                <a:ea typeface="新細明體" pitchFamily="18" charset="-120"/>
              </a:defRPr>
            </a:lvl3pPr>
            <a:lvl4pPr marL="1600200" indent="-228600" eaLnBrk="0" hangingPunct="0">
              <a:defRPr b="1">
                <a:solidFill>
                  <a:schemeClr val="tx1"/>
                </a:solidFill>
                <a:latin typeface="Arial" pitchFamily="34" charset="0"/>
                <a:ea typeface="新細明體" pitchFamily="18" charset="-120"/>
              </a:defRPr>
            </a:lvl4pPr>
            <a:lvl5pPr marL="2057400" indent="-228600" eaLnBrk="0" hangingPunct="0">
              <a:defRPr b="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b="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b="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b="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b="1">
                <a:solidFill>
                  <a:schemeClr val="tx1"/>
                </a:solidFill>
                <a:latin typeface="Arial" pitchFamily="34" charset="0"/>
                <a:ea typeface="新細明體" pitchFamily="18" charset="-120"/>
              </a:defRPr>
            </a:lvl9pPr>
          </a:lstStyle>
          <a:p>
            <a:pPr eaLnBrk="1" fontAlgn="base" hangingPunct="1">
              <a:spcBef>
                <a:spcPct val="50000"/>
              </a:spcBef>
              <a:spcAft>
                <a:spcPct val="0"/>
              </a:spcAft>
              <a:defRPr/>
            </a:pPr>
            <a:r>
              <a:rPr lang="en-US" altLang="zh-TW" sz="2800">
                <a:solidFill>
                  <a:srgbClr val="FFFFFF"/>
                </a:solidFill>
                <a:latin typeface="Verdana" pitchFamily="34" charset="0"/>
              </a:rPr>
              <a:t>LOGO</a:t>
            </a:r>
          </a:p>
        </p:txBody>
      </p:sp>
      <p:sp>
        <p:nvSpPr>
          <p:cNvPr id="1722" name="Freeform 1790"/>
          <p:cNvSpPr>
            <a:spLocks/>
          </p:cNvSpPr>
          <p:nvPr userDrawn="1"/>
        </p:nvSpPr>
        <p:spPr bwMode="gray">
          <a:xfrm>
            <a:off x="-26988" y="3017838"/>
            <a:ext cx="9175751" cy="579437"/>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75" name="Rectangle 3"/>
          <p:cNvSpPr>
            <a:spLocks noGrp="1" noChangeArrowheads="1"/>
          </p:cNvSpPr>
          <p:nvPr>
            <p:ph type="subTitle" idx="1"/>
          </p:nvPr>
        </p:nvSpPr>
        <p:spPr bwMode="black">
          <a:xfrm>
            <a:off x="1219200" y="4800600"/>
            <a:ext cx="6705600" cy="533400"/>
          </a:xfrm>
        </p:spPr>
        <p:txBody>
          <a:bodyPr/>
          <a:lstStyle>
            <a:lvl1pPr marL="0" indent="0" algn="ctr">
              <a:buFont typeface="Wingdings" pitchFamily="2" charset="2"/>
              <a:buNone/>
              <a:defRPr sz="1800" b="1"/>
            </a:lvl1pPr>
          </a:lstStyle>
          <a:p>
            <a:r>
              <a:rPr lang="zh-TW" altLang="en-US"/>
              <a:t>按一下以編輯母片副標題樣式</a:t>
            </a:r>
            <a:endParaRPr lang="en-US" altLang="zh-TW"/>
          </a:p>
        </p:txBody>
      </p:sp>
      <p:sp>
        <p:nvSpPr>
          <p:cNvPr id="3074" name="Rectangle 2"/>
          <p:cNvSpPr>
            <a:spLocks noGrp="1" noChangeArrowheads="1"/>
          </p:cNvSpPr>
          <p:nvPr>
            <p:ph type="ctrTitle"/>
          </p:nvPr>
        </p:nvSpPr>
        <p:spPr>
          <a:xfrm>
            <a:off x="762000" y="3657600"/>
            <a:ext cx="7467600" cy="762000"/>
          </a:xfrm>
        </p:spPr>
        <p:txBody>
          <a:bodyPr/>
          <a:lstStyle>
            <a:lvl1pPr>
              <a:defRPr sz="4400">
                <a:solidFill>
                  <a:schemeClr val="tx1"/>
                </a:solidFill>
              </a:defRPr>
            </a:lvl1pPr>
          </a:lstStyle>
          <a:p>
            <a:r>
              <a:rPr lang="zh-TW" altLang="en-US"/>
              <a:t>按一下以編輯母片標題樣式</a:t>
            </a:r>
            <a:endParaRPr lang="en-US" altLang="zh-TW"/>
          </a:p>
        </p:txBody>
      </p:sp>
    </p:spTree>
    <p:extLst>
      <p:ext uri="{BB962C8B-B14F-4D97-AF65-F5344CB8AC3E}">
        <p14:creationId xmlns:p14="http://schemas.microsoft.com/office/powerpoint/2010/main" val="123105005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type="obj" preserve="1">
  <p:cSld name="標題及物件">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10A51D1D-E47E-4268-B457-102017DF18A8}" type="slidenum">
              <a:rPr lang="en-US" altLang="zh-TW"/>
              <a:pPr>
                <a:defRPr/>
              </a:pPr>
              <a:t>‹#›</a:t>
            </a:fld>
            <a:endParaRPr lang="en-US" altLang="zh-TW"/>
          </a:p>
        </p:txBody>
      </p:sp>
    </p:spTree>
    <p:extLst>
      <p:ext uri="{BB962C8B-B14F-4D97-AF65-F5344CB8AC3E}">
        <p14:creationId xmlns:p14="http://schemas.microsoft.com/office/powerpoint/2010/main" val="221277246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type="secHead" preserve="1">
  <p:cSld name="區段標題">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0D64E101-0459-4848-94D5-710E8D2114DD}" type="slidenum">
              <a:rPr lang="en-US" altLang="zh-TW"/>
              <a:pPr>
                <a:defRPr/>
              </a:pPr>
              <a:t>‹#›</a:t>
            </a:fld>
            <a:endParaRPr lang="en-US" altLang="zh-TW"/>
          </a:p>
        </p:txBody>
      </p:sp>
    </p:spTree>
    <p:extLst>
      <p:ext uri="{BB962C8B-B14F-4D97-AF65-F5344CB8AC3E}">
        <p14:creationId xmlns:p14="http://schemas.microsoft.com/office/powerpoint/2010/main" val="202325634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type="twoObj" preserve="1">
  <p:cSld name="兩項物件">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87C19FA-68AF-4D71-ADEF-E55842B2E415}" type="slidenum">
              <a:rPr lang="en-US" altLang="zh-TW"/>
              <a:pPr>
                <a:defRPr/>
              </a:pPr>
              <a:t>‹#›</a:t>
            </a:fld>
            <a:endParaRPr lang="en-US" altLang="zh-TW"/>
          </a:p>
        </p:txBody>
      </p:sp>
    </p:spTree>
    <p:extLst>
      <p:ext uri="{BB962C8B-B14F-4D97-AF65-F5344CB8AC3E}">
        <p14:creationId xmlns:p14="http://schemas.microsoft.com/office/powerpoint/2010/main" val="418989664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woTxTwoObj" preserve="1">
  <p:cSld name="比對">
    <p:spTree>
      <p:nvGrpSpPr>
        <p:cNvPr id="1" name=""/>
        <p:cNvGrpSpPr/>
        <p:nvPr/>
      </p:nvGrpSpPr>
      <p:grpSpPr>
        <a:xfrm>
          <a:off x="0" y="0"/>
          <a:ext cx="0" cy="0"/>
          <a:chOff x="0" y="0"/>
          <a:chExt cx="0" cy="0"/>
        </a:xfrm>
      </p:grpSpPr>
      <p:sp>
        <p:nvSpPr>
          <p:cNvPr id="7"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8"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9"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4638"/>
            <a:ext cx="8229600" cy="1143000"/>
          </a:xfrm>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1"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2"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A88BD410-26E4-4D19-96C8-8A4A3420341B}" type="slidenum">
              <a:rPr lang="en-US" altLang="zh-TW"/>
              <a:pPr>
                <a:defRPr/>
              </a:pPr>
              <a:t>‹#›</a:t>
            </a:fld>
            <a:endParaRPr lang="en-US" altLang="zh-TW"/>
          </a:p>
        </p:txBody>
      </p:sp>
    </p:spTree>
    <p:extLst>
      <p:ext uri="{BB962C8B-B14F-4D97-AF65-F5344CB8AC3E}">
        <p14:creationId xmlns:p14="http://schemas.microsoft.com/office/powerpoint/2010/main" val="175133682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itleOnly" preserve="1">
  <p:cSld name="只有標題">
    <p:spTree>
      <p:nvGrpSpPr>
        <p:cNvPr id="1" name=""/>
        <p:cNvGrpSpPr/>
        <p:nvPr/>
      </p:nvGrpSpPr>
      <p:grpSpPr>
        <a:xfrm>
          <a:off x="0" y="0"/>
          <a:ext cx="0" cy="0"/>
          <a:chOff x="0" y="0"/>
          <a:chExt cx="0" cy="0"/>
        </a:xfrm>
      </p:grpSpPr>
      <p:sp>
        <p:nvSpPr>
          <p:cNvPr id="3"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4"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5"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6"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7"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8"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B24AA509-4D5D-41C3-8B1F-B43760897459}" type="slidenum">
              <a:rPr lang="en-US" altLang="zh-TW"/>
              <a:pPr>
                <a:defRPr/>
              </a:pPr>
              <a:t>‹#›</a:t>
            </a:fld>
            <a:endParaRPr lang="en-US" altLang="zh-TW"/>
          </a:p>
        </p:txBody>
      </p:sp>
    </p:spTree>
    <p:extLst>
      <p:ext uri="{BB962C8B-B14F-4D97-AF65-F5344CB8AC3E}">
        <p14:creationId xmlns:p14="http://schemas.microsoft.com/office/powerpoint/2010/main" val="125480367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type="blank" preserve="1">
  <p:cSld name="空白">
    <p:spTree>
      <p:nvGrpSpPr>
        <p:cNvPr id="1" name=""/>
        <p:cNvGrpSpPr/>
        <p:nvPr/>
      </p:nvGrpSpPr>
      <p:grpSpPr>
        <a:xfrm>
          <a:off x="0" y="0"/>
          <a:ext cx="0" cy="0"/>
          <a:chOff x="0" y="0"/>
          <a:chExt cx="0" cy="0"/>
        </a:xfrm>
      </p:grpSpPr>
      <p:sp>
        <p:nvSpPr>
          <p:cNvPr id="2"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3"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7"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ECA5A577-9B04-42BD-98A5-E8C27C82827E}" type="slidenum">
              <a:rPr lang="en-US" altLang="zh-TW"/>
              <a:pPr>
                <a:defRPr/>
              </a:pPr>
              <a:t>‹#›</a:t>
            </a:fld>
            <a:endParaRPr lang="en-US" altLang="zh-TW"/>
          </a:p>
        </p:txBody>
      </p:sp>
    </p:spTree>
    <p:extLst>
      <p:ext uri="{BB962C8B-B14F-4D97-AF65-F5344CB8AC3E}">
        <p14:creationId xmlns:p14="http://schemas.microsoft.com/office/powerpoint/2010/main" val="916837700"/>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type="objTx" preserve="1">
  <p:cSld name="含標題的內容">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362BADCA-E75E-46A6-B430-553B3C04B3EA}" type="slidenum">
              <a:rPr lang="en-US" altLang="zh-TW"/>
              <a:pPr>
                <a:defRPr/>
              </a:pPr>
              <a:t>‹#›</a:t>
            </a:fld>
            <a:endParaRPr lang="en-US" altLang="zh-TW"/>
          </a:p>
        </p:txBody>
      </p:sp>
    </p:spTree>
    <p:extLst>
      <p:ext uri="{BB962C8B-B14F-4D97-AF65-F5344CB8AC3E}">
        <p14:creationId xmlns:p14="http://schemas.microsoft.com/office/powerpoint/2010/main" val="35015117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type="picTx" preserve="1">
  <p:cSld name="含標題的圖片">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zh-TW" altLang="en-US" noProof="0"/>
              <a:t>按一下圖示以新增圖片</a:t>
            </a:r>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A29D8FE8-A6CC-4C81-8E28-570C574001FB}" type="slidenum">
              <a:rPr lang="en-US" altLang="zh-TW"/>
              <a:pPr>
                <a:defRPr/>
              </a:pPr>
              <a:t>‹#›</a:t>
            </a:fld>
            <a:endParaRPr lang="en-US" altLang="zh-TW"/>
          </a:p>
        </p:txBody>
      </p:sp>
    </p:spTree>
    <p:extLst>
      <p:ext uri="{BB962C8B-B14F-4D97-AF65-F5344CB8AC3E}">
        <p14:creationId xmlns:p14="http://schemas.microsoft.com/office/powerpoint/2010/main" val="280212545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type="vertTx" preserve="1">
  <p:cSld name="標題及直排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C9FD6D06-39B2-4296-B354-546E3E64F80C}" type="slidenum">
              <a:rPr lang="en-US" altLang="zh-TW"/>
              <a:pPr>
                <a:defRPr/>
              </a:pPr>
              <a:t>‹#›</a:t>
            </a:fld>
            <a:endParaRPr lang="en-US" altLang="zh-TW"/>
          </a:p>
        </p:txBody>
      </p:sp>
    </p:spTree>
    <p:extLst>
      <p:ext uri="{BB962C8B-B14F-4D97-AF65-F5344CB8AC3E}">
        <p14:creationId xmlns:p14="http://schemas.microsoft.com/office/powerpoint/2010/main" val="4199192472"/>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type="vertTitleAndTx" preserve="1">
  <p:cSld name="直排標題及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直排標題 1"/>
          <p:cNvSpPr>
            <a:spLocks noGrp="1"/>
          </p:cNvSpPr>
          <p:nvPr>
            <p:ph type="title" orient="vert"/>
          </p:nvPr>
        </p:nvSpPr>
        <p:spPr>
          <a:xfrm>
            <a:off x="6591300" y="46038"/>
            <a:ext cx="2095500" cy="6354762"/>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304800" y="46038"/>
            <a:ext cx="6134100" cy="6354762"/>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FC30D1C7-8EE3-46A4-8F59-83FFEA7BF07D}" type="slidenum">
              <a:rPr lang="en-US" altLang="zh-TW"/>
              <a:pPr>
                <a:defRPr/>
              </a:pPr>
              <a:t>‹#›</a:t>
            </a:fld>
            <a:endParaRPr lang="en-US" altLang="zh-TW"/>
          </a:p>
        </p:txBody>
      </p:sp>
    </p:spTree>
    <p:extLst>
      <p:ext uri="{BB962C8B-B14F-4D97-AF65-F5344CB8AC3E}">
        <p14:creationId xmlns:p14="http://schemas.microsoft.com/office/powerpoint/2010/main" val="1992020102"/>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type="tbl" preserve="1">
  <p:cSld name="標題及表格">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304800" y="46038"/>
            <a:ext cx="8382000" cy="563562"/>
          </a:xfrm>
        </p:spPr>
        <p:txBody>
          <a:bodyPr/>
          <a:lstStyle/>
          <a:p>
            <a:r>
              <a:rPr lang="zh-TW" altLang="en-US"/>
              <a:t>按一下以編輯母片標題樣式</a:t>
            </a:r>
          </a:p>
        </p:txBody>
      </p:sp>
      <p:sp>
        <p:nvSpPr>
          <p:cNvPr id="3" name="表格版面配置區 2"/>
          <p:cNvSpPr>
            <a:spLocks noGrp="1"/>
          </p:cNvSpPr>
          <p:nvPr>
            <p:ph type="tbl" idx="1"/>
          </p:nvPr>
        </p:nvSpPr>
        <p:spPr>
          <a:xfrm>
            <a:off x="457200" y="990600"/>
            <a:ext cx="8229600" cy="5410200"/>
          </a:xfrm>
        </p:spPr>
        <p:txBody>
          <a:bodyPr/>
          <a:lstStyle/>
          <a:p>
            <a:pPr lvl="0"/>
            <a:r>
              <a:rPr lang="zh-TW" altLang="en-US" noProof="0"/>
              <a:t>按一下圖示以新增表格</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D265670-4600-41FE-88EB-01454A913EBF}" type="slidenum">
              <a:rPr lang="en-US" altLang="zh-TW"/>
              <a:pPr>
                <a:defRPr/>
              </a:pPr>
              <a:t>‹#›</a:t>
            </a:fld>
            <a:endParaRPr lang="en-US" altLang="zh-TW"/>
          </a:p>
        </p:txBody>
      </p:sp>
    </p:spTree>
    <p:extLst>
      <p:ext uri="{BB962C8B-B14F-4D97-AF65-F5344CB8AC3E}">
        <p14:creationId xmlns:p14="http://schemas.microsoft.com/office/powerpoint/2010/main" val="39141005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userDrawn="1">
  <p:cSld name="2_標題及物件">
    <p:spTree>
      <p:nvGrpSpPr>
        <p:cNvPr id="1" name=""/>
        <p:cNvGrpSpPr/>
        <p:nvPr/>
      </p:nvGrpSpPr>
      <p:grpSpPr>
        <a:xfrm>
          <a:off x="0" y="0"/>
          <a:ext cx="0" cy="0"/>
          <a:chOff x="0" y="0"/>
          <a:chExt cx="0" cy="0"/>
        </a:xfrm>
      </p:grpSpPr>
      <p:sp>
        <p:nvSpPr>
          <p:cNvPr id="2"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3"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6" name="矩形 5"/>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7" name="Picture 25"/>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sp>
        <p:nvSpPr>
          <p:cNvPr id="9" name="Rectangle 4"/>
          <p:cNvSpPr>
            <a:spLocks noGrp="1" noChangeArrowheads="1"/>
          </p:cNvSpPr>
          <p:nvPr>
            <p:ph type="dt" sz="half" idx="10"/>
          </p:nvPr>
        </p:nvSpPr>
        <p:spPr>
          <a:xfrm>
            <a:off x="457200" y="6245225"/>
            <a:ext cx="2133600" cy="476250"/>
          </a:xfrm>
          <a:prstGeom prst="rect">
            <a:avLst/>
          </a:prstGeom>
        </p:spPr>
        <p:txBody>
          <a:bodyPr/>
          <a:lstStyle>
            <a:lvl1pPr fontAlgn="auto">
              <a:spcBef>
                <a:spcPts val="0"/>
              </a:spcBef>
              <a:spcAft>
                <a:spcPts val="0"/>
              </a:spcAft>
              <a:defRPr kumimoji="0"/>
            </a:lvl1pPr>
          </a:lstStyle>
          <a:p>
            <a:pPr eaLnBrk="0" hangingPunct="0">
              <a:defRPr/>
            </a:pPr>
            <a:endParaRPr lang="en-US" altLang="zh-TW">
              <a:solidFill>
                <a:srgbClr val="024631"/>
              </a:solidFill>
              <a:ea typeface="新細明體" pitchFamily="18" charset="-120"/>
            </a:endParaRPr>
          </a:p>
        </p:txBody>
      </p:sp>
      <p:sp>
        <p:nvSpPr>
          <p:cNvPr id="10"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11" name="Rectangle 6"/>
          <p:cNvSpPr>
            <a:spLocks noGrp="1" noChangeArrowheads="1"/>
          </p:cNvSpPr>
          <p:nvPr>
            <p:ph type="sldNum" sz="quarter" idx="12"/>
          </p:nvPr>
        </p:nvSpPr>
        <p:spPr/>
        <p:txBody>
          <a:bodyPr/>
          <a:lstStyle>
            <a:lvl1pPr>
              <a:defRPr kumimoji="0"/>
            </a:lvl1pPr>
          </a:lstStyle>
          <a:p>
            <a:pPr>
              <a:defRPr/>
            </a:pPr>
            <a:fld id="{F2B613EC-4F94-44E9-BE95-D97C87254FCD}" type="slidenum">
              <a:rPr lang="en-US" altLang="zh-TW"/>
              <a:pPr>
                <a:defRPr/>
              </a:pPr>
              <a:t>‹#›</a:t>
            </a:fld>
            <a:endParaRPr lang="en-US" altLang="zh-TW"/>
          </a:p>
        </p:txBody>
      </p:sp>
    </p:spTree>
    <p:extLst>
      <p:ext uri="{BB962C8B-B14F-4D97-AF65-F5344CB8AC3E}">
        <p14:creationId xmlns:p14="http://schemas.microsoft.com/office/powerpoint/2010/main" val="254551148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4" name="日期版面配置區 3"/>
          <p:cNvSpPr>
            <a:spLocks noGrp="1"/>
          </p:cNvSpPr>
          <p:nvPr>
            <p:ph type="dt" sz="half" idx="10"/>
          </p:nvPr>
        </p:nvSpPr>
        <p:spPr/>
        <p:txBody>
          <a:bodyPr/>
          <a:lstStyle>
            <a:lvl1pPr>
              <a:defRPr/>
            </a:lvl1pPr>
          </a:lstStyle>
          <a:p>
            <a:pPr>
              <a:defRPr/>
            </a:pPr>
            <a:fld id="{567BB66E-E031-40B3-91F8-9504295A84C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C6E2373B-01B8-423B-AE98-58F921CC5B50}" type="slidenum">
              <a:rPr lang="zh-TW" altLang="en-US"/>
              <a:pPr>
                <a:defRPr/>
              </a:pPr>
              <a:t>‹#›</a:t>
            </a:fld>
            <a:endParaRPr lang="zh-TW" altLang="en-US"/>
          </a:p>
        </p:txBody>
      </p:sp>
    </p:spTree>
    <p:extLst>
      <p:ext uri="{BB962C8B-B14F-4D97-AF65-F5344CB8AC3E}">
        <p14:creationId xmlns:p14="http://schemas.microsoft.com/office/powerpoint/2010/main" val="314107854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D51260ED-591B-466A-A7F0-8049D5B0C41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5526DA92-1482-409A-8F0E-1359896A2A66}" type="slidenum">
              <a:rPr lang="zh-TW" altLang="en-US"/>
              <a:pPr>
                <a:defRPr/>
              </a:pPr>
              <a:t>‹#›</a:t>
            </a:fld>
            <a:endParaRPr lang="zh-TW" altLang="en-US"/>
          </a:p>
        </p:txBody>
      </p:sp>
    </p:spTree>
    <p:extLst>
      <p:ext uri="{BB962C8B-B14F-4D97-AF65-F5344CB8AC3E}">
        <p14:creationId xmlns:p14="http://schemas.microsoft.com/office/powerpoint/2010/main" val="181209422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lvl1pPr>
              <a:defRPr/>
            </a:lvl1pPr>
          </a:lstStyle>
          <a:p>
            <a:pPr>
              <a:defRPr/>
            </a:pPr>
            <a:fld id="{EFC339F9-1E41-424C-9721-3059CF21ED2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BCE0575B-5987-476F-8A33-7216FD818E6A}" type="slidenum">
              <a:rPr lang="zh-TW" altLang="en-US"/>
              <a:pPr>
                <a:defRPr/>
              </a:pPr>
              <a:t>‹#›</a:t>
            </a:fld>
            <a:endParaRPr lang="zh-TW" altLang="en-US"/>
          </a:p>
        </p:txBody>
      </p:sp>
    </p:spTree>
    <p:extLst>
      <p:ext uri="{BB962C8B-B14F-4D97-AF65-F5344CB8AC3E}">
        <p14:creationId xmlns:p14="http://schemas.microsoft.com/office/powerpoint/2010/main" val="69300366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3"/>
          <p:cNvSpPr>
            <a:spLocks noGrp="1"/>
          </p:cNvSpPr>
          <p:nvPr>
            <p:ph type="dt" sz="half" idx="10"/>
          </p:nvPr>
        </p:nvSpPr>
        <p:spPr/>
        <p:txBody>
          <a:bodyPr/>
          <a:lstStyle>
            <a:lvl1pPr>
              <a:defRPr/>
            </a:lvl1pPr>
          </a:lstStyle>
          <a:p>
            <a:pPr>
              <a:defRPr/>
            </a:pPr>
            <a:fld id="{9F3F9DDA-675D-4E0F-A123-7DE87E2DDE09}"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0C34BDA8-EC35-4B00-8481-9EBF32DEC676}" type="slidenum">
              <a:rPr lang="zh-TW" altLang="en-US"/>
              <a:pPr>
                <a:defRPr/>
              </a:pPr>
              <a:t>‹#›</a:t>
            </a:fld>
            <a:endParaRPr lang="zh-TW" altLang="en-US"/>
          </a:p>
        </p:txBody>
      </p:sp>
    </p:spTree>
    <p:extLst>
      <p:ext uri="{BB962C8B-B14F-4D97-AF65-F5344CB8AC3E}">
        <p14:creationId xmlns:p14="http://schemas.microsoft.com/office/powerpoint/2010/main" val="197323183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3"/>
          <p:cNvSpPr>
            <a:spLocks noGrp="1"/>
          </p:cNvSpPr>
          <p:nvPr>
            <p:ph type="dt" sz="half" idx="10"/>
          </p:nvPr>
        </p:nvSpPr>
        <p:spPr/>
        <p:txBody>
          <a:bodyPr/>
          <a:lstStyle>
            <a:lvl1pPr>
              <a:defRPr/>
            </a:lvl1pPr>
          </a:lstStyle>
          <a:p>
            <a:pPr>
              <a:defRPr/>
            </a:pPr>
            <a:fld id="{F709BF98-91CA-4C58-89E9-97E60795DE2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8"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9" name="投影片編號版面配置區 5"/>
          <p:cNvSpPr>
            <a:spLocks noGrp="1"/>
          </p:cNvSpPr>
          <p:nvPr>
            <p:ph type="sldNum" sz="quarter" idx="12"/>
          </p:nvPr>
        </p:nvSpPr>
        <p:spPr/>
        <p:txBody>
          <a:bodyPr/>
          <a:lstStyle>
            <a:lvl1pPr>
              <a:defRPr/>
            </a:lvl1pPr>
          </a:lstStyle>
          <a:p>
            <a:pPr>
              <a:defRPr/>
            </a:pPr>
            <a:fld id="{4AD1B339-7F4A-4CB2-8C96-B3B7650437B6}" type="slidenum">
              <a:rPr lang="zh-TW" altLang="en-US"/>
              <a:pPr>
                <a:defRPr/>
              </a:pPr>
              <a:t>‹#›</a:t>
            </a:fld>
            <a:endParaRPr lang="zh-TW" altLang="en-US"/>
          </a:p>
        </p:txBody>
      </p:sp>
    </p:spTree>
    <p:extLst>
      <p:ext uri="{BB962C8B-B14F-4D97-AF65-F5344CB8AC3E}">
        <p14:creationId xmlns:p14="http://schemas.microsoft.com/office/powerpoint/2010/main" val="3121160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3"/>
          <p:cNvSpPr>
            <a:spLocks noGrp="1"/>
          </p:cNvSpPr>
          <p:nvPr>
            <p:ph type="dt" sz="half" idx="10"/>
          </p:nvPr>
        </p:nvSpPr>
        <p:spPr/>
        <p:txBody>
          <a:bodyPr/>
          <a:lstStyle>
            <a:lvl1pPr>
              <a:defRPr/>
            </a:lvl1pPr>
          </a:lstStyle>
          <a:p>
            <a:pPr>
              <a:defRPr/>
            </a:pPr>
            <a:fld id="{45C793F3-0667-4437-ACC1-ECD53769B51E}"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4"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5" name="投影片編號版面配置區 5"/>
          <p:cNvSpPr>
            <a:spLocks noGrp="1"/>
          </p:cNvSpPr>
          <p:nvPr>
            <p:ph type="sldNum" sz="quarter" idx="12"/>
          </p:nvPr>
        </p:nvSpPr>
        <p:spPr/>
        <p:txBody>
          <a:bodyPr/>
          <a:lstStyle>
            <a:lvl1pPr>
              <a:defRPr/>
            </a:lvl1pPr>
          </a:lstStyle>
          <a:p>
            <a:pPr>
              <a:defRPr/>
            </a:pPr>
            <a:fld id="{AB63E0AF-ABE9-48DE-B039-4E63A2D22AB8}" type="slidenum">
              <a:rPr lang="zh-TW" altLang="en-US"/>
              <a:pPr>
                <a:defRPr/>
              </a:pPr>
              <a:t>‹#›</a:t>
            </a:fld>
            <a:endParaRPr lang="zh-TW" altLang="en-US"/>
          </a:p>
        </p:txBody>
      </p:sp>
    </p:spTree>
    <p:extLst>
      <p:ext uri="{BB962C8B-B14F-4D97-AF65-F5344CB8AC3E}">
        <p14:creationId xmlns:p14="http://schemas.microsoft.com/office/powerpoint/2010/main" val="241872937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3"/>
          <p:cNvSpPr>
            <a:spLocks noGrp="1"/>
          </p:cNvSpPr>
          <p:nvPr>
            <p:ph type="dt" sz="half" idx="10"/>
          </p:nvPr>
        </p:nvSpPr>
        <p:spPr/>
        <p:txBody>
          <a:bodyPr/>
          <a:lstStyle>
            <a:lvl1pPr>
              <a:defRPr/>
            </a:lvl1pPr>
          </a:lstStyle>
          <a:p>
            <a:pPr>
              <a:defRPr/>
            </a:pPr>
            <a:fld id="{C3FFEC3D-0016-49E1-9BA0-EB09797408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3"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4" name="投影片編號版面配置區 5"/>
          <p:cNvSpPr>
            <a:spLocks noGrp="1"/>
          </p:cNvSpPr>
          <p:nvPr>
            <p:ph type="sldNum" sz="quarter" idx="12"/>
          </p:nvPr>
        </p:nvSpPr>
        <p:spPr/>
        <p:txBody>
          <a:bodyPr/>
          <a:lstStyle>
            <a:lvl1pPr>
              <a:defRPr/>
            </a:lvl1pPr>
          </a:lstStyle>
          <a:p>
            <a:pPr>
              <a:defRPr/>
            </a:pPr>
            <a:fld id="{624D5057-6FFB-4FED-B751-19B7905EE37E}" type="slidenum">
              <a:rPr lang="zh-TW" altLang="en-US"/>
              <a:pPr>
                <a:defRPr/>
              </a:pPr>
              <a:t>‹#›</a:t>
            </a:fld>
            <a:endParaRPr lang="zh-TW" altLang="en-US"/>
          </a:p>
        </p:txBody>
      </p:sp>
    </p:spTree>
    <p:extLst>
      <p:ext uri="{BB962C8B-B14F-4D97-AF65-F5344CB8AC3E}">
        <p14:creationId xmlns:p14="http://schemas.microsoft.com/office/powerpoint/2010/main" val="1315939776"/>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62AD4812-FB5C-4AFD-8DCA-5B88C363CE1A}"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8F8584C8-141C-465E-A96F-2FBEAAED0C87}" type="slidenum">
              <a:rPr lang="zh-TW" altLang="en-US"/>
              <a:pPr>
                <a:defRPr/>
              </a:pPr>
              <a:t>‹#›</a:t>
            </a:fld>
            <a:endParaRPr lang="zh-TW" altLang="en-US"/>
          </a:p>
        </p:txBody>
      </p:sp>
    </p:spTree>
    <p:extLst>
      <p:ext uri="{BB962C8B-B14F-4D97-AF65-F5344CB8AC3E}">
        <p14:creationId xmlns:p14="http://schemas.microsoft.com/office/powerpoint/2010/main" val="4080705280"/>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DAAD7C72-B169-42CA-A927-5142294B24E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DB0EF086-308C-4EDB-BB7B-003C9A378010}" type="slidenum">
              <a:rPr lang="zh-TW" altLang="en-US"/>
              <a:pPr>
                <a:defRPr/>
              </a:pPr>
              <a:t>‹#›</a:t>
            </a:fld>
            <a:endParaRPr lang="zh-TW" altLang="en-US"/>
          </a:p>
        </p:txBody>
      </p:sp>
    </p:spTree>
    <p:extLst>
      <p:ext uri="{BB962C8B-B14F-4D97-AF65-F5344CB8AC3E}">
        <p14:creationId xmlns:p14="http://schemas.microsoft.com/office/powerpoint/2010/main" val="3450451581"/>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6DCC41FF-EAD6-447D-8BB7-DD5E73CE678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8C7588B2-0592-47C9-8228-0CE16C0E4618}" type="slidenum">
              <a:rPr lang="zh-TW" altLang="en-US"/>
              <a:pPr>
                <a:defRPr/>
              </a:pPr>
              <a:t>‹#›</a:t>
            </a:fld>
            <a:endParaRPr lang="zh-TW" altLang="en-US"/>
          </a:p>
        </p:txBody>
      </p:sp>
    </p:spTree>
    <p:extLst>
      <p:ext uri="{BB962C8B-B14F-4D97-AF65-F5344CB8AC3E}">
        <p14:creationId xmlns:p14="http://schemas.microsoft.com/office/powerpoint/2010/main" val="242840290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42523DCA-179B-4F13-A467-BAEF2F8582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AE8A45D0-B3EF-4CF4-8A6A-4EC16519FE2B}" type="slidenum">
              <a:rPr lang="zh-TW" altLang="en-US"/>
              <a:pPr>
                <a:defRPr/>
              </a:pPr>
              <a:t>‹#›</a:t>
            </a:fld>
            <a:endParaRPr lang="zh-TW" altLang="en-US"/>
          </a:p>
        </p:txBody>
      </p:sp>
    </p:spTree>
    <p:extLst>
      <p:ext uri="{BB962C8B-B14F-4D97-AF65-F5344CB8AC3E}">
        <p14:creationId xmlns:p14="http://schemas.microsoft.com/office/powerpoint/2010/main" val="235493925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9EE5D0BC-4944-4162-9807-E9083DAEE6F5}" type="slidenum">
              <a:rPr lang="en-US" altLang="zh-TW"/>
              <a:pPr>
                <a:defRPr/>
              </a:pPr>
              <a:t>‹#›</a:t>
            </a:fld>
            <a:endParaRPr lang="en-US" altLang="zh-TW"/>
          </a:p>
        </p:txBody>
      </p:sp>
    </p:spTree>
    <p:extLst>
      <p:ext uri="{BB962C8B-B14F-4D97-AF65-F5344CB8AC3E}">
        <p14:creationId xmlns:p14="http://schemas.microsoft.com/office/powerpoint/2010/main" val="287244711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4" name="日期版面配置區 3"/>
          <p:cNvSpPr>
            <a:spLocks noGrp="1"/>
          </p:cNvSpPr>
          <p:nvPr>
            <p:ph type="dt" sz="half" idx="10"/>
          </p:nvPr>
        </p:nvSpPr>
        <p:spPr/>
        <p:txBody>
          <a:bodyPr/>
          <a:lstStyle>
            <a:lvl1pPr>
              <a:defRPr/>
            </a:lvl1pPr>
          </a:lstStyle>
          <a:p>
            <a:pPr>
              <a:defRPr/>
            </a:pPr>
            <a:fld id="{567BB66E-E031-40B3-91F8-9504295A84C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C6E2373B-01B8-423B-AE98-58F921CC5B50}" type="slidenum">
              <a:rPr lang="zh-TW" altLang="en-US"/>
              <a:pPr>
                <a:defRPr/>
              </a:pPr>
              <a:t>‹#›</a:t>
            </a:fld>
            <a:endParaRPr lang="zh-TW" altLang="en-US"/>
          </a:p>
        </p:txBody>
      </p:sp>
    </p:spTree>
    <p:extLst>
      <p:ext uri="{BB962C8B-B14F-4D97-AF65-F5344CB8AC3E}">
        <p14:creationId xmlns:p14="http://schemas.microsoft.com/office/powerpoint/2010/main" val="89536062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D51260ED-591B-466A-A7F0-8049D5B0C41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5526DA92-1482-409A-8F0E-1359896A2A66}" type="slidenum">
              <a:rPr lang="zh-TW" altLang="en-US"/>
              <a:pPr>
                <a:defRPr/>
              </a:pPr>
              <a:t>‹#›</a:t>
            </a:fld>
            <a:endParaRPr lang="zh-TW" altLang="en-US"/>
          </a:p>
        </p:txBody>
      </p:sp>
    </p:spTree>
    <p:extLst>
      <p:ext uri="{BB962C8B-B14F-4D97-AF65-F5344CB8AC3E}">
        <p14:creationId xmlns:p14="http://schemas.microsoft.com/office/powerpoint/2010/main" val="130719842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lvl1pPr>
              <a:defRPr/>
            </a:lvl1pPr>
          </a:lstStyle>
          <a:p>
            <a:pPr>
              <a:defRPr/>
            </a:pPr>
            <a:fld id="{EFC339F9-1E41-424C-9721-3059CF21ED2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BCE0575B-5987-476F-8A33-7216FD818E6A}" type="slidenum">
              <a:rPr lang="zh-TW" altLang="en-US"/>
              <a:pPr>
                <a:defRPr/>
              </a:pPr>
              <a:t>‹#›</a:t>
            </a:fld>
            <a:endParaRPr lang="zh-TW" altLang="en-US"/>
          </a:p>
        </p:txBody>
      </p:sp>
    </p:spTree>
    <p:extLst>
      <p:ext uri="{BB962C8B-B14F-4D97-AF65-F5344CB8AC3E}">
        <p14:creationId xmlns:p14="http://schemas.microsoft.com/office/powerpoint/2010/main" val="1603300073"/>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3"/>
          <p:cNvSpPr>
            <a:spLocks noGrp="1"/>
          </p:cNvSpPr>
          <p:nvPr>
            <p:ph type="dt" sz="half" idx="10"/>
          </p:nvPr>
        </p:nvSpPr>
        <p:spPr/>
        <p:txBody>
          <a:bodyPr/>
          <a:lstStyle>
            <a:lvl1pPr>
              <a:defRPr/>
            </a:lvl1pPr>
          </a:lstStyle>
          <a:p>
            <a:pPr>
              <a:defRPr/>
            </a:pPr>
            <a:fld id="{9F3F9DDA-675D-4E0F-A123-7DE87E2DDE09}"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0C34BDA8-EC35-4B00-8481-9EBF32DEC676}" type="slidenum">
              <a:rPr lang="zh-TW" altLang="en-US"/>
              <a:pPr>
                <a:defRPr/>
              </a:pPr>
              <a:t>‹#›</a:t>
            </a:fld>
            <a:endParaRPr lang="zh-TW" altLang="en-US"/>
          </a:p>
        </p:txBody>
      </p:sp>
    </p:spTree>
    <p:extLst>
      <p:ext uri="{BB962C8B-B14F-4D97-AF65-F5344CB8AC3E}">
        <p14:creationId xmlns:p14="http://schemas.microsoft.com/office/powerpoint/2010/main" val="187103869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3"/>
          <p:cNvSpPr>
            <a:spLocks noGrp="1"/>
          </p:cNvSpPr>
          <p:nvPr>
            <p:ph type="dt" sz="half" idx="10"/>
          </p:nvPr>
        </p:nvSpPr>
        <p:spPr/>
        <p:txBody>
          <a:bodyPr/>
          <a:lstStyle>
            <a:lvl1pPr>
              <a:defRPr/>
            </a:lvl1pPr>
          </a:lstStyle>
          <a:p>
            <a:pPr>
              <a:defRPr/>
            </a:pPr>
            <a:fld id="{F709BF98-91CA-4C58-89E9-97E60795DE2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8"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9" name="投影片編號版面配置區 5"/>
          <p:cNvSpPr>
            <a:spLocks noGrp="1"/>
          </p:cNvSpPr>
          <p:nvPr>
            <p:ph type="sldNum" sz="quarter" idx="12"/>
          </p:nvPr>
        </p:nvSpPr>
        <p:spPr/>
        <p:txBody>
          <a:bodyPr/>
          <a:lstStyle>
            <a:lvl1pPr>
              <a:defRPr/>
            </a:lvl1pPr>
          </a:lstStyle>
          <a:p>
            <a:pPr>
              <a:defRPr/>
            </a:pPr>
            <a:fld id="{4AD1B339-7F4A-4CB2-8C96-B3B7650437B6}" type="slidenum">
              <a:rPr lang="zh-TW" altLang="en-US"/>
              <a:pPr>
                <a:defRPr/>
              </a:pPr>
              <a:t>‹#›</a:t>
            </a:fld>
            <a:endParaRPr lang="zh-TW" altLang="en-US"/>
          </a:p>
        </p:txBody>
      </p:sp>
    </p:spTree>
    <p:extLst>
      <p:ext uri="{BB962C8B-B14F-4D97-AF65-F5344CB8AC3E}">
        <p14:creationId xmlns:p14="http://schemas.microsoft.com/office/powerpoint/2010/main" val="1388477976"/>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3"/>
          <p:cNvSpPr>
            <a:spLocks noGrp="1"/>
          </p:cNvSpPr>
          <p:nvPr>
            <p:ph type="dt" sz="half" idx="10"/>
          </p:nvPr>
        </p:nvSpPr>
        <p:spPr/>
        <p:txBody>
          <a:bodyPr/>
          <a:lstStyle>
            <a:lvl1pPr>
              <a:defRPr/>
            </a:lvl1pPr>
          </a:lstStyle>
          <a:p>
            <a:pPr>
              <a:defRPr/>
            </a:pPr>
            <a:fld id="{45C793F3-0667-4437-ACC1-ECD53769B51E}"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4"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5" name="投影片編號版面配置區 5"/>
          <p:cNvSpPr>
            <a:spLocks noGrp="1"/>
          </p:cNvSpPr>
          <p:nvPr>
            <p:ph type="sldNum" sz="quarter" idx="12"/>
          </p:nvPr>
        </p:nvSpPr>
        <p:spPr/>
        <p:txBody>
          <a:bodyPr/>
          <a:lstStyle>
            <a:lvl1pPr>
              <a:defRPr/>
            </a:lvl1pPr>
          </a:lstStyle>
          <a:p>
            <a:pPr>
              <a:defRPr/>
            </a:pPr>
            <a:fld id="{AB63E0AF-ABE9-48DE-B039-4E63A2D22AB8}" type="slidenum">
              <a:rPr lang="zh-TW" altLang="en-US"/>
              <a:pPr>
                <a:defRPr/>
              </a:pPr>
              <a:t>‹#›</a:t>
            </a:fld>
            <a:endParaRPr lang="zh-TW" altLang="en-US"/>
          </a:p>
        </p:txBody>
      </p:sp>
    </p:spTree>
    <p:extLst>
      <p:ext uri="{BB962C8B-B14F-4D97-AF65-F5344CB8AC3E}">
        <p14:creationId xmlns:p14="http://schemas.microsoft.com/office/powerpoint/2010/main" val="128014637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3"/>
          <p:cNvSpPr>
            <a:spLocks noGrp="1"/>
          </p:cNvSpPr>
          <p:nvPr>
            <p:ph type="dt" sz="half" idx="10"/>
          </p:nvPr>
        </p:nvSpPr>
        <p:spPr/>
        <p:txBody>
          <a:bodyPr/>
          <a:lstStyle>
            <a:lvl1pPr>
              <a:defRPr/>
            </a:lvl1pPr>
          </a:lstStyle>
          <a:p>
            <a:pPr>
              <a:defRPr/>
            </a:pPr>
            <a:fld id="{C3FFEC3D-0016-49E1-9BA0-EB09797408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3"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4" name="投影片編號版面配置區 5"/>
          <p:cNvSpPr>
            <a:spLocks noGrp="1"/>
          </p:cNvSpPr>
          <p:nvPr>
            <p:ph type="sldNum" sz="quarter" idx="12"/>
          </p:nvPr>
        </p:nvSpPr>
        <p:spPr/>
        <p:txBody>
          <a:bodyPr/>
          <a:lstStyle>
            <a:lvl1pPr>
              <a:defRPr/>
            </a:lvl1pPr>
          </a:lstStyle>
          <a:p>
            <a:pPr>
              <a:defRPr/>
            </a:pPr>
            <a:fld id="{624D5057-6FFB-4FED-B751-19B7905EE37E}" type="slidenum">
              <a:rPr lang="zh-TW" altLang="en-US"/>
              <a:pPr>
                <a:defRPr/>
              </a:pPr>
              <a:t>‹#›</a:t>
            </a:fld>
            <a:endParaRPr lang="zh-TW" altLang="en-US"/>
          </a:p>
        </p:txBody>
      </p:sp>
    </p:spTree>
    <p:extLst>
      <p:ext uri="{BB962C8B-B14F-4D97-AF65-F5344CB8AC3E}">
        <p14:creationId xmlns:p14="http://schemas.microsoft.com/office/powerpoint/2010/main" val="350783724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62AD4812-FB5C-4AFD-8DCA-5B88C363CE1A}"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8F8584C8-141C-465E-A96F-2FBEAAED0C87}" type="slidenum">
              <a:rPr lang="zh-TW" altLang="en-US"/>
              <a:pPr>
                <a:defRPr/>
              </a:pPr>
              <a:t>‹#›</a:t>
            </a:fld>
            <a:endParaRPr lang="zh-TW" altLang="en-US"/>
          </a:p>
        </p:txBody>
      </p:sp>
    </p:spTree>
    <p:extLst>
      <p:ext uri="{BB962C8B-B14F-4D97-AF65-F5344CB8AC3E}">
        <p14:creationId xmlns:p14="http://schemas.microsoft.com/office/powerpoint/2010/main" val="246781853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DAAD7C72-B169-42CA-A927-5142294B24E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DB0EF086-308C-4EDB-BB7B-003C9A378010}" type="slidenum">
              <a:rPr lang="zh-TW" altLang="en-US"/>
              <a:pPr>
                <a:defRPr/>
              </a:pPr>
              <a:t>‹#›</a:t>
            </a:fld>
            <a:endParaRPr lang="zh-TW" altLang="en-US"/>
          </a:p>
        </p:txBody>
      </p:sp>
    </p:spTree>
    <p:extLst>
      <p:ext uri="{BB962C8B-B14F-4D97-AF65-F5344CB8AC3E}">
        <p14:creationId xmlns:p14="http://schemas.microsoft.com/office/powerpoint/2010/main" val="314885398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6DCC41FF-EAD6-447D-8BB7-DD5E73CE678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8C7588B2-0592-47C9-8228-0CE16C0E4618}" type="slidenum">
              <a:rPr lang="zh-TW" altLang="en-US"/>
              <a:pPr>
                <a:defRPr/>
              </a:pPr>
              <a:t>‹#›</a:t>
            </a:fld>
            <a:endParaRPr lang="zh-TW" altLang="en-US"/>
          </a:p>
        </p:txBody>
      </p:sp>
    </p:spTree>
    <p:extLst>
      <p:ext uri="{BB962C8B-B14F-4D97-AF65-F5344CB8AC3E}">
        <p14:creationId xmlns:p14="http://schemas.microsoft.com/office/powerpoint/2010/main" val="3095089407"/>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42523DCA-179B-4F13-A467-BAEF2F8582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AE8A45D0-B3EF-4CF4-8A6A-4EC16519FE2B}" type="slidenum">
              <a:rPr lang="zh-TW" altLang="en-US"/>
              <a:pPr>
                <a:defRPr/>
              </a:pPr>
              <a:t>‹#›</a:t>
            </a:fld>
            <a:endParaRPr lang="zh-TW" altLang="en-US"/>
          </a:p>
        </p:txBody>
      </p:sp>
    </p:spTree>
    <p:extLst>
      <p:ext uri="{BB962C8B-B14F-4D97-AF65-F5344CB8AC3E}">
        <p14:creationId xmlns:p14="http://schemas.microsoft.com/office/powerpoint/2010/main" val="2710497938"/>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9EE5D0BC-4944-4162-9807-E9083DAEE6F5}" type="slidenum">
              <a:rPr lang="en-US" altLang="zh-TW"/>
              <a:pPr>
                <a:defRPr/>
              </a:pPr>
              <a:t>‹#›</a:t>
            </a:fld>
            <a:endParaRPr lang="en-US" altLang="zh-TW"/>
          </a:p>
        </p:txBody>
      </p:sp>
    </p:spTree>
    <p:extLst>
      <p:ext uri="{BB962C8B-B14F-4D97-AF65-F5344CB8AC3E}">
        <p14:creationId xmlns:p14="http://schemas.microsoft.com/office/powerpoint/2010/main" val="2319920631"/>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4" name="日期版面配置區 3"/>
          <p:cNvSpPr>
            <a:spLocks noGrp="1"/>
          </p:cNvSpPr>
          <p:nvPr>
            <p:ph type="dt" sz="half" idx="10"/>
          </p:nvPr>
        </p:nvSpPr>
        <p:spPr/>
        <p:txBody>
          <a:bodyPr/>
          <a:lstStyle>
            <a:lvl1pPr>
              <a:defRPr/>
            </a:lvl1pPr>
          </a:lstStyle>
          <a:p>
            <a:pPr>
              <a:defRPr/>
            </a:pPr>
            <a:fld id="{567BB66E-E031-40B3-91F8-9504295A84C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C6E2373B-01B8-423B-AE98-58F921CC5B50}" type="slidenum">
              <a:rPr lang="zh-TW" altLang="en-US"/>
              <a:pPr>
                <a:defRPr/>
              </a:pPr>
              <a:t>‹#›</a:t>
            </a:fld>
            <a:endParaRPr lang="zh-TW" altLang="en-US"/>
          </a:p>
        </p:txBody>
      </p:sp>
    </p:spTree>
    <p:extLst>
      <p:ext uri="{BB962C8B-B14F-4D97-AF65-F5344CB8AC3E}">
        <p14:creationId xmlns:p14="http://schemas.microsoft.com/office/powerpoint/2010/main" val="329407642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D51260ED-591B-466A-A7F0-8049D5B0C41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5526DA92-1482-409A-8F0E-1359896A2A66}" type="slidenum">
              <a:rPr lang="zh-TW" altLang="en-US"/>
              <a:pPr>
                <a:defRPr/>
              </a:pPr>
              <a:t>‹#›</a:t>
            </a:fld>
            <a:endParaRPr lang="zh-TW" altLang="en-US"/>
          </a:p>
        </p:txBody>
      </p:sp>
    </p:spTree>
    <p:extLst>
      <p:ext uri="{BB962C8B-B14F-4D97-AF65-F5344CB8AC3E}">
        <p14:creationId xmlns:p14="http://schemas.microsoft.com/office/powerpoint/2010/main" val="357549628"/>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lvl1pPr>
              <a:defRPr/>
            </a:lvl1pPr>
          </a:lstStyle>
          <a:p>
            <a:pPr>
              <a:defRPr/>
            </a:pPr>
            <a:fld id="{EFC339F9-1E41-424C-9721-3059CF21ED2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BCE0575B-5987-476F-8A33-7216FD818E6A}" type="slidenum">
              <a:rPr lang="zh-TW" altLang="en-US"/>
              <a:pPr>
                <a:defRPr/>
              </a:pPr>
              <a:t>‹#›</a:t>
            </a:fld>
            <a:endParaRPr lang="zh-TW" altLang="en-US"/>
          </a:p>
        </p:txBody>
      </p:sp>
    </p:spTree>
    <p:extLst>
      <p:ext uri="{BB962C8B-B14F-4D97-AF65-F5344CB8AC3E}">
        <p14:creationId xmlns:p14="http://schemas.microsoft.com/office/powerpoint/2010/main" val="71628343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3"/>
          <p:cNvSpPr>
            <a:spLocks noGrp="1"/>
          </p:cNvSpPr>
          <p:nvPr>
            <p:ph type="dt" sz="half" idx="10"/>
          </p:nvPr>
        </p:nvSpPr>
        <p:spPr/>
        <p:txBody>
          <a:bodyPr/>
          <a:lstStyle>
            <a:lvl1pPr>
              <a:defRPr/>
            </a:lvl1pPr>
          </a:lstStyle>
          <a:p>
            <a:pPr>
              <a:defRPr/>
            </a:pPr>
            <a:fld id="{9F3F9DDA-675D-4E0F-A123-7DE87E2DDE09}"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0C34BDA8-EC35-4B00-8481-9EBF32DEC676}" type="slidenum">
              <a:rPr lang="zh-TW" altLang="en-US"/>
              <a:pPr>
                <a:defRPr/>
              </a:pPr>
              <a:t>‹#›</a:t>
            </a:fld>
            <a:endParaRPr lang="zh-TW" altLang="en-US"/>
          </a:p>
        </p:txBody>
      </p:sp>
    </p:spTree>
    <p:extLst>
      <p:ext uri="{BB962C8B-B14F-4D97-AF65-F5344CB8AC3E}">
        <p14:creationId xmlns:p14="http://schemas.microsoft.com/office/powerpoint/2010/main" val="113755972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3"/>
          <p:cNvSpPr>
            <a:spLocks noGrp="1"/>
          </p:cNvSpPr>
          <p:nvPr>
            <p:ph type="dt" sz="half" idx="10"/>
          </p:nvPr>
        </p:nvSpPr>
        <p:spPr/>
        <p:txBody>
          <a:bodyPr/>
          <a:lstStyle>
            <a:lvl1pPr>
              <a:defRPr/>
            </a:lvl1pPr>
          </a:lstStyle>
          <a:p>
            <a:pPr>
              <a:defRPr/>
            </a:pPr>
            <a:fld id="{F709BF98-91CA-4C58-89E9-97E60795DE2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8"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9" name="投影片編號版面配置區 5"/>
          <p:cNvSpPr>
            <a:spLocks noGrp="1"/>
          </p:cNvSpPr>
          <p:nvPr>
            <p:ph type="sldNum" sz="quarter" idx="12"/>
          </p:nvPr>
        </p:nvSpPr>
        <p:spPr/>
        <p:txBody>
          <a:bodyPr/>
          <a:lstStyle>
            <a:lvl1pPr>
              <a:defRPr/>
            </a:lvl1pPr>
          </a:lstStyle>
          <a:p>
            <a:pPr>
              <a:defRPr/>
            </a:pPr>
            <a:fld id="{4AD1B339-7F4A-4CB2-8C96-B3B7650437B6}" type="slidenum">
              <a:rPr lang="zh-TW" altLang="en-US"/>
              <a:pPr>
                <a:defRPr/>
              </a:pPr>
              <a:t>‹#›</a:t>
            </a:fld>
            <a:endParaRPr lang="zh-TW" altLang="en-US"/>
          </a:p>
        </p:txBody>
      </p:sp>
    </p:spTree>
    <p:extLst>
      <p:ext uri="{BB962C8B-B14F-4D97-AF65-F5344CB8AC3E}">
        <p14:creationId xmlns:p14="http://schemas.microsoft.com/office/powerpoint/2010/main" val="1058569437"/>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3"/>
          <p:cNvSpPr>
            <a:spLocks noGrp="1"/>
          </p:cNvSpPr>
          <p:nvPr>
            <p:ph type="dt" sz="half" idx="10"/>
          </p:nvPr>
        </p:nvSpPr>
        <p:spPr/>
        <p:txBody>
          <a:bodyPr/>
          <a:lstStyle>
            <a:lvl1pPr>
              <a:defRPr/>
            </a:lvl1pPr>
          </a:lstStyle>
          <a:p>
            <a:pPr>
              <a:defRPr/>
            </a:pPr>
            <a:fld id="{45C793F3-0667-4437-ACC1-ECD53769B51E}"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4"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5" name="投影片編號版面配置區 5"/>
          <p:cNvSpPr>
            <a:spLocks noGrp="1"/>
          </p:cNvSpPr>
          <p:nvPr>
            <p:ph type="sldNum" sz="quarter" idx="12"/>
          </p:nvPr>
        </p:nvSpPr>
        <p:spPr/>
        <p:txBody>
          <a:bodyPr/>
          <a:lstStyle>
            <a:lvl1pPr>
              <a:defRPr/>
            </a:lvl1pPr>
          </a:lstStyle>
          <a:p>
            <a:pPr>
              <a:defRPr/>
            </a:pPr>
            <a:fld id="{AB63E0AF-ABE9-48DE-B039-4E63A2D22AB8}" type="slidenum">
              <a:rPr lang="zh-TW" altLang="en-US"/>
              <a:pPr>
                <a:defRPr/>
              </a:pPr>
              <a:t>‹#›</a:t>
            </a:fld>
            <a:endParaRPr lang="zh-TW" altLang="en-US"/>
          </a:p>
        </p:txBody>
      </p:sp>
    </p:spTree>
    <p:extLst>
      <p:ext uri="{BB962C8B-B14F-4D97-AF65-F5344CB8AC3E}">
        <p14:creationId xmlns:p14="http://schemas.microsoft.com/office/powerpoint/2010/main" val="112519837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3"/>
          <p:cNvSpPr>
            <a:spLocks noGrp="1"/>
          </p:cNvSpPr>
          <p:nvPr>
            <p:ph type="dt" sz="half" idx="10"/>
          </p:nvPr>
        </p:nvSpPr>
        <p:spPr/>
        <p:txBody>
          <a:bodyPr/>
          <a:lstStyle>
            <a:lvl1pPr>
              <a:defRPr/>
            </a:lvl1pPr>
          </a:lstStyle>
          <a:p>
            <a:pPr>
              <a:defRPr/>
            </a:pPr>
            <a:fld id="{C3FFEC3D-0016-49E1-9BA0-EB09797408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3"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4" name="投影片編號版面配置區 5"/>
          <p:cNvSpPr>
            <a:spLocks noGrp="1"/>
          </p:cNvSpPr>
          <p:nvPr>
            <p:ph type="sldNum" sz="quarter" idx="12"/>
          </p:nvPr>
        </p:nvSpPr>
        <p:spPr/>
        <p:txBody>
          <a:bodyPr/>
          <a:lstStyle>
            <a:lvl1pPr>
              <a:defRPr/>
            </a:lvl1pPr>
          </a:lstStyle>
          <a:p>
            <a:pPr>
              <a:defRPr/>
            </a:pPr>
            <a:fld id="{624D5057-6FFB-4FED-B751-19B7905EE37E}" type="slidenum">
              <a:rPr lang="zh-TW" altLang="en-US"/>
              <a:pPr>
                <a:defRPr/>
              </a:pPr>
              <a:t>‹#›</a:t>
            </a:fld>
            <a:endParaRPr lang="zh-TW" altLang="en-US"/>
          </a:p>
        </p:txBody>
      </p:sp>
    </p:spTree>
    <p:extLst>
      <p:ext uri="{BB962C8B-B14F-4D97-AF65-F5344CB8AC3E}">
        <p14:creationId xmlns:p14="http://schemas.microsoft.com/office/powerpoint/2010/main" val="386287503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62AD4812-FB5C-4AFD-8DCA-5B88C363CE1A}"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8F8584C8-141C-465E-A96F-2FBEAAED0C87}" type="slidenum">
              <a:rPr lang="zh-TW" altLang="en-US"/>
              <a:pPr>
                <a:defRPr/>
              </a:pPr>
              <a:t>‹#›</a:t>
            </a:fld>
            <a:endParaRPr lang="zh-TW" altLang="en-US"/>
          </a:p>
        </p:txBody>
      </p:sp>
    </p:spTree>
    <p:extLst>
      <p:ext uri="{BB962C8B-B14F-4D97-AF65-F5344CB8AC3E}">
        <p14:creationId xmlns:p14="http://schemas.microsoft.com/office/powerpoint/2010/main" val="2100738809"/>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DAAD7C72-B169-42CA-A927-5142294B24E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DB0EF086-308C-4EDB-BB7B-003C9A378010}" type="slidenum">
              <a:rPr lang="zh-TW" altLang="en-US"/>
              <a:pPr>
                <a:defRPr/>
              </a:pPr>
              <a:t>‹#›</a:t>
            </a:fld>
            <a:endParaRPr lang="zh-TW" altLang="en-US"/>
          </a:p>
        </p:txBody>
      </p:sp>
    </p:spTree>
    <p:extLst>
      <p:ext uri="{BB962C8B-B14F-4D97-AF65-F5344CB8AC3E}">
        <p14:creationId xmlns:p14="http://schemas.microsoft.com/office/powerpoint/2010/main" val="2057669901"/>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6DCC41FF-EAD6-447D-8BB7-DD5E73CE678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8C7588B2-0592-47C9-8228-0CE16C0E4618}" type="slidenum">
              <a:rPr lang="zh-TW" altLang="en-US"/>
              <a:pPr>
                <a:defRPr/>
              </a:pPr>
              <a:t>‹#›</a:t>
            </a:fld>
            <a:endParaRPr lang="zh-TW" altLang="en-US"/>
          </a:p>
        </p:txBody>
      </p:sp>
    </p:spTree>
    <p:extLst>
      <p:ext uri="{BB962C8B-B14F-4D97-AF65-F5344CB8AC3E}">
        <p14:creationId xmlns:p14="http://schemas.microsoft.com/office/powerpoint/2010/main" val="243215877"/>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42523DCA-179B-4F13-A467-BAEF2F8582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AE8A45D0-B3EF-4CF4-8A6A-4EC16519FE2B}" type="slidenum">
              <a:rPr lang="zh-TW" altLang="en-US"/>
              <a:pPr>
                <a:defRPr/>
              </a:pPr>
              <a:t>‹#›</a:t>
            </a:fld>
            <a:endParaRPr lang="zh-TW" altLang="en-US"/>
          </a:p>
        </p:txBody>
      </p:sp>
    </p:spTree>
    <p:extLst>
      <p:ext uri="{BB962C8B-B14F-4D97-AF65-F5344CB8AC3E}">
        <p14:creationId xmlns:p14="http://schemas.microsoft.com/office/powerpoint/2010/main" val="285600539"/>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9EE5D0BC-4944-4162-9807-E9083DAEE6F5}" type="slidenum">
              <a:rPr lang="en-US" altLang="zh-TW"/>
              <a:pPr>
                <a:defRPr/>
              </a:pPr>
              <a:t>‹#›</a:t>
            </a:fld>
            <a:endParaRPr lang="en-US" altLang="zh-TW"/>
          </a:p>
        </p:txBody>
      </p:sp>
    </p:spTree>
    <p:extLst>
      <p:ext uri="{BB962C8B-B14F-4D97-AF65-F5344CB8AC3E}">
        <p14:creationId xmlns:p14="http://schemas.microsoft.com/office/powerpoint/2010/main" val="2371530775"/>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4" name="日期版面配置區 3"/>
          <p:cNvSpPr>
            <a:spLocks noGrp="1"/>
          </p:cNvSpPr>
          <p:nvPr>
            <p:ph type="dt" sz="half" idx="10"/>
          </p:nvPr>
        </p:nvSpPr>
        <p:spPr/>
        <p:txBody>
          <a:bodyPr/>
          <a:lstStyle>
            <a:lvl1pPr>
              <a:defRPr/>
            </a:lvl1pPr>
          </a:lstStyle>
          <a:p>
            <a:pPr>
              <a:defRPr/>
            </a:pPr>
            <a:fld id="{567BB66E-E031-40B3-91F8-9504295A84C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C6E2373B-01B8-423B-AE98-58F921CC5B50}" type="slidenum">
              <a:rPr lang="zh-TW" altLang="en-US"/>
              <a:pPr>
                <a:defRPr/>
              </a:pPr>
              <a:t>‹#›</a:t>
            </a:fld>
            <a:endParaRPr lang="zh-TW" altLang="en-US"/>
          </a:p>
        </p:txBody>
      </p:sp>
    </p:spTree>
    <p:extLst>
      <p:ext uri="{BB962C8B-B14F-4D97-AF65-F5344CB8AC3E}">
        <p14:creationId xmlns:p14="http://schemas.microsoft.com/office/powerpoint/2010/main" val="213553879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D51260ED-591B-466A-A7F0-8049D5B0C41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5526DA92-1482-409A-8F0E-1359896A2A66}" type="slidenum">
              <a:rPr lang="zh-TW" altLang="en-US"/>
              <a:pPr>
                <a:defRPr/>
              </a:pPr>
              <a:t>‹#›</a:t>
            </a:fld>
            <a:endParaRPr lang="zh-TW" altLang="en-US"/>
          </a:p>
        </p:txBody>
      </p:sp>
    </p:spTree>
    <p:extLst>
      <p:ext uri="{BB962C8B-B14F-4D97-AF65-F5344CB8AC3E}">
        <p14:creationId xmlns:p14="http://schemas.microsoft.com/office/powerpoint/2010/main" val="354656540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lvl1pPr>
              <a:defRPr/>
            </a:lvl1pPr>
          </a:lstStyle>
          <a:p>
            <a:pPr>
              <a:defRPr/>
            </a:pPr>
            <a:fld id="{EFC339F9-1E41-424C-9721-3059CF21ED2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BCE0575B-5987-476F-8A33-7216FD818E6A}" type="slidenum">
              <a:rPr lang="zh-TW" altLang="en-US"/>
              <a:pPr>
                <a:defRPr/>
              </a:pPr>
              <a:t>‹#›</a:t>
            </a:fld>
            <a:endParaRPr lang="zh-TW" altLang="en-US"/>
          </a:p>
        </p:txBody>
      </p:sp>
    </p:spTree>
    <p:extLst>
      <p:ext uri="{BB962C8B-B14F-4D97-AF65-F5344CB8AC3E}">
        <p14:creationId xmlns:p14="http://schemas.microsoft.com/office/powerpoint/2010/main" val="297276978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3"/>
          <p:cNvSpPr>
            <a:spLocks noGrp="1"/>
          </p:cNvSpPr>
          <p:nvPr>
            <p:ph type="dt" sz="half" idx="10"/>
          </p:nvPr>
        </p:nvSpPr>
        <p:spPr/>
        <p:txBody>
          <a:bodyPr/>
          <a:lstStyle>
            <a:lvl1pPr>
              <a:defRPr/>
            </a:lvl1pPr>
          </a:lstStyle>
          <a:p>
            <a:pPr>
              <a:defRPr/>
            </a:pPr>
            <a:fld id="{9F3F9DDA-675D-4E0F-A123-7DE87E2DDE09}"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0C34BDA8-EC35-4B00-8481-9EBF32DEC676}" type="slidenum">
              <a:rPr lang="zh-TW" altLang="en-US"/>
              <a:pPr>
                <a:defRPr/>
              </a:pPr>
              <a:t>‹#›</a:t>
            </a:fld>
            <a:endParaRPr lang="zh-TW" altLang="en-US"/>
          </a:p>
        </p:txBody>
      </p:sp>
    </p:spTree>
    <p:extLst>
      <p:ext uri="{BB962C8B-B14F-4D97-AF65-F5344CB8AC3E}">
        <p14:creationId xmlns:p14="http://schemas.microsoft.com/office/powerpoint/2010/main" val="3394043087"/>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3"/>
          <p:cNvSpPr>
            <a:spLocks noGrp="1"/>
          </p:cNvSpPr>
          <p:nvPr>
            <p:ph type="dt" sz="half" idx="10"/>
          </p:nvPr>
        </p:nvSpPr>
        <p:spPr/>
        <p:txBody>
          <a:bodyPr/>
          <a:lstStyle>
            <a:lvl1pPr>
              <a:defRPr/>
            </a:lvl1pPr>
          </a:lstStyle>
          <a:p>
            <a:pPr>
              <a:defRPr/>
            </a:pPr>
            <a:fld id="{F709BF98-91CA-4C58-89E9-97E60795DE2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8"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9" name="投影片編號版面配置區 5"/>
          <p:cNvSpPr>
            <a:spLocks noGrp="1"/>
          </p:cNvSpPr>
          <p:nvPr>
            <p:ph type="sldNum" sz="quarter" idx="12"/>
          </p:nvPr>
        </p:nvSpPr>
        <p:spPr/>
        <p:txBody>
          <a:bodyPr/>
          <a:lstStyle>
            <a:lvl1pPr>
              <a:defRPr/>
            </a:lvl1pPr>
          </a:lstStyle>
          <a:p>
            <a:pPr>
              <a:defRPr/>
            </a:pPr>
            <a:fld id="{4AD1B339-7F4A-4CB2-8C96-B3B7650437B6}" type="slidenum">
              <a:rPr lang="zh-TW" altLang="en-US"/>
              <a:pPr>
                <a:defRPr/>
              </a:pPr>
              <a:t>‹#›</a:t>
            </a:fld>
            <a:endParaRPr lang="zh-TW" altLang="en-US"/>
          </a:p>
        </p:txBody>
      </p:sp>
    </p:spTree>
    <p:extLst>
      <p:ext uri="{BB962C8B-B14F-4D97-AF65-F5344CB8AC3E}">
        <p14:creationId xmlns:p14="http://schemas.microsoft.com/office/powerpoint/2010/main" val="840912916"/>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3"/>
          <p:cNvSpPr>
            <a:spLocks noGrp="1"/>
          </p:cNvSpPr>
          <p:nvPr>
            <p:ph type="dt" sz="half" idx="10"/>
          </p:nvPr>
        </p:nvSpPr>
        <p:spPr/>
        <p:txBody>
          <a:bodyPr/>
          <a:lstStyle>
            <a:lvl1pPr>
              <a:defRPr/>
            </a:lvl1pPr>
          </a:lstStyle>
          <a:p>
            <a:pPr>
              <a:defRPr/>
            </a:pPr>
            <a:fld id="{45C793F3-0667-4437-ACC1-ECD53769B51E}"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4"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5" name="投影片編號版面配置區 5"/>
          <p:cNvSpPr>
            <a:spLocks noGrp="1"/>
          </p:cNvSpPr>
          <p:nvPr>
            <p:ph type="sldNum" sz="quarter" idx="12"/>
          </p:nvPr>
        </p:nvSpPr>
        <p:spPr/>
        <p:txBody>
          <a:bodyPr/>
          <a:lstStyle>
            <a:lvl1pPr>
              <a:defRPr/>
            </a:lvl1pPr>
          </a:lstStyle>
          <a:p>
            <a:pPr>
              <a:defRPr/>
            </a:pPr>
            <a:fld id="{AB63E0AF-ABE9-48DE-B039-4E63A2D22AB8}" type="slidenum">
              <a:rPr lang="zh-TW" altLang="en-US"/>
              <a:pPr>
                <a:defRPr/>
              </a:pPr>
              <a:t>‹#›</a:t>
            </a:fld>
            <a:endParaRPr lang="zh-TW" altLang="en-US"/>
          </a:p>
        </p:txBody>
      </p:sp>
    </p:spTree>
    <p:extLst>
      <p:ext uri="{BB962C8B-B14F-4D97-AF65-F5344CB8AC3E}">
        <p14:creationId xmlns:p14="http://schemas.microsoft.com/office/powerpoint/2010/main" val="3083530677"/>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3"/>
          <p:cNvSpPr>
            <a:spLocks noGrp="1"/>
          </p:cNvSpPr>
          <p:nvPr>
            <p:ph type="dt" sz="half" idx="10"/>
          </p:nvPr>
        </p:nvSpPr>
        <p:spPr/>
        <p:txBody>
          <a:bodyPr/>
          <a:lstStyle>
            <a:lvl1pPr>
              <a:defRPr/>
            </a:lvl1pPr>
          </a:lstStyle>
          <a:p>
            <a:pPr>
              <a:defRPr/>
            </a:pPr>
            <a:fld id="{C3FFEC3D-0016-49E1-9BA0-EB09797408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3"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4" name="投影片編號版面配置區 5"/>
          <p:cNvSpPr>
            <a:spLocks noGrp="1"/>
          </p:cNvSpPr>
          <p:nvPr>
            <p:ph type="sldNum" sz="quarter" idx="12"/>
          </p:nvPr>
        </p:nvSpPr>
        <p:spPr/>
        <p:txBody>
          <a:bodyPr/>
          <a:lstStyle>
            <a:lvl1pPr>
              <a:defRPr/>
            </a:lvl1pPr>
          </a:lstStyle>
          <a:p>
            <a:pPr>
              <a:defRPr/>
            </a:pPr>
            <a:fld id="{624D5057-6FFB-4FED-B751-19B7905EE37E}" type="slidenum">
              <a:rPr lang="zh-TW" altLang="en-US"/>
              <a:pPr>
                <a:defRPr/>
              </a:pPr>
              <a:t>‹#›</a:t>
            </a:fld>
            <a:endParaRPr lang="zh-TW" altLang="en-US"/>
          </a:p>
        </p:txBody>
      </p:sp>
    </p:spTree>
    <p:extLst>
      <p:ext uri="{BB962C8B-B14F-4D97-AF65-F5344CB8AC3E}">
        <p14:creationId xmlns:p14="http://schemas.microsoft.com/office/powerpoint/2010/main" val="2544535180"/>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62AD4812-FB5C-4AFD-8DCA-5B88C363CE1A}"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8F8584C8-141C-465E-A96F-2FBEAAED0C87}" type="slidenum">
              <a:rPr lang="zh-TW" altLang="en-US"/>
              <a:pPr>
                <a:defRPr/>
              </a:pPr>
              <a:t>‹#›</a:t>
            </a:fld>
            <a:endParaRPr lang="zh-TW" altLang="en-US"/>
          </a:p>
        </p:txBody>
      </p:sp>
    </p:spTree>
    <p:extLst>
      <p:ext uri="{BB962C8B-B14F-4D97-AF65-F5344CB8AC3E}">
        <p14:creationId xmlns:p14="http://schemas.microsoft.com/office/powerpoint/2010/main" val="395011003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DAAD7C72-B169-42CA-A927-5142294B24E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DB0EF086-308C-4EDB-BB7B-003C9A378010}" type="slidenum">
              <a:rPr lang="zh-TW" altLang="en-US"/>
              <a:pPr>
                <a:defRPr/>
              </a:pPr>
              <a:t>‹#›</a:t>
            </a:fld>
            <a:endParaRPr lang="zh-TW" altLang="en-US"/>
          </a:p>
        </p:txBody>
      </p:sp>
    </p:spTree>
    <p:extLst>
      <p:ext uri="{BB962C8B-B14F-4D97-AF65-F5344CB8AC3E}">
        <p14:creationId xmlns:p14="http://schemas.microsoft.com/office/powerpoint/2010/main" val="63960190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6DCC41FF-EAD6-447D-8BB7-DD5E73CE678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8C7588B2-0592-47C9-8228-0CE16C0E4618}" type="slidenum">
              <a:rPr lang="zh-TW" altLang="en-US"/>
              <a:pPr>
                <a:defRPr/>
              </a:pPr>
              <a:t>‹#›</a:t>
            </a:fld>
            <a:endParaRPr lang="zh-TW" altLang="en-US"/>
          </a:p>
        </p:txBody>
      </p:sp>
    </p:spTree>
    <p:extLst>
      <p:ext uri="{BB962C8B-B14F-4D97-AF65-F5344CB8AC3E}">
        <p14:creationId xmlns:p14="http://schemas.microsoft.com/office/powerpoint/2010/main" val="3266284866"/>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42523DCA-179B-4F13-A467-BAEF2F8582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AE8A45D0-B3EF-4CF4-8A6A-4EC16519FE2B}" type="slidenum">
              <a:rPr lang="zh-TW" altLang="en-US"/>
              <a:pPr>
                <a:defRPr/>
              </a:pPr>
              <a:t>‹#›</a:t>
            </a:fld>
            <a:endParaRPr lang="zh-TW" altLang="en-US"/>
          </a:p>
        </p:txBody>
      </p:sp>
    </p:spTree>
    <p:extLst>
      <p:ext uri="{BB962C8B-B14F-4D97-AF65-F5344CB8AC3E}">
        <p14:creationId xmlns:p14="http://schemas.microsoft.com/office/powerpoint/2010/main" val="299830814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9EE5D0BC-4944-4162-9807-E9083DAEE6F5}" type="slidenum">
              <a:rPr lang="en-US" altLang="zh-TW"/>
              <a:pPr>
                <a:defRPr/>
              </a:pPr>
              <a:t>‹#›</a:t>
            </a:fld>
            <a:endParaRPr lang="en-US" altLang="zh-TW"/>
          </a:p>
        </p:txBody>
      </p:sp>
    </p:spTree>
    <p:extLst>
      <p:ext uri="{BB962C8B-B14F-4D97-AF65-F5344CB8AC3E}">
        <p14:creationId xmlns:p14="http://schemas.microsoft.com/office/powerpoint/2010/main" val="35346530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4" name="日期版面配置區 3"/>
          <p:cNvSpPr>
            <a:spLocks noGrp="1"/>
          </p:cNvSpPr>
          <p:nvPr>
            <p:ph type="dt" sz="half" idx="10"/>
          </p:nvPr>
        </p:nvSpPr>
        <p:spPr/>
        <p:txBody>
          <a:bodyPr/>
          <a:lstStyle>
            <a:lvl1pPr>
              <a:defRPr/>
            </a:lvl1pPr>
          </a:lstStyle>
          <a:p>
            <a:pPr>
              <a:defRPr/>
            </a:pPr>
            <a:fld id="{567BB66E-E031-40B3-91F8-9504295A84C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C6E2373B-01B8-423B-AE98-58F921CC5B50}" type="slidenum">
              <a:rPr lang="zh-TW" altLang="en-US"/>
              <a:pPr>
                <a:defRPr/>
              </a:pPr>
              <a:t>‹#›</a:t>
            </a:fld>
            <a:endParaRPr lang="zh-TW" altLang="en-US"/>
          </a:p>
        </p:txBody>
      </p:sp>
    </p:spTree>
    <p:extLst>
      <p:ext uri="{BB962C8B-B14F-4D97-AF65-F5344CB8AC3E}">
        <p14:creationId xmlns:p14="http://schemas.microsoft.com/office/powerpoint/2010/main" val="1057151471"/>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D51260ED-591B-466A-A7F0-8049D5B0C41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5526DA92-1482-409A-8F0E-1359896A2A66}" type="slidenum">
              <a:rPr lang="zh-TW" altLang="en-US"/>
              <a:pPr>
                <a:defRPr/>
              </a:pPr>
              <a:t>‹#›</a:t>
            </a:fld>
            <a:endParaRPr lang="zh-TW" altLang="en-US"/>
          </a:p>
        </p:txBody>
      </p:sp>
    </p:spTree>
    <p:extLst>
      <p:ext uri="{BB962C8B-B14F-4D97-AF65-F5344CB8AC3E}">
        <p14:creationId xmlns:p14="http://schemas.microsoft.com/office/powerpoint/2010/main" val="1112729119"/>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lvl1pPr>
              <a:defRPr/>
            </a:lvl1pPr>
          </a:lstStyle>
          <a:p>
            <a:pPr>
              <a:defRPr/>
            </a:pPr>
            <a:fld id="{EFC339F9-1E41-424C-9721-3059CF21ED2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BCE0575B-5987-476F-8A33-7216FD818E6A}" type="slidenum">
              <a:rPr lang="zh-TW" altLang="en-US"/>
              <a:pPr>
                <a:defRPr/>
              </a:pPr>
              <a:t>‹#›</a:t>
            </a:fld>
            <a:endParaRPr lang="zh-TW" altLang="en-US"/>
          </a:p>
        </p:txBody>
      </p:sp>
    </p:spTree>
    <p:extLst>
      <p:ext uri="{BB962C8B-B14F-4D97-AF65-F5344CB8AC3E}">
        <p14:creationId xmlns:p14="http://schemas.microsoft.com/office/powerpoint/2010/main" val="245839019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3"/>
          <p:cNvSpPr>
            <a:spLocks noGrp="1"/>
          </p:cNvSpPr>
          <p:nvPr>
            <p:ph type="dt" sz="half" idx="10"/>
          </p:nvPr>
        </p:nvSpPr>
        <p:spPr/>
        <p:txBody>
          <a:bodyPr/>
          <a:lstStyle>
            <a:lvl1pPr>
              <a:defRPr/>
            </a:lvl1pPr>
          </a:lstStyle>
          <a:p>
            <a:pPr>
              <a:defRPr/>
            </a:pPr>
            <a:fld id="{9F3F9DDA-675D-4E0F-A123-7DE87E2DDE09}"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0C34BDA8-EC35-4B00-8481-9EBF32DEC676}" type="slidenum">
              <a:rPr lang="zh-TW" altLang="en-US"/>
              <a:pPr>
                <a:defRPr/>
              </a:pPr>
              <a:t>‹#›</a:t>
            </a:fld>
            <a:endParaRPr lang="zh-TW" altLang="en-US"/>
          </a:p>
        </p:txBody>
      </p:sp>
    </p:spTree>
    <p:extLst>
      <p:ext uri="{BB962C8B-B14F-4D97-AF65-F5344CB8AC3E}">
        <p14:creationId xmlns:p14="http://schemas.microsoft.com/office/powerpoint/2010/main" val="263953448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3"/>
          <p:cNvSpPr>
            <a:spLocks noGrp="1"/>
          </p:cNvSpPr>
          <p:nvPr>
            <p:ph type="dt" sz="half" idx="10"/>
          </p:nvPr>
        </p:nvSpPr>
        <p:spPr/>
        <p:txBody>
          <a:bodyPr/>
          <a:lstStyle>
            <a:lvl1pPr>
              <a:defRPr/>
            </a:lvl1pPr>
          </a:lstStyle>
          <a:p>
            <a:pPr>
              <a:defRPr/>
            </a:pPr>
            <a:fld id="{F709BF98-91CA-4C58-89E9-97E60795DE2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8"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9" name="投影片編號版面配置區 5"/>
          <p:cNvSpPr>
            <a:spLocks noGrp="1"/>
          </p:cNvSpPr>
          <p:nvPr>
            <p:ph type="sldNum" sz="quarter" idx="12"/>
          </p:nvPr>
        </p:nvSpPr>
        <p:spPr/>
        <p:txBody>
          <a:bodyPr/>
          <a:lstStyle>
            <a:lvl1pPr>
              <a:defRPr/>
            </a:lvl1pPr>
          </a:lstStyle>
          <a:p>
            <a:pPr>
              <a:defRPr/>
            </a:pPr>
            <a:fld id="{4AD1B339-7F4A-4CB2-8C96-B3B7650437B6}" type="slidenum">
              <a:rPr lang="zh-TW" altLang="en-US"/>
              <a:pPr>
                <a:defRPr/>
              </a:pPr>
              <a:t>‹#›</a:t>
            </a:fld>
            <a:endParaRPr lang="zh-TW" altLang="en-US"/>
          </a:p>
        </p:txBody>
      </p:sp>
    </p:spTree>
    <p:extLst>
      <p:ext uri="{BB962C8B-B14F-4D97-AF65-F5344CB8AC3E}">
        <p14:creationId xmlns:p14="http://schemas.microsoft.com/office/powerpoint/2010/main" val="24857579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3"/>
          <p:cNvSpPr>
            <a:spLocks noGrp="1"/>
          </p:cNvSpPr>
          <p:nvPr>
            <p:ph type="dt" sz="half" idx="10"/>
          </p:nvPr>
        </p:nvSpPr>
        <p:spPr/>
        <p:txBody>
          <a:bodyPr/>
          <a:lstStyle>
            <a:lvl1pPr>
              <a:defRPr/>
            </a:lvl1pPr>
          </a:lstStyle>
          <a:p>
            <a:pPr>
              <a:defRPr/>
            </a:pPr>
            <a:fld id="{45C793F3-0667-4437-ACC1-ECD53769B51E}"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4"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5" name="投影片編號版面配置區 5"/>
          <p:cNvSpPr>
            <a:spLocks noGrp="1"/>
          </p:cNvSpPr>
          <p:nvPr>
            <p:ph type="sldNum" sz="quarter" idx="12"/>
          </p:nvPr>
        </p:nvSpPr>
        <p:spPr/>
        <p:txBody>
          <a:bodyPr/>
          <a:lstStyle>
            <a:lvl1pPr>
              <a:defRPr/>
            </a:lvl1pPr>
          </a:lstStyle>
          <a:p>
            <a:pPr>
              <a:defRPr/>
            </a:pPr>
            <a:fld id="{AB63E0AF-ABE9-48DE-B039-4E63A2D22AB8}" type="slidenum">
              <a:rPr lang="zh-TW" altLang="en-US"/>
              <a:pPr>
                <a:defRPr/>
              </a:pPr>
              <a:t>‹#›</a:t>
            </a:fld>
            <a:endParaRPr lang="zh-TW" altLang="en-US"/>
          </a:p>
        </p:txBody>
      </p:sp>
    </p:spTree>
    <p:extLst>
      <p:ext uri="{BB962C8B-B14F-4D97-AF65-F5344CB8AC3E}">
        <p14:creationId xmlns:p14="http://schemas.microsoft.com/office/powerpoint/2010/main" val="536510076"/>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3"/>
          <p:cNvSpPr>
            <a:spLocks noGrp="1"/>
          </p:cNvSpPr>
          <p:nvPr>
            <p:ph type="dt" sz="half" idx="10"/>
          </p:nvPr>
        </p:nvSpPr>
        <p:spPr/>
        <p:txBody>
          <a:bodyPr/>
          <a:lstStyle>
            <a:lvl1pPr>
              <a:defRPr/>
            </a:lvl1pPr>
          </a:lstStyle>
          <a:p>
            <a:pPr>
              <a:defRPr/>
            </a:pPr>
            <a:fld id="{C3FFEC3D-0016-49E1-9BA0-EB09797408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3"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4" name="投影片編號版面配置區 5"/>
          <p:cNvSpPr>
            <a:spLocks noGrp="1"/>
          </p:cNvSpPr>
          <p:nvPr>
            <p:ph type="sldNum" sz="quarter" idx="12"/>
          </p:nvPr>
        </p:nvSpPr>
        <p:spPr/>
        <p:txBody>
          <a:bodyPr/>
          <a:lstStyle>
            <a:lvl1pPr>
              <a:defRPr/>
            </a:lvl1pPr>
          </a:lstStyle>
          <a:p>
            <a:pPr>
              <a:defRPr/>
            </a:pPr>
            <a:fld id="{624D5057-6FFB-4FED-B751-19B7905EE37E}" type="slidenum">
              <a:rPr lang="zh-TW" altLang="en-US"/>
              <a:pPr>
                <a:defRPr/>
              </a:pPr>
              <a:t>‹#›</a:t>
            </a:fld>
            <a:endParaRPr lang="zh-TW" altLang="en-US"/>
          </a:p>
        </p:txBody>
      </p:sp>
    </p:spTree>
    <p:extLst>
      <p:ext uri="{BB962C8B-B14F-4D97-AF65-F5344CB8AC3E}">
        <p14:creationId xmlns:p14="http://schemas.microsoft.com/office/powerpoint/2010/main" val="4015638114"/>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62AD4812-FB5C-4AFD-8DCA-5B88C363CE1A}"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8F8584C8-141C-465E-A96F-2FBEAAED0C87}" type="slidenum">
              <a:rPr lang="zh-TW" altLang="en-US"/>
              <a:pPr>
                <a:defRPr/>
              </a:pPr>
              <a:t>‹#›</a:t>
            </a:fld>
            <a:endParaRPr lang="zh-TW" altLang="en-US"/>
          </a:p>
        </p:txBody>
      </p:sp>
    </p:spTree>
    <p:extLst>
      <p:ext uri="{BB962C8B-B14F-4D97-AF65-F5344CB8AC3E}">
        <p14:creationId xmlns:p14="http://schemas.microsoft.com/office/powerpoint/2010/main" val="370726435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DAAD7C72-B169-42CA-A927-5142294B24E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DB0EF086-308C-4EDB-BB7B-003C9A378010}" type="slidenum">
              <a:rPr lang="zh-TW" altLang="en-US"/>
              <a:pPr>
                <a:defRPr/>
              </a:pPr>
              <a:t>‹#›</a:t>
            </a:fld>
            <a:endParaRPr lang="zh-TW" altLang="en-US"/>
          </a:p>
        </p:txBody>
      </p:sp>
    </p:spTree>
    <p:extLst>
      <p:ext uri="{BB962C8B-B14F-4D97-AF65-F5344CB8AC3E}">
        <p14:creationId xmlns:p14="http://schemas.microsoft.com/office/powerpoint/2010/main" val="4264852163"/>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6DCC41FF-EAD6-447D-8BB7-DD5E73CE678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8C7588B2-0592-47C9-8228-0CE16C0E4618}" type="slidenum">
              <a:rPr lang="zh-TW" altLang="en-US"/>
              <a:pPr>
                <a:defRPr/>
              </a:pPr>
              <a:t>‹#›</a:t>
            </a:fld>
            <a:endParaRPr lang="zh-TW" altLang="en-US"/>
          </a:p>
        </p:txBody>
      </p:sp>
    </p:spTree>
    <p:extLst>
      <p:ext uri="{BB962C8B-B14F-4D97-AF65-F5344CB8AC3E}">
        <p14:creationId xmlns:p14="http://schemas.microsoft.com/office/powerpoint/2010/main" val="3697460246"/>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42523DCA-179B-4F13-A467-BAEF2F8582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AE8A45D0-B3EF-4CF4-8A6A-4EC16519FE2B}" type="slidenum">
              <a:rPr lang="zh-TW" altLang="en-US"/>
              <a:pPr>
                <a:defRPr/>
              </a:pPr>
              <a:t>‹#›</a:t>
            </a:fld>
            <a:endParaRPr lang="zh-TW" altLang="en-US"/>
          </a:p>
        </p:txBody>
      </p:sp>
    </p:spTree>
    <p:extLst>
      <p:ext uri="{BB962C8B-B14F-4D97-AF65-F5344CB8AC3E}">
        <p14:creationId xmlns:p14="http://schemas.microsoft.com/office/powerpoint/2010/main" val="1592548870"/>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9EE5D0BC-4944-4162-9807-E9083DAEE6F5}" type="slidenum">
              <a:rPr lang="en-US" altLang="zh-TW"/>
              <a:pPr>
                <a:defRPr/>
              </a:pPr>
              <a:t>‹#›</a:t>
            </a:fld>
            <a:endParaRPr lang="en-US" altLang="zh-TW"/>
          </a:p>
        </p:txBody>
      </p:sp>
    </p:spTree>
    <p:extLst>
      <p:ext uri="{BB962C8B-B14F-4D97-AF65-F5344CB8AC3E}">
        <p14:creationId xmlns:p14="http://schemas.microsoft.com/office/powerpoint/2010/main" val="2972164026"/>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4" name="日期版面配置區 3"/>
          <p:cNvSpPr>
            <a:spLocks noGrp="1"/>
          </p:cNvSpPr>
          <p:nvPr>
            <p:ph type="dt" sz="half" idx="10"/>
          </p:nvPr>
        </p:nvSpPr>
        <p:spPr/>
        <p:txBody>
          <a:bodyPr/>
          <a:lstStyle>
            <a:lvl1pPr>
              <a:defRPr/>
            </a:lvl1pPr>
          </a:lstStyle>
          <a:p>
            <a:pPr>
              <a:defRPr/>
            </a:pPr>
            <a:fld id="{567BB66E-E031-40B3-91F8-9504295A84C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C6E2373B-01B8-423B-AE98-58F921CC5B50}" type="slidenum">
              <a:rPr lang="zh-TW" altLang="en-US"/>
              <a:pPr>
                <a:defRPr/>
              </a:pPr>
              <a:t>‹#›</a:t>
            </a:fld>
            <a:endParaRPr lang="zh-TW" altLang="en-US"/>
          </a:p>
        </p:txBody>
      </p:sp>
    </p:spTree>
    <p:extLst>
      <p:ext uri="{BB962C8B-B14F-4D97-AF65-F5344CB8AC3E}">
        <p14:creationId xmlns:p14="http://schemas.microsoft.com/office/powerpoint/2010/main" val="162450054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D51260ED-591B-466A-A7F0-8049D5B0C41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5526DA92-1482-409A-8F0E-1359896A2A66}" type="slidenum">
              <a:rPr lang="zh-TW" altLang="en-US"/>
              <a:pPr>
                <a:defRPr/>
              </a:pPr>
              <a:t>‹#›</a:t>
            </a:fld>
            <a:endParaRPr lang="zh-TW" altLang="en-US"/>
          </a:p>
        </p:txBody>
      </p:sp>
    </p:spTree>
    <p:extLst>
      <p:ext uri="{BB962C8B-B14F-4D97-AF65-F5344CB8AC3E}">
        <p14:creationId xmlns:p14="http://schemas.microsoft.com/office/powerpoint/2010/main" val="208209652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4" name="日期版面配置區 3"/>
          <p:cNvSpPr>
            <a:spLocks noGrp="1"/>
          </p:cNvSpPr>
          <p:nvPr>
            <p:ph type="dt" sz="half" idx="10"/>
          </p:nvPr>
        </p:nvSpPr>
        <p:spPr/>
        <p:txBody>
          <a:bodyPr/>
          <a:lstStyle>
            <a:lvl1pPr>
              <a:defRPr/>
            </a:lvl1pPr>
          </a:lstStyle>
          <a:p>
            <a:pPr>
              <a:defRPr/>
            </a:pPr>
            <a:fld id="{EFC339F9-1E41-424C-9721-3059CF21ED24}"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BCE0575B-5987-476F-8A33-7216FD818E6A}" type="slidenum">
              <a:rPr lang="zh-TW" altLang="en-US"/>
              <a:pPr>
                <a:defRPr/>
              </a:pPr>
              <a:t>‹#›</a:t>
            </a:fld>
            <a:endParaRPr lang="zh-TW" altLang="en-US"/>
          </a:p>
        </p:txBody>
      </p:sp>
    </p:spTree>
    <p:extLst>
      <p:ext uri="{BB962C8B-B14F-4D97-AF65-F5344CB8AC3E}">
        <p14:creationId xmlns:p14="http://schemas.microsoft.com/office/powerpoint/2010/main" val="161227174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3"/>
          <p:cNvSpPr>
            <a:spLocks noGrp="1"/>
          </p:cNvSpPr>
          <p:nvPr>
            <p:ph type="dt" sz="half" idx="10"/>
          </p:nvPr>
        </p:nvSpPr>
        <p:spPr/>
        <p:txBody>
          <a:bodyPr/>
          <a:lstStyle>
            <a:lvl1pPr>
              <a:defRPr/>
            </a:lvl1pPr>
          </a:lstStyle>
          <a:p>
            <a:pPr>
              <a:defRPr/>
            </a:pPr>
            <a:fld id="{9F3F9DDA-675D-4E0F-A123-7DE87E2DDE09}"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0C34BDA8-EC35-4B00-8481-9EBF32DEC676}" type="slidenum">
              <a:rPr lang="zh-TW" altLang="en-US"/>
              <a:pPr>
                <a:defRPr/>
              </a:pPr>
              <a:t>‹#›</a:t>
            </a:fld>
            <a:endParaRPr lang="zh-TW" altLang="en-US"/>
          </a:p>
        </p:txBody>
      </p:sp>
    </p:spTree>
    <p:extLst>
      <p:ext uri="{BB962C8B-B14F-4D97-AF65-F5344CB8AC3E}">
        <p14:creationId xmlns:p14="http://schemas.microsoft.com/office/powerpoint/2010/main" val="3791231430"/>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3"/>
          <p:cNvSpPr>
            <a:spLocks noGrp="1"/>
          </p:cNvSpPr>
          <p:nvPr>
            <p:ph type="dt" sz="half" idx="10"/>
          </p:nvPr>
        </p:nvSpPr>
        <p:spPr/>
        <p:txBody>
          <a:bodyPr/>
          <a:lstStyle>
            <a:lvl1pPr>
              <a:defRPr/>
            </a:lvl1pPr>
          </a:lstStyle>
          <a:p>
            <a:pPr>
              <a:defRPr/>
            </a:pPr>
            <a:fld id="{F709BF98-91CA-4C58-89E9-97E60795DE2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8"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9" name="投影片編號版面配置區 5"/>
          <p:cNvSpPr>
            <a:spLocks noGrp="1"/>
          </p:cNvSpPr>
          <p:nvPr>
            <p:ph type="sldNum" sz="quarter" idx="12"/>
          </p:nvPr>
        </p:nvSpPr>
        <p:spPr/>
        <p:txBody>
          <a:bodyPr/>
          <a:lstStyle>
            <a:lvl1pPr>
              <a:defRPr/>
            </a:lvl1pPr>
          </a:lstStyle>
          <a:p>
            <a:pPr>
              <a:defRPr/>
            </a:pPr>
            <a:fld id="{4AD1B339-7F4A-4CB2-8C96-B3B7650437B6}" type="slidenum">
              <a:rPr lang="zh-TW" altLang="en-US"/>
              <a:pPr>
                <a:defRPr/>
              </a:pPr>
              <a:t>‹#›</a:t>
            </a:fld>
            <a:endParaRPr lang="zh-TW" altLang="en-US"/>
          </a:p>
        </p:txBody>
      </p:sp>
    </p:spTree>
    <p:extLst>
      <p:ext uri="{BB962C8B-B14F-4D97-AF65-F5344CB8AC3E}">
        <p14:creationId xmlns:p14="http://schemas.microsoft.com/office/powerpoint/2010/main" val="407338434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3"/>
          <p:cNvSpPr>
            <a:spLocks noGrp="1"/>
          </p:cNvSpPr>
          <p:nvPr>
            <p:ph type="dt" sz="half" idx="10"/>
          </p:nvPr>
        </p:nvSpPr>
        <p:spPr/>
        <p:txBody>
          <a:bodyPr/>
          <a:lstStyle>
            <a:lvl1pPr>
              <a:defRPr/>
            </a:lvl1pPr>
          </a:lstStyle>
          <a:p>
            <a:pPr>
              <a:defRPr/>
            </a:pPr>
            <a:fld id="{45C793F3-0667-4437-ACC1-ECD53769B51E}"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4"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5" name="投影片編號版面配置區 5"/>
          <p:cNvSpPr>
            <a:spLocks noGrp="1"/>
          </p:cNvSpPr>
          <p:nvPr>
            <p:ph type="sldNum" sz="quarter" idx="12"/>
          </p:nvPr>
        </p:nvSpPr>
        <p:spPr/>
        <p:txBody>
          <a:bodyPr/>
          <a:lstStyle>
            <a:lvl1pPr>
              <a:defRPr/>
            </a:lvl1pPr>
          </a:lstStyle>
          <a:p>
            <a:pPr>
              <a:defRPr/>
            </a:pPr>
            <a:fld id="{AB63E0AF-ABE9-48DE-B039-4E63A2D22AB8}" type="slidenum">
              <a:rPr lang="zh-TW" altLang="en-US"/>
              <a:pPr>
                <a:defRPr/>
              </a:pPr>
              <a:t>‹#›</a:t>
            </a:fld>
            <a:endParaRPr lang="zh-TW" altLang="en-US"/>
          </a:p>
        </p:txBody>
      </p:sp>
    </p:spTree>
    <p:extLst>
      <p:ext uri="{BB962C8B-B14F-4D97-AF65-F5344CB8AC3E}">
        <p14:creationId xmlns:p14="http://schemas.microsoft.com/office/powerpoint/2010/main" val="202415370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3"/>
          <p:cNvSpPr>
            <a:spLocks noGrp="1"/>
          </p:cNvSpPr>
          <p:nvPr>
            <p:ph type="dt" sz="half" idx="10"/>
          </p:nvPr>
        </p:nvSpPr>
        <p:spPr/>
        <p:txBody>
          <a:bodyPr/>
          <a:lstStyle>
            <a:lvl1pPr>
              <a:defRPr/>
            </a:lvl1pPr>
          </a:lstStyle>
          <a:p>
            <a:pPr>
              <a:defRPr/>
            </a:pPr>
            <a:fld id="{C3FFEC3D-0016-49E1-9BA0-EB09797408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3"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4" name="投影片編號版面配置區 5"/>
          <p:cNvSpPr>
            <a:spLocks noGrp="1"/>
          </p:cNvSpPr>
          <p:nvPr>
            <p:ph type="sldNum" sz="quarter" idx="12"/>
          </p:nvPr>
        </p:nvSpPr>
        <p:spPr/>
        <p:txBody>
          <a:bodyPr/>
          <a:lstStyle>
            <a:lvl1pPr>
              <a:defRPr/>
            </a:lvl1pPr>
          </a:lstStyle>
          <a:p>
            <a:pPr>
              <a:defRPr/>
            </a:pPr>
            <a:fld id="{624D5057-6FFB-4FED-B751-19B7905EE37E}" type="slidenum">
              <a:rPr lang="zh-TW" altLang="en-US"/>
              <a:pPr>
                <a:defRPr/>
              </a:pPr>
              <a:t>‹#›</a:t>
            </a:fld>
            <a:endParaRPr lang="zh-TW" altLang="en-US"/>
          </a:p>
        </p:txBody>
      </p:sp>
    </p:spTree>
    <p:extLst>
      <p:ext uri="{BB962C8B-B14F-4D97-AF65-F5344CB8AC3E}">
        <p14:creationId xmlns:p14="http://schemas.microsoft.com/office/powerpoint/2010/main" val="400698068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62AD4812-FB5C-4AFD-8DCA-5B88C363CE1A}"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8F8584C8-141C-465E-A96F-2FBEAAED0C87}" type="slidenum">
              <a:rPr lang="zh-TW" altLang="en-US"/>
              <a:pPr>
                <a:defRPr/>
              </a:pPr>
              <a:t>‹#›</a:t>
            </a:fld>
            <a:endParaRPr lang="zh-TW" altLang="en-US"/>
          </a:p>
        </p:txBody>
      </p:sp>
    </p:spTree>
    <p:extLst>
      <p:ext uri="{BB962C8B-B14F-4D97-AF65-F5344CB8AC3E}">
        <p14:creationId xmlns:p14="http://schemas.microsoft.com/office/powerpoint/2010/main" val="3277367823"/>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p:cNvSpPr>
            <a:spLocks noGrp="1"/>
          </p:cNvSpPr>
          <p:nvPr>
            <p:ph type="dt" sz="half" idx="10"/>
          </p:nvPr>
        </p:nvSpPr>
        <p:spPr/>
        <p:txBody>
          <a:bodyPr/>
          <a:lstStyle>
            <a:lvl1pPr>
              <a:defRPr/>
            </a:lvl1pPr>
          </a:lstStyle>
          <a:p>
            <a:pPr>
              <a:defRPr/>
            </a:pPr>
            <a:fld id="{DAAD7C72-B169-42CA-A927-5142294B24EB}"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6"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7" name="投影片編號版面配置區 5"/>
          <p:cNvSpPr>
            <a:spLocks noGrp="1"/>
          </p:cNvSpPr>
          <p:nvPr>
            <p:ph type="sldNum" sz="quarter" idx="12"/>
          </p:nvPr>
        </p:nvSpPr>
        <p:spPr/>
        <p:txBody>
          <a:bodyPr/>
          <a:lstStyle>
            <a:lvl1pPr>
              <a:defRPr/>
            </a:lvl1pPr>
          </a:lstStyle>
          <a:p>
            <a:pPr>
              <a:defRPr/>
            </a:pPr>
            <a:fld id="{DB0EF086-308C-4EDB-BB7B-003C9A378010}" type="slidenum">
              <a:rPr lang="zh-TW" altLang="en-US"/>
              <a:pPr>
                <a:defRPr/>
              </a:pPr>
              <a:t>‹#›</a:t>
            </a:fld>
            <a:endParaRPr lang="zh-TW" altLang="en-US"/>
          </a:p>
        </p:txBody>
      </p:sp>
    </p:spTree>
    <p:extLst>
      <p:ext uri="{BB962C8B-B14F-4D97-AF65-F5344CB8AC3E}">
        <p14:creationId xmlns:p14="http://schemas.microsoft.com/office/powerpoint/2010/main" val="21250421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6DCC41FF-EAD6-447D-8BB7-DD5E73CE678D}"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8C7588B2-0592-47C9-8228-0CE16C0E4618}" type="slidenum">
              <a:rPr lang="zh-TW" altLang="en-US"/>
              <a:pPr>
                <a:defRPr/>
              </a:pPr>
              <a:t>‹#›</a:t>
            </a:fld>
            <a:endParaRPr lang="zh-TW" altLang="en-US"/>
          </a:p>
        </p:txBody>
      </p:sp>
    </p:spTree>
    <p:extLst>
      <p:ext uri="{BB962C8B-B14F-4D97-AF65-F5344CB8AC3E}">
        <p14:creationId xmlns:p14="http://schemas.microsoft.com/office/powerpoint/2010/main" val="283042327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10"/>
          </p:nvPr>
        </p:nvSpPr>
        <p:spPr/>
        <p:txBody>
          <a:bodyPr/>
          <a:lstStyle>
            <a:lvl1pPr>
              <a:defRPr/>
            </a:lvl1pPr>
          </a:lstStyle>
          <a:p>
            <a:pPr>
              <a:defRPr/>
            </a:pPr>
            <a:fld id="{42523DCA-179B-4F13-A467-BAEF2F858268}"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11"/>
          </p:nvPr>
        </p:nvSpPr>
        <p:spPr/>
        <p:txBody>
          <a:bodyPr/>
          <a:lstStyle>
            <a:lvl1pPr>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12"/>
          </p:nvPr>
        </p:nvSpPr>
        <p:spPr/>
        <p:txBody>
          <a:bodyPr/>
          <a:lstStyle>
            <a:lvl1pPr>
              <a:defRPr/>
            </a:lvl1pPr>
          </a:lstStyle>
          <a:p>
            <a:pPr>
              <a:defRPr/>
            </a:pPr>
            <a:fld id="{AE8A45D0-B3EF-4CF4-8A6A-4EC16519FE2B}" type="slidenum">
              <a:rPr lang="zh-TW" altLang="en-US"/>
              <a:pPr>
                <a:defRPr/>
              </a:pPr>
              <a:t>‹#›</a:t>
            </a:fld>
            <a:endParaRPr lang="zh-TW" altLang="en-US"/>
          </a:p>
        </p:txBody>
      </p:sp>
    </p:spTree>
    <p:extLst>
      <p:ext uri="{BB962C8B-B14F-4D97-AF65-F5344CB8AC3E}">
        <p14:creationId xmlns:p14="http://schemas.microsoft.com/office/powerpoint/2010/main" val="251200882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solidFill>
                <a:prstClr val="black">
                  <a:tint val="75000"/>
                </a:prstClr>
              </a:solidFill>
            </a:endParaRPr>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9EE5D0BC-4944-4162-9807-E9083DAEE6F5}" type="slidenum">
              <a:rPr lang="en-US" altLang="zh-TW"/>
              <a:pPr>
                <a:defRPr/>
              </a:pPr>
              <a:t>‹#›</a:t>
            </a:fld>
            <a:endParaRPr lang="en-US" altLang="zh-TW"/>
          </a:p>
        </p:txBody>
      </p:sp>
    </p:spTree>
    <p:extLst>
      <p:ext uri="{BB962C8B-B14F-4D97-AF65-F5344CB8AC3E}">
        <p14:creationId xmlns:p14="http://schemas.microsoft.com/office/powerpoint/2010/main" val="1933064819"/>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type="title" preserve="1">
  <p:cSld name="標題投影片">
    <p:bg>
      <p:bgPr>
        <a:solidFill>
          <a:srgbClr val="FFFFFF"/>
        </a:solidFill>
        <a:effectLst/>
      </p:bgPr>
    </p:bg>
    <p:spTree>
      <p:nvGrpSpPr>
        <p:cNvPr id="1" name=""/>
        <p:cNvGrpSpPr/>
        <p:nvPr/>
      </p:nvGrpSpPr>
      <p:grpSpPr>
        <a:xfrm>
          <a:off x="0" y="0"/>
          <a:ext cx="0" cy="0"/>
          <a:chOff x="0" y="0"/>
          <a:chExt cx="0" cy="0"/>
        </a:xfrm>
      </p:grpSpPr>
      <p:sp>
        <p:nvSpPr>
          <p:cNvPr id="4" name="Rectangle 1784"/>
          <p:cNvSpPr>
            <a:spLocks noChangeArrowheads="1"/>
          </p:cNvSpPr>
          <p:nvPr userDrawn="1"/>
        </p:nvSpPr>
        <p:spPr bwMode="gray">
          <a:xfrm>
            <a:off x="2978150" y="0"/>
            <a:ext cx="3270250" cy="342900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6227763" y="0"/>
          <a:ext cx="2914650" cy="35734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0"/>
                        <a:ext cx="2914650"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0" y="0"/>
          <a:ext cx="3019425" cy="3573463"/>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3019425"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 name="Group 68"/>
          <p:cNvGrpSpPr>
            <a:grpSpLocks/>
          </p:cNvGrpSpPr>
          <p:nvPr userDrawn="1"/>
        </p:nvGrpSpPr>
        <p:grpSpPr bwMode="auto">
          <a:xfrm>
            <a:off x="3348038" y="836613"/>
            <a:ext cx="2509837" cy="2498725"/>
            <a:chOff x="2111" y="670"/>
            <a:chExt cx="1581" cy="1574"/>
          </a:xfrm>
        </p:grpSpPr>
        <p:sp>
          <p:nvSpPr>
            <p:cNvPr id="8" name="Line 69"/>
            <p:cNvSpPr>
              <a:spLocks noChangeShapeType="1"/>
            </p:cNvSpPr>
            <p:nvPr userDrawn="1"/>
          </p:nvSpPr>
          <p:spPr bwMode="gray">
            <a:xfrm flipH="1">
              <a:off x="3092" y="1532"/>
              <a:ext cx="156"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 name="Line 70"/>
            <p:cNvSpPr>
              <a:spLocks noChangeShapeType="1"/>
            </p:cNvSpPr>
            <p:nvPr userDrawn="1"/>
          </p:nvSpPr>
          <p:spPr bwMode="gray">
            <a:xfrm flipH="1" flipV="1">
              <a:off x="3101" y="1523"/>
              <a:ext cx="206"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 name="Line 71"/>
            <p:cNvSpPr>
              <a:spLocks noChangeShapeType="1"/>
            </p:cNvSpPr>
            <p:nvPr userDrawn="1"/>
          </p:nvSpPr>
          <p:spPr bwMode="gray">
            <a:xfrm flipV="1">
              <a:off x="3081" y="1642"/>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 name="Line 72"/>
            <p:cNvSpPr>
              <a:spLocks noChangeShapeType="1"/>
            </p:cNvSpPr>
            <p:nvPr userDrawn="1"/>
          </p:nvSpPr>
          <p:spPr bwMode="gray">
            <a:xfrm flipV="1">
              <a:off x="3449" y="1518"/>
              <a:ext cx="7" cy="25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 name="Line 73"/>
            <p:cNvSpPr>
              <a:spLocks noChangeShapeType="1"/>
            </p:cNvSpPr>
            <p:nvPr userDrawn="1"/>
          </p:nvSpPr>
          <p:spPr bwMode="gray">
            <a:xfrm flipH="1">
              <a:off x="3456" y="1273"/>
              <a:ext cx="7"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 name="Line 74"/>
            <p:cNvSpPr>
              <a:spLocks noChangeShapeType="1"/>
            </p:cNvSpPr>
            <p:nvPr userDrawn="1"/>
          </p:nvSpPr>
          <p:spPr bwMode="gray">
            <a:xfrm flipV="1">
              <a:off x="299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 name="Freeform 75"/>
            <p:cNvSpPr>
              <a:spLocks/>
            </p:cNvSpPr>
            <p:nvPr userDrawn="1"/>
          </p:nvSpPr>
          <p:spPr bwMode="gray">
            <a:xfrm>
              <a:off x="3083" y="1623"/>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 name="Line 76"/>
            <p:cNvSpPr>
              <a:spLocks noChangeShapeType="1"/>
            </p:cNvSpPr>
            <p:nvPr userDrawn="1"/>
          </p:nvSpPr>
          <p:spPr bwMode="gray">
            <a:xfrm>
              <a:off x="2983" y="1595"/>
              <a:ext cx="209"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 name="Line 77"/>
            <p:cNvSpPr>
              <a:spLocks noChangeShapeType="1"/>
            </p:cNvSpPr>
            <p:nvPr userDrawn="1"/>
          </p:nvSpPr>
          <p:spPr bwMode="gray">
            <a:xfrm>
              <a:off x="2989" y="1588"/>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 name="Line 78"/>
            <p:cNvSpPr>
              <a:spLocks noChangeShapeType="1"/>
            </p:cNvSpPr>
            <p:nvPr userDrawn="1"/>
          </p:nvSpPr>
          <p:spPr bwMode="gray">
            <a:xfrm flipH="1" flipV="1">
              <a:off x="2980" y="1606"/>
              <a:ext cx="208"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 name="Line 79"/>
            <p:cNvSpPr>
              <a:spLocks noChangeShapeType="1"/>
            </p:cNvSpPr>
            <p:nvPr userDrawn="1"/>
          </p:nvSpPr>
          <p:spPr bwMode="gray">
            <a:xfrm>
              <a:off x="2957" y="1842"/>
              <a:ext cx="186"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 name="Line 80"/>
            <p:cNvSpPr>
              <a:spLocks noChangeShapeType="1"/>
            </p:cNvSpPr>
            <p:nvPr userDrawn="1"/>
          </p:nvSpPr>
          <p:spPr bwMode="gray">
            <a:xfrm flipH="1" flipV="1">
              <a:off x="2231" y="1408"/>
              <a:ext cx="116"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 name="Line 81"/>
            <p:cNvSpPr>
              <a:spLocks noChangeShapeType="1"/>
            </p:cNvSpPr>
            <p:nvPr userDrawn="1"/>
          </p:nvSpPr>
          <p:spPr bwMode="gray">
            <a:xfrm flipV="1">
              <a:off x="2284" y="1467"/>
              <a:ext cx="63" cy="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 name="Line 82"/>
            <p:cNvSpPr>
              <a:spLocks noChangeShapeType="1"/>
            </p:cNvSpPr>
            <p:nvPr userDrawn="1"/>
          </p:nvSpPr>
          <p:spPr bwMode="gray">
            <a:xfrm flipH="1" flipV="1">
              <a:off x="2665" y="1564"/>
              <a:ext cx="203"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 name="Line 83"/>
            <p:cNvSpPr>
              <a:spLocks noChangeShapeType="1"/>
            </p:cNvSpPr>
            <p:nvPr userDrawn="1"/>
          </p:nvSpPr>
          <p:spPr bwMode="gray">
            <a:xfrm flipV="1">
              <a:off x="2642" y="1539"/>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 name="Line 84"/>
            <p:cNvSpPr>
              <a:spLocks noChangeShapeType="1"/>
            </p:cNvSpPr>
            <p:nvPr userDrawn="1"/>
          </p:nvSpPr>
          <p:spPr bwMode="gray">
            <a:xfrm flipV="1">
              <a:off x="2880" y="1653"/>
              <a:ext cx="1"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 name="Line 85"/>
            <p:cNvSpPr>
              <a:spLocks noChangeShapeType="1"/>
            </p:cNvSpPr>
            <p:nvPr userDrawn="1"/>
          </p:nvSpPr>
          <p:spPr bwMode="gray">
            <a:xfrm flipV="1">
              <a:off x="2798" y="1721"/>
              <a:ext cx="161"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 name="Line 86"/>
            <p:cNvSpPr>
              <a:spLocks noChangeShapeType="1"/>
            </p:cNvSpPr>
            <p:nvPr userDrawn="1"/>
          </p:nvSpPr>
          <p:spPr bwMode="gray">
            <a:xfrm>
              <a:off x="2733" y="1506"/>
              <a:ext cx="11"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 name="Line 87"/>
            <p:cNvSpPr>
              <a:spLocks noChangeShapeType="1"/>
            </p:cNvSpPr>
            <p:nvPr userDrawn="1"/>
          </p:nvSpPr>
          <p:spPr bwMode="gray">
            <a:xfrm flipV="1">
              <a:off x="2744" y="1509"/>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 name="Line 88"/>
            <p:cNvSpPr>
              <a:spLocks noChangeShapeType="1"/>
            </p:cNvSpPr>
            <p:nvPr userDrawn="1"/>
          </p:nvSpPr>
          <p:spPr bwMode="gray">
            <a:xfrm flipH="1" flipV="1">
              <a:off x="2452" y="1569"/>
              <a:ext cx="3" cy="25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 name="Line 89"/>
            <p:cNvSpPr>
              <a:spLocks noChangeShapeType="1"/>
            </p:cNvSpPr>
            <p:nvPr userDrawn="1"/>
          </p:nvSpPr>
          <p:spPr bwMode="gray">
            <a:xfrm>
              <a:off x="2142" y="1583"/>
              <a:ext cx="63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 name="Line 90"/>
            <p:cNvSpPr>
              <a:spLocks noChangeShapeType="1"/>
            </p:cNvSpPr>
            <p:nvPr userDrawn="1"/>
          </p:nvSpPr>
          <p:spPr bwMode="gray">
            <a:xfrm flipV="1">
              <a:off x="2564" y="1609"/>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 name="Line 91"/>
            <p:cNvSpPr>
              <a:spLocks noChangeShapeType="1"/>
            </p:cNvSpPr>
            <p:nvPr userDrawn="1"/>
          </p:nvSpPr>
          <p:spPr bwMode="gray">
            <a:xfrm flipH="1" flipV="1">
              <a:off x="2551" y="1606"/>
              <a:ext cx="13"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 name="Line 92"/>
            <p:cNvSpPr>
              <a:spLocks noChangeShapeType="1"/>
            </p:cNvSpPr>
            <p:nvPr userDrawn="1"/>
          </p:nvSpPr>
          <p:spPr bwMode="gray">
            <a:xfrm flipH="1" flipV="1">
              <a:off x="2354" y="1534"/>
              <a:ext cx="19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 name="Line 93"/>
            <p:cNvSpPr>
              <a:spLocks noChangeShapeType="1"/>
            </p:cNvSpPr>
            <p:nvPr userDrawn="1"/>
          </p:nvSpPr>
          <p:spPr bwMode="gray">
            <a:xfrm flipH="1" flipV="1">
              <a:off x="2343" y="1530"/>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 name="Line 94"/>
            <p:cNvSpPr>
              <a:spLocks noChangeShapeType="1"/>
            </p:cNvSpPr>
            <p:nvPr userDrawn="1"/>
          </p:nvSpPr>
          <p:spPr bwMode="gray">
            <a:xfrm flipV="1">
              <a:off x="2343" y="153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 name="Line 95"/>
            <p:cNvSpPr>
              <a:spLocks noChangeShapeType="1"/>
            </p:cNvSpPr>
            <p:nvPr userDrawn="1"/>
          </p:nvSpPr>
          <p:spPr bwMode="gray">
            <a:xfrm>
              <a:off x="2347" y="1770"/>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 name="Line 96"/>
            <p:cNvSpPr>
              <a:spLocks noChangeShapeType="1"/>
            </p:cNvSpPr>
            <p:nvPr userDrawn="1"/>
          </p:nvSpPr>
          <p:spPr bwMode="gray">
            <a:xfrm>
              <a:off x="2347" y="178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 name="Line 97"/>
            <p:cNvSpPr>
              <a:spLocks noChangeShapeType="1"/>
            </p:cNvSpPr>
            <p:nvPr userDrawn="1"/>
          </p:nvSpPr>
          <p:spPr bwMode="gray">
            <a:xfrm>
              <a:off x="2359" y="1788"/>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 name="Line 98"/>
            <p:cNvSpPr>
              <a:spLocks noChangeShapeType="1"/>
            </p:cNvSpPr>
            <p:nvPr userDrawn="1"/>
          </p:nvSpPr>
          <p:spPr bwMode="gray">
            <a:xfrm>
              <a:off x="2555" y="1861"/>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 name="Line 99"/>
            <p:cNvSpPr>
              <a:spLocks noChangeShapeType="1"/>
            </p:cNvSpPr>
            <p:nvPr userDrawn="1"/>
          </p:nvSpPr>
          <p:spPr bwMode="gray">
            <a:xfrm>
              <a:off x="2565" y="185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 name="Line 100"/>
            <p:cNvSpPr>
              <a:spLocks noChangeShapeType="1"/>
            </p:cNvSpPr>
            <p:nvPr userDrawn="1"/>
          </p:nvSpPr>
          <p:spPr bwMode="gray">
            <a:xfrm flipH="1" flipV="1">
              <a:off x="2656" y="1892"/>
              <a:ext cx="2" cy="1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 name="Line 101"/>
            <p:cNvSpPr>
              <a:spLocks noChangeShapeType="1"/>
            </p:cNvSpPr>
            <p:nvPr userDrawn="1"/>
          </p:nvSpPr>
          <p:spPr bwMode="gray">
            <a:xfrm flipV="1">
              <a:off x="2576" y="1892"/>
              <a:ext cx="79"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 name="Line 102"/>
            <p:cNvSpPr>
              <a:spLocks noChangeShapeType="1"/>
            </p:cNvSpPr>
            <p:nvPr userDrawn="1"/>
          </p:nvSpPr>
          <p:spPr bwMode="gray">
            <a:xfrm flipH="1" flipV="1">
              <a:off x="2653" y="1312"/>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 name="Line 103"/>
            <p:cNvSpPr>
              <a:spLocks noChangeShapeType="1"/>
            </p:cNvSpPr>
            <p:nvPr userDrawn="1"/>
          </p:nvSpPr>
          <p:spPr bwMode="gray">
            <a:xfrm flipV="1">
              <a:off x="2572" y="1434"/>
              <a:ext cx="163" cy="8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 name="Line 104"/>
            <p:cNvSpPr>
              <a:spLocks noChangeShapeType="1"/>
            </p:cNvSpPr>
            <p:nvPr userDrawn="1"/>
          </p:nvSpPr>
          <p:spPr bwMode="gray">
            <a:xfrm>
              <a:off x="2441" y="1228"/>
              <a:ext cx="200"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 name="Line 105"/>
            <p:cNvSpPr>
              <a:spLocks noChangeShapeType="1"/>
            </p:cNvSpPr>
            <p:nvPr userDrawn="1"/>
          </p:nvSpPr>
          <p:spPr bwMode="gray">
            <a:xfrm flipH="1">
              <a:off x="2457" y="1219"/>
              <a:ext cx="166"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 name="Line 106"/>
            <p:cNvSpPr>
              <a:spLocks noChangeShapeType="1"/>
            </p:cNvSpPr>
            <p:nvPr userDrawn="1"/>
          </p:nvSpPr>
          <p:spPr bwMode="gray">
            <a:xfrm>
              <a:off x="2359" y="1864"/>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 name="Line 107"/>
            <p:cNvSpPr>
              <a:spLocks noChangeShapeType="1"/>
            </p:cNvSpPr>
            <p:nvPr userDrawn="1"/>
          </p:nvSpPr>
          <p:spPr bwMode="gray">
            <a:xfrm>
              <a:off x="2455" y="1824"/>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 name="Line 108"/>
            <p:cNvSpPr>
              <a:spLocks noChangeShapeType="1"/>
            </p:cNvSpPr>
            <p:nvPr userDrawn="1"/>
          </p:nvSpPr>
          <p:spPr bwMode="gray">
            <a:xfrm>
              <a:off x="2352" y="1454"/>
              <a:ext cx="199"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 name="Line 109"/>
            <p:cNvSpPr>
              <a:spLocks noChangeShapeType="1"/>
            </p:cNvSpPr>
            <p:nvPr userDrawn="1"/>
          </p:nvSpPr>
          <p:spPr bwMode="gray">
            <a:xfrm>
              <a:off x="2448" y="1322"/>
              <a:ext cx="4"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 name="Line 110"/>
            <p:cNvSpPr>
              <a:spLocks noChangeShapeType="1"/>
            </p:cNvSpPr>
            <p:nvPr userDrawn="1"/>
          </p:nvSpPr>
          <p:spPr bwMode="gray">
            <a:xfrm flipV="1">
              <a:off x="3438" y="1167"/>
              <a:ext cx="32" cy="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 name="Line 111"/>
            <p:cNvSpPr>
              <a:spLocks noChangeShapeType="1"/>
            </p:cNvSpPr>
            <p:nvPr userDrawn="1"/>
          </p:nvSpPr>
          <p:spPr bwMode="gray">
            <a:xfrm flipV="1">
              <a:off x="3548" y="1268"/>
              <a:ext cx="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 name="Line 112"/>
            <p:cNvSpPr>
              <a:spLocks noChangeShapeType="1"/>
            </p:cNvSpPr>
            <p:nvPr userDrawn="1"/>
          </p:nvSpPr>
          <p:spPr bwMode="gray">
            <a:xfrm flipV="1">
              <a:off x="3599" y="1336"/>
              <a:ext cx="18"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 name="Line 113"/>
            <p:cNvSpPr>
              <a:spLocks noChangeShapeType="1"/>
            </p:cNvSpPr>
            <p:nvPr userDrawn="1"/>
          </p:nvSpPr>
          <p:spPr bwMode="gray">
            <a:xfrm>
              <a:off x="3398" y="1139"/>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 name="Line 114"/>
            <p:cNvSpPr>
              <a:spLocks noChangeShapeType="1"/>
            </p:cNvSpPr>
            <p:nvPr userDrawn="1"/>
          </p:nvSpPr>
          <p:spPr bwMode="gray">
            <a:xfrm flipV="1">
              <a:off x="3408" y="114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 name="Line 115"/>
            <p:cNvSpPr>
              <a:spLocks noChangeShapeType="1"/>
            </p:cNvSpPr>
            <p:nvPr userDrawn="1"/>
          </p:nvSpPr>
          <p:spPr bwMode="gray">
            <a:xfrm flipV="1">
              <a:off x="3139" y="1224"/>
              <a:ext cx="4" cy="2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 name="Line 116"/>
            <p:cNvSpPr>
              <a:spLocks noChangeShapeType="1"/>
            </p:cNvSpPr>
            <p:nvPr userDrawn="1"/>
          </p:nvSpPr>
          <p:spPr bwMode="gray">
            <a:xfrm>
              <a:off x="3034" y="138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 name="Line 117"/>
            <p:cNvSpPr>
              <a:spLocks noChangeShapeType="1"/>
            </p:cNvSpPr>
            <p:nvPr userDrawn="1"/>
          </p:nvSpPr>
          <p:spPr bwMode="gray">
            <a:xfrm>
              <a:off x="3034" y="1401"/>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 name="Line 118"/>
            <p:cNvSpPr>
              <a:spLocks noChangeShapeType="1"/>
            </p:cNvSpPr>
            <p:nvPr userDrawn="1"/>
          </p:nvSpPr>
          <p:spPr bwMode="gray">
            <a:xfrm flipV="1">
              <a:off x="3331" y="952"/>
              <a:ext cx="4" cy="19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 name="Line 119"/>
            <p:cNvSpPr>
              <a:spLocks noChangeShapeType="1"/>
            </p:cNvSpPr>
            <p:nvPr userDrawn="1"/>
          </p:nvSpPr>
          <p:spPr bwMode="gray">
            <a:xfrm flipV="1">
              <a:off x="3309" y="1070"/>
              <a:ext cx="94"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 name="Line 120"/>
            <p:cNvSpPr>
              <a:spLocks noChangeShapeType="1"/>
            </p:cNvSpPr>
            <p:nvPr userDrawn="1"/>
          </p:nvSpPr>
          <p:spPr bwMode="gray">
            <a:xfrm flipH="1">
              <a:off x="3284" y="86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 name="Line 121"/>
            <p:cNvSpPr>
              <a:spLocks noChangeShapeType="1"/>
            </p:cNvSpPr>
            <p:nvPr userDrawn="1"/>
          </p:nvSpPr>
          <p:spPr bwMode="gray">
            <a:xfrm>
              <a:off x="3043" y="1478"/>
              <a:ext cx="82" cy="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 name="Line 122"/>
            <p:cNvSpPr>
              <a:spLocks noChangeShapeType="1"/>
            </p:cNvSpPr>
            <p:nvPr userDrawn="1"/>
          </p:nvSpPr>
          <p:spPr bwMode="gray">
            <a:xfrm flipH="1" flipV="1">
              <a:off x="3045" y="1405"/>
              <a:ext cx="105"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 name="Line 123"/>
            <p:cNvSpPr>
              <a:spLocks noChangeShapeType="1"/>
            </p:cNvSpPr>
            <p:nvPr userDrawn="1"/>
          </p:nvSpPr>
          <p:spPr bwMode="gray">
            <a:xfrm flipH="1">
              <a:off x="3534" y="1342"/>
              <a:ext cx="42" cy="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 name="Line 124"/>
            <p:cNvSpPr>
              <a:spLocks noChangeShapeType="1"/>
            </p:cNvSpPr>
            <p:nvPr userDrawn="1"/>
          </p:nvSpPr>
          <p:spPr bwMode="gray">
            <a:xfrm flipH="1" flipV="1">
              <a:off x="3533" y="1420"/>
              <a:ext cx="43"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 name="Line 125"/>
            <p:cNvSpPr>
              <a:spLocks noChangeShapeType="1"/>
            </p:cNvSpPr>
            <p:nvPr userDrawn="1"/>
          </p:nvSpPr>
          <p:spPr bwMode="gray">
            <a:xfrm flipV="1">
              <a:off x="3143" y="1488"/>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 name="Line 126"/>
            <p:cNvSpPr>
              <a:spLocks noChangeShapeType="1"/>
            </p:cNvSpPr>
            <p:nvPr userDrawn="1"/>
          </p:nvSpPr>
          <p:spPr bwMode="gray">
            <a:xfrm flipV="1">
              <a:off x="3143" y="1485"/>
              <a:ext cx="8"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 name="Line 127"/>
            <p:cNvSpPr>
              <a:spLocks noChangeShapeType="1"/>
            </p:cNvSpPr>
            <p:nvPr userDrawn="1"/>
          </p:nvSpPr>
          <p:spPr bwMode="gray">
            <a:xfrm>
              <a:off x="2980" y="1721"/>
              <a:ext cx="20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 name="Line 128"/>
            <p:cNvSpPr>
              <a:spLocks noChangeShapeType="1"/>
            </p:cNvSpPr>
            <p:nvPr userDrawn="1"/>
          </p:nvSpPr>
          <p:spPr bwMode="gray">
            <a:xfrm flipV="1">
              <a:off x="3207" y="1502"/>
              <a:ext cx="478" cy="2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 name="Line 129"/>
            <p:cNvSpPr>
              <a:spLocks noChangeShapeType="1"/>
            </p:cNvSpPr>
            <p:nvPr userDrawn="1"/>
          </p:nvSpPr>
          <p:spPr bwMode="gray">
            <a:xfrm flipV="1">
              <a:off x="3538" y="146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 name="Line 130"/>
            <p:cNvSpPr>
              <a:spLocks noChangeShapeType="1"/>
            </p:cNvSpPr>
            <p:nvPr userDrawn="1"/>
          </p:nvSpPr>
          <p:spPr bwMode="gray">
            <a:xfrm flipH="1">
              <a:off x="3529" y="1469"/>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 name="Line 131"/>
            <p:cNvSpPr>
              <a:spLocks noChangeShapeType="1"/>
            </p:cNvSpPr>
            <p:nvPr userDrawn="1"/>
          </p:nvSpPr>
          <p:spPr bwMode="gray">
            <a:xfrm flipH="1">
              <a:off x="3380" y="1474"/>
              <a:ext cx="149"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 name="Line 132"/>
            <p:cNvSpPr>
              <a:spLocks noChangeShapeType="1"/>
            </p:cNvSpPr>
            <p:nvPr userDrawn="1"/>
          </p:nvSpPr>
          <p:spPr bwMode="gray">
            <a:xfrm flipH="1">
              <a:off x="3372" y="1562"/>
              <a:ext cx="8"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 name="Line 133"/>
            <p:cNvSpPr>
              <a:spLocks noChangeShapeType="1"/>
            </p:cNvSpPr>
            <p:nvPr userDrawn="1"/>
          </p:nvSpPr>
          <p:spPr bwMode="gray">
            <a:xfrm flipV="1">
              <a:off x="3372" y="156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 name="Line 134"/>
            <p:cNvSpPr>
              <a:spLocks noChangeShapeType="1"/>
            </p:cNvSpPr>
            <p:nvPr userDrawn="1"/>
          </p:nvSpPr>
          <p:spPr bwMode="gray">
            <a:xfrm>
              <a:off x="3366" y="181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 name="Line 135"/>
            <p:cNvSpPr>
              <a:spLocks noChangeShapeType="1"/>
            </p:cNvSpPr>
            <p:nvPr userDrawn="1"/>
          </p:nvSpPr>
          <p:spPr bwMode="gray">
            <a:xfrm flipV="1">
              <a:off x="3366" y="1817"/>
              <a:ext cx="7" cy="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 name="Line 136"/>
            <p:cNvSpPr>
              <a:spLocks noChangeShapeType="1"/>
            </p:cNvSpPr>
            <p:nvPr userDrawn="1"/>
          </p:nvSpPr>
          <p:spPr bwMode="gray">
            <a:xfrm flipV="1">
              <a:off x="3373" y="1725"/>
              <a:ext cx="149"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 name="Line 137"/>
            <p:cNvSpPr>
              <a:spLocks noChangeShapeType="1"/>
            </p:cNvSpPr>
            <p:nvPr userDrawn="1"/>
          </p:nvSpPr>
          <p:spPr bwMode="gray">
            <a:xfrm flipV="1">
              <a:off x="3522" y="1721"/>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 name="Line 138"/>
            <p:cNvSpPr>
              <a:spLocks noChangeShapeType="1"/>
            </p:cNvSpPr>
            <p:nvPr userDrawn="1"/>
          </p:nvSpPr>
          <p:spPr bwMode="gray">
            <a:xfrm>
              <a:off x="3531" y="170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 name="Line 139"/>
            <p:cNvSpPr>
              <a:spLocks noChangeShapeType="1"/>
            </p:cNvSpPr>
            <p:nvPr userDrawn="1"/>
          </p:nvSpPr>
          <p:spPr bwMode="gray">
            <a:xfrm flipH="1" flipV="1">
              <a:off x="3279" y="1870"/>
              <a:ext cx="73" cy="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 name="Line 140"/>
            <p:cNvSpPr>
              <a:spLocks noChangeShapeType="1"/>
            </p:cNvSpPr>
            <p:nvPr userDrawn="1"/>
          </p:nvSpPr>
          <p:spPr bwMode="gray">
            <a:xfrm flipV="1">
              <a:off x="3256" y="1282"/>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 name="Line 141"/>
            <p:cNvSpPr>
              <a:spLocks noChangeShapeType="1"/>
            </p:cNvSpPr>
            <p:nvPr userDrawn="1"/>
          </p:nvSpPr>
          <p:spPr bwMode="gray">
            <a:xfrm flipH="1" flipV="1">
              <a:off x="3155" y="1413"/>
              <a:ext cx="208"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 name="Line 142"/>
            <p:cNvSpPr>
              <a:spLocks noChangeShapeType="1"/>
            </p:cNvSpPr>
            <p:nvPr userDrawn="1"/>
          </p:nvSpPr>
          <p:spPr bwMode="gray">
            <a:xfrm flipV="1">
              <a:off x="3270" y="1181"/>
              <a:ext cx="151"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 name="Line 143"/>
            <p:cNvSpPr>
              <a:spLocks noChangeShapeType="1"/>
            </p:cNvSpPr>
            <p:nvPr userDrawn="1"/>
          </p:nvSpPr>
          <p:spPr bwMode="gray">
            <a:xfrm>
              <a:off x="3242" y="1189"/>
              <a:ext cx="208"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 name="Line 144"/>
            <p:cNvSpPr>
              <a:spLocks noChangeShapeType="1"/>
            </p:cNvSpPr>
            <p:nvPr userDrawn="1"/>
          </p:nvSpPr>
          <p:spPr bwMode="gray">
            <a:xfrm flipV="1">
              <a:off x="3372" y="1803"/>
              <a:ext cx="148"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 name="Line 145"/>
            <p:cNvSpPr>
              <a:spLocks noChangeShapeType="1"/>
            </p:cNvSpPr>
            <p:nvPr userDrawn="1"/>
          </p:nvSpPr>
          <p:spPr bwMode="gray">
            <a:xfrm flipH="1">
              <a:off x="3442" y="1770"/>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 name="Line 146"/>
            <p:cNvSpPr>
              <a:spLocks noChangeShapeType="1"/>
            </p:cNvSpPr>
            <p:nvPr userDrawn="1"/>
          </p:nvSpPr>
          <p:spPr bwMode="gray">
            <a:xfrm flipV="1">
              <a:off x="3382" y="1394"/>
              <a:ext cx="151"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 name="Line 147"/>
            <p:cNvSpPr>
              <a:spLocks noChangeShapeType="1"/>
            </p:cNvSpPr>
            <p:nvPr userDrawn="1"/>
          </p:nvSpPr>
          <p:spPr bwMode="gray">
            <a:xfrm flipH="1" flipV="1">
              <a:off x="2380" y="995"/>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 name="Line 148"/>
            <p:cNvSpPr>
              <a:spLocks noChangeShapeType="1"/>
            </p:cNvSpPr>
            <p:nvPr userDrawn="1"/>
          </p:nvSpPr>
          <p:spPr bwMode="gray">
            <a:xfrm flipH="1" flipV="1">
              <a:off x="2291" y="1123"/>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 name="Line 149"/>
            <p:cNvSpPr>
              <a:spLocks noChangeShapeType="1"/>
            </p:cNvSpPr>
            <p:nvPr userDrawn="1"/>
          </p:nvSpPr>
          <p:spPr bwMode="gray">
            <a:xfrm flipV="1">
              <a:off x="2282" y="1196"/>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 name="Line 150"/>
            <p:cNvSpPr>
              <a:spLocks noChangeShapeType="1"/>
            </p:cNvSpPr>
            <p:nvPr userDrawn="1"/>
          </p:nvSpPr>
          <p:spPr bwMode="gray">
            <a:xfrm flipH="1">
              <a:off x="2282" y="119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 name="Line 151"/>
            <p:cNvSpPr>
              <a:spLocks noChangeShapeType="1"/>
            </p:cNvSpPr>
            <p:nvPr userDrawn="1"/>
          </p:nvSpPr>
          <p:spPr bwMode="gray">
            <a:xfrm flipV="1">
              <a:off x="2389" y="929"/>
              <a:ext cx="101"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 name="Line 152"/>
            <p:cNvSpPr>
              <a:spLocks noChangeShapeType="1"/>
            </p:cNvSpPr>
            <p:nvPr userDrawn="1"/>
          </p:nvSpPr>
          <p:spPr bwMode="gray">
            <a:xfrm>
              <a:off x="2375" y="910"/>
              <a:ext cx="115" cy="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 name="Line 153"/>
            <p:cNvSpPr>
              <a:spLocks noChangeShapeType="1"/>
            </p:cNvSpPr>
            <p:nvPr userDrawn="1"/>
          </p:nvSpPr>
          <p:spPr bwMode="gray">
            <a:xfrm>
              <a:off x="2926" y="2031"/>
              <a:ext cx="19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 name="Line 154"/>
            <p:cNvSpPr>
              <a:spLocks noChangeShapeType="1"/>
            </p:cNvSpPr>
            <p:nvPr userDrawn="1"/>
          </p:nvSpPr>
          <p:spPr bwMode="gray">
            <a:xfrm flipV="1">
              <a:off x="2982" y="1943"/>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 name="Line 155"/>
            <p:cNvSpPr>
              <a:spLocks noChangeShapeType="1"/>
            </p:cNvSpPr>
            <p:nvPr userDrawn="1"/>
          </p:nvSpPr>
          <p:spPr bwMode="gray">
            <a:xfrm>
              <a:off x="2905" y="1903"/>
              <a:ext cx="12"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 name="Line 156"/>
            <p:cNvSpPr>
              <a:spLocks noChangeShapeType="1"/>
            </p:cNvSpPr>
            <p:nvPr userDrawn="1"/>
          </p:nvSpPr>
          <p:spPr bwMode="gray">
            <a:xfrm flipH="1">
              <a:off x="2917" y="1901"/>
              <a:ext cx="7"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 name="Line 157"/>
            <p:cNvSpPr>
              <a:spLocks noChangeShapeType="1"/>
            </p:cNvSpPr>
            <p:nvPr userDrawn="1"/>
          </p:nvSpPr>
          <p:spPr bwMode="gray">
            <a:xfrm flipV="1">
              <a:off x="3143" y="2029"/>
              <a:ext cx="11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 name="Line 158"/>
            <p:cNvSpPr>
              <a:spLocks noChangeShapeType="1"/>
            </p:cNvSpPr>
            <p:nvPr userDrawn="1"/>
          </p:nvSpPr>
          <p:spPr bwMode="gray">
            <a:xfrm flipH="1">
              <a:off x="3214" y="2011"/>
              <a:ext cx="2" cy="15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 name="Line 159"/>
            <p:cNvSpPr>
              <a:spLocks noChangeShapeType="1"/>
            </p:cNvSpPr>
            <p:nvPr userDrawn="1"/>
          </p:nvSpPr>
          <p:spPr bwMode="gray">
            <a:xfrm flipH="1">
              <a:off x="2915" y="214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 name="Line 160"/>
            <p:cNvSpPr>
              <a:spLocks noChangeShapeType="1"/>
            </p:cNvSpPr>
            <p:nvPr userDrawn="1"/>
          </p:nvSpPr>
          <p:spPr bwMode="gray">
            <a:xfrm flipH="1" flipV="1">
              <a:off x="2905" y="214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 name="Line 161"/>
            <p:cNvSpPr>
              <a:spLocks noChangeShapeType="1"/>
            </p:cNvSpPr>
            <p:nvPr userDrawn="1"/>
          </p:nvSpPr>
          <p:spPr bwMode="gray">
            <a:xfrm flipH="1">
              <a:off x="2754" y="2032"/>
              <a:ext cx="152"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 name="Line 162"/>
            <p:cNvSpPr>
              <a:spLocks noChangeShapeType="1"/>
            </p:cNvSpPr>
            <p:nvPr userDrawn="1"/>
          </p:nvSpPr>
          <p:spPr bwMode="gray">
            <a:xfrm flipV="1">
              <a:off x="2863" y="1950"/>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 name="Line 163"/>
            <p:cNvSpPr>
              <a:spLocks noChangeShapeType="1"/>
            </p:cNvSpPr>
            <p:nvPr userDrawn="1"/>
          </p:nvSpPr>
          <p:spPr bwMode="gray">
            <a:xfrm>
              <a:off x="2616" y="2081"/>
              <a:ext cx="11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 name="Line 164"/>
            <p:cNvSpPr>
              <a:spLocks noChangeShapeType="1"/>
            </p:cNvSpPr>
            <p:nvPr userDrawn="1"/>
          </p:nvSpPr>
          <p:spPr bwMode="gray">
            <a:xfrm>
              <a:off x="2637" y="2067"/>
              <a:ext cx="2"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 name="Line 165"/>
            <p:cNvSpPr>
              <a:spLocks noChangeShapeType="1"/>
            </p:cNvSpPr>
            <p:nvPr userDrawn="1"/>
          </p:nvSpPr>
          <p:spPr bwMode="gray">
            <a:xfrm flipH="1">
              <a:off x="2753" y="1034"/>
              <a:ext cx="159"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 name="Line 166"/>
            <p:cNvSpPr>
              <a:spLocks noChangeShapeType="1"/>
            </p:cNvSpPr>
            <p:nvPr userDrawn="1"/>
          </p:nvSpPr>
          <p:spPr bwMode="gray">
            <a:xfrm flipV="1">
              <a:off x="2865" y="939"/>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 name="Line 167"/>
            <p:cNvSpPr>
              <a:spLocks noChangeShapeType="1"/>
            </p:cNvSpPr>
            <p:nvPr userDrawn="1"/>
          </p:nvSpPr>
          <p:spPr bwMode="gray">
            <a:xfrm flipV="1">
              <a:off x="3146" y="798"/>
              <a:ext cx="1"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 name="Line 168"/>
            <p:cNvSpPr>
              <a:spLocks noChangeShapeType="1"/>
            </p:cNvSpPr>
            <p:nvPr userDrawn="1"/>
          </p:nvSpPr>
          <p:spPr bwMode="gray">
            <a:xfrm>
              <a:off x="2786" y="787"/>
              <a:ext cx="222"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 name="Line 169"/>
            <p:cNvSpPr>
              <a:spLocks noChangeShapeType="1"/>
            </p:cNvSpPr>
            <p:nvPr userDrawn="1"/>
          </p:nvSpPr>
          <p:spPr bwMode="gray">
            <a:xfrm flipH="1">
              <a:off x="2639" y="700"/>
              <a:ext cx="502" cy="2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 name="Line 170"/>
            <p:cNvSpPr>
              <a:spLocks noChangeShapeType="1"/>
            </p:cNvSpPr>
            <p:nvPr userDrawn="1"/>
          </p:nvSpPr>
          <p:spPr bwMode="gray">
            <a:xfrm>
              <a:off x="2910" y="896"/>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 name="Line 171"/>
            <p:cNvSpPr>
              <a:spLocks noChangeShapeType="1"/>
            </p:cNvSpPr>
            <p:nvPr userDrawn="1"/>
          </p:nvSpPr>
          <p:spPr bwMode="gray">
            <a:xfrm flipV="1">
              <a:off x="2920" y="894"/>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 name="Line 172"/>
            <p:cNvSpPr>
              <a:spLocks noChangeShapeType="1"/>
            </p:cNvSpPr>
            <p:nvPr userDrawn="1"/>
          </p:nvSpPr>
          <p:spPr bwMode="gray">
            <a:xfrm flipV="1">
              <a:off x="2929" y="815"/>
              <a:ext cx="156"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 name="Line 173"/>
            <p:cNvSpPr>
              <a:spLocks noChangeShapeType="1"/>
            </p:cNvSpPr>
            <p:nvPr userDrawn="1"/>
          </p:nvSpPr>
          <p:spPr bwMode="gray">
            <a:xfrm flipV="1">
              <a:off x="3085" y="812"/>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 name="Line 174"/>
            <p:cNvSpPr>
              <a:spLocks noChangeShapeType="1"/>
            </p:cNvSpPr>
            <p:nvPr userDrawn="1"/>
          </p:nvSpPr>
          <p:spPr bwMode="gray">
            <a:xfrm>
              <a:off x="3081" y="808"/>
              <a:ext cx="13"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 name="Line 175"/>
            <p:cNvSpPr>
              <a:spLocks noChangeShapeType="1"/>
            </p:cNvSpPr>
            <p:nvPr userDrawn="1"/>
          </p:nvSpPr>
          <p:spPr bwMode="gray">
            <a:xfrm flipH="1" flipV="1">
              <a:off x="2873" y="745"/>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 name="Line 176"/>
            <p:cNvSpPr>
              <a:spLocks noChangeShapeType="1"/>
            </p:cNvSpPr>
            <p:nvPr userDrawn="1"/>
          </p:nvSpPr>
          <p:spPr bwMode="gray">
            <a:xfrm flipH="1">
              <a:off x="2865" y="745"/>
              <a:ext cx="8"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 name="Line 177"/>
            <p:cNvSpPr>
              <a:spLocks noChangeShapeType="1"/>
            </p:cNvSpPr>
            <p:nvPr userDrawn="1"/>
          </p:nvSpPr>
          <p:spPr bwMode="gray">
            <a:xfrm flipH="1">
              <a:off x="2707" y="749"/>
              <a:ext cx="15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 name="Line 178"/>
            <p:cNvSpPr>
              <a:spLocks noChangeShapeType="1"/>
            </p:cNvSpPr>
            <p:nvPr userDrawn="1"/>
          </p:nvSpPr>
          <p:spPr bwMode="gray">
            <a:xfrm flipH="1">
              <a:off x="2698" y="826"/>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 name="Line 179"/>
            <p:cNvSpPr>
              <a:spLocks noChangeShapeType="1"/>
            </p:cNvSpPr>
            <p:nvPr userDrawn="1"/>
          </p:nvSpPr>
          <p:spPr bwMode="gray">
            <a:xfrm flipH="1" flipV="1">
              <a:off x="2698" y="829"/>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 name="Line 180"/>
            <p:cNvSpPr>
              <a:spLocks noChangeShapeType="1"/>
            </p:cNvSpPr>
            <p:nvPr userDrawn="1"/>
          </p:nvSpPr>
          <p:spPr bwMode="gray">
            <a:xfrm>
              <a:off x="2532" y="1051"/>
              <a:ext cx="200"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 name="Line 181"/>
            <p:cNvSpPr>
              <a:spLocks noChangeShapeType="1"/>
            </p:cNvSpPr>
            <p:nvPr userDrawn="1"/>
          </p:nvSpPr>
          <p:spPr bwMode="gray">
            <a:xfrm>
              <a:off x="2630" y="966"/>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 name="Line 182"/>
            <p:cNvSpPr>
              <a:spLocks noChangeShapeType="1"/>
            </p:cNvSpPr>
            <p:nvPr userDrawn="1"/>
          </p:nvSpPr>
          <p:spPr bwMode="gray">
            <a:xfrm flipH="1">
              <a:off x="2920" y="1154"/>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 name="Line 183"/>
            <p:cNvSpPr>
              <a:spLocks noChangeShapeType="1"/>
            </p:cNvSpPr>
            <p:nvPr userDrawn="1"/>
          </p:nvSpPr>
          <p:spPr bwMode="gray">
            <a:xfrm>
              <a:off x="2908" y="115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 name="Line 184"/>
            <p:cNvSpPr>
              <a:spLocks noChangeShapeType="1"/>
            </p:cNvSpPr>
            <p:nvPr userDrawn="1"/>
          </p:nvSpPr>
          <p:spPr bwMode="gray">
            <a:xfrm>
              <a:off x="2494" y="894"/>
              <a:ext cx="50" cy="1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 name="Line 185"/>
            <p:cNvSpPr>
              <a:spLocks noChangeShapeType="1"/>
            </p:cNvSpPr>
            <p:nvPr userDrawn="1"/>
          </p:nvSpPr>
          <p:spPr bwMode="gray">
            <a:xfrm flipH="1" flipV="1">
              <a:off x="2630" y="820"/>
              <a:ext cx="2"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 name="Line 186"/>
            <p:cNvSpPr>
              <a:spLocks noChangeShapeType="1"/>
            </p:cNvSpPr>
            <p:nvPr userDrawn="1"/>
          </p:nvSpPr>
          <p:spPr bwMode="gray">
            <a:xfrm>
              <a:off x="2931" y="1032"/>
              <a:ext cx="205"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 name="Line 187"/>
            <p:cNvSpPr>
              <a:spLocks noChangeShapeType="1"/>
            </p:cNvSpPr>
            <p:nvPr userDrawn="1"/>
          </p:nvSpPr>
          <p:spPr bwMode="gray">
            <a:xfrm flipV="1">
              <a:off x="3001" y="838"/>
              <a:ext cx="154"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 name="Line 188"/>
            <p:cNvSpPr>
              <a:spLocks noChangeShapeType="1"/>
            </p:cNvSpPr>
            <p:nvPr userDrawn="1"/>
          </p:nvSpPr>
          <p:spPr bwMode="gray">
            <a:xfrm>
              <a:off x="3008" y="855"/>
              <a:ext cx="21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 name="Line 189"/>
            <p:cNvSpPr>
              <a:spLocks noChangeShapeType="1"/>
            </p:cNvSpPr>
            <p:nvPr userDrawn="1"/>
          </p:nvSpPr>
          <p:spPr bwMode="gray">
            <a:xfrm flipV="1">
              <a:off x="2639" y="729"/>
              <a:ext cx="157"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 name="Line 190"/>
            <p:cNvSpPr>
              <a:spLocks noChangeShapeType="1"/>
            </p:cNvSpPr>
            <p:nvPr userDrawn="1"/>
          </p:nvSpPr>
          <p:spPr bwMode="gray">
            <a:xfrm>
              <a:off x="2581" y="724"/>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 name="Line 191"/>
            <p:cNvSpPr>
              <a:spLocks noChangeShapeType="1"/>
            </p:cNvSpPr>
            <p:nvPr userDrawn="1"/>
          </p:nvSpPr>
          <p:spPr bwMode="gray">
            <a:xfrm flipV="1">
              <a:off x="3157" y="1015"/>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 name="Line 192"/>
            <p:cNvSpPr>
              <a:spLocks noChangeShapeType="1"/>
            </p:cNvSpPr>
            <p:nvPr userDrawn="1"/>
          </p:nvSpPr>
          <p:spPr bwMode="gray">
            <a:xfrm flipH="1">
              <a:off x="3232" y="938"/>
              <a:ext cx="3"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 name="Line 193"/>
            <p:cNvSpPr>
              <a:spLocks noChangeShapeType="1"/>
            </p:cNvSpPr>
            <p:nvPr userDrawn="1"/>
          </p:nvSpPr>
          <p:spPr bwMode="gray">
            <a:xfrm flipH="1">
              <a:off x="2216" y="1235"/>
              <a:ext cx="161"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 name="Line 194"/>
            <p:cNvSpPr>
              <a:spLocks noChangeShapeType="1"/>
            </p:cNvSpPr>
            <p:nvPr userDrawn="1"/>
          </p:nvSpPr>
          <p:spPr bwMode="gray">
            <a:xfrm flipH="1" flipV="1">
              <a:off x="2237" y="1226"/>
              <a:ext cx="120"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 name="Line 195"/>
            <p:cNvSpPr>
              <a:spLocks noChangeShapeType="1"/>
            </p:cNvSpPr>
            <p:nvPr userDrawn="1"/>
          </p:nvSpPr>
          <p:spPr bwMode="gray">
            <a:xfrm flipH="1" flipV="1">
              <a:off x="2207" y="1333"/>
              <a:ext cx="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 name="Line 196"/>
            <p:cNvSpPr>
              <a:spLocks noChangeShapeType="1"/>
            </p:cNvSpPr>
            <p:nvPr userDrawn="1"/>
          </p:nvSpPr>
          <p:spPr bwMode="gray">
            <a:xfrm>
              <a:off x="2118" y="1412"/>
              <a:ext cx="59" cy="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 name="Line 197"/>
            <p:cNvSpPr>
              <a:spLocks noChangeShapeType="1"/>
            </p:cNvSpPr>
            <p:nvPr userDrawn="1"/>
          </p:nvSpPr>
          <p:spPr bwMode="gray">
            <a:xfrm flipV="1">
              <a:off x="2732" y="1216"/>
              <a:ext cx="85"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 name="Freeform 198"/>
            <p:cNvSpPr>
              <a:spLocks/>
            </p:cNvSpPr>
            <p:nvPr userDrawn="1"/>
          </p:nvSpPr>
          <p:spPr bwMode="gray">
            <a:xfrm>
              <a:off x="3421" y="1179"/>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 name="Line 199"/>
            <p:cNvSpPr>
              <a:spLocks noChangeShapeType="1"/>
            </p:cNvSpPr>
            <p:nvPr userDrawn="1"/>
          </p:nvSpPr>
          <p:spPr bwMode="gray">
            <a:xfrm>
              <a:off x="3324" y="1147"/>
              <a:ext cx="20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 name="Line 200"/>
            <p:cNvSpPr>
              <a:spLocks noChangeShapeType="1"/>
            </p:cNvSpPr>
            <p:nvPr userDrawn="1"/>
          </p:nvSpPr>
          <p:spPr bwMode="gray">
            <a:xfrm>
              <a:off x="3326" y="1156"/>
              <a:ext cx="20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 name="Freeform 201"/>
            <p:cNvSpPr>
              <a:spLocks/>
            </p:cNvSpPr>
            <p:nvPr userDrawn="1"/>
          </p:nvSpPr>
          <p:spPr bwMode="gray">
            <a:xfrm>
              <a:off x="3526" y="1212"/>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 name="Line 202"/>
            <p:cNvSpPr>
              <a:spLocks noChangeShapeType="1"/>
            </p:cNvSpPr>
            <p:nvPr userDrawn="1"/>
          </p:nvSpPr>
          <p:spPr bwMode="gray">
            <a:xfrm flipH="1" flipV="1">
              <a:off x="3317" y="1147"/>
              <a:ext cx="20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 name="Freeform 203"/>
            <p:cNvSpPr>
              <a:spLocks/>
            </p:cNvSpPr>
            <p:nvPr userDrawn="1"/>
          </p:nvSpPr>
          <p:spPr bwMode="gray">
            <a:xfrm>
              <a:off x="3317" y="1146"/>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 name="Freeform 204"/>
            <p:cNvSpPr>
              <a:spLocks/>
            </p:cNvSpPr>
            <p:nvPr userDrawn="1"/>
          </p:nvSpPr>
          <p:spPr bwMode="gray">
            <a:xfrm>
              <a:off x="2144" y="1686"/>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 name="Freeform 205"/>
            <p:cNvSpPr>
              <a:spLocks/>
            </p:cNvSpPr>
            <p:nvPr userDrawn="1"/>
          </p:nvSpPr>
          <p:spPr bwMode="gray">
            <a:xfrm>
              <a:off x="2265" y="1740"/>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 name="Line 206"/>
            <p:cNvSpPr>
              <a:spLocks noChangeShapeType="1"/>
            </p:cNvSpPr>
            <p:nvPr userDrawn="1"/>
          </p:nvSpPr>
          <p:spPr bwMode="gray">
            <a:xfrm>
              <a:off x="2149" y="1702"/>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 name="Line 207"/>
            <p:cNvSpPr>
              <a:spLocks noChangeShapeType="1"/>
            </p:cNvSpPr>
            <p:nvPr userDrawn="1"/>
          </p:nvSpPr>
          <p:spPr bwMode="gray">
            <a:xfrm>
              <a:off x="2154" y="1702"/>
              <a:ext cx="193"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 name="Freeform 208"/>
            <p:cNvSpPr>
              <a:spLocks/>
            </p:cNvSpPr>
            <p:nvPr userDrawn="1"/>
          </p:nvSpPr>
          <p:spPr bwMode="gray">
            <a:xfrm>
              <a:off x="2345" y="1770"/>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 name="Line 209"/>
            <p:cNvSpPr>
              <a:spLocks noChangeShapeType="1"/>
            </p:cNvSpPr>
            <p:nvPr userDrawn="1"/>
          </p:nvSpPr>
          <p:spPr bwMode="gray">
            <a:xfrm flipH="1" flipV="1">
              <a:off x="2146" y="1695"/>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 name="Freeform 210"/>
            <p:cNvSpPr>
              <a:spLocks/>
            </p:cNvSpPr>
            <p:nvPr userDrawn="1"/>
          </p:nvSpPr>
          <p:spPr bwMode="gray">
            <a:xfrm>
              <a:off x="2146" y="1695"/>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 name="Freeform 211"/>
            <p:cNvSpPr>
              <a:spLocks/>
            </p:cNvSpPr>
            <p:nvPr userDrawn="1"/>
          </p:nvSpPr>
          <p:spPr bwMode="gray">
            <a:xfrm>
              <a:off x="2574" y="1863"/>
              <a:ext cx="12" cy="10"/>
            </a:xfrm>
            <a:custGeom>
              <a:avLst/>
              <a:gdLst>
                <a:gd name="T0" fmla="*/ 12 w 12"/>
                <a:gd name="T1" fmla="*/ 1 h 10"/>
                <a:gd name="T2" fmla="*/ 7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 name="Line 212"/>
            <p:cNvSpPr>
              <a:spLocks noChangeShapeType="1"/>
            </p:cNvSpPr>
            <p:nvPr userDrawn="1"/>
          </p:nvSpPr>
          <p:spPr bwMode="gray">
            <a:xfrm flipV="1">
              <a:off x="2574" y="1866"/>
              <a:ext cx="12"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 name="Freeform 213"/>
            <p:cNvSpPr>
              <a:spLocks/>
            </p:cNvSpPr>
            <p:nvPr userDrawn="1"/>
          </p:nvSpPr>
          <p:spPr bwMode="gray">
            <a:xfrm>
              <a:off x="2651" y="1885"/>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 name="Line 214"/>
            <p:cNvSpPr>
              <a:spLocks noChangeShapeType="1"/>
            </p:cNvSpPr>
            <p:nvPr userDrawn="1"/>
          </p:nvSpPr>
          <p:spPr bwMode="gray">
            <a:xfrm>
              <a:off x="2574" y="1863"/>
              <a:ext cx="207"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 name="Line 215"/>
            <p:cNvSpPr>
              <a:spLocks noChangeShapeType="1"/>
            </p:cNvSpPr>
            <p:nvPr userDrawn="1"/>
          </p:nvSpPr>
          <p:spPr bwMode="gray">
            <a:xfrm>
              <a:off x="2586" y="1864"/>
              <a:ext cx="202"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 name="Freeform 216"/>
            <p:cNvSpPr>
              <a:spLocks/>
            </p:cNvSpPr>
            <p:nvPr userDrawn="1"/>
          </p:nvSpPr>
          <p:spPr bwMode="gray">
            <a:xfrm>
              <a:off x="2779" y="1933"/>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 name="Line 217"/>
            <p:cNvSpPr>
              <a:spLocks noChangeShapeType="1"/>
            </p:cNvSpPr>
            <p:nvPr userDrawn="1"/>
          </p:nvSpPr>
          <p:spPr bwMode="gray">
            <a:xfrm flipH="1" flipV="1">
              <a:off x="2565" y="1852"/>
              <a:ext cx="21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 name="Freeform 218"/>
            <p:cNvSpPr>
              <a:spLocks/>
            </p:cNvSpPr>
            <p:nvPr userDrawn="1"/>
          </p:nvSpPr>
          <p:spPr bwMode="gray">
            <a:xfrm>
              <a:off x="2565" y="1852"/>
              <a:ext cx="21" cy="12"/>
            </a:xfrm>
            <a:custGeom>
              <a:avLst/>
              <a:gdLst>
                <a:gd name="T0" fmla="*/ 21 w 21"/>
                <a:gd name="T1" fmla="*/ 12 h 12"/>
                <a:gd name="T2" fmla="*/ 14 w 21"/>
                <a:gd name="T3" fmla="*/ 12 h 12"/>
                <a:gd name="T4" fmla="*/ 11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 name="Freeform 219"/>
            <p:cNvSpPr>
              <a:spLocks/>
            </p:cNvSpPr>
            <p:nvPr userDrawn="1"/>
          </p:nvSpPr>
          <p:spPr bwMode="gray">
            <a:xfrm>
              <a:off x="2868" y="1884"/>
              <a:ext cx="12" cy="8"/>
            </a:xfrm>
            <a:custGeom>
              <a:avLst/>
              <a:gdLst>
                <a:gd name="T0" fmla="*/ 0 w 12"/>
                <a:gd name="T1" fmla="*/ 8 h 8"/>
                <a:gd name="T2" fmla="*/ 4 w 12"/>
                <a:gd name="T3" fmla="*/ 8 h 8"/>
                <a:gd name="T4" fmla="*/ 5 w 12"/>
                <a:gd name="T5" fmla="*/ 8 h 8"/>
                <a:gd name="T6" fmla="*/ 9 w 12"/>
                <a:gd name="T7" fmla="*/ 7 h 8"/>
                <a:gd name="T8" fmla="*/ 11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 name="Line 220"/>
            <p:cNvSpPr>
              <a:spLocks noChangeShapeType="1"/>
            </p:cNvSpPr>
            <p:nvPr userDrawn="1"/>
          </p:nvSpPr>
          <p:spPr bwMode="gray">
            <a:xfrm flipV="1">
              <a:off x="2796" y="1844"/>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 name="Line 221"/>
            <p:cNvSpPr>
              <a:spLocks noChangeShapeType="1"/>
            </p:cNvSpPr>
            <p:nvPr userDrawn="1"/>
          </p:nvSpPr>
          <p:spPr bwMode="gray">
            <a:xfrm flipV="1">
              <a:off x="2788" y="1845"/>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 name="Freeform 222"/>
            <p:cNvSpPr>
              <a:spLocks/>
            </p:cNvSpPr>
            <p:nvPr userDrawn="1"/>
          </p:nvSpPr>
          <p:spPr bwMode="gray">
            <a:xfrm>
              <a:off x="2947" y="1837"/>
              <a:ext cx="12" cy="8"/>
            </a:xfrm>
            <a:custGeom>
              <a:avLst/>
              <a:gdLst>
                <a:gd name="T0" fmla="*/ 0 w 12"/>
                <a:gd name="T1" fmla="*/ 8 h 8"/>
                <a:gd name="T2" fmla="*/ 5 w 12"/>
                <a:gd name="T3" fmla="*/ 8 h 8"/>
                <a:gd name="T4" fmla="*/ 7 w 12"/>
                <a:gd name="T5" fmla="*/ 8 h 8"/>
                <a:gd name="T6" fmla="*/ 10 w 12"/>
                <a:gd name="T7" fmla="*/ 7 h 8"/>
                <a:gd name="T8" fmla="*/ 12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 name="Line 223"/>
            <p:cNvSpPr>
              <a:spLocks noChangeShapeType="1"/>
            </p:cNvSpPr>
            <p:nvPr userDrawn="1"/>
          </p:nvSpPr>
          <p:spPr bwMode="gray">
            <a:xfrm flipH="1">
              <a:off x="2798" y="1837"/>
              <a:ext cx="161"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 name="Freeform 224"/>
            <p:cNvSpPr>
              <a:spLocks/>
            </p:cNvSpPr>
            <p:nvPr userDrawn="1"/>
          </p:nvSpPr>
          <p:spPr bwMode="gray">
            <a:xfrm>
              <a:off x="2788" y="1931"/>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 name="Freeform 225"/>
            <p:cNvSpPr>
              <a:spLocks/>
            </p:cNvSpPr>
            <p:nvPr userDrawn="1"/>
          </p:nvSpPr>
          <p:spPr bwMode="gray">
            <a:xfrm>
              <a:off x="2947" y="1826"/>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 name="Freeform 226"/>
            <p:cNvSpPr>
              <a:spLocks/>
            </p:cNvSpPr>
            <p:nvPr userDrawn="1"/>
          </p:nvSpPr>
          <p:spPr bwMode="gray">
            <a:xfrm>
              <a:off x="2342" y="1513"/>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 name="Line 227"/>
            <p:cNvSpPr>
              <a:spLocks noChangeShapeType="1"/>
            </p:cNvSpPr>
            <p:nvPr userDrawn="1"/>
          </p:nvSpPr>
          <p:spPr bwMode="gray">
            <a:xfrm flipH="1" flipV="1">
              <a:off x="2319" y="1366"/>
              <a:ext cx="26"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 name="Line 228"/>
            <p:cNvSpPr>
              <a:spLocks noChangeShapeType="1"/>
            </p:cNvSpPr>
            <p:nvPr userDrawn="1"/>
          </p:nvSpPr>
          <p:spPr bwMode="gray">
            <a:xfrm flipH="1" flipV="1">
              <a:off x="2314" y="1366"/>
              <a:ext cx="3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 name="Freeform 229"/>
            <p:cNvSpPr>
              <a:spLocks/>
            </p:cNvSpPr>
            <p:nvPr userDrawn="1"/>
          </p:nvSpPr>
          <p:spPr bwMode="gray">
            <a:xfrm>
              <a:off x="2314" y="1364"/>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 name="Line 230"/>
            <p:cNvSpPr>
              <a:spLocks noChangeShapeType="1"/>
            </p:cNvSpPr>
            <p:nvPr userDrawn="1"/>
          </p:nvSpPr>
          <p:spPr bwMode="gray">
            <a:xfrm>
              <a:off x="2322" y="1375"/>
              <a:ext cx="23"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 name="Freeform 231"/>
            <p:cNvSpPr>
              <a:spLocks/>
            </p:cNvSpPr>
            <p:nvPr userDrawn="1"/>
          </p:nvSpPr>
          <p:spPr bwMode="gray">
            <a:xfrm>
              <a:off x="2221" y="140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 name="Line 232"/>
            <p:cNvSpPr>
              <a:spLocks noChangeShapeType="1"/>
            </p:cNvSpPr>
            <p:nvPr userDrawn="1"/>
          </p:nvSpPr>
          <p:spPr bwMode="gray">
            <a:xfrm flipH="1">
              <a:off x="2140" y="1368"/>
              <a:ext cx="165"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2" name="Line 233"/>
            <p:cNvSpPr>
              <a:spLocks noChangeShapeType="1"/>
            </p:cNvSpPr>
            <p:nvPr userDrawn="1"/>
          </p:nvSpPr>
          <p:spPr bwMode="gray">
            <a:xfrm flipH="1">
              <a:off x="2147" y="1366"/>
              <a:ext cx="167"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3" name="Freeform 234"/>
            <p:cNvSpPr>
              <a:spLocks/>
            </p:cNvSpPr>
            <p:nvPr userDrawn="1"/>
          </p:nvSpPr>
          <p:spPr bwMode="gray">
            <a:xfrm>
              <a:off x="2139" y="1450"/>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4" name="Line 235"/>
            <p:cNvSpPr>
              <a:spLocks noChangeShapeType="1"/>
            </p:cNvSpPr>
            <p:nvPr userDrawn="1"/>
          </p:nvSpPr>
          <p:spPr bwMode="gray">
            <a:xfrm flipV="1">
              <a:off x="2139" y="1375"/>
              <a:ext cx="16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5" name="Freeform 236"/>
            <p:cNvSpPr>
              <a:spLocks/>
            </p:cNvSpPr>
            <p:nvPr userDrawn="1"/>
          </p:nvSpPr>
          <p:spPr bwMode="gray">
            <a:xfrm>
              <a:off x="2303" y="1366"/>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6" name="Freeform 237"/>
            <p:cNvSpPr>
              <a:spLocks/>
            </p:cNvSpPr>
            <p:nvPr userDrawn="1"/>
          </p:nvSpPr>
          <p:spPr bwMode="gray">
            <a:xfrm>
              <a:off x="2261" y="1495"/>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7" name="Line 238"/>
            <p:cNvSpPr>
              <a:spLocks noChangeShapeType="1"/>
            </p:cNvSpPr>
            <p:nvPr userDrawn="1"/>
          </p:nvSpPr>
          <p:spPr bwMode="gray">
            <a:xfrm>
              <a:off x="2142" y="1459"/>
              <a:ext cx="19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8" name="Line 239"/>
            <p:cNvSpPr>
              <a:spLocks noChangeShapeType="1"/>
            </p:cNvSpPr>
            <p:nvPr userDrawn="1"/>
          </p:nvSpPr>
          <p:spPr bwMode="gray">
            <a:xfrm>
              <a:off x="2147" y="1452"/>
              <a:ext cx="195"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9" name="Freeform 240"/>
            <p:cNvSpPr>
              <a:spLocks/>
            </p:cNvSpPr>
            <p:nvPr userDrawn="1"/>
          </p:nvSpPr>
          <p:spPr bwMode="gray">
            <a:xfrm>
              <a:off x="2340" y="1522"/>
              <a:ext cx="3" cy="21"/>
            </a:xfrm>
            <a:custGeom>
              <a:avLst/>
              <a:gdLst>
                <a:gd name="T0" fmla="*/ 2 w 3"/>
                <a:gd name="T1" fmla="*/ 0 h 21"/>
                <a:gd name="T2" fmla="*/ 0 w 3"/>
                <a:gd name="T3" fmla="*/ 7 h 21"/>
                <a:gd name="T4" fmla="*/ 0 w 3"/>
                <a:gd name="T5" fmla="*/ 14 h 21"/>
                <a:gd name="T6" fmla="*/ 3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0" name="Line 241"/>
            <p:cNvSpPr>
              <a:spLocks noChangeShapeType="1"/>
            </p:cNvSpPr>
            <p:nvPr userDrawn="1"/>
          </p:nvSpPr>
          <p:spPr bwMode="gray">
            <a:xfrm flipH="1" flipV="1">
              <a:off x="2139" y="1469"/>
              <a:ext cx="204"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1" name="Freeform 242"/>
            <p:cNvSpPr>
              <a:spLocks/>
            </p:cNvSpPr>
            <p:nvPr userDrawn="1"/>
          </p:nvSpPr>
          <p:spPr bwMode="gray">
            <a:xfrm>
              <a:off x="2139" y="1452"/>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2" name="Freeform 243"/>
            <p:cNvSpPr>
              <a:spLocks/>
            </p:cNvSpPr>
            <p:nvPr userDrawn="1"/>
          </p:nvSpPr>
          <p:spPr bwMode="gray">
            <a:xfrm>
              <a:off x="2655" y="1546"/>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3" name="Line 244"/>
            <p:cNvSpPr>
              <a:spLocks noChangeShapeType="1"/>
            </p:cNvSpPr>
            <p:nvPr userDrawn="1"/>
          </p:nvSpPr>
          <p:spPr bwMode="gray">
            <a:xfrm flipH="1">
              <a:off x="2576" y="1511"/>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4" name="Line 245"/>
            <p:cNvSpPr>
              <a:spLocks noChangeShapeType="1"/>
            </p:cNvSpPr>
            <p:nvPr userDrawn="1"/>
          </p:nvSpPr>
          <p:spPr bwMode="gray">
            <a:xfrm flipH="1">
              <a:off x="2583" y="1518"/>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5" name="Freeform 246"/>
            <p:cNvSpPr>
              <a:spLocks/>
            </p:cNvSpPr>
            <p:nvPr userDrawn="1"/>
          </p:nvSpPr>
          <p:spPr bwMode="gray">
            <a:xfrm>
              <a:off x="2572" y="1592"/>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6" name="Line 247"/>
            <p:cNvSpPr>
              <a:spLocks noChangeShapeType="1"/>
            </p:cNvSpPr>
            <p:nvPr userDrawn="1"/>
          </p:nvSpPr>
          <p:spPr bwMode="gray">
            <a:xfrm flipV="1">
              <a:off x="2572" y="1502"/>
              <a:ext cx="163"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7" name="Freeform 248"/>
            <p:cNvSpPr>
              <a:spLocks/>
            </p:cNvSpPr>
            <p:nvPr userDrawn="1"/>
          </p:nvSpPr>
          <p:spPr bwMode="gray">
            <a:xfrm>
              <a:off x="2735" y="1502"/>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8" name="Freeform 249"/>
            <p:cNvSpPr>
              <a:spLocks/>
            </p:cNvSpPr>
            <p:nvPr userDrawn="1"/>
          </p:nvSpPr>
          <p:spPr bwMode="gray">
            <a:xfrm>
              <a:off x="2649" y="1635"/>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89" name="Line 250"/>
            <p:cNvSpPr>
              <a:spLocks noChangeShapeType="1"/>
            </p:cNvSpPr>
            <p:nvPr userDrawn="1"/>
          </p:nvSpPr>
          <p:spPr bwMode="gray">
            <a:xfrm>
              <a:off x="2571" y="1614"/>
              <a:ext cx="210"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0" name="Line 251"/>
            <p:cNvSpPr>
              <a:spLocks noChangeShapeType="1"/>
            </p:cNvSpPr>
            <p:nvPr userDrawn="1"/>
          </p:nvSpPr>
          <p:spPr bwMode="gray">
            <a:xfrm>
              <a:off x="2583" y="1609"/>
              <a:ext cx="205"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1" name="Freeform 252"/>
            <p:cNvSpPr>
              <a:spLocks/>
            </p:cNvSpPr>
            <p:nvPr userDrawn="1"/>
          </p:nvSpPr>
          <p:spPr bwMode="gray">
            <a:xfrm>
              <a:off x="2779" y="1683"/>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2" name="Line 253"/>
            <p:cNvSpPr>
              <a:spLocks noChangeShapeType="1"/>
            </p:cNvSpPr>
            <p:nvPr userDrawn="1"/>
          </p:nvSpPr>
          <p:spPr bwMode="gray">
            <a:xfrm flipH="1" flipV="1">
              <a:off x="2564" y="1623"/>
              <a:ext cx="21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3" name="Freeform 254"/>
            <p:cNvSpPr>
              <a:spLocks/>
            </p:cNvSpPr>
            <p:nvPr userDrawn="1"/>
          </p:nvSpPr>
          <p:spPr bwMode="gray">
            <a:xfrm>
              <a:off x="2564" y="1609"/>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4" name="Freeform 255"/>
            <p:cNvSpPr>
              <a:spLocks/>
            </p:cNvSpPr>
            <p:nvPr userDrawn="1"/>
          </p:nvSpPr>
          <p:spPr bwMode="gray">
            <a:xfrm>
              <a:off x="2868" y="1635"/>
              <a:ext cx="12" cy="18"/>
            </a:xfrm>
            <a:custGeom>
              <a:avLst/>
              <a:gdLst>
                <a:gd name="T0" fmla="*/ 0 w 12"/>
                <a:gd name="T1" fmla="*/ 0 h 18"/>
                <a:gd name="T2" fmla="*/ 5 w 12"/>
                <a:gd name="T3" fmla="*/ 2 h 18"/>
                <a:gd name="T4" fmla="*/ 9 w 12"/>
                <a:gd name="T5" fmla="*/ 7 h 18"/>
                <a:gd name="T6" fmla="*/ 11 w 12"/>
                <a:gd name="T7" fmla="*/ 13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5" name="Line 256"/>
            <p:cNvSpPr>
              <a:spLocks noChangeShapeType="1"/>
            </p:cNvSpPr>
            <p:nvPr userDrawn="1"/>
          </p:nvSpPr>
          <p:spPr bwMode="gray">
            <a:xfrm flipV="1">
              <a:off x="2796" y="1597"/>
              <a:ext cx="161"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6" name="Line 257"/>
            <p:cNvSpPr>
              <a:spLocks noChangeShapeType="1"/>
            </p:cNvSpPr>
            <p:nvPr userDrawn="1"/>
          </p:nvSpPr>
          <p:spPr bwMode="gray">
            <a:xfrm flipV="1">
              <a:off x="2788" y="1590"/>
              <a:ext cx="16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7" name="Freeform 258"/>
            <p:cNvSpPr>
              <a:spLocks/>
            </p:cNvSpPr>
            <p:nvPr userDrawn="1"/>
          </p:nvSpPr>
          <p:spPr bwMode="gray">
            <a:xfrm>
              <a:off x="2948" y="1590"/>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8" name="Line 259"/>
            <p:cNvSpPr>
              <a:spLocks noChangeShapeType="1"/>
            </p:cNvSpPr>
            <p:nvPr userDrawn="1"/>
          </p:nvSpPr>
          <p:spPr bwMode="gray">
            <a:xfrm flipH="1">
              <a:off x="2798" y="1606"/>
              <a:ext cx="163"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99" name="Freeform 260"/>
            <p:cNvSpPr>
              <a:spLocks/>
            </p:cNvSpPr>
            <p:nvPr userDrawn="1"/>
          </p:nvSpPr>
          <p:spPr bwMode="gray">
            <a:xfrm>
              <a:off x="2788" y="1683"/>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0" name="Freeform 261"/>
            <p:cNvSpPr>
              <a:spLocks/>
            </p:cNvSpPr>
            <p:nvPr userDrawn="1"/>
          </p:nvSpPr>
          <p:spPr bwMode="gray">
            <a:xfrm>
              <a:off x="2821" y="1543"/>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1" name="Line 262"/>
            <p:cNvSpPr>
              <a:spLocks noChangeShapeType="1"/>
            </p:cNvSpPr>
            <p:nvPr userDrawn="1"/>
          </p:nvSpPr>
          <p:spPr bwMode="gray">
            <a:xfrm flipH="1" flipV="1">
              <a:off x="2747" y="1516"/>
              <a:ext cx="208"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2" name="Line 263"/>
            <p:cNvSpPr>
              <a:spLocks noChangeShapeType="1"/>
            </p:cNvSpPr>
            <p:nvPr userDrawn="1"/>
          </p:nvSpPr>
          <p:spPr bwMode="gray">
            <a:xfrm flipH="1" flipV="1">
              <a:off x="2746" y="1518"/>
              <a:ext cx="202"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3" name="Freeform 264"/>
            <p:cNvSpPr>
              <a:spLocks/>
            </p:cNvSpPr>
            <p:nvPr userDrawn="1"/>
          </p:nvSpPr>
          <p:spPr bwMode="gray">
            <a:xfrm>
              <a:off x="2744" y="1516"/>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4" name="Line 265"/>
            <p:cNvSpPr>
              <a:spLocks noChangeShapeType="1"/>
            </p:cNvSpPr>
            <p:nvPr userDrawn="1"/>
          </p:nvSpPr>
          <p:spPr bwMode="gray">
            <a:xfrm>
              <a:off x="2744" y="1522"/>
              <a:ext cx="21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5" name="Freeform 266"/>
            <p:cNvSpPr>
              <a:spLocks/>
            </p:cNvSpPr>
            <p:nvPr userDrawn="1"/>
          </p:nvSpPr>
          <p:spPr bwMode="gray">
            <a:xfrm>
              <a:off x="2948" y="1588"/>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06" name="Freeform 267"/>
            <p:cNvSpPr>
              <a:spLocks/>
            </p:cNvSpPr>
            <p:nvPr userDrawn="1"/>
          </p:nvSpPr>
          <p:spPr bwMode="gray">
            <a:xfrm>
              <a:off x="2959" y="1719"/>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nvGrpSpPr>
            <p:cNvPr id="207" name="Group 268"/>
            <p:cNvGrpSpPr>
              <a:grpSpLocks/>
            </p:cNvGrpSpPr>
            <p:nvPr userDrawn="1"/>
          </p:nvGrpSpPr>
          <p:grpSpPr bwMode="auto">
            <a:xfrm>
              <a:off x="2135" y="838"/>
              <a:ext cx="1546" cy="1270"/>
              <a:chOff x="2135" y="838"/>
              <a:chExt cx="1546" cy="1270"/>
            </a:xfrm>
          </p:grpSpPr>
          <p:sp>
            <p:nvSpPr>
              <p:cNvPr id="664" name="Line 269"/>
              <p:cNvSpPr>
                <a:spLocks noChangeShapeType="1"/>
              </p:cNvSpPr>
              <p:nvPr userDrawn="1"/>
            </p:nvSpPr>
            <p:spPr bwMode="gray">
              <a:xfrm flipV="1">
                <a:off x="2968" y="1604"/>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5" name="Line 270"/>
              <p:cNvSpPr>
                <a:spLocks noChangeShapeType="1"/>
              </p:cNvSpPr>
              <p:nvPr userDrawn="1"/>
            </p:nvSpPr>
            <p:spPr bwMode="gray">
              <a:xfrm flipV="1">
                <a:off x="2959" y="1606"/>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6" name="Freeform 271"/>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7" name="Line 272"/>
              <p:cNvSpPr>
                <a:spLocks noChangeShapeType="1"/>
              </p:cNvSpPr>
              <p:nvPr userDrawn="1"/>
            </p:nvSpPr>
            <p:spPr bwMode="gray">
              <a:xfrm flipH="1">
                <a:off x="2978" y="1606"/>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8" name="Freeform 273"/>
              <p:cNvSpPr>
                <a:spLocks/>
              </p:cNvSpPr>
              <p:nvPr userDrawn="1"/>
            </p:nvSpPr>
            <p:spPr bwMode="gray">
              <a:xfrm>
                <a:off x="2959" y="1833"/>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9" name="Freeform 274"/>
              <p:cNvSpPr>
                <a:spLocks/>
              </p:cNvSpPr>
              <p:nvPr userDrawn="1"/>
            </p:nvSpPr>
            <p:spPr bwMode="gray">
              <a:xfrm>
                <a:off x="2319" y="1366"/>
                <a:ext cx="3" cy="9"/>
              </a:xfrm>
              <a:custGeom>
                <a:avLst/>
                <a:gdLst>
                  <a:gd name="T0" fmla="*/ 3 w 3"/>
                  <a:gd name="T1" fmla="*/ 9 h 9"/>
                  <a:gd name="T2" fmla="*/ 0 w 3"/>
                  <a:gd name="T3" fmla="*/ 7 h 9"/>
                  <a:gd name="T4" fmla="*/ 0 w 3"/>
                  <a:gd name="T5" fmla="*/ 4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0" name="Freeform 275"/>
              <p:cNvSpPr>
                <a:spLocks/>
              </p:cNvSpPr>
              <p:nvPr userDrawn="1"/>
            </p:nvSpPr>
            <p:spPr bwMode="gray">
              <a:xfrm>
                <a:off x="2957" y="1712"/>
                <a:ext cx="19" cy="2"/>
              </a:xfrm>
              <a:custGeom>
                <a:avLst/>
                <a:gdLst>
                  <a:gd name="T0" fmla="*/ 0 w 19"/>
                  <a:gd name="T1" fmla="*/ 0 h 2"/>
                  <a:gd name="T2" fmla="*/ 5 w 19"/>
                  <a:gd name="T3" fmla="*/ 2 h 2"/>
                  <a:gd name="T4" fmla="*/ 11 w 19"/>
                  <a:gd name="T5" fmla="*/ 2 h 2"/>
                  <a:gd name="T6" fmla="*/ 16 w 19"/>
                  <a:gd name="T7" fmla="*/ 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1" name="Line 276"/>
              <p:cNvSpPr>
                <a:spLocks noChangeShapeType="1"/>
              </p:cNvSpPr>
              <p:nvPr userDrawn="1"/>
            </p:nvSpPr>
            <p:spPr bwMode="gray">
              <a:xfrm flipH="1">
                <a:off x="2966" y="1599"/>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2" name="Line 277"/>
              <p:cNvSpPr>
                <a:spLocks noChangeShapeType="1"/>
              </p:cNvSpPr>
              <p:nvPr userDrawn="1"/>
            </p:nvSpPr>
            <p:spPr bwMode="gray">
              <a:xfrm flipH="1">
                <a:off x="2955"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3" name="Freeform 278"/>
              <p:cNvSpPr>
                <a:spLocks/>
              </p:cNvSpPr>
              <p:nvPr userDrawn="1"/>
            </p:nvSpPr>
            <p:spPr bwMode="gray">
              <a:xfrm>
                <a:off x="2955" y="1826"/>
                <a:ext cx="21" cy="4"/>
              </a:xfrm>
              <a:custGeom>
                <a:avLst/>
                <a:gdLst>
                  <a:gd name="T0" fmla="*/ 0 w 21"/>
                  <a:gd name="T1" fmla="*/ 0 h 4"/>
                  <a:gd name="T2" fmla="*/ 6 w 21"/>
                  <a:gd name="T3" fmla="*/ 2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4" name="Line 279"/>
              <p:cNvSpPr>
                <a:spLocks noChangeShapeType="1"/>
              </p:cNvSpPr>
              <p:nvPr userDrawn="1"/>
            </p:nvSpPr>
            <p:spPr bwMode="gray">
              <a:xfrm flipV="1">
                <a:off x="2976"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5" name="Freeform 280"/>
              <p:cNvSpPr>
                <a:spLocks/>
              </p:cNvSpPr>
              <p:nvPr userDrawn="1"/>
            </p:nvSpPr>
            <p:spPr bwMode="gray">
              <a:xfrm>
                <a:off x="2957" y="1597"/>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6" name="Freeform 281"/>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7" name="Freeform 282"/>
              <p:cNvSpPr>
                <a:spLocks/>
              </p:cNvSpPr>
              <p:nvPr userDrawn="1"/>
            </p:nvSpPr>
            <p:spPr bwMode="gray">
              <a:xfrm>
                <a:off x="2139" y="1574"/>
                <a:ext cx="3" cy="9"/>
              </a:xfrm>
              <a:custGeom>
                <a:avLst/>
                <a:gdLst>
                  <a:gd name="T0" fmla="*/ 1 w 3"/>
                  <a:gd name="T1" fmla="*/ 0 h 9"/>
                  <a:gd name="T2" fmla="*/ 0 w 3"/>
                  <a:gd name="T3" fmla="*/ 2 h 9"/>
                  <a:gd name="T4" fmla="*/ 0 w 3"/>
                  <a:gd name="T5" fmla="*/ 4 h 9"/>
                  <a:gd name="T6" fmla="*/ 0 w 3"/>
                  <a:gd name="T7" fmla="*/ 7 h 9"/>
                  <a:gd name="T8" fmla="*/ 3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8" name="Line 283"/>
              <p:cNvSpPr>
                <a:spLocks noChangeShapeType="1"/>
              </p:cNvSpPr>
              <p:nvPr userDrawn="1"/>
            </p:nvSpPr>
            <p:spPr bwMode="gray">
              <a:xfrm flipH="1" flipV="1">
                <a:off x="2135" y="1466"/>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79" name="Line 284"/>
              <p:cNvSpPr>
                <a:spLocks noChangeShapeType="1"/>
              </p:cNvSpPr>
              <p:nvPr userDrawn="1"/>
            </p:nvSpPr>
            <p:spPr bwMode="gray">
              <a:xfrm flipH="1" flipV="1">
                <a:off x="2139" y="1460"/>
                <a:ext cx="5"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0" name="Freeform 285"/>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1" name="Line 286"/>
              <p:cNvSpPr>
                <a:spLocks noChangeShapeType="1"/>
              </p:cNvSpPr>
              <p:nvPr userDrawn="1"/>
            </p:nvSpPr>
            <p:spPr bwMode="gray">
              <a:xfrm>
                <a:off x="2139" y="1469"/>
                <a:ext cx="7"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2" name="Freeform 287"/>
              <p:cNvSpPr>
                <a:spLocks/>
              </p:cNvSpPr>
              <p:nvPr userDrawn="1"/>
            </p:nvSpPr>
            <p:spPr bwMode="gray">
              <a:xfrm>
                <a:off x="2140" y="1686"/>
                <a:ext cx="6" cy="9"/>
              </a:xfrm>
              <a:custGeom>
                <a:avLst/>
                <a:gdLst>
                  <a:gd name="T0" fmla="*/ 6 w 6"/>
                  <a:gd name="T1" fmla="*/ 9 h 9"/>
                  <a:gd name="T2" fmla="*/ 2 w 6"/>
                  <a:gd name="T3" fmla="*/ 7 h 9"/>
                  <a:gd name="T4" fmla="*/ 0 w 6"/>
                  <a:gd name="T5" fmla="*/ 5 h 9"/>
                  <a:gd name="T6" fmla="*/ 2 w 6"/>
                  <a:gd name="T7" fmla="*/ 2 h 9"/>
                  <a:gd name="T8" fmla="*/ 4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3" name="Freeform 288"/>
              <p:cNvSpPr>
                <a:spLocks/>
              </p:cNvSpPr>
              <p:nvPr userDrawn="1"/>
            </p:nvSpPr>
            <p:spPr bwMode="gray">
              <a:xfrm>
                <a:off x="2779" y="1816"/>
                <a:ext cx="19" cy="3"/>
              </a:xfrm>
              <a:custGeom>
                <a:avLst/>
                <a:gdLst>
                  <a:gd name="T0" fmla="*/ 0 w 19"/>
                  <a:gd name="T1" fmla="*/ 1 h 3"/>
                  <a:gd name="T2" fmla="*/ 5 w 19"/>
                  <a:gd name="T3" fmla="*/ 3 h 3"/>
                  <a:gd name="T4" fmla="*/ 10 w 19"/>
                  <a:gd name="T5" fmla="*/ 3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4" name="Line 289"/>
              <p:cNvSpPr>
                <a:spLocks noChangeShapeType="1"/>
              </p:cNvSpPr>
              <p:nvPr userDrawn="1"/>
            </p:nvSpPr>
            <p:spPr bwMode="gray">
              <a:xfrm flipV="1">
                <a:off x="2789" y="1702"/>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5" name="Line 290"/>
              <p:cNvSpPr>
                <a:spLocks noChangeShapeType="1"/>
              </p:cNvSpPr>
              <p:nvPr userDrawn="1"/>
            </p:nvSpPr>
            <p:spPr bwMode="gray">
              <a:xfrm flipV="1">
                <a:off x="2779" y="1700"/>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6" name="Freeform 291"/>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7" name="Line 292"/>
              <p:cNvSpPr>
                <a:spLocks noChangeShapeType="1"/>
              </p:cNvSpPr>
              <p:nvPr userDrawn="1"/>
            </p:nvSpPr>
            <p:spPr bwMode="gray">
              <a:xfrm>
                <a:off x="2798" y="1698"/>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8" name="Freeform 293"/>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89" name="Freeform 294"/>
              <p:cNvSpPr>
                <a:spLocks/>
              </p:cNvSpPr>
              <p:nvPr userDrawn="1"/>
            </p:nvSpPr>
            <p:spPr bwMode="gray">
              <a:xfrm>
                <a:off x="2356" y="1903"/>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0" name="Line 295"/>
              <p:cNvSpPr>
                <a:spLocks noChangeShapeType="1"/>
              </p:cNvSpPr>
              <p:nvPr userDrawn="1"/>
            </p:nvSpPr>
            <p:spPr bwMode="gray">
              <a:xfrm>
                <a:off x="2354" y="1789"/>
                <a:ext cx="3"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1" name="Line 296"/>
              <p:cNvSpPr>
                <a:spLocks noChangeShapeType="1"/>
              </p:cNvSpPr>
              <p:nvPr userDrawn="1"/>
            </p:nvSpPr>
            <p:spPr bwMode="gray">
              <a:xfrm>
                <a:off x="2357" y="1791"/>
                <a:ext cx="4"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2" name="Freeform 297"/>
              <p:cNvSpPr>
                <a:spLocks/>
              </p:cNvSpPr>
              <p:nvPr userDrawn="1"/>
            </p:nvSpPr>
            <p:spPr bwMode="gray">
              <a:xfrm>
                <a:off x="2357" y="2013"/>
                <a:ext cx="6" cy="11"/>
              </a:xfrm>
              <a:custGeom>
                <a:avLst/>
                <a:gdLst>
                  <a:gd name="T0" fmla="*/ 4 w 6"/>
                  <a:gd name="T1" fmla="*/ 0 h 11"/>
                  <a:gd name="T2" fmla="*/ 2 w 6"/>
                  <a:gd name="T3" fmla="*/ 4 h 11"/>
                  <a:gd name="T4" fmla="*/ 0 w 6"/>
                  <a:gd name="T5" fmla="*/ 5 h 11"/>
                  <a:gd name="T6" fmla="*/ 2 w 6"/>
                  <a:gd name="T7" fmla="*/ 9 h 11"/>
                  <a:gd name="T8" fmla="*/ 6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3" name="Line 298"/>
              <p:cNvSpPr>
                <a:spLocks noChangeShapeType="1"/>
              </p:cNvSpPr>
              <p:nvPr userDrawn="1"/>
            </p:nvSpPr>
            <p:spPr bwMode="gray">
              <a:xfrm flipH="1" flipV="1">
                <a:off x="2359" y="1788"/>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4" name="Freeform 299"/>
              <p:cNvSpPr>
                <a:spLocks/>
              </p:cNvSpPr>
              <p:nvPr userDrawn="1"/>
            </p:nvSpPr>
            <p:spPr bwMode="gray">
              <a:xfrm>
                <a:off x="2354" y="1788"/>
                <a:ext cx="5" cy="3"/>
              </a:xfrm>
              <a:custGeom>
                <a:avLst/>
                <a:gdLst>
                  <a:gd name="T0" fmla="*/ 3 w 5"/>
                  <a:gd name="T1" fmla="*/ 3 h 3"/>
                  <a:gd name="T2" fmla="*/ 2 w 5"/>
                  <a:gd name="T3" fmla="*/ 3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5" name="Freeform 300"/>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6" name="Freeform 301"/>
              <p:cNvSpPr>
                <a:spLocks/>
              </p:cNvSpPr>
              <p:nvPr userDrawn="1"/>
            </p:nvSpPr>
            <p:spPr bwMode="gray">
              <a:xfrm>
                <a:off x="2513"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7" name="Freeform 302"/>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8" name="Line 303"/>
              <p:cNvSpPr>
                <a:spLocks noChangeShapeType="1"/>
              </p:cNvSpPr>
              <p:nvPr userDrawn="1"/>
            </p:nvSpPr>
            <p:spPr bwMode="gray">
              <a:xfrm flipH="1">
                <a:off x="2350" y="1188"/>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99" name="Line 304"/>
              <p:cNvSpPr>
                <a:spLocks noChangeShapeType="1"/>
              </p:cNvSpPr>
              <p:nvPr userDrawn="1"/>
            </p:nvSpPr>
            <p:spPr bwMode="gray">
              <a:xfrm flipH="1">
                <a:off x="2347" y="1195"/>
                <a:ext cx="166"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0" name="Freeform 305"/>
              <p:cNvSpPr>
                <a:spLocks/>
              </p:cNvSpPr>
              <p:nvPr userDrawn="1"/>
            </p:nvSpPr>
            <p:spPr bwMode="gray">
              <a:xfrm>
                <a:off x="2347" y="1270"/>
                <a:ext cx="10" cy="10"/>
              </a:xfrm>
              <a:custGeom>
                <a:avLst/>
                <a:gdLst>
                  <a:gd name="T0" fmla="*/ 0 w 10"/>
                  <a:gd name="T1" fmla="*/ 10 h 10"/>
                  <a:gd name="T2" fmla="*/ 2 w 10"/>
                  <a:gd name="T3" fmla="*/ 5 h 10"/>
                  <a:gd name="T4" fmla="*/ 3 w 10"/>
                  <a:gd name="T5" fmla="*/ 2 h 10"/>
                  <a:gd name="T6" fmla="*/ 5 w 10"/>
                  <a:gd name="T7" fmla="*/ 0 h 10"/>
                  <a:gd name="T8" fmla="*/ 9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1" name="Line 306"/>
              <p:cNvSpPr>
                <a:spLocks noChangeShapeType="1"/>
              </p:cNvSpPr>
              <p:nvPr userDrawn="1"/>
            </p:nvSpPr>
            <p:spPr bwMode="gray">
              <a:xfrm flipV="1">
                <a:off x="2357" y="1186"/>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2" name="Freeform 307"/>
              <p:cNvSpPr>
                <a:spLocks/>
              </p:cNvSpPr>
              <p:nvPr userDrawn="1"/>
            </p:nvSpPr>
            <p:spPr bwMode="gray">
              <a:xfrm>
                <a:off x="2513"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3" name="Freeform 308"/>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4" name="Line 309"/>
              <p:cNvSpPr>
                <a:spLocks noChangeShapeType="1"/>
              </p:cNvSpPr>
              <p:nvPr userDrawn="1"/>
            </p:nvSpPr>
            <p:spPr bwMode="gray">
              <a:xfrm>
                <a:off x="2343" y="1284"/>
                <a:ext cx="6"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5" name="Line 310"/>
              <p:cNvSpPr>
                <a:spLocks noChangeShapeType="1"/>
              </p:cNvSpPr>
              <p:nvPr userDrawn="1"/>
            </p:nvSpPr>
            <p:spPr bwMode="gray">
              <a:xfrm>
                <a:off x="2347" y="1280"/>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6" name="Freeform 311"/>
              <p:cNvSpPr>
                <a:spLocks/>
              </p:cNvSpPr>
              <p:nvPr userDrawn="1"/>
            </p:nvSpPr>
            <p:spPr bwMode="gray">
              <a:xfrm>
                <a:off x="2349" y="1513"/>
                <a:ext cx="5" cy="21"/>
              </a:xfrm>
              <a:custGeom>
                <a:avLst/>
                <a:gdLst>
                  <a:gd name="T0" fmla="*/ 3 w 5"/>
                  <a:gd name="T1" fmla="*/ 0 h 21"/>
                  <a:gd name="T2" fmla="*/ 0 w 5"/>
                  <a:gd name="T3" fmla="*/ 5 h 21"/>
                  <a:gd name="T4" fmla="*/ 0 w 5"/>
                  <a:gd name="T5" fmla="*/ 10 h 21"/>
                  <a:gd name="T6" fmla="*/ 1 w 5"/>
                  <a:gd name="T7" fmla="*/ 16 h 21"/>
                  <a:gd name="T8" fmla="*/ 5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7" name="Line 312"/>
              <p:cNvSpPr>
                <a:spLocks noChangeShapeType="1"/>
              </p:cNvSpPr>
              <p:nvPr userDrawn="1"/>
            </p:nvSpPr>
            <p:spPr bwMode="gray">
              <a:xfrm flipH="1" flipV="1">
                <a:off x="2349" y="1287"/>
                <a:ext cx="5"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8" name="Freeform 313"/>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09" name="Freeform 314"/>
              <p:cNvSpPr>
                <a:spLocks/>
              </p:cNvSpPr>
              <p:nvPr userDrawn="1"/>
            </p:nvSpPr>
            <p:spPr bwMode="gray">
              <a:xfrm>
                <a:off x="2557"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0" name="Line 315"/>
              <p:cNvSpPr>
                <a:spLocks noChangeShapeType="1"/>
              </p:cNvSpPr>
              <p:nvPr userDrawn="1"/>
            </p:nvSpPr>
            <p:spPr bwMode="gray">
              <a:xfrm>
                <a:off x="2565" y="1870"/>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1" name="Line 316"/>
              <p:cNvSpPr>
                <a:spLocks noChangeShapeType="1"/>
              </p:cNvSpPr>
              <p:nvPr userDrawn="1"/>
            </p:nvSpPr>
            <p:spPr bwMode="gray">
              <a:xfrm>
                <a:off x="2574" y="1873"/>
                <a:ext cx="4"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2" name="Freeform 317"/>
              <p:cNvSpPr>
                <a:spLocks/>
              </p:cNvSpPr>
              <p:nvPr userDrawn="1"/>
            </p:nvSpPr>
            <p:spPr bwMode="gray">
              <a:xfrm>
                <a:off x="2557"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3" name="Line 318"/>
              <p:cNvSpPr>
                <a:spLocks noChangeShapeType="1"/>
              </p:cNvSpPr>
              <p:nvPr userDrawn="1"/>
            </p:nvSpPr>
            <p:spPr bwMode="gray">
              <a:xfrm flipH="1" flipV="1">
                <a:off x="2555" y="1861"/>
                <a:ext cx="2"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4" name="Freeform 319"/>
              <p:cNvSpPr>
                <a:spLocks/>
              </p:cNvSpPr>
              <p:nvPr userDrawn="1"/>
            </p:nvSpPr>
            <p:spPr bwMode="gray">
              <a:xfrm>
                <a:off x="2555" y="1861"/>
                <a:ext cx="19" cy="12"/>
              </a:xfrm>
              <a:custGeom>
                <a:avLst/>
                <a:gdLst>
                  <a:gd name="T0" fmla="*/ 19 w 19"/>
                  <a:gd name="T1" fmla="*/ 12 h 12"/>
                  <a:gd name="T2" fmla="*/ 12 w 19"/>
                  <a:gd name="T3" fmla="*/ 9 h 12"/>
                  <a:gd name="T4" fmla="*/ 5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5" name="Freeform 320"/>
              <p:cNvSpPr>
                <a:spLocks/>
              </p:cNvSpPr>
              <p:nvPr userDrawn="1"/>
            </p:nvSpPr>
            <p:spPr bwMode="gray">
              <a:xfrm>
                <a:off x="2646" y="2050"/>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6" name="Line 321"/>
              <p:cNvSpPr>
                <a:spLocks noChangeShapeType="1"/>
              </p:cNvSpPr>
              <p:nvPr userDrawn="1"/>
            </p:nvSpPr>
            <p:spPr bwMode="gray">
              <a:xfrm flipV="1">
                <a:off x="2574" y="2010"/>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7" name="Line 322"/>
              <p:cNvSpPr>
                <a:spLocks noChangeShapeType="1"/>
              </p:cNvSpPr>
              <p:nvPr userDrawn="1"/>
            </p:nvSpPr>
            <p:spPr bwMode="gray">
              <a:xfrm flipV="1">
                <a:off x="2578" y="2003"/>
                <a:ext cx="159"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8" name="Freeform 323"/>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19" name="Line 324"/>
              <p:cNvSpPr>
                <a:spLocks noChangeShapeType="1"/>
              </p:cNvSpPr>
              <p:nvPr userDrawn="1"/>
            </p:nvSpPr>
            <p:spPr bwMode="gray">
              <a:xfrm flipH="1">
                <a:off x="2565" y="2010"/>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0" name="Freeform 325"/>
              <p:cNvSpPr>
                <a:spLocks/>
              </p:cNvSpPr>
              <p:nvPr userDrawn="1"/>
            </p:nvSpPr>
            <p:spPr bwMode="gray">
              <a:xfrm>
                <a:off x="2565"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1" name="Line 326"/>
              <p:cNvSpPr>
                <a:spLocks noChangeShapeType="1"/>
              </p:cNvSpPr>
              <p:nvPr userDrawn="1"/>
            </p:nvSpPr>
            <p:spPr bwMode="gray">
              <a:xfrm flipV="1">
                <a:off x="2739" y="1924"/>
                <a:ext cx="1"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2" name="Line 327"/>
              <p:cNvSpPr>
                <a:spLocks noChangeShapeType="1"/>
              </p:cNvSpPr>
              <p:nvPr userDrawn="1"/>
            </p:nvSpPr>
            <p:spPr bwMode="gray">
              <a:xfrm flipV="1">
                <a:off x="2737" y="1924"/>
                <a:ext cx="1"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3" name="Line 328"/>
              <p:cNvSpPr>
                <a:spLocks noChangeShapeType="1"/>
              </p:cNvSpPr>
              <p:nvPr userDrawn="1"/>
            </p:nvSpPr>
            <p:spPr bwMode="gray">
              <a:xfrm>
                <a:off x="2733" y="1922"/>
                <a:ext cx="2"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4" name="Freeform 329"/>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5" name="Freeform 330"/>
              <p:cNvSpPr>
                <a:spLocks/>
              </p:cNvSpPr>
              <p:nvPr userDrawn="1"/>
            </p:nvSpPr>
            <p:spPr bwMode="gray">
              <a:xfrm>
                <a:off x="2732" y="1377"/>
                <a:ext cx="5" cy="8"/>
              </a:xfrm>
              <a:custGeom>
                <a:avLst/>
                <a:gdLst>
                  <a:gd name="T0" fmla="*/ 3 w 5"/>
                  <a:gd name="T1" fmla="*/ 8 h 8"/>
                  <a:gd name="T2" fmla="*/ 5 w 5"/>
                  <a:gd name="T3" fmla="*/ 7 h 8"/>
                  <a:gd name="T4" fmla="*/ 5 w 5"/>
                  <a:gd name="T5" fmla="*/ 5 h 8"/>
                  <a:gd name="T6" fmla="*/ 3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6" name="Line 331"/>
              <p:cNvSpPr>
                <a:spLocks noChangeShapeType="1"/>
              </p:cNvSpPr>
              <p:nvPr userDrawn="1"/>
            </p:nvSpPr>
            <p:spPr bwMode="gray">
              <a:xfrm flipH="1" flipV="1">
                <a:off x="2737" y="1265"/>
                <a:ext cx="2"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7" name="Line 332"/>
              <p:cNvSpPr>
                <a:spLocks noChangeShapeType="1"/>
              </p:cNvSpPr>
              <p:nvPr userDrawn="1"/>
            </p:nvSpPr>
            <p:spPr bwMode="gray">
              <a:xfrm flipV="1">
                <a:off x="2735" y="1270"/>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8" name="Freeform 333"/>
              <p:cNvSpPr>
                <a:spLocks/>
              </p:cNvSpPr>
              <p:nvPr userDrawn="1"/>
            </p:nvSpPr>
            <p:spPr bwMode="gray">
              <a:xfrm>
                <a:off x="2732" y="1261"/>
                <a:ext cx="5" cy="9"/>
              </a:xfrm>
              <a:custGeom>
                <a:avLst/>
                <a:gdLst>
                  <a:gd name="T0" fmla="*/ 3 w 5"/>
                  <a:gd name="T1" fmla="*/ 9 h 9"/>
                  <a:gd name="T2" fmla="*/ 5 w 5"/>
                  <a:gd name="T3" fmla="*/ 5 h 9"/>
                  <a:gd name="T4" fmla="*/ 5 w 5"/>
                  <a:gd name="T5" fmla="*/ 4 h 9"/>
                  <a:gd name="T6" fmla="*/ 3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29" name="Line 334"/>
              <p:cNvSpPr>
                <a:spLocks noChangeShapeType="1"/>
              </p:cNvSpPr>
              <p:nvPr userDrawn="1"/>
            </p:nvSpPr>
            <p:spPr bwMode="gray">
              <a:xfrm>
                <a:off x="2732" y="1261"/>
                <a:ext cx="1"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0" name="Freeform 335"/>
              <p:cNvSpPr>
                <a:spLocks/>
              </p:cNvSpPr>
              <p:nvPr userDrawn="1"/>
            </p:nvSpPr>
            <p:spPr bwMode="gray">
              <a:xfrm>
                <a:off x="2733" y="1502"/>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1" name="Freeform 336"/>
              <p:cNvSpPr>
                <a:spLocks/>
              </p:cNvSpPr>
              <p:nvPr userDrawn="1"/>
            </p:nvSpPr>
            <p:spPr bwMode="gray">
              <a:xfrm>
                <a:off x="2641" y="1296"/>
                <a:ext cx="12" cy="16"/>
              </a:xfrm>
              <a:custGeom>
                <a:avLst/>
                <a:gdLst>
                  <a:gd name="T0" fmla="*/ 12 w 12"/>
                  <a:gd name="T1" fmla="*/ 16 h 16"/>
                  <a:gd name="T2" fmla="*/ 10 w 12"/>
                  <a:gd name="T3" fmla="*/ 11 h 16"/>
                  <a:gd name="T4" fmla="*/ 8 w 12"/>
                  <a:gd name="T5" fmla="*/ 5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2" name="Line 337"/>
              <p:cNvSpPr>
                <a:spLocks noChangeShapeType="1"/>
              </p:cNvSpPr>
              <p:nvPr userDrawn="1"/>
            </p:nvSpPr>
            <p:spPr bwMode="gray">
              <a:xfrm flipH="1">
                <a:off x="2567" y="1259"/>
                <a:ext cx="165"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3" name="Line 338"/>
              <p:cNvSpPr>
                <a:spLocks noChangeShapeType="1"/>
              </p:cNvSpPr>
              <p:nvPr userDrawn="1"/>
            </p:nvSpPr>
            <p:spPr bwMode="gray">
              <a:xfrm flipH="1">
                <a:off x="2571" y="1270"/>
                <a:ext cx="164"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4" name="Freeform 339"/>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5" name="Line 340"/>
              <p:cNvSpPr>
                <a:spLocks noChangeShapeType="1"/>
              </p:cNvSpPr>
              <p:nvPr userDrawn="1"/>
            </p:nvSpPr>
            <p:spPr bwMode="gray">
              <a:xfrm flipV="1">
                <a:off x="2558" y="1252"/>
                <a:ext cx="165"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6" name="Freeform 341"/>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7" name="Freeform 342"/>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8" name="Line 343"/>
              <p:cNvSpPr>
                <a:spLocks noChangeShapeType="1"/>
              </p:cNvSpPr>
              <p:nvPr userDrawn="1"/>
            </p:nvSpPr>
            <p:spPr bwMode="gray">
              <a:xfrm>
                <a:off x="2560" y="1359"/>
                <a:ext cx="2" cy="24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39" name="Line 344"/>
              <p:cNvSpPr>
                <a:spLocks noChangeShapeType="1"/>
              </p:cNvSpPr>
              <p:nvPr userDrawn="1"/>
            </p:nvSpPr>
            <p:spPr bwMode="gray">
              <a:xfrm>
                <a:off x="2571" y="1356"/>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0" name="Freeform 345"/>
              <p:cNvSpPr>
                <a:spLocks/>
              </p:cNvSpPr>
              <p:nvPr userDrawn="1"/>
            </p:nvSpPr>
            <p:spPr bwMode="gray">
              <a:xfrm>
                <a:off x="2551" y="1592"/>
                <a:ext cx="21" cy="14"/>
              </a:xfrm>
              <a:custGeom>
                <a:avLst/>
                <a:gdLst>
                  <a:gd name="T0" fmla="*/ 21 w 21"/>
                  <a:gd name="T1" fmla="*/ 0 h 14"/>
                  <a:gd name="T2" fmla="*/ 16 w 21"/>
                  <a:gd name="T3" fmla="*/ 5 h 14"/>
                  <a:gd name="T4" fmla="*/ 13 w 21"/>
                  <a:gd name="T5" fmla="*/ 8 h 14"/>
                  <a:gd name="T6" fmla="*/ 7 w 21"/>
                  <a:gd name="T7" fmla="*/ 10 h 14"/>
                  <a:gd name="T8" fmla="*/ 0 w 21"/>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1" name="Line 346"/>
              <p:cNvSpPr>
                <a:spLocks noChangeShapeType="1"/>
              </p:cNvSpPr>
              <p:nvPr userDrawn="1"/>
            </p:nvSpPr>
            <p:spPr bwMode="gray">
              <a:xfrm flipH="1" flipV="1">
                <a:off x="2550" y="1357"/>
                <a:ext cx="1" cy="2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2" name="Freeform 347"/>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3" name="Freeform 348"/>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4" name="Freeform 349"/>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5" name="Freeform 350"/>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6" name="Line 351"/>
              <p:cNvSpPr>
                <a:spLocks noChangeShapeType="1"/>
              </p:cNvSpPr>
              <p:nvPr userDrawn="1"/>
            </p:nvSpPr>
            <p:spPr bwMode="gray">
              <a:xfrm>
                <a:off x="2536" y="1184"/>
                <a:ext cx="19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7" name="Line 352"/>
              <p:cNvSpPr>
                <a:spLocks noChangeShapeType="1"/>
              </p:cNvSpPr>
              <p:nvPr userDrawn="1"/>
            </p:nvSpPr>
            <p:spPr bwMode="gray">
              <a:xfrm>
                <a:off x="2532" y="1195"/>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8" name="Freeform 353"/>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49" name="Line 354"/>
              <p:cNvSpPr>
                <a:spLocks noChangeShapeType="1"/>
              </p:cNvSpPr>
              <p:nvPr userDrawn="1"/>
            </p:nvSpPr>
            <p:spPr bwMode="gray">
              <a:xfrm flipH="1" flipV="1">
                <a:off x="2543" y="1177"/>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0" name="Freeform 355"/>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1" name="Freeform 356"/>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2" name="Line 357"/>
              <p:cNvSpPr>
                <a:spLocks noChangeShapeType="1"/>
              </p:cNvSpPr>
              <p:nvPr userDrawn="1"/>
            </p:nvSpPr>
            <p:spPr bwMode="gray">
              <a:xfrm flipH="1" flipV="1">
                <a:off x="2530" y="1179"/>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3" name="Line 358"/>
              <p:cNvSpPr>
                <a:spLocks noChangeShapeType="1"/>
              </p:cNvSpPr>
              <p:nvPr userDrawn="1"/>
            </p:nvSpPr>
            <p:spPr bwMode="gray">
              <a:xfrm flipH="1" flipV="1">
                <a:off x="2523" y="1186"/>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4" name="Freeform 359"/>
              <p:cNvSpPr>
                <a:spLocks/>
              </p:cNvSpPr>
              <p:nvPr userDrawn="1"/>
            </p:nvSpPr>
            <p:spPr bwMode="gray">
              <a:xfrm>
                <a:off x="2523"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5" name="Line 360"/>
              <p:cNvSpPr>
                <a:spLocks noChangeShapeType="1"/>
              </p:cNvSpPr>
              <p:nvPr userDrawn="1"/>
            </p:nvSpPr>
            <p:spPr bwMode="gray">
              <a:xfrm>
                <a:off x="2532" y="1168"/>
                <a:ext cx="200"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6" name="Freeform 361"/>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7" name="Freeform 362"/>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8" name="Line 363"/>
              <p:cNvSpPr>
                <a:spLocks noChangeShapeType="1"/>
              </p:cNvSpPr>
              <p:nvPr userDrawn="1"/>
            </p:nvSpPr>
            <p:spPr bwMode="gray">
              <a:xfrm>
                <a:off x="2352" y="1277"/>
                <a:ext cx="199"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59" name="Line 364"/>
              <p:cNvSpPr>
                <a:spLocks noChangeShapeType="1"/>
              </p:cNvSpPr>
              <p:nvPr userDrawn="1"/>
            </p:nvSpPr>
            <p:spPr bwMode="gray">
              <a:xfrm>
                <a:off x="2357" y="1270"/>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0" name="Freeform 365"/>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1" name="Line 366"/>
              <p:cNvSpPr>
                <a:spLocks noChangeShapeType="1"/>
              </p:cNvSpPr>
              <p:nvPr userDrawn="1"/>
            </p:nvSpPr>
            <p:spPr bwMode="gray">
              <a:xfrm flipH="1" flipV="1">
                <a:off x="2349" y="1287"/>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2" name="Freeform 367"/>
              <p:cNvSpPr>
                <a:spLocks/>
              </p:cNvSpPr>
              <p:nvPr userDrawn="1"/>
            </p:nvSpPr>
            <p:spPr bwMode="gray">
              <a:xfrm>
                <a:off x="2349"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3" name="Freeform 368"/>
              <p:cNvSpPr>
                <a:spLocks/>
              </p:cNvSpPr>
              <p:nvPr userDrawn="1"/>
            </p:nvSpPr>
            <p:spPr bwMode="gray">
              <a:xfrm>
                <a:off x="2459" y="2060"/>
                <a:ext cx="10" cy="9"/>
              </a:xfrm>
              <a:custGeom>
                <a:avLst/>
                <a:gdLst>
                  <a:gd name="T0" fmla="*/ 0 w 10"/>
                  <a:gd name="T1" fmla="*/ 0 h 9"/>
                  <a:gd name="T2" fmla="*/ 2 w 10"/>
                  <a:gd name="T3" fmla="*/ 6 h 9"/>
                  <a:gd name="T4" fmla="*/ 3 w 10"/>
                  <a:gd name="T5" fmla="*/ 7 h 9"/>
                  <a:gd name="T6" fmla="*/ 7 w 10"/>
                  <a:gd name="T7" fmla="*/ 9 h 9"/>
                  <a:gd name="T8" fmla="*/ 1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4" name="Line 369"/>
              <p:cNvSpPr>
                <a:spLocks noChangeShapeType="1"/>
              </p:cNvSpPr>
              <p:nvPr userDrawn="1"/>
            </p:nvSpPr>
            <p:spPr bwMode="gray">
              <a:xfrm>
                <a:off x="2366"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5" name="Line 370"/>
              <p:cNvSpPr>
                <a:spLocks noChangeShapeType="1"/>
              </p:cNvSpPr>
              <p:nvPr userDrawn="1"/>
            </p:nvSpPr>
            <p:spPr bwMode="gray">
              <a:xfrm>
                <a:off x="2363" y="2024"/>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6" name="Freeform 371"/>
              <p:cNvSpPr>
                <a:spLocks/>
              </p:cNvSpPr>
              <p:nvPr userDrawn="1"/>
            </p:nvSpPr>
            <p:spPr bwMode="gray">
              <a:xfrm>
                <a:off x="2557"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7" name="Line 372"/>
              <p:cNvSpPr>
                <a:spLocks noChangeShapeType="1"/>
              </p:cNvSpPr>
              <p:nvPr userDrawn="1"/>
            </p:nvSpPr>
            <p:spPr bwMode="gray">
              <a:xfrm flipH="1" flipV="1">
                <a:off x="2371"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8" name="Freeform 373"/>
              <p:cNvSpPr>
                <a:spLocks/>
              </p:cNvSpPr>
              <p:nvPr userDrawn="1"/>
            </p:nvSpPr>
            <p:spPr bwMode="gray">
              <a:xfrm>
                <a:off x="2363" y="2024"/>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69" name="Freeform 374"/>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0" name="Freeform 375"/>
              <p:cNvSpPr>
                <a:spLocks/>
              </p:cNvSpPr>
              <p:nvPr userDrawn="1"/>
            </p:nvSpPr>
            <p:spPr bwMode="gray">
              <a:xfrm>
                <a:off x="2835" y="1314"/>
                <a:ext cx="9" cy="15"/>
              </a:xfrm>
              <a:custGeom>
                <a:avLst/>
                <a:gdLst>
                  <a:gd name="T0" fmla="*/ 9 w 9"/>
                  <a:gd name="T1" fmla="*/ 15 h 15"/>
                  <a:gd name="T2" fmla="*/ 5 w 9"/>
                  <a:gd name="T3" fmla="*/ 14 h 15"/>
                  <a:gd name="T4" fmla="*/ 2 w 9"/>
                  <a:gd name="T5" fmla="*/ 10 h 15"/>
                  <a:gd name="T6" fmla="*/ 0 w 9"/>
                  <a:gd name="T7" fmla="*/ 5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1" name="Freeform 376"/>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2" name="Line 377"/>
              <p:cNvSpPr>
                <a:spLocks noChangeShapeType="1"/>
              </p:cNvSpPr>
              <p:nvPr userDrawn="1"/>
            </p:nvSpPr>
            <p:spPr bwMode="gray">
              <a:xfrm>
                <a:off x="2838" y="1329"/>
                <a:ext cx="19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3" name="Line 378"/>
              <p:cNvSpPr>
                <a:spLocks noChangeShapeType="1"/>
              </p:cNvSpPr>
              <p:nvPr userDrawn="1"/>
            </p:nvSpPr>
            <p:spPr bwMode="gray">
              <a:xfrm>
                <a:off x="2844" y="1329"/>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4" name="Freeform 379"/>
              <p:cNvSpPr>
                <a:spLocks/>
              </p:cNvSpPr>
              <p:nvPr userDrawn="1"/>
            </p:nvSpPr>
            <p:spPr bwMode="gray">
              <a:xfrm>
                <a:off x="3031" y="1389"/>
                <a:ext cx="3"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5" name="Line 380"/>
              <p:cNvSpPr>
                <a:spLocks noChangeShapeType="1"/>
              </p:cNvSpPr>
              <p:nvPr userDrawn="1"/>
            </p:nvSpPr>
            <p:spPr bwMode="gray">
              <a:xfrm flipH="1" flipV="1">
                <a:off x="2837" y="1322"/>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6" name="Freeform 381"/>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7" name="Line 382"/>
              <p:cNvSpPr>
                <a:spLocks noChangeShapeType="1"/>
              </p:cNvSpPr>
              <p:nvPr userDrawn="1"/>
            </p:nvSpPr>
            <p:spPr bwMode="gray">
              <a:xfrm flipH="1">
                <a:off x="3370" y="1144"/>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8" name="Line 383"/>
              <p:cNvSpPr>
                <a:spLocks noChangeShapeType="1"/>
              </p:cNvSpPr>
              <p:nvPr userDrawn="1"/>
            </p:nvSpPr>
            <p:spPr bwMode="gray">
              <a:xfrm flipH="1">
                <a:off x="3382" y="1149"/>
                <a:ext cx="30" cy="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79" name="Line 384"/>
              <p:cNvSpPr>
                <a:spLocks noChangeShapeType="1"/>
              </p:cNvSpPr>
              <p:nvPr userDrawn="1"/>
            </p:nvSpPr>
            <p:spPr bwMode="gray">
              <a:xfrm flipV="1">
                <a:off x="3356" y="1133"/>
                <a:ext cx="45" cy="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0" name="Freeform 385"/>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1" name="Freeform 386"/>
              <p:cNvSpPr>
                <a:spLocks/>
              </p:cNvSpPr>
              <p:nvPr userDrawn="1"/>
            </p:nvSpPr>
            <p:spPr bwMode="gray">
              <a:xfrm>
                <a:off x="3540" y="1252"/>
                <a:ext cx="10" cy="16"/>
              </a:xfrm>
              <a:custGeom>
                <a:avLst/>
                <a:gdLst>
                  <a:gd name="T0" fmla="*/ 0 w 10"/>
                  <a:gd name="T1" fmla="*/ 0 h 16"/>
                  <a:gd name="T2" fmla="*/ 3 w 10"/>
                  <a:gd name="T3" fmla="*/ 2 h 16"/>
                  <a:gd name="T4" fmla="*/ 7 w 10"/>
                  <a:gd name="T5" fmla="*/ 6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2" name="Line 387"/>
              <p:cNvSpPr>
                <a:spLocks noChangeShapeType="1"/>
              </p:cNvSpPr>
              <p:nvPr userDrawn="1"/>
            </p:nvSpPr>
            <p:spPr bwMode="gray">
              <a:xfrm flipV="1">
                <a:off x="3538" y="1217"/>
                <a:ext cx="7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3" name="Line 388"/>
              <p:cNvSpPr>
                <a:spLocks noChangeShapeType="1"/>
              </p:cNvSpPr>
              <p:nvPr userDrawn="1"/>
            </p:nvSpPr>
            <p:spPr bwMode="gray">
              <a:xfrm flipV="1">
                <a:off x="3538" y="1212"/>
                <a:ext cx="72" cy="4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4" name="Freeform 389"/>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5" name="Line 390"/>
              <p:cNvSpPr>
                <a:spLocks noChangeShapeType="1"/>
              </p:cNvSpPr>
              <p:nvPr userDrawn="1"/>
            </p:nvSpPr>
            <p:spPr bwMode="gray">
              <a:xfrm flipH="1">
                <a:off x="3538" y="1228"/>
                <a:ext cx="82"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6" name="Freeform 391"/>
              <p:cNvSpPr>
                <a:spLocks/>
              </p:cNvSpPr>
              <p:nvPr userDrawn="1"/>
            </p:nvSpPr>
            <p:spPr bwMode="gray">
              <a:xfrm>
                <a:off x="3484" y="1172"/>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7" name="Line 392"/>
              <p:cNvSpPr>
                <a:spLocks noChangeShapeType="1"/>
              </p:cNvSpPr>
              <p:nvPr userDrawn="1"/>
            </p:nvSpPr>
            <p:spPr bwMode="gray">
              <a:xfrm flipH="1" flipV="1">
                <a:off x="3412" y="1147"/>
                <a:ext cx="20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8" name="Line 393"/>
              <p:cNvSpPr>
                <a:spLocks noChangeShapeType="1"/>
              </p:cNvSpPr>
              <p:nvPr userDrawn="1"/>
            </p:nvSpPr>
            <p:spPr bwMode="gray">
              <a:xfrm flipH="1" flipV="1">
                <a:off x="3412" y="1149"/>
                <a:ext cx="198"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89" name="Freeform 394"/>
              <p:cNvSpPr>
                <a:spLocks/>
              </p:cNvSpPr>
              <p:nvPr userDrawn="1"/>
            </p:nvSpPr>
            <p:spPr bwMode="gray">
              <a:xfrm>
                <a:off x="3408" y="1149"/>
                <a:ext cx="4" cy="5"/>
              </a:xfrm>
              <a:custGeom>
                <a:avLst/>
                <a:gdLst>
                  <a:gd name="T0" fmla="*/ 4 w 4"/>
                  <a:gd name="T1" fmla="*/ 0 h 5"/>
                  <a:gd name="T2" fmla="*/ 4 w 4"/>
                  <a:gd name="T3" fmla="*/ 0 h 5"/>
                  <a:gd name="T4" fmla="*/ 4 w 4"/>
                  <a:gd name="T5" fmla="*/ 0 h 5"/>
                  <a:gd name="T6" fmla="*/ 2 w 4"/>
                  <a:gd name="T7" fmla="*/ 2 h 5"/>
                  <a:gd name="T8" fmla="*/ 2 w 4"/>
                  <a:gd name="T9" fmla="*/ 4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0" name="Line 395"/>
              <p:cNvSpPr>
                <a:spLocks noChangeShapeType="1"/>
              </p:cNvSpPr>
              <p:nvPr userDrawn="1"/>
            </p:nvSpPr>
            <p:spPr bwMode="gray">
              <a:xfrm>
                <a:off x="3408" y="1154"/>
                <a:ext cx="209"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1" name="Freeform 396"/>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2" name="Freeform 397"/>
              <p:cNvSpPr>
                <a:spLocks/>
              </p:cNvSpPr>
              <p:nvPr userDrawn="1"/>
            </p:nvSpPr>
            <p:spPr bwMode="gray">
              <a:xfrm>
                <a:off x="3613" y="1329"/>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3" name="Line 398"/>
              <p:cNvSpPr>
                <a:spLocks noChangeShapeType="1"/>
              </p:cNvSpPr>
              <p:nvPr userDrawn="1"/>
            </p:nvSpPr>
            <p:spPr bwMode="gray">
              <a:xfrm flipV="1">
                <a:off x="3618" y="1223"/>
                <a:ext cx="4" cy="1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4" name="Line 399"/>
              <p:cNvSpPr>
                <a:spLocks noChangeShapeType="1"/>
              </p:cNvSpPr>
              <p:nvPr userDrawn="1"/>
            </p:nvSpPr>
            <p:spPr bwMode="gray">
              <a:xfrm flipV="1">
                <a:off x="3615" y="1228"/>
                <a:ext cx="5"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5" name="Freeform 400"/>
              <p:cNvSpPr>
                <a:spLocks/>
              </p:cNvSpPr>
              <p:nvPr userDrawn="1"/>
            </p:nvSpPr>
            <p:spPr bwMode="gray">
              <a:xfrm>
                <a:off x="3617" y="1219"/>
                <a:ext cx="5" cy="9"/>
              </a:xfrm>
              <a:custGeom>
                <a:avLst/>
                <a:gdLst>
                  <a:gd name="T0" fmla="*/ 3 w 5"/>
                  <a:gd name="T1" fmla="*/ 9 h 9"/>
                  <a:gd name="T2" fmla="*/ 5 w 5"/>
                  <a:gd name="T3" fmla="*/ 7 h 9"/>
                  <a:gd name="T4" fmla="*/ 5 w 5"/>
                  <a:gd name="T5" fmla="*/ 5 h 9"/>
                  <a:gd name="T6" fmla="*/ 3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6" name="Line 401"/>
              <p:cNvSpPr>
                <a:spLocks noChangeShapeType="1"/>
              </p:cNvSpPr>
              <p:nvPr userDrawn="1"/>
            </p:nvSpPr>
            <p:spPr bwMode="gray">
              <a:xfrm flipH="1">
                <a:off x="3611" y="1219"/>
                <a:ext cx="6" cy="1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7" name="Freeform 402"/>
              <p:cNvSpPr>
                <a:spLocks/>
              </p:cNvSpPr>
              <p:nvPr userDrawn="1"/>
            </p:nvSpPr>
            <p:spPr bwMode="gray">
              <a:xfrm>
                <a:off x="2816" y="1207"/>
                <a:ext cx="19" cy="2"/>
              </a:xfrm>
              <a:custGeom>
                <a:avLst/>
                <a:gdLst>
                  <a:gd name="T0" fmla="*/ 19 w 19"/>
                  <a:gd name="T1" fmla="*/ 0 h 2"/>
                  <a:gd name="T2" fmla="*/ 14 w 19"/>
                  <a:gd name="T3" fmla="*/ 2 h 2"/>
                  <a:gd name="T4" fmla="*/ 10 w 19"/>
                  <a:gd name="T5" fmla="*/ 2 h 2"/>
                  <a:gd name="T6" fmla="*/ 5 w 19"/>
                  <a:gd name="T7" fmla="*/ 2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8" name="Line 403"/>
              <p:cNvSpPr>
                <a:spLocks noChangeShapeType="1"/>
              </p:cNvSpPr>
              <p:nvPr userDrawn="1"/>
            </p:nvSpPr>
            <p:spPr bwMode="gray">
              <a:xfrm flipV="1">
                <a:off x="2826" y="1202"/>
                <a:ext cx="1" cy="1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799" name="Line 404"/>
              <p:cNvSpPr>
                <a:spLocks noChangeShapeType="1"/>
              </p:cNvSpPr>
              <p:nvPr userDrawn="1"/>
            </p:nvSpPr>
            <p:spPr bwMode="gray">
              <a:xfrm flipV="1">
                <a:off x="2835" y="1196"/>
                <a:ext cx="1" cy="1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0" name="Line 405"/>
              <p:cNvSpPr>
                <a:spLocks noChangeShapeType="1"/>
              </p:cNvSpPr>
              <p:nvPr userDrawn="1"/>
            </p:nvSpPr>
            <p:spPr bwMode="gray">
              <a:xfrm>
                <a:off x="2816" y="1207"/>
                <a:ext cx="1" cy="10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1" name="Freeform 406"/>
              <p:cNvSpPr>
                <a:spLocks/>
              </p:cNvSpPr>
              <p:nvPr userDrawn="1"/>
            </p:nvSpPr>
            <p:spPr bwMode="gray">
              <a:xfrm>
                <a:off x="2816" y="1314"/>
                <a:ext cx="19" cy="3"/>
              </a:xfrm>
              <a:custGeom>
                <a:avLst/>
                <a:gdLst>
                  <a:gd name="T0" fmla="*/ 19 w 19"/>
                  <a:gd name="T1" fmla="*/ 0 h 3"/>
                  <a:gd name="T2" fmla="*/ 12 w 19"/>
                  <a:gd name="T3" fmla="*/ 3 h 3"/>
                  <a:gd name="T4" fmla="*/ 7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2" name="Freeform 407"/>
              <p:cNvSpPr>
                <a:spLocks/>
              </p:cNvSpPr>
              <p:nvPr userDrawn="1"/>
            </p:nvSpPr>
            <p:spPr bwMode="gray">
              <a:xfrm>
                <a:off x="2817"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3" name="Line 408"/>
              <p:cNvSpPr>
                <a:spLocks noChangeShapeType="1"/>
              </p:cNvSpPr>
              <p:nvPr userDrawn="1"/>
            </p:nvSpPr>
            <p:spPr bwMode="gray">
              <a:xfrm>
                <a:off x="2826" y="1202"/>
                <a:ext cx="1" cy="1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4" name="Line 409"/>
              <p:cNvSpPr>
                <a:spLocks noChangeShapeType="1"/>
              </p:cNvSpPr>
              <p:nvPr userDrawn="1"/>
            </p:nvSpPr>
            <p:spPr bwMode="gray">
              <a:xfrm>
                <a:off x="2837" y="1196"/>
                <a:ext cx="1"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5" name="Freeform 410"/>
              <p:cNvSpPr>
                <a:spLocks/>
              </p:cNvSpPr>
              <p:nvPr userDrawn="1"/>
            </p:nvSpPr>
            <p:spPr bwMode="gray">
              <a:xfrm>
                <a:off x="2817"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6" name="Line 411"/>
              <p:cNvSpPr>
                <a:spLocks noChangeShapeType="1"/>
              </p:cNvSpPr>
              <p:nvPr userDrawn="1"/>
            </p:nvSpPr>
            <p:spPr bwMode="gray">
              <a:xfrm flipV="1">
                <a:off x="2817" y="1205"/>
                <a:ext cx="1" cy="1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7" name="Freeform 412"/>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8" name="Line 413"/>
              <p:cNvSpPr>
                <a:spLocks noChangeShapeType="1"/>
              </p:cNvSpPr>
              <p:nvPr userDrawn="1"/>
            </p:nvSpPr>
            <p:spPr bwMode="gray">
              <a:xfrm flipH="1">
                <a:off x="3038" y="1406"/>
                <a:ext cx="1" cy="1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09" name="Line 414"/>
              <p:cNvSpPr>
                <a:spLocks noChangeShapeType="1"/>
              </p:cNvSpPr>
              <p:nvPr userDrawn="1"/>
            </p:nvSpPr>
            <p:spPr bwMode="gray">
              <a:xfrm flipH="1">
                <a:off x="3039" y="1408"/>
                <a:ext cx="2" cy="1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0" name="Line 415"/>
              <p:cNvSpPr>
                <a:spLocks noChangeShapeType="1"/>
              </p:cNvSpPr>
              <p:nvPr userDrawn="1"/>
            </p:nvSpPr>
            <p:spPr bwMode="gray">
              <a:xfrm flipV="1">
                <a:off x="3043" y="1405"/>
                <a:ext cx="2" cy="1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1" name="Freeform 416"/>
              <p:cNvSpPr>
                <a:spLocks/>
              </p:cNvSpPr>
              <p:nvPr userDrawn="1"/>
            </p:nvSpPr>
            <p:spPr bwMode="gray">
              <a:xfrm>
                <a:off x="3039" y="1405"/>
                <a:ext cx="6" cy="3"/>
              </a:xfrm>
              <a:custGeom>
                <a:avLst/>
                <a:gdLst>
                  <a:gd name="T0" fmla="*/ 2 w 6"/>
                  <a:gd name="T1" fmla="*/ 3 h 3"/>
                  <a:gd name="T2" fmla="*/ 0 w 6"/>
                  <a:gd name="T3" fmla="*/ 3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2" name="Freeform 417"/>
              <p:cNvSpPr>
                <a:spLocks/>
              </p:cNvSpPr>
              <p:nvPr userDrawn="1"/>
            </p:nvSpPr>
            <p:spPr bwMode="gray">
              <a:xfrm>
                <a:off x="3192"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3" name="Line 418"/>
              <p:cNvSpPr>
                <a:spLocks noChangeShapeType="1"/>
              </p:cNvSpPr>
              <p:nvPr userDrawn="1"/>
            </p:nvSpPr>
            <p:spPr bwMode="gray">
              <a:xfrm flipH="1">
                <a:off x="3185" y="840"/>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4" name="Line 419"/>
              <p:cNvSpPr>
                <a:spLocks noChangeShapeType="1"/>
              </p:cNvSpPr>
              <p:nvPr userDrawn="1"/>
            </p:nvSpPr>
            <p:spPr bwMode="gray">
              <a:xfrm flipV="1">
                <a:off x="3188" y="840"/>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5" name="Freeform 420"/>
              <p:cNvSpPr>
                <a:spLocks/>
              </p:cNvSpPr>
              <p:nvPr userDrawn="1"/>
            </p:nvSpPr>
            <p:spPr bwMode="gray">
              <a:xfrm>
                <a:off x="3192"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6" name="Freeform 421"/>
              <p:cNvSpPr>
                <a:spLocks/>
              </p:cNvSpPr>
              <p:nvPr userDrawn="1"/>
            </p:nvSpPr>
            <p:spPr bwMode="gray">
              <a:xfrm>
                <a:off x="3401" y="1016"/>
                <a:ext cx="6" cy="7"/>
              </a:xfrm>
              <a:custGeom>
                <a:avLst/>
                <a:gdLst>
                  <a:gd name="T0" fmla="*/ 2 w 6"/>
                  <a:gd name="T1" fmla="*/ 7 h 7"/>
                  <a:gd name="T2" fmla="*/ 6 w 6"/>
                  <a:gd name="T3" fmla="*/ 7 h 7"/>
                  <a:gd name="T4" fmla="*/ 6 w 6"/>
                  <a:gd name="T5" fmla="*/ 6 h 7"/>
                  <a:gd name="T6" fmla="*/ 4 w 6"/>
                  <a:gd name="T7" fmla="*/ 4 h 7"/>
                  <a:gd name="T8" fmla="*/ 2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7" name="Line 422"/>
              <p:cNvSpPr>
                <a:spLocks noChangeShapeType="1"/>
              </p:cNvSpPr>
              <p:nvPr userDrawn="1"/>
            </p:nvSpPr>
            <p:spPr bwMode="gray">
              <a:xfrm flipV="1">
                <a:off x="3403" y="910"/>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8" name="Line 423"/>
              <p:cNvSpPr>
                <a:spLocks noChangeShapeType="1"/>
              </p:cNvSpPr>
              <p:nvPr userDrawn="1"/>
            </p:nvSpPr>
            <p:spPr bwMode="gray">
              <a:xfrm flipV="1">
                <a:off x="3401" y="913"/>
                <a:ext cx="6"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19" name="Freeform 424"/>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0" name="Line 425"/>
              <p:cNvSpPr>
                <a:spLocks noChangeShapeType="1"/>
              </p:cNvSpPr>
              <p:nvPr userDrawn="1"/>
            </p:nvSpPr>
            <p:spPr bwMode="gray">
              <a:xfrm flipH="1">
                <a:off x="3398" y="906"/>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1" name="Freeform 426"/>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2" name="Freeform 427"/>
              <p:cNvSpPr>
                <a:spLocks/>
              </p:cNvSpPr>
              <p:nvPr userDrawn="1"/>
            </p:nvSpPr>
            <p:spPr bwMode="gray">
              <a:xfrm>
                <a:off x="3324" y="936"/>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3" name="Line 428"/>
              <p:cNvSpPr>
                <a:spLocks noChangeShapeType="1"/>
              </p:cNvSpPr>
              <p:nvPr userDrawn="1"/>
            </p:nvSpPr>
            <p:spPr bwMode="gray">
              <a:xfrm flipH="1">
                <a:off x="3312" y="904"/>
                <a:ext cx="91"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4" name="Line 429"/>
              <p:cNvSpPr>
                <a:spLocks noChangeShapeType="1"/>
              </p:cNvSpPr>
              <p:nvPr userDrawn="1"/>
            </p:nvSpPr>
            <p:spPr bwMode="gray">
              <a:xfrm flipH="1">
                <a:off x="3312" y="913"/>
                <a:ext cx="95"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5" name="Line 430"/>
              <p:cNvSpPr>
                <a:spLocks noChangeShapeType="1"/>
              </p:cNvSpPr>
              <p:nvPr userDrawn="1"/>
            </p:nvSpPr>
            <p:spPr bwMode="gray">
              <a:xfrm flipV="1">
                <a:off x="3314" y="897"/>
                <a:ext cx="82"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6" name="Freeform 431"/>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7" name="Freeform 432"/>
              <p:cNvSpPr>
                <a:spLocks/>
              </p:cNvSpPr>
              <p:nvPr userDrawn="1"/>
            </p:nvSpPr>
            <p:spPr bwMode="gray">
              <a:xfrm>
                <a:off x="3298" y="868"/>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8" name="Line 433"/>
              <p:cNvSpPr>
                <a:spLocks noChangeShapeType="1"/>
              </p:cNvSpPr>
              <p:nvPr userDrawn="1"/>
            </p:nvSpPr>
            <p:spPr bwMode="gray">
              <a:xfrm>
                <a:off x="3207" y="840"/>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29" name="Line 434"/>
              <p:cNvSpPr>
                <a:spLocks noChangeShapeType="1"/>
              </p:cNvSpPr>
              <p:nvPr userDrawn="1"/>
            </p:nvSpPr>
            <p:spPr bwMode="gray">
              <a:xfrm>
                <a:off x="3209" y="847"/>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0" name="Freeform 435"/>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1" name="Line 436"/>
              <p:cNvSpPr>
                <a:spLocks noChangeShapeType="1"/>
              </p:cNvSpPr>
              <p:nvPr userDrawn="1"/>
            </p:nvSpPr>
            <p:spPr bwMode="gray">
              <a:xfrm flipH="1" flipV="1">
                <a:off x="3202" y="840"/>
                <a:ext cx="194"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2" name="Freeform 437"/>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3" name="Freeform 438"/>
              <p:cNvSpPr>
                <a:spLocks/>
              </p:cNvSpPr>
              <p:nvPr userDrawn="1"/>
            </p:nvSpPr>
            <p:spPr bwMode="gray">
              <a:xfrm>
                <a:off x="3345" y="1823"/>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4" name="Freeform 439"/>
              <p:cNvSpPr>
                <a:spLocks/>
              </p:cNvSpPr>
              <p:nvPr userDrawn="1"/>
            </p:nvSpPr>
            <p:spPr bwMode="gray">
              <a:xfrm>
                <a:off x="2976" y="1826"/>
                <a:ext cx="11" cy="16"/>
              </a:xfrm>
              <a:custGeom>
                <a:avLst/>
                <a:gdLst>
                  <a:gd name="T0" fmla="*/ 11 w 11"/>
                  <a:gd name="T1" fmla="*/ 16 h 16"/>
                  <a:gd name="T2" fmla="*/ 7 w 11"/>
                  <a:gd name="T3" fmla="*/ 14 h 16"/>
                  <a:gd name="T4" fmla="*/ 4 w 11"/>
                  <a:gd name="T5" fmla="*/ 11 h 16"/>
                  <a:gd name="T6" fmla="*/ 0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5" name="Freeform 440"/>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6" name="Line 441"/>
              <p:cNvSpPr>
                <a:spLocks noChangeShapeType="1"/>
              </p:cNvSpPr>
              <p:nvPr userDrawn="1"/>
            </p:nvSpPr>
            <p:spPr bwMode="gray">
              <a:xfrm>
                <a:off x="2982" y="1842"/>
                <a:ext cx="204"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7" name="Line 442"/>
              <p:cNvSpPr>
                <a:spLocks noChangeShapeType="1"/>
              </p:cNvSpPr>
              <p:nvPr userDrawn="1"/>
            </p:nvSpPr>
            <p:spPr bwMode="gray">
              <a:xfrm>
                <a:off x="2987" y="1842"/>
                <a:ext cx="20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8" name="Freeform 443"/>
              <p:cNvSpPr>
                <a:spLocks/>
              </p:cNvSpPr>
              <p:nvPr userDrawn="1"/>
            </p:nvSpPr>
            <p:spPr bwMode="gray">
              <a:xfrm>
                <a:off x="3185" y="1910"/>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39" name="Line 444"/>
              <p:cNvSpPr>
                <a:spLocks noChangeShapeType="1"/>
              </p:cNvSpPr>
              <p:nvPr userDrawn="1"/>
            </p:nvSpPr>
            <p:spPr bwMode="gray">
              <a:xfrm flipH="1" flipV="1">
                <a:off x="2978" y="1835"/>
                <a:ext cx="20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0" name="Freeform 445"/>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1" name="Freeform 446"/>
              <p:cNvSpPr>
                <a:spLocks/>
              </p:cNvSpPr>
              <p:nvPr userDrawn="1"/>
            </p:nvSpPr>
            <p:spPr bwMode="gray">
              <a:xfrm>
                <a:off x="3290" y="1849"/>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2" name="Line 447"/>
              <p:cNvSpPr>
                <a:spLocks noChangeShapeType="1"/>
              </p:cNvSpPr>
              <p:nvPr userDrawn="1"/>
            </p:nvSpPr>
            <p:spPr bwMode="gray">
              <a:xfrm flipV="1">
                <a:off x="3202" y="1819"/>
                <a:ext cx="156"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3" name="Line 448"/>
              <p:cNvSpPr>
                <a:spLocks noChangeShapeType="1"/>
              </p:cNvSpPr>
              <p:nvPr userDrawn="1"/>
            </p:nvSpPr>
            <p:spPr bwMode="gray">
              <a:xfrm flipV="1">
                <a:off x="3193" y="1823"/>
                <a:ext cx="152"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4" name="Freeform 449"/>
              <p:cNvSpPr>
                <a:spLocks/>
              </p:cNvSpPr>
              <p:nvPr userDrawn="1"/>
            </p:nvSpPr>
            <p:spPr bwMode="gray">
              <a:xfrm>
                <a:off x="3345" y="1810"/>
                <a:ext cx="21" cy="13"/>
              </a:xfrm>
              <a:custGeom>
                <a:avLst/>
                <a:gdLst>
                  <a:gd name="T0" fmla="*/ 0 w 21"/>
                  <a:gd name="T1" fmla="*/ 13 h 13"/>
                  <a:gd name="T2" fmla="*/ 7 w 21"/>
                  <a:gd name="T3" fmla="*/ 13 h 13"/>
                  <a:gd name="T4" fmla="*/ 13 w 21"/>
                  <a:gd name="T5" fmla="*/ 9 h 13"/>
                  <a:gd name="T6" fmla="*/ 18 w 21"/>
                  <a:gd name="T7" fmla="*/ 6 h 13"/>
                  <a:gd name="T8" fmla="*/ 21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5" name="Line 450"/>
              <p:cNvSpPr>
                <a:spLocks noChangeShapeType="1"/>
              </p:cNvSpPr>
              <p:nvPr userDrawn="1"/>
            </p:nvSpPr>
            <p:spPr bwMode="gray">
              <a:xfrm flipH="1">
                <a:off x="3206" y="1810"/>
                <a:ext cx="160" cy="10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6" name="Freeform 451"/>
              <p:cNvSpPr>
                <a:spLocks/>
              </p:cNvSpPr>
              <p:nvPr userDrawn="1"/>
            </p:nvSpPr>
            <p:spPr bwMode="gray">
              <a:xfrm>
                <a:off x="3193" y="1910"/>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7" name="Freeform 452"/>
              <p:cNvSpPr>
                <a:spLocks/>
              </p:cNvSpPr>
              <p:nvPr userDrawn="1"/>
            </p:nvSpPr>
            <p:spPr bwMode="gray">
              <a:xfrm>
                <a:off x="3519" y="1711"/>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8" name="Freeform 453"/>
              <p:cNvSpPr>
                <a:spLocks/>
              </p:cNvSpPr>
              <p:nvPr userDrawn="1"/>
            </p:nvSpPr>
            <p:spPr bwMode="gray">
              <a:xfrm>
                <a:off x="3580" y="1670"/>
                <a:ext cx="12" cy="9"/>
              </a:xfrm>
              <a:custGeom>
                <a:avLst/>
                <a:gdLst>
                  <a:gd name="T0" fmla="*/ 0 w 12"/>
                  <a:gd name="T1" fmla="*/ 9 h 9"/>
                  <a:gd name="T2" fmla="*/ 3 w 12"/>
                  <a:gd name="T3" fmla="*/ 9 h 9"/>
                  <a:gd name="T4" fmla="*/ 9 w 12"/>
                  <a:gd name="T5" fmla="*/ 7 h 9"/>
                  <a:gd name="T6" fmla="*/ 10 w 12"/>
                  <a:gd name="T7" fmla="*/ 4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49" name="Line 454"/>
              <p:cNvSpPr>
                <a:spLocks noChangeShapeType="1"/>
              </p:cNvSpPr>
              <p:nvPr userDrawn="1"/>
            </p:nvSpPr>
            <p:spPr bwMode="gray">
              <a:xfrm flipV="1">
                <a:off x="3531" y="1621"/>
                <a:ext cx="147"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0" name="Line 455"/>
              <p:cNvSpPr>
                <a:spLocks noChangeShapeType="1"/>
              </p:cNvSpPr>
              <p:nvPr userDrawn="1"/>
            </p:nvSpPr>
            <p:spPr bwMode="gray">
              <a:xfrm flipV="1">
                <a:off x="3527" y="1623"/>
                <a:ext cx="142"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1" name="Freeform 456"/>
              <p:cNvSpPr>
                <a:spLocks/>
              </p:cNvSpPr>
              <p:nvPr userDrawn="1"/>
            </p:nvSpPr>
            <p:spPr bwMode="gray">
              <a:xfrm>
                <a:off x="3669"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2" name="Line 457"/>
              <p:cNvSpPr>
                <a:spLocks noChangeShapeType="1"/>
              </p:cNvSpPr>
              <p:nvPr userDrawn="1"/>
            </p:nvSpPr>
            <p:spPr bwMode="gray">
              <a:xfrm flipH="1">
                <a:off x="3531" y="1614"/>
                <a:ext cx="15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3" name="Freeform 458"/>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4" name="Freeform 459"/>
              <p:cNvSpPr>
                <a:spLocks/>
              </p:cNvSpPr>
              <p:nvPr userDrawn="1"/>
            </p:nvSpPr>
            <p:spPr bwMode="gray">
              <a:xfrm>
                <a:off x="3669" y="1606"/>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5" name="Freeform 460"/>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6" name="Line 461"/>
              <p:cNvSpPr>
                <a:spLocks noChangeShapeType="1"/>
              </p:cNvSpPr>
              <p:nvPr userDrawn="1"/>
            </p:nvSpPr>
            <p:spPr bwMode="gray">
              <a:xfrm flipH="1" flipV="1">
                <a:off x="3151" y="1490"/>
                <a:ext cx="20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7" name="Line 462"/>
              <p:cNvSpPr>
                <a:spLocks noChangeShapeType="1"/>
              </p:cNvSpPr>
              <p:nvPr userDrawn="1"/>
            </p:nvSpPr>
            <p:spPr bwMode="gray">
              <a:xfrm flipH="1" flipV="1">
                <a:off x="3144" y="1497"/>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8" name="Freeform 463"/>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59" name="Line 464"/>
              <p:cNvSpPr>
                <a:spLocks noChangeShapeType="1"/>
              </p:cNvSpPr>
              <p:nvPr userDrawn="1"/>
            </p:nvSpPr>
            <p:spPr bwMode="gray">
              <a:xfrm>
                <a:off x="3153" y="1480"/>
                <a:ext cx="20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0" name="Freeform 465"/>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1" name="Freeform 466"/>
              <p:cNvSpPr>
                <a:spLocks/>
              </p:cNvSpPr>
              <p:nvPr userDrawn="1"/>
            </p:nvSpPr>
            <p:spPr bwMode="gray">
              <a:xfrm>
                <a:off x="3076" y="1530"/>
                <a:ext cx="12" cy="9"/>
              </a:xfrm>
              <a:custGeom>
                <a:avLst/>
                <a:gdLst>
                  <a:gd name="T0" fmla="*/ 12 w 12"/>
                  <a:gd name="T1" fmla="*/ 0 h 9"/>
                  <a:gd name="T2" fmla="*/ 9 w 12"/>
                  <a:gd name="T3" fmla="*/ 0 h 9"/>
                  <a:gd name="T4" fmla="*/ 7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2" name="Line 467"/>
              <p:cNvSpPr>
                <a:spLocks noChangeShapeType="1"/>
              </p:cNvSpPr>
              <p:nvPr userDrawn="1"/>
            </p:nvSpPr>
            <p:spPr bwMode="gray">
              <a:xfrm flipH="1">
                <a:off x="2982" y="1497"/>
                <a:ext cx="159"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3" name="Line 468"/>
              <p:cNvSpPr>
                <a:spLocks noChangeShapeType="1"/>
              </p:cNvSpPr>
              <p:nvPr userDrawn="1"/>
            </p:nvSpPr>
            <p:spPr bwMode="gray">
              <a:xfrm flipH="1">
                <a:off x="2989" y="1497"/>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208" name="Group 469"/>
            <p:cNvGrpSpPr>
              <a:grpSpLocks/>
            </p:cNvGrpSpPr>
            <p:nvPr userDrawn="1"/>
          </p:nvGrpSpPr>
          <p:grpSpPr bwMode="auto">
            <a:xfrm>
              <a:off x="2282" y="873"/>
              <a:ext cx="1410" cy="1369"/>
              <a:chOff x="2282" y="873"/>
              <a:chExt cx="1410" cy="1369"/>
            </a:xfrm>
          </p:grpSpPr>
          <p:sp>
            <p:nvSpPr>
              <p:cNvPr id="464" name="Freeform 470"/>
              <p:cNvSpPr>
                <a:spLocks/>
              </p:cNvSpPr>
              <p:nvPr userDrawn="1"/>
            </p:nvSpPr>
            <p:spPr bwMode="gray">
              <a:xfrm>
                <a:off x="2978" y="1586"/>
                <a:ext cx="11" cy="11"/>
              </a:xfrm>
              <a:custGeom>
                <a:avLst/>
                <a:gdLst>
                  <a:gd name="T0" fmla="*/ 11 w 11"/>
                  <a:gd name="T1" fmla="*/ 2 h 11"/>
                  <a:gd name="T2" fmla="*/ 7 w 11"/>
                  <a:gd name="T3" fmla="*/ 0 h 11"/>
                  <a:gd name="T4" fmla="*/ 4 w 11"/>
                  <a:gd name="T5" fmla="*/ 2 h 11"/>
                  <a:gd name="T6" fmla="*/ 0 w 11"/>
                  <a:gd name="T7" fmla="*/ 6 h 11"/>
                  <a:gd name="T8" fmla="*/ 0 w 11"/>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5" name="Line 471"/>
              <p:cNvSpPr>
                <a:spLocks noChangeShapeType="1"/>
              </p:cNvSpPr>
              <p:nvPr userDrawn="1"/>
            </p:nvSpPr>
            <p:spPr bwMode="gray">
              <a:xfrm flipV="1">
                <a:off x="2978" y="1502"/>
                <a:ext cx="16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6" name="Freeform 472"/>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7" name="Freeform 473"/>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8" name="Freeform 474"/>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9" name="Freeform 475"/>
              <p:cNvSpPr>
                <a:spLocks/>
              </p:cNvSpPr>
              <p:nvPr userDrawn="1"/>
            </p:nvSpPr>
            <p:spPr bwMode="gray">
              <a:xfrm>
                <a:off x="3295" y="1602"/>
                <a:ext cx="12" cy="18"/>
              </a:xfrm>
              <a:custGeom>
                <a:avLst/>
                <a:gdLst>
                  <a:gd name="T0" fmla="*/ 0 w 12"/>
                  <a:gd name="T1" fmla="*/ 0 h 18"/>
                  <a:gd name="T2" fmla="*/ 5 w 12"/>
                  <a:gd name="T3" fmla="*/ 4 h 18"/>
                  <a:gd name="T4" fmla="*/ 8 w 12"/>
                  <a:gd name="T5" fmla="*/ 7 h 18"/>
                  <a:gd name="T6" fmla="*/ 10 w 12"/>
                  <a:gd name="T7" fmla="*/ 12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0" name="Line 476"/>
              <p:cNvSpPr>
                <a:spLocks noChangeShapeType="1"/>
              </p:cNvSpPr>
              <p:nvPr userDrawn="1"/>
            </p:nvSpPr>
            <p:spPr bwMode="gray">
              <a:xfrm flipV="1">
                <a:off x="3206" y="1572"/>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1" name="Line 477"/>
              <p:cNvSpPr>
                <a:spLocks noChangeShapeType="1"/>
              </p:cNvSpPr>
              <p:nvPr userDrawn="1"/>
            </p:nvSpPr>
            <p:spPr bwMode="gray">
              <a:xfrm flipV="1">
                <a:off x="3197" y="1569"/>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2" name="Freeform 478"/>
              <p:cNvSpPr>
                <a:spLocks/>
              </p:cNvSpPr>
              <p:nvPr userDrawn="1"/>
            </p:nvSpPr>
            <p:spPr bwMode="gray">
              <a:xfrm>
                <a:off x="3352" y="1569"/>
                <a:ext cx="20" cy="12"/>
              </a:xfrm>
              <a:custGeom>
                <a:avLst/>
                <a:gdLst>
                  <a:gd name="T0" fmla="*/ 0 w 20"/>
                  <a:gd name="T1" fmla="*/ 0 h 12"/>
                  <a:gd name="T2" fmla="*/ 6 w 20"/>
                  <a:gd name="T3" fmla="*/ 0 h 12"/>
                  <a:gd name="T4" fmla="*/ 11 w 20"/>
                  <a:gd name="T5" fmla="*/ 2 h 12"/>
                  <a:gd name="T6" fmla="*/ 16 w 20"/>
                  <a:gd name="T7" fmla="*/ 7 h 12"/>
                  <a:gd name="T8" fmla="*/ 20 w 20"/>
                  <a:gd name="T9" fmla="*/ 1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3" name="Line 479"/>
              <p:cNvSpPr>
                <a:spLocks noChangeShapeType="1"/>
              </p:cNvSpPr>
              <p:nvPr userDrawn="1"/>
            </p:nvSpPr>
            <p:spPr bwMode="gray">
              <a:xfrm flipH="1">
                <a:off x="3209" y="1581"/>
                <a:ext cx="163"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4" name="Freeform 480"/>
              <p:cNvSpPr>
                <a:spLocks/>
              </p:cNvSpPr>
              <p:nvPr userDrawn="1"/>
            </p:nvSpPr>
            <p:spPr bwMode="gray">
              <a:xfrm>
                <a:off x="3197" y="1660"/>
                <a:ext cx="12" cy="17"/>
              </a:xfrm>
              <a:custGeom>
                <a:avLst/>
                <a:gdLst>
                  <a:gd name="T0" fmla="*/ 12 w 12"/>
                  <a:gd name="T1" fmla="*/ 17 h 17"/>
                  <a:gd name="T2" fmla="*/ 10 w 12"/>
                  <a:gd name="T3" fmla="*/ 12 h 17"/>
                  <a:gd name="T4" fmla="*/ 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5" name="Freeform 481"/>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6" name="Freeform 482"/>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7" name="Line 483"/>
              <p:cNvSpPr>
                <a:spLocks noChangeShapeType="1"/>
              </p:cNvSpPr>
              <p:nvPr userDrawn="1"/>
            </p:nvSpPr>
            <p:spPr bwMode="gray">
              <a:xfrm flipV="1">
                <a:off x="3538" y="1382"/>
                <a:ext cx="149"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8" name="Line 484"/>
              <p:cNvSpPr>
                <a:spLocks noChangeShapeType="1"/>
              </p:cNvSpPr>
              <p:nvPr userDrawn="1"/>
            </p:nvSpPr>
            <p:spPr bwMode="gray">
              <a:xfrm flipV="1">
                <a:off x="3534" y="1375"/>
                <a:ext cx="14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79" name="Freeform 485"/>
              <p:cNvSpPr>
                <a:spLocks/>
              </p:cNvSpPr>
              <p:nvPr userDrawn="1"/>
            </p:nvSpPr>
            <p:spPr bwMode="gray">
              <a:xfrm>
                <a:off x="3678" y="1375"/>
                <a:ext cx="12" cy="16"/>
              </a:xfrm>
              <a:custGeom>
                <a:avLst/>
                <a:gdLst>
                  <a:gd name="T0" fmla="*/ 0 w 12"/>
                  <a:gd name="T1" fmla="*/ 0 h 16"/>
                  <a:gd name="T2" fmla="*/ 5 w 12"/>
                  <a:gd name="T3" fmla="*/ 2 h 16"/>
                  <a:gd name="T4" fmla="*/ 9 w 12"/>
                  <a:gd name="T5" fmla="*/ 7 h 16"/>
                  <a:gd name="T6" fmla="*/ 10 w 12"/>
                  <a:gd name="T7" fmla="*/ 10 h 16"/>
                  <a:gd name="T8" fmla="*/ 1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0" name="Line 486"/>
              <p:cNvSpPr>
                <a:spLocks noChangeShapeType="1"/>
              </p:cNvSpPr>
              <p:nvPr userDrawn="1"/>
            </p:nvSpPr>
            <p:spPr bwMode="gray">
              <a:xfrm flipH="1">
                <a:off x="3538" y="1391"/>
                <a:ext cx="152"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1" name="Freeform 487"/>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2" name="Freeform 488"/>
              <p:cNvSpPr>
                <a:spLocks/>
              </p:cNvSpPr>
              <p:nvPr userDrawn="1"/>
            </p:nvSpPr>
            <p:spPr bwMode="gray">
              <a:xfrm>
                <a:off x="3576" y="1340"/>
                <a:ext cx="7" cy="9"/>
              </a:xfrm>
              <a:custGeom>
                <a:avLst/>
                <a:gdLst>
                  <a:gd name="T0" fmla="*/ 0 w 7"/>
                  <a:gd name="T1" fmla="*/ 2 h 9"/>
                  <a:gd name="T2" fmla="*/ 2 w 7"/>
                  <a:gd name="T3" fmla="*/ 0 h 9"/>
                  <a:gd name="T4" fmla="*/ 4 w 7"/>
                  <a:gd name="T5" fmla="*/ 2 h 9"/>
                  <a:gd name="T6" fmla="*/ 6 w 7"/>
                  <a:gd name="T7" fmla="*/ 2 h 9"/>
                  <a:gd name="T8" fmla="*/ 7 w 7"/>
                  <a:gd name="T9" fmla="*/ 5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3" name="Line 489"/>
              <p:cNvSpPr>
                <a:spLocks noChangeShapeType="1"/>
              </p:cNvSpPr>
              <p:nvPr userDrawn="1"/>
            </p:nvSpPr>
            <p:spPr bwMode="gray">
              <a:xfrm flipH="1" flipV="1">
                <a:off x="3536" y="1328"/>
                <a:ext cx="149"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4" name="Line 490"/>
              <p:cNvSpPr>
                <a:spLocks noChangeShapeType="1"/>
              </p:cNvSpPr>
              <p:nvPr userDrawn="1"/>
            </p:nvSpPr>
            <p:spPr bwMode="gray">
              <a:xfrm flipH="1" flipV="1">
                <a:off x="3536" y="1329"/>
                <a:ext cx="142"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5" name="Line 491"/>
              <p:cNvSpPr>
                <a:spLocks noChangeShapeType="1"/>
              </p:cNvSpPr>
              <p:nvPr userDrawn="1"/>
            </p:nvSpPr>
            <p:spPr bwMode="gray">
              <a:xfrm>
                <a:off x="3536" y="1335"/>
                <a:ext cx="151"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6" name="Freeform 492"/>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7" name="Freeform 493"/>
              <p:cNvSpPr>
                <a:spLocks/>
              </p:cNvSpPr>
              <p:nvPr userDrawn="1"/>
            </p:nvSpPr>
            <p:spPr bwMode="gray">
              <a:xfrm>
                <a:off x="3186" y="1795"/>
                <a:ext cx="21" cy="1"/>
              </a:xfrm>
              <a:custGeom>
                <a:avLst/>
                <a:gdLst>
                  <a:gd name="T0" fmla="*/ 0 w 21"/>
                  <a:gd name="T1" fmla="*/ 0 h 1"/>
                  <a:gd name="T2" fmla="*/ 6 w 21"/>
                  <a:gd name="T3" fmla="*/ 1 h 1"/>
                  <a:gd name="T4" fmla="*/ 11 w 21"/>
                  <a:gd name="T5" fmla="*/ 1 h 1"/>
                  <a:gd name="T6" fmla="*/ 16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8" name="Line 494"/>
              <p:cNvSpPr>
                <a:spLocks noChangeShapeType="1"/>
              </p:cNvSpPr>
              <p:nvPr userDrawn="1"/>
            </p:nvSpPr>
            <p:spPr bwMode="gray">
              <a:xfrm flipV="1">
                <a:off x="3195" y="1679"/>
                <a:ext cx="4"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89" name="Line 495"/>
              <p:cNvSpPr>
                <a:spLocks noChangeShapeType="1"/>
              </p:cNvSpPr>
              <p:nvPr userDrawn="1"/>
            </p:nvSpPr>
            <p:spPr bwMode="gray">
              <a:xfrm flipV="1">
                <a:off x="3185" y="1679"/>
                <a:ext cx="3"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0" name="Freeform 496"/>
              <p:cNvSpPr>
                <a:spLocks/>
              </p:cNvSpPr>
              <p:nvPr userDrawn="1"/>
            </p:nvSpPr>
            <p:spPr bwMode="gray">
              <a:xfrm>
                <a:off x="3188" y="1677"/>
                <a:ext cx="21" cy="4"/>
              </a:xfrm>
              <a:custGeom>
                <a:avLst/>
                <a:gdLst>
                  <a:gd name="T0" fmla="*/ 0 w 21"/>
                  <a:gd name="T1" fmla="*/ 2 h 4"/>
                  <a:gd name="T2" fmla="*/ 5 w 21"/>
                  <a:gd name="T3" fmla="*/ 4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1" name="Line 497"/>
              <p:cNvSpPr>
                <a:spLocks noChangeShapeType="1"/>
              </p:cNvSpPr>
              <p:nvPr userDrawn="1"/>
            </p:nvSpPr>
            <p:spPr bwMode="gray">
              <a:xfrm flipH="1">
                <a:off x="3206" y="1677"/>
                <a:ext cx="3"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2" name="Freeform 498"/>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3" name="Freeform 499"/>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4" name="Line 500"/>
              <p:cNvSpPr>
                <a:spLocks noChangeShapeType="1"/>
              </p:cNvSpPr>
              <p:nvPr userDrawn="1"/>
            </p:nvSpPr>
            <p:spPr bwMode="gray">
              <a:xfrm flipV="1">
                <a:off x="3683" y="1387"/>
                <a:ext cx="9"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5" name="Line 501"/>
              <p:cNvSpPr>
                <a:spLocks noChangeShapeType="1"/>
              </p:cNvSpPr>
              <p:nvPr userDrawn="1"/>
            </p:nvSpPr>
            <p:spPr bwMode="gray">
              <a:xfrm flipV="1">
                <a:off x="3681" y="1391"/>
                <a:ext cx="9" cy="22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6" name="Freeform 502"/>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7" name="Line 503"/>
              <p:cNvSpPr>
                <a:spLocks noChangeShapeType="1"/>
              </p:cNvSpPr>
              <p:nvPr userDrawn="1"/>
            </p:nvSpPr>
            <p:spPr bwMode="gray">
              <a:xfrm flipH="1">
                <a:off x="3678" y="1382"/>
                <a:ext cx="9"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8" name="Freeform 504"/>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99" name="Freeform 505"/>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0" name="Line 506"/>
              <p:cNvSpPr>
                <a:spLocks noChangeShapeType="1"/>
              </p:cNvSpPr>
              <p:nvPr userDrawn="1"/>
            </p:nvSpPr>
            <p:spPr bwMode="gray">
              <a:xfrm flipH="1">
                <a:off x="3359" y="1826"/>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1" name="Line 507"/>
              <p:cNvSpPr>
                <a:spLocks noChangeShapeType="1"/>
              </p:cNvSpPr>
              <p:nvPr userDrawn="1"/>
            </p:nvSpPr>
            <p:spPr bwMode="gray">
              <a:xfrm flipH="1">
                <a:off x="3349" y="1831"/>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2" name="Freeform 508"/>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3" name="Line 509"/>
              <p:cNvSpPr>
                <a:spLocks noChangeShapeType="1"/>
              </p:cNvSpPr>
              <p:nvPr userDrawn="1"/>
            </p:nvSpPr>
            <p:spPr bwMode="gray">
              <a:xfrm flipV="1">
                <a:off x="3368" y="1817"/>
                <a:ext cx="5"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4" name="Freeform 510"/>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5" name="Freeform 511"/>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6" name="Line 512"/>
              <p:cNvSpPr>
                <a:spLocks noChangeShapeType="1"/>
              </p:cNvSpPr>
              <p:nvPr userDrawn="1"/>
            </p:nvSpPr>
            <p:spPr bwMode="gray">
              <a:xfrm flipH="1" flipV="1">
                <a:off x="3150" y="1987"/>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7" name="Line 513"/>
              <p:cNvSpPr>
                <a:spLocks noChangeShapeType="1"/>
              </p:cNvSpPr>
              <p:nvPr userDrawn="1"/>
            </p:nvSpPr>
            <p:spPr bwMode="gray">
              <a:xfrm flipH="1" flipV="1">
                <a:off x="3146" y="198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8" name="Freeform 514"/>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09" name="Line 515"/>
              <p:cNvSpPr>
                <a:spLocks noChangeShapeType="1"/>
              </p:cNvSpPr>
              <p:nvPr userDrawn="1"/>
            </p:nvSpPr>
            <p:spPr bwMode="gray">
              <a:xfrm>
                <a:off x="3155" y="1987"/>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0" name="Freeform 516"/>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1" name="Freeform 517"/>
              <p:cNvSpPr>
                <a:spLocks/>
              </p:cNvSpPr>
              <p:nvPr userDrawn="1"/>
            </p:nvSpPr>
            <p:spPr bwMode="gray">
              <a:xfrm>
                <a:off x="3150" y="1357"/>
                <a:ext cx="5" cy="7"/>
              </a:xfrm>
              <a:custGeom>
                <a:avLst/>
                <a:gdLst>
                  <a:gd name="T0" fmla="*/ 5 w 5"/>
                  <a:gd name="T1" fmla="*/ 7 h 7"/>
                  <a:gd name="T2" fmla="*/ 3 w 5"/>
                  <a:gd name="T3" fmla="*/ 7 h 7"/>
                  <a:gd name="T4" fmla="*/ 1 w 5"/>
                  <a:gd name="T5" fmla="*/ 6 h 7"/>
                  <a:gd name="T6" fmla="*/ 0 w 5"/>
                  <a:gd name="T7" fmla="*/ 4 h 7"/>
                  <a:gd name="T8" fmla="*/ 0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2" name="Line 518"/>
              <p:cNvSpPr>
                <a:spLocks noChangeShapeType="1"/>
              </p:cNvSpPr>
              <p:nvPr userDrawn="1"/>
            </p:nvSpPr>
            <p:spPr bwMode="gray">
              <a:xfrm flipV="1">
                <a:off x="3148" y="1245"/>
                <a:ext cx="3"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3" name="Line 519"/>
              <p:cNvSpPr>
                <a:spLocks noChangeShapeType="1"/>
              </p:cNvSpPr>
              <p:nvPr userDrawn="1"/>
            </p:nvSpPr>
            <p:spPr bwMode="gray">
              <a:xfrm flipV="1">
                <a:off x="3153" y="1249"/>
                <a:ext cx="4"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4" name="Freeform 520"/>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5" name="Line 521"/>
              <p:cNvSpPr>
                <a:spLocks noChangeShapeType="1"/>
              </p:cNvSpPr>
              <p:nvPr userDrawn="1"/>
            </p:nvSpPr>
            <p:spPr bwMode="gray">
              <a:xfrm flipH="1">
                <a:off x="3151" y="1240"/>
                <a:ext cx="4"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6" name="Freeform 522"/>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7" name="Freeform 523"/>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8" name="Line 524"/>
              <p:cNvSpPr>
                <a:spLocks noChangeShapeType="1"/>
              </p:cNvSpPr>
              <p:nvPr userDrawn="1"/>
            </p:nvSpPr>
            <p:spPr bwMode="gray">
              <a:xfrm>
                <a:off x="3160" y="1238"/>
                <a:ext cx="208"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19" name="Line 525"/>
              <p:cNvSpPr>
                <a:spLocks noChangeShapeType="1"/>
              </p:cNvSpPr>
              <p:nvPr userDrawn="1"/>
            </p:nvSpPr>
            <p:spPr bwMode="gray">
              <a:xfrm>
                <a:off x="3157" y="1249"/>
                <a:ext cx="209"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0" name="Freeform 526"/>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1" name="Line 527"/>
              <p:cNvSpPr>
                <a:spLocks noChangeShapeType="1"/>
              </p:cNvSpPr>
              <p:nvPr userDrawn="1"/>
            </p:nvSpPr>
            <p:spPr bwMode="gray">
              <a:xfrm flipH="1" flipV="1">
                <a:off x="3165" y="1231"/>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2" name="Freeform 528"/>
              <p:cNvSpPr>
                <a:spLocks/>
              </p:cNvSpPr>
              <p:nvPr userDrawn="1"/>
            </p:nvSpPr>
            <p:spPr bwMode="gray">
              <a:xfrm>
                <a:off x="3157" y="1231"/>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3" name="Freeform 529"/>
              <p:cNvSpPr>
                <a:spLocks/>
              </p:cNvSpPr>
              <p:nvPr userDrawn="1"/>
            </p:nvSpPr>
            <p:spPr bwMode="gray">
              <a:xfrm>
                <a:off x="3363" y="1433"/>
                <a:ext cx="21" cy="3"/>
              </a:xfrm>
              <a:custGeom>
                <a:avLst/>
                <a:gdLst>
                  <a:gd name="T0" fmla="*/ 0 w 21"/>
                  <a:gd name="T1" fmla="*/ 1 h 3"/>
                  <a:gd name="T2" fmla="*/ 5 w 21"/>
                  <a:gd name="T3" fmla="*/ 3 h 3"/>
                  <a:gd name="T4" fmla="*/ 10 w 21"/>
                  <a:gd name="T5" fmla="*/ 3 h 3"/>
                  <a:gd name="T6" fmla="*/ 16 w 21"/>
                  <a:gd name="T7" fmla="*/ 1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4" name="Line 530"/>
              <p:cNvSpPr>
                <a:spLocks noChangeShapeType="1"/>
              </p:cNvSpPr>
              <p:nvPr userDrawn="1"/>
            </p:nvSpPr>
            <p:spPr bwMode="gray">
              <a:xfrm flipH="1">
                <a:off x="3372" y="1319"/>
                <a:ext cx="5"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5" name="Line 531"/>
              <p:cNvSpPr>
                <a:spLocks noChangeShapeType="1"/>
              </p:cNvSpPr>
              <p:nvPr userDrawn="1"/>
            </p:nvSpPr>
            <p:spPr bwMode="gray">
              <a:xfrm flipH="1">
                <a:off x="3361" y="131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6" name="Freeform 532"/>
              <p:cNvSpPr>
                <a:spLocks/>
              </p:cNvSpPr>
              <p:nvPr userDrawn="1"/>
            </p:nvSpPr>
            <p:spPr bwMode="gray">
              <a:xfrm>
                <a:off x="3361" y="1551"/>
                <a:ext cx="19" cy="11"/>
              </a:xfrm>
              <a:custGeom>
                <a:avLst/>
                <a:gdLst>
                  <a:gd name="T0" fmla="*/ 0 w 19"/>
                  <a:gd name="T1" fmla="*/ 0 h 11"/>
                  <a:gd name="T2" fmla="*/ 5 w 19"/>
                  <a:gd name="T3" fmla="*/ 6 h 11"/>
                  <a:gd name="T4" fmla="*/ 12 w 19"/>
                  <a:gd name="T5" fmla="*/ 9 h 11"/>
                  <a:gd name="T6" fmla="*/ 19 w 19"/>
                  <a:gd name="T7" fmla="*/ 11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7" name="Line 533"/>
              <p:cNvSpPr>
                <a:spLocks noChangeShapeType="1"/>
              </p:cNvSpPr>
              <p:nvPr userDrawn="1"/>
            </p:nvSpPr>
            <p:spPr bwMode="gray">
              <a:xfrm flipV="1">
                <a:off x="3380" y="1315"/>
                <a:ext cx="6"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8" name="Freeform 534"/>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29" name="Freeform 535"/>
              <p:cNvSpPr>
                <a:spLocks/>
              </p:cNvSpPr>
              <p:nvPr userDrawn="1"/>
            </p:nvSpPr>
            <p:spPr bwMode="gray">
              <a:xfrm>
                <a:off x="3515" y="1840"/>
                <a:ext cx="5" cy="9"/>
              </a:xfrm>
              <a:custGeom>
                <a:avLst/>
                <a:gdLst>
                  <a:gd name="T0" fmla="*/ 0 w 5"/>
                  <a:gd name="T1" fmla="*/ 0 h 9"/>
                  <a:gd name="T2" fmla="*/ 2 w 5"/>
                  <a:gd name="T3" fmla="*/ 2 h 9"/>
                  <a:gd name="T4" fmla="*/ 5 w 5"/>
                  <a:gd name="T5" fmla="*/ 4 h 9"/>
                  <a:gd name="T6" fmla="*/ 5 w 5"/>
                  <a:gd name="T7" fmla="*/ 5 h 9"/>
                  <a:gd name="T8" fmla="*/ 5 w 5"/>
                  <a:gd name="T9" fmla="*/ 7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0" name="Line 536"/>
              <p:cNvSpPr>
                <a:spLocks noChangeShapeType="1"/>
              </p:cNvSpPr>
              <p:nvPr userDrawn="1"/>
            </p:nvSpPr>
            <p:spPr bwMode="gray">
              <a:xfrm flipH="1">
                <a:off x="3517" y="1726"/>
                <a:ext cx="7" cy="2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1" name="Line 537"/>
              <p:cNvSpPr>
                <a:spLocks noChangeShapeType="1"/>
              </p:cNvSpPr>
              <p:nvPr userDrawn="1"/>
            </p:nvSpPr>
            <p:spPr bwMode="gray">
              <a:xfrm flipH="1">
                <a:off x="3512" y="1728"/>
                <a:ext cx="7"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2" name="Freeform 538"/>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3" name="Line 539"/>
              <p:cNvSpPr>
                <a:spLocks noChangeShapeType="1"/>
              </p:cNvSpPr>
              <p:nvPr userDrawn="1"/>
            </p:nvSpPr>
            <p:spPr bwMode="gray">
              <a:xfrm flipV="1">
                <a:off x="3515" y="1725"/>
                <a:ext cx="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4" name="Freeform 540"/>
              <p:cNvSpPr>
                <a:spLocks/>
              </p:cNvSpPr>
              <p:nvPr userDrawn="1"/>
            </p:nvSpPr>
            <p:spPr bwMode="gray">
              <a:xfrm>
                <a:off x="3519" y="1725"/>
                <a:ext cx="5" cy="3"/>
              </a:xfrm>
              <a:custGeom>
                <a:avLst/>
                <a:gdLst>
                  <a:gd name="T0" fmla="*/ 0 w 5"/>
                  <a:gd name="T1" fmla="*/ 3 h 3"/>
                  <a:gd name="T2" fmla="*/ 1 w 5"/>
                  <a:gd name="T3" fmla="*/ 3 h 3"/>
                  <a:gd name="T4" fmla="*/ 3 w 5"/>
                  <a:gd name="T5" fmla="*/ 3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5" name="Freeform 541"/>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6" name="Freeform 542"/>
              <p:cNvSpPr>
                <a:spLocks/>
              </p:cNvSpPr>
              <p:nvPr userDrawn="1"/>
            </p:nvSpPr>
            <p:spPr bwMode="gray">
              <a:xfrm>
                <a:off x="3307" y="1154"/>
                <a:ext cx="19" cy="2"/>
              </a:xfrm>
              <a:custGeom>
                <a:avLst/>
                <a:gdLst>
                  <a:gd name="T0" fmla="*/ 19 w 19"/>
                  <a:gd name="T1" fmla="*/ 2 h 2"/>
                  <a:gd name="T2" fmla="*/ 14 w 19"/>
                  <a:gd name="T3" fmla="*/ 0 h 2"/>
                  <a:gd name="T4" fmla="*/ 9 w 19"/>
                  <a:gd name="T5" fmla="*/ 0 h 2"/>
                  <a:gd name="T6" fmla="*/ 3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7" name="Freeform 543"/>
              <p:cNvSpPr>
                <a:spLocks/>
              </p:cNvSpPr>
              <p:nvPr userDrawn="1"/>
            </p:nvSpPr>
            <p:spPr bwMode="gray">
              <a:xfrm>
                <a:off x="2347" y="1774"/>
                <a:ext cx="10" cy="17"/>
              </a:xfrm>
              <a:custGeom>
                <a:avLst/>
                <a:gdLst>
                  <a:gd name="T0" fmla="*/ 0 w 10"/>
                  <a:gd name="T1" fmla="*/ 0 h 17"/>
                  <a:gd name="T2" fmla="*/ 3 w 10"/>
                  <a:gd name="T3" fmla="*/ 3 h 17"/>
                  <a:gd name="T4" fmla="*/ 7 w 10"/>
                  <a:gd name="T5" fmla="*/ 7 h 17"/>
                  <a:gd name="T6" fmla="*/ 9 w 10"/>
                  <a:gd name="T7" fmla="*/ 12 h 17"/>
                  <a:gd name="T8" fmla="*/ 1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8" name="Freeform 544"/>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39" name="Line 545"/>
              <p:cNvSpPr>
                <a:spLocks noChangeShapeType="1"/>
              </p:cNvSpPr>
              <p:nvPr userDrawn="1"/>
            </p:nvSpPr>
            <p:spPr bwMode="gray">
              <a:xfrm flipH="1">
                <a:off x="3533" y="1226"/>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0" name="Line 546"/>
              <p:cNvSpPr>
                <a:spLocks noChangeShapeType="1"/>
              </p:cNvSpPr>
              <p:nvPr userDrawn="1"/>
            </p:nvSpPr>
            <p:spPr bwMode="gray">
              <a:xfrm flipH="1">
                <a:off x="3527" y="1221"/>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1" name="Freeform 547"/>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2" name="Line 548"/>
              <p:cNvSpPr>
                <a:spLocks noChangeShapeType="1"/>
              </p:cNvSpPr>
              <p:nvPr userDrawn="1"/>
            </p:nvSpPr>
            <p:spPr bwMode="gray">
              <a:xfrm flipV="1">
                <a:off x="3529" y="1230"/>
                <a:ext cx="7" cy="2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3" name="Freeform 549"/>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4" name="Freeform 550"/>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5" name="Freeform 551"/>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6" name="Line 552"/>
              <p:cNvSpPr>
                <a:spLocks noChangeShapeType="1"/>
              </p:cNvSpPr>
              <p:nvPr userDrawn="1"/>
            </p:nvSpPr>
            <p:spPr bwMode="gray">
              <a:xfrm flipV="1">
                <a:off x="3151" y="1147"/>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7" name="Line 553"/>
              <p:cNvSpPr>
                <a:spLocks noChangeShapeType="1"/>
              </p:cNvSpPr>
              <p:nvPr userDrawn="1"/>
            </p:nvSpPr>
            <p:spPr bwMode="gray">
              <a:xfrm flipV="1">
                <a:off x="3155" y="1156"/>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8" name="Freeform 554"/>
              <p:cNvSpPr>
                <a:spLocks/>
              </p:cNvSpPr>
              <p:nvPr userDrawn="1"/>
            </p:nvSpPr>
            <p:spPr bwMode="gray">
              <a:xfrm>
                <a:off x="3295" y="1140"/>
                <a:ext cx="12" cy="16"/>
              </a:xfrm>
              <a:custGeom>
                <a:avLst/>
                <a:gdLst>
                  <a:gd name="T0" fmla="*/ 12 w 12"/>
                  <a:gd name="T1" fmla="*/ 16 h 16"/>
                  <a:gd name="T2" fmla="*/ 10 w 12"/>
                  <a:gd name="T3" fmla="*/ 11 h 16"/>
                  <a:gd name="T4" fmla="*/ 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49" name="Line 555"/>
              <p:cNvSpPr>
                <a:spLocks noChangeShapeType="1"/>
              </p:cNvSpPr>
              <p:nvPr userDrawn="1"/>
            </p:nvSpPr>
            <p:spPr bwMode="gray">
              <a:xfrm flipH="1">
                <a:off x="3143" y="1140"/>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0" name="Freeform 556"/>
              <p:cNvSpPr>
                <a:spLocks/>
              </p:cNvSpPr>
              <p:nvPr userDrawn="1"/>
            </p:nvSpPr>
            <p:spPr bwMode="gray">
              <a:xfrm>
                <a:off x="3143" y="1223"/>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1" name="Freeform 557"/>
              <p:cNvSpPr>
                <a:spLocks/>
              </p:cNvSpPr>
              <p:nvPr userDrawn="1"/>
            </p:nvSpPr>
            <p:spPr bwMode="gray">
              <a:xfrm>
                <a:off x="3232" y="1172"/>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2" name="Line 558"/>
              <p:cNvSpPr>
                <a:spLocks noChangeShapeType="1"/>
              </p:cNvSpPr>
              <p:nvPr userDrawn="1"/>
            </p:nvSpPr>
            <p:spPr bwMode="gray">
              <a:xfrm flipH="1">
                <a:off x="3158" y="1140"/>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3" name="Line 559"/>
              <p:cNvSpPr>
                <a:spLocks noChangeShapeType="1"/>
              </p:cNvSpPr>
              <p:nvPr userDrawn="1"/>
            </p:nvSpPr>
            <p:spPr bwMode="gray">
              <a:xfrm flipH="1">
                <a:off x="3165" y="1147"/>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4" name="Freeform 560"/>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5" name="Line 561"/>
              <p:cNvSpPr>
                <a:spLocks noChangeShapeType="1"/>
              </p:cNvSpPr>
              <p:nvPr userDrawn="1"/>
            </p:nvSpPr>
            <p:spPr bwMode="gray">
              <a:xfrm flipV="1">
                <a:off x="3155" y="1132"/>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6" name="Freeform 562"/>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7" name="Freeform 563"/>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8" name="Line 564"/>
              <p:cNvSpPr>
                <a:spLocks noChangeShapeType="1"/>
              </p:cNvSpPr>
              <p:nvPr userDrawn="1"/>
            </p:nvSpPr>
            <p:spPr bwMode="gray">
              <a:xfrm flipV="1">
                <a:off x="3384" y="1219"/>
                <a:ext cx="150"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59" name="Line 565"/>
              <p:cNvSpPr>
                <a:spLocks noChangeShapeType="1"/>
              </p:cNvSpPr>
              <p:nvPr userDrawn="1"/>
            </p:nvSpPr>
            <p:spPr bwMode="gray">
              <a:xfrm flipV="1">
                <a:off x="3375" y="1214"/>
                <a:ext cx="151"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0" name="Freeform 566"/>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1" name="Line 567"/>
              <p:cNvSpPr>
                <a:spLocks noChangeShapeType="1"/>
              </p:cNvSpPr>
              <p:nvPr userDrawn="1"/>
            </p:nvSpPr>
            <p:spPr bwMode="gray">
              <a:xfrm flipH="1">
                <a:off x="3386" y="1230"/>
                <a:ext cx="150"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2" name="Freeform 568"/>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3" name="Freeform 569"/>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4" name="Line 570"/>
              <p:cNvSpPr>
                <a:spLocks noChangeShapeType="1"/>
              </p:cNvSpPr>
              <p:nvPr userDrawn="1"/>
            </p:nvSpPr>
            <p:spPr bwMode="gray">
              <a:xfrm flipV="1">
                <a:off x="3365" y="1966"/>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5" name="Line 571"/>
              <p:cNvSpPr>
                <a:spLocks noChangeShapeType="1"/>
              </p:cNvSpPr>
              <p:nvPr userDrawn="1"/>
            </p:nvSpPr>
            <p:spPr bwMode="gray">
              <a:xfrm flipV="1">
                <a:off x="3368" y="1959"/>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6" name="Freeform 572"/>
              <p:cNvSpPr>
                <a:spLocks/>
              </p:cNvSpPr>
              <p:nvPr userDrawn="1"/>
            </p:nvSpPr>
            <p:spPr bwMode="gray">
              <a:xfrm>
                <a:off x="3503" y="1959"/>
                <a:ext cx="12" cy="9"/>
              </a:xfrm>
              <a:custGeom>
                <a:avLst/>
                <a:gdLst>
                  <a:gd name="T0" fmla="*/ 12 w 12"/>
                  <a:gd name="T1" fmla="*/ 0 h 9"/>
                  <a:gd name="T2" fmla="*/ 10 w 12"/>
                  <a:gd name="T3" fmla="*/ 5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7" name="Line 573"/>
              <p:cNvSpPr>
                <a:spLocks noChangeShapeType="1"/>
              </p:cNvSpPr>
              <p:nvPr userDrawn="1"/>
            </p:nvSpPr>
            <p:spPr bwMode="gray">
              <a:xfrm flipH="1">
                <a:off x="3358" y="1968"/>
                <a:ext cx="145"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8" name="Freeform 574"/>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69" name="Freeform 575"/>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0" name="Line 576"/>
              <p:cNvSpPr>
                <a:spLocks noChangeShapeType="1"/>
              </p:cNvSpPr>
              <p:nvPr userDrawn="1"/>
            </p:nvSpPr>
            <p:spPr bwMode="gray">
              <a:xfrm flipH="1" flipV="1">
                <a:off x="2289" y="1196"/>
                <a:ext cx="124"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1" name="Line 577"/>
              <p:cNvSpPr>
                <a:spLocks noChangeShapeType="1"/>
              </p:cNvSpPr>
              <p:nvPr userDrawn="1"/>
            </p:nvSpPr>
            <p:spPr bwMode="gray">
              <a:xfrm flipH="1" flipV="1">
                <a:off x="2293" y="1188"/>
                <a:ext cx="133"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2" name="Freeform 578"/>
              <p:cNvSpPr>
                <a:spLocks/>
              </p:cNvSpPr>
              <p:nvPr userDrawn="1"/>
            </p:nvSpPr>
            <p:spPr bwMode="gray">
              <a:xfrm>
                <a:off x="2284" y="1188"/>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3" name="Line 579"/>
              <p:cNvSpPr>
                <a:spLocks noChangeShapeType="1"/>
              </p:cNvSpPr>
              <p:nvPr userDrawn="1"/>
            </p:nvSpPr>
            <p:spPr bwMode="gray">
              <a:xfrm>
                <a:off x="2284" y="1203"/>
                <a:ext cx="119"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4" name="Freeform 580"/>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5" name="Line 581"/>
              <p:cNvSpPr>
                <a:spLocks noChangeShapeType="1"/>
              </p:cNvSpPr>
              <p:nvPr userDrawn="1"/>
            </p:nvSpPr>
            <p:spPr bwMode="gray">
              <a:xfrm flipH="1" flipV="1">
                <a:off x="2282" y="960"/>
                <a:ext cx="5"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6" name="Line 582"/>
              <p:cNvSpPr>
                <a:spLocks noChangeShapeType="1"/>
              </p:cNvSpPr>
              <p:nvPr userDrawn="1"/>
            </p:nvSpPr>
            <p:spPr bwMode="gray">
              <a:xfrm flipH="1" flipV="1">
                <a:off x="2287" y="966"/>
                <a:ext cx="6"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7" name="Freeform 583"/>
              <p:cNvSpPr>
                <a:spLocks/>
              </p:cNvSpPr>
              <p:nvPr userDrawn="1"/>
            </p:nvSpPr>
            <p:spPr bwMode="gray">
              <a:xfrm>
                <a:off x="2284" y="957"/>
                <a:ext cx="3" cy="9"/>
              </a:xfrm>
              <a:custGeom>
                <a:avLst/>
                <a:gdLst>
                  <a:gd name="T0" fmla="*/ 3 w 3"/>
                  <a:gd name="T1" fmla="*/ 9 h 9"/>
                  <a:gd name="T2" fmla="*/ 0 w 3"/>
                  <a:gd name="T3" fmla="*/ 7 h 9"/>
                  <a:gd name="T4" fmla="*/ 0 w 3"/>
                  <a:gd name="T5" fmla="*/ 5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8" name="Line 584"/>
              <p:cNvSpPr>
                <a:spLocks noChangeShapeType="1"/>
              </p:cNvSpPr>
              <p:nvPr userDrawn="1"/>
            </p:nvSpPr>
            <p:spPr bwMode="gray">
              <a:xfrm>
                <a:off x="2286" y="95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79" name="Freeform 585"/>
              <p:cNvSpPr>
                <a:spLocks/>
              </p:cNvSpPr>
              <p:nvPr userDrawn="1"/>
            </p:nvSpPr>
            <p:spPr bwMode="gray">
              <a:xfrm>
                <a:off x="2287" y="1188"/>
                <a:ext cx="6" cy="3"/>
              </a:xfrm>
              <a:custGeom>
                <a:avLst/>
                <a:gdLst>
                  <a:gd name="T0" fmla="*/ 6 w 6"/>
                  <a:gd name="T1" fmla="*/ 0 h 3"/>
                  <a:gd name="T2" fmla="*/ 2 w 6"/>
                  <a:gd name="T3" fmla="*/ 0 h 3"/>
                  <a:gd name="T4" fmla="*/ 0 w 6"/>
                  <a:gd name="T5" fmla="*/ 1 h 3"/>
                  <a:gd name="T6" fmla="*/ 0 w 6"/>
                  <a:gd name="T7" fmla="*/ 1 h 3"/>
                  <a:gd name="T8" fmla="*/ 0 w 6"/>
                  <a:gd name="T9" fmla="*/ 3 h 3"/>
                  <a:gd name="T10" fmla="*/ 2 w 6"/>
                  <a:gd name="T11" fmla="*/ 3 h 3"/>
                  <a:gd name="T12" fmla="*/ 4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0" name="Freeform 586"/>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1" name="Line 587"/>
              <p:cNvSpPr>
                <a:spLocks noChangeShapeType="1"/>
              </p:cNvSpPr>
              <p:nvPr userDrawn="1"/>
            </p:nvSpPr>
            <p:spPr bwMode="gray">
              <a:xfrm>
                <a:off x="2289" y="955"/>
                <a:ext cx="189"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2" name="Line 588"/>
              <p:cNvSpPr>
                <a:spLocks noChangeShapeType="1"/>
              </p:cNvSpPr>
              <p:nvPr userDrawn="1"/>
            </p:nvSpPr>
            <p:spPr bwMode="gray">
              <a:xfrm>
                <a:off x="2287" y="966"/>
                <a:ext cx="188"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3" name="Freeform 589"/>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4" name="Line 590"/>
              <p:cNvSpPr>
                <a:spLocks noChangeShapeType="1"/>
              </p:cNvSpPr>
              <p:nvPr userDrawn="1"/>
            </p:nvSpPr>
            <p:spPr bwMode="gray">
              <a:xfrm flipH="1" flipV="1">
                <a:off x="2296" y="948"/>
                <a:ext cx="187"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5" name="Freeform 591"/>
              <p:cNvSpPr>
                <a:spLocks/>
              </p:cNvSpPr>
              <p:nvPr userDrawn="1"/>
            </p:nvSpPr>
            <p:spPr bwMode="gray">
              <a:xfrm>
                <a:off x="2287"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6" name="Freeform 592"/>
              <p:cNvSpPr>
                <a:spLocks/>
              </p:cNvSpPr>
              <p:nvPr userDrawn="1"/>
            </p:nvSpPr>
            <p:spPr bwMode="gray">
              <a:xfrm>
                <a:off x="2476" y="1167"/>
                <a:ext cx="20" cy="1"/>
              </a:xfrm>
              <a:custGeom>
                <a:avLst/>
                <a:gdLst>
                  <a:gd name="T0" fmla="*/ 0 w 20"/>
                  <a:gd name="T1" fmla="*/ 1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7" name="Line 593"/>
              <p:cNvSpPr>
                <a:spLocks noChangeShapeType="1"/>
              </p:cNvSpPr>
              <p:nvPr userDrawn="1"/>
            </p:nvSpPr>
            <p:spPr bwMode="gray">
              <a:xfrm>
                <a:off x="2485" y="1027"/>
                <a:ext cx="4" cy="1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8" name="Line 594"/>
              <p:cNvSpPr>
                <a:spLocks noChangeShapeType="1"/>
              </p:cNvSpPr>
              <p:nvPr userDrawn="1"/>
            </p:nvSpPr>
            <p:spPr bwMode="gray">
              <a:xfrm>
                <a:off x="2475" y="1027"/>
                <a:ext cx="3" cy="1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89" name="Line 595"/>
              <p:cNvSpPr>
                <a:spLocks noChangeShapeType="1"/>
              </p:cNvSpPr>
              <p:nvPr userDrawn="1"/>
            </p:nvSpPr>
            <p:spPr bwMode="gray">
              <a:xfrm flipH="1" flipV="1">
                <a:off x="2494" y="1025"/>
                <a:ext cx="3" cy="1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0" name="Freeform 596"/>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1" name="Freeform 597"/>
              <p:cNvSpPr>
                <a:spLocks/>
              </p:cNvSpPr>
              <p:nvPr userDrawn="1"/>
            </p:nvSpPr>
            <p:spPr bwMode="gray">
              <a:xfrm>
                <a:off x="2443" y="880"/>
                <a:ext cx="19" cy="2"/>
              </a:xfrm>
              <a:custGeom>
                <a:avLst/>
                <a:gdLst>
                  <a:gd name="T0" fmla="*/ 19 w 19"/>
                  <a:gd name="T1" fmla="*/ 2 h 2"/>
                  <a:gd name="T2" fmla="*/ 12 w 19"/>
                  <a:gd name="T3" fmla="*/ 0 h 2"/>
                  <a:gd name="T4" fmla="*/ 5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2" name="Line 598"/>
              <p:cNvSpPr>
                <a:spLocks noChangeShapeType="1"/>
              </p:cNvSpPr>
              <p:nvPr userDrawn="1"/>
            </p:nvSpPr>
            <p:spPr bwMode="gray">
              <a:xfrm>
                <a:off x="2459" y="873"/>
                <a:ext cx="31"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3" name="Line 599"/>
              <p:cNvSpPr>
                <a:spLocks noChangeShapeType="1"/>
              </p:cNvSpPr>
              <p:nvPr userDrawn="1"/>
            </p:nvSpPr>
            <p:spPr bwMode="gray">
              <a:xfrm>
                <a:off x="2462" y="882"/>
                <a:ext cx="28" cy="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4" name="Line 600"/>
              <p:cNvSpPr>
                <a:spLocks noChangeShapeType="1"/>
              </p:cNvSpPr>
              <p:nvPr userDrawn="1"/>
            </p:nvSpPr>
            <p:spPr bwMode="gray">
              <a:xfrm flipH="1" flipV="1">
                <a:off x="2454" y="873"/>
                <a:ext cx="36"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5" name="Freeform 601"/>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6" name="Freeform 602"/>
              <p:cNvSpPr>
                <a:spLocks/>
              </p:cNvSpPr>
              <p:nvPr userDrawn="1"/>
            </p:nvSpPr>
            <p:spPr bwMode="gray">
              <a:xfrm>
                <a:off x="2364" y="910"/>
                <a:ext cx="11" cy="10"/>
              </a:xfrm>
              <a:custGeom>
                <a:avLst/>
                <a:gdLst>
                  <a:gd name="T0" fmla="*/ 0 w 11"/>
                  <a:gd name="T1" fmla="*/ 10 h 10"/>
                  <a:gd name="T2" fmla="*/ 2 w 11"/>
                  <a:gd name="T3" fmla="*/ 5 h 10"/>
                  <a:gd name="T4" fmla="*/ 4 w 11"/>
                  <a:gd name="T5" fmla="*/ 1 h 10"/>
                  <a:gd name="T6" fmla="*/ 6 w 11"/>
                  <a:gd name="T7" fmla="*/ 0 h 10"/>
                  <a:gd name="T8" fmla="*/ 9 w 11"/>
                  <a:gd name="T9" fmla="*/ 0 h 10"/>
                  <a:gd name="T10" fmla="*/ 11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7" name="Line 603"/>
              <p:cNvSpPr>
                <a:spLocks noChangeShapeType="1"/>
              </p:cNvSpPr>
              <p:nvPr userDrawn="1"/>
            </p:nvSpPr>
            <p:spPr bwMode="gray">
              <a:xfrm flipV="1">
                <a:off x="2289" y="875"/>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8" name="Line 604"/>
              <p:cNvSpPr>
                <a:spLocks noChangeShapeType="1"/>
              </p:cNvSpPr>
              <p:nvPr userDrawn="1"/>
            </p:nvSpPr>
            <p:spPr bwMode="gray">
              <a:xfrm flipV="1">
                <a:off x="2286" y="882"/>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599" name="Freeform 605"/>
              <p:cNvSpPr>
                <a:spLocks/>
              </p:cNvSpPr>
              <p:nvPr userDrawn="1"/>
            </p:nvSpPr>
            <p:spPr bwMode="gray">
              <a:xfrm>
                <a:off x="2443" y="873"/>
                <a:ext cx="11" cy="9"/>
              </a:xfrm>
              <a:custGeom>
                <a:avLst/>
                <a:gdLst>
                  <a:gd name="T0" fmla="*/ 0 w 11"/>
                  <a:gd name="T1" fmla="*/ 9 h 9"/>
                  <a:gd name="T2" fmla="*/ 0 w 11"/>
                  <a:gd name="T3" fmla="*/ 5 h 9"/>
                  <a:gd name="T4" fmla="*/ 2 w 11"/>
                  <a:gd name="T5" fmla="*/ 3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0" name="Line 606"/>
              <p:cNvSpPr>
                <a:spLocks noChangeShapeType="1"/>
              </p:cNvSpPr>
              <p:nvPr userDrawn="1"/>
            </p:nvSpPr>
            <p:spPr bwMode="gray">
              <a:xfrm flipH="1">
                <a:off x="2296" y="873"/>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1" name="Freeform 607"/>
              <p:cNvSpPr>
                <a:spLocks/>
              </p:cNvSpPr>
              <p:nvPr userDrawn="1"/>
            </p:nvSpPr>
            <p:spPr bwMode="gray">
              <a:xfrm>
                <a:off x="2286" y="94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2" name="Freeform 608"/>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3" name="Line 609"/>
              <p:cNvSpPr>
                <a:spLocks noChangeShapeType="1"/>
              </p:cNvSpPr>
              <p:nvPr userDrawn="1"/>
            </p:nvSpPr>
            <p:spPr bwMode="gray">
              <a:xfrm flipH="1">
                <a:off x="2494" y="101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4" name="Freeform 610"/>
              <p:cNvSpPr>
                <a:spLocks/>
              </p:cNvSpPr>
              <p:nvPr userDrawn="1"/>
            </p:nvSpPr>
            <p:spPr bwMode="gray">
              <a:xfrm>
                <a:off x="2494" y="1016"/>
                <a:ext cx="10" cy="9"/>
              </a:xfrm>
              <a:custGeom>
                <a:avLst/>
                <a:gdLst>
                  <a:gd name="T0" fmla="*/ 0 w 10"/>
                  <a:gd name="T1" fmla="*/ 9 h 9"/>
                  <a:gd name="T2" fmla="*/ 2 w 10"/>
                  <a:gd name="T3" fmla="*/ 6 h 9"/>
                  <a:gd name="T4" fmla="*/ 2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5" name="Freeform 611"/>
              <p:cNvSpPr>
                <a:spLocks/>
              </p:cNvSpPr>
              <p:nvPr userDrawn="1"/>
            </p:nvSpPr>
            <p:spPr bwMode="gray">
              <a:xfrm>
                <a:off x="2906" y="2029"/>
                <a:ext cx="20" cy="3"/>
              </a:xfrm>
              <a:custGeom>
                <a:avLst/>
                <a:gdLst>
                  <a:gd name="T0" fmla="*/ 20 w 20"/>
                  <a:gd name="T1" fmla="*/ 2 h 3"/>
                  <a:gd name="T2" fmla="*/ 16 w 20"/>
                  <a:gd name="T3" fmla="*/ 0 h 3"/>
                  <a:gd name="T4" fmla="*/ 11 w 20"/>
                  <a:gd name="T5" fmla="*/ 0 h 3"/>
                  <a:gd name="T6" fmla="*/ 6 w 20"/>
                  <a:gd name="T7" fmla="*/ 2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6" name="Line 612"/>
              <p:cNvSpPr>
                <a:spLocks noChangeShapeType="1"/>
              </p:cNvSpPr>
              <p:nvPr userDrawn="1"/>
            </p:nvSpPr>
            <p:spPr bwMode="gray">
              <a:xfrm flipV="1">
                <a:off x="2915" y="1920"/>
                <a:ext cx="2"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7" name="Line 613"/>
              <p:cNvSpPr>
                <a:spLocks noChangeShapeType="1"/>
              </p:cNvSpPr>
              <p:nvPr userDrawn="1"/>
            </p:nvSpPr>
            <p:spPr bwMode="gray">
              <a:xfrm flipV="1">
                <a:off x="2926" y="1922"/>
                <a:ext cx="1"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8" name="Freeform 614"/>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09" name="Line 615"/>
              <p:cNvSpPr>
                <a:spLocks noChangeShapeType="1"/>
              </p:cNvSpPr>
              <p:nvPr userDrawn="1"/>
            </p:nvSpPr>
            <p:spPr bwMode="gray">
              <a:xfrm flipH="1">
                <a:off x="2906" y="1924"/>
                <a:ext cx="2"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0" name="Freeform 616"/>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1" name="Freeform 617"/>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2" name="Line 618"/>
              <p:cNvSpPr>
                <a:spLocks noChangeShapeType="1"/>
              </p:cNvSpPr>
              <p:nvPr userDrawn="1"/>
            </p:nvSpPr>
            <p:spPr bwMode="gray">
              <a:xfrm>
                <a:off x="2924" y="191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3" name="Line 619"/>
              <p:cNvSpPr>
                <a:spLocks noChangeShapeType="1"/>
              </p:cNvSpPr>
              <p:nvPr userDrawn="1"/>
            </p:nvSpPr>
            <p:spPr bwMode="gray">
              <a:xfrm>
                <a:off x="2927" y="1922"/>
                <a:ext cx="19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4" name="Freeform 620"/>
              <p:cNvSpPr>
                <a:spLocks/>
              </p:cNvSpPr>
              <p:nvPr userDrawn="1"/>
            </p:nvSpPr>
            <p:spPr bwMode="gray">
              <a:xfrm>
                <a:off x="3123" y="1978"/>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5" name="Line 621"/>
              <p:cNvSpPr>
                <a:spLocks noChangeShapeType="1"/>
              </p:cNvSpPr>
              <p:nvPr userDrawn="1"/>
            </p:nvSpPr>
            <p:spPr bwMode="gray">
              <a:xfrm flipH="1" flipV="1">
                <a:off x="2924" y="1901"/>
                <a:ext cx="20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6" name="Freeform 622"/>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7" name="Freeform 623"/>
              <p:cNvSpPr>
                <a:spLocks/>
              </p:cNvSpPr>
              <p:nvPr userDrawn="1"/>
            </p:nvSpPr>
            <p:spPr bwMode="gray">
              <a:xfrm>
                <a:off x="3122"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8" name="Line 624"/>
              <p:cNvSpPr>
                <a:spLocks noChangeShapeType="1"/>
              </p:cNvSpPr>
              <p:nvPr userDrawn="1"/>
            </p:nvSpPr>
            <p:spPr bwMode="gray">
              <a:xfrm flipH="1">
                <a:off x="3130" y="1997"/>
                <a:ext cx="4"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19" name="Line 625"/>
              <p:cNvSpPr>
                <a:spLocks noChangeShapeType="1"/>
              </p:cNvSpPr>
              <p:nvPr userDrawn="1"/>
            </p:nvSpPr>
            <p:spPr bwMode="gray">
              <a:xfrm flipH="1">
                <a:off x="3122" y="1996"/>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0" name="Freeform 626"/>
              <p:cNvSpPr>
                <a:spLocks/>
              </p:cNvSpPr>
              <p:nvPr userDrawn="1"/>
            </p:nvSpPr>
            <p:spPr bwMode="gray">
              <a:xfrm>
                <a:off x="3122" y="2213"/>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1" name="Line 627"/>
              <p:cNvSpPr>
                <a:spLocks noChangeShapeType="1"/>
              </p:cNvSpPr>
              <p:nvPr userDrawn="1"/>
            </p:nvSpPr>
            <p:spPr bwMode="gray">
              <a:xfrm flipV="1">
                <a:off x="3141" y="1994"/>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2" name="Freeform 628"/>
              <p:cNvSpPr>
                <a:spLocks/>
              </p:cNvSpPr>
              <p:nvPr userDrawn="1"/>
            </p:nvSpPr>
            <p:spPr bwMode="gray">
              <a:xfrm>
                <a:off x="3123" y="1994"/>
                <a:ext cx="20" cy="3"/>
              </a:xfrm>
              <a:custGeom>
                <a:avLst/>
                <a:gdLst>
                  <a:gd name="T0" fmla="*/ 0 w 20"/>
                  <a:gd name="T1" fmla="*/ 2 h 3"/>
                  <a:gd name="T2" fmla="*/ 6 w 20"/>
                  <a:gd name="T3" fmla="*/ 3 h 3"/>
                  <a:gd name="T4" fmla="*/ 11 w 20"/>
                  <a:gd name="T5" fmla="*/ 3 h 3"/>
                  <a:gd name="T6" fmla="*/ 16 w 20"/>
                  <a:gd name="T7" fmla="*/ 3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3" name="Freeform 629"/>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4" name="Line 630"/>
              <p:cNvSpPr>
                <a:spLocks noChangeShapeType="1"/>
              </p:cNvSpPr>
              <p:nvPr userDrawn="1"/>
            </p:nvSpPr>
            <p:spPr bwMode="gray">
              <a:xfrm flipH="1" flipV="1">
                <a:off x="2922" y="2143"/>
                <a:ext cx="201"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5" name="Line 631"/>
              <p:cNvSpPr>
                <a:spLocks noChangeShapeType="1"/>
              </p:cNvSpPr>
              <p:nvPr userDrawn="1"/>
            </p:nvSpPr>
            <p:spPr bwMode="gray">
              <a:xfrm flipH="1" flipV="1">
                <a:off x="2926" y="2137"/>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6" name="Freeform 632"/>
              <p:cNvSpPr>
                <a:spLocks/>
              </p:cNvSpPr>
              <p:nvPr userDrawn="1"/>
            </p:nvSpPr>
            <p:spPr bwMode="gray">
              <a:xfrm>
                <a:off x="2922"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7" name="Line 633"/>
              <p:cNvSpPr>
                <a:spLocks noChangeShapeType="1"/>
              </p:cNvSpPr>
              <p:nvPr userDrawn="1"/>
            </p:nvSpPr>
            <p:spPr bwMode="gray">
              <a:xfrm>
                <a:off x="2924" y="2141"/>
                <a:ext cx="205"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8" name="Freeform 634"/>
              <p:cNvSpPr>
                <a:spLocks/>
              </p:cNvSpPr>
              <p:nvPr userDrawn="1"/>
            </p:nvSpPr>
            <p:spPr bwMode="gray">
              <a:xfrm>
                <a:off x="3122" y="2213"/>
                <a:ext cx="7" cy="8"/>
              </a:xfrm>
              <a:custGeom>
                <a:avLst/>
                <a:gdLst>
                  <a:gd name="T0" fmla="*/ 7 w 7"/>
                  <a:gd name="T1" fmla="*/ 7 h 8"/>
                  <a:gd name="T2" fmla="*/ 5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29" name="Freeform 635"/>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0" name="Line 636"/>
              <p:cNvSpPr>
                <a:spLocks noChangeShapeType="1"/>
              </p:cNvSpPr>
              <p:nvPr userDrawn="1"/>
            </p:nvSpPr>
            <p:spPr bwMode="gray">
              <a:xfrm flipH="1">
                <a:off x="3290" y="2039"/>
                <a:ext cx="1"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1" name="Line 637"/>
              <p:cNvSpPr>
                <a:spLocks noChangeShapeType="1"/>
              </p:cNvSpPr>
              <p:nvPr userDrawn="1"/>
            </p:nvSpPr>
            <p:spPr bwMode="gray">
              <a:xfrm>
                <a:off x="3284" y="2038"/>
                <a:ext cx="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2" name="Freeform 638"/>
              <p:cNvSpPr>
                <a:spLocks/>
              </p:cNvSpPr>
              <p:nvPr userDrawn="1"/>
            </p:nvSpPr>
            <p:spPr bwMode="gray">
              <a:xfrm>
                <a:off x="3284" y="2108"/>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3" name="Line 639"/>
              <p:cNvSpPr>
                <a:spLocks noChangeShapeType="1"/>
              </p:cNvSpPr>
              <p:nvPr userDrawn="1"/>
            </p:nvSpPr>
            <p:spPr bwMode="gray">
              <a:xfrm flipV="1">
                <a:off x="3286" y="2038"/>
                <a:ext cx="2"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4" name="Freeform 640"/>
              <p:cNvSpPr>
                <a:spLocks/>
              </p:cNvSpPr>
              <p:nvPr userDrawn="1"/>
            </p:nvSpPr>
            <p:spPr bwMode="gray">
              <a:xfrm>
                <a:off x="3276" y="2108"/>
                <a:ext cx="8" cy="17"/>
              </a:xfrm>
              <a:custGeom>
                <a:avLst/>
                <a:gdLst>
                  <a:gd name="T0" fmla="*/ 0 w 8"/>
                  <a:gd name="T1" fmla="*/ 17 h 17"/>
                  <a:gd name="T2" fmla="*/ 3 w 8"/>
                  <a:gd name="T3" fmla="*/ 14 h 17"/>
                  <a:gd name="T4" fmla="*/ 7 w 8"/>
                  <a:gd name="T5" fmla="*/ 10 h 17"/>
                  <a:gd name="T6" fmla="*/ 7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5" name="Freeform 641"/>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6" name="Line 642"/>
              <p:cNvSpPr>
                <a:spLocks noChangeShapeType="1"/>
              </p:cNvSpPr>
              <p:nvPr userDrawn="1"/>
            </p:nvSpPr>
            <p:spPr bwMode="gray">
              <a:xfrm flipV="1">
                <a:off x="3137" y="2125"/>
                <a:ext cx="146"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7" name="Line 643"/>
              <p:cNvSpPr>
                <a:spLocks noChangeShapeType="1"/>
              </p:cNvSpPr>
              <p:nvPr userDrawn="1"/>
            </p:nvSpPr>
            <p:spPr bwMode="gray">
              <a:xfrm flipV="1">
                <a:off x="3141" y="2118"/>
                <a:ext cx="14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8" name="Freeform 644"/>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39" name="Line 645"/>
              <p:cNvSpPr>
                <a:spLocks noChangeShapeType="1"/>
              </p:cNvSpPr>
              <p:nvPr userDrawn="1"/>
            </p:nvSpPr>
            <p:spPr bwMode="gray">
              <a:xfrm flipH="1">
                <a:off x="3129" y="2125"/>
                <a:ext cx="147"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0" name="Freeform 646"/>
              <p:cNvSpPr>
                <a:spLocks/>
              </p:cNvSpPr>
              <p:nvPr userDrawn="1"/>
            </p:nvSpPr>
            <p:spPr bwMode="gray">
              <a:xfrm>
                <a:off x="3129" y="2213"/>
                <a:ext cx="12" cy="8"/>
              </a:xfrm>
              <a:custGeom>
                <a:avLst/>
                <a:gdLst>
                  <a:gd name="T0" fmla="*/ 0 w 12"/>
                  <a:gd name="T1" fmla="*/ 7 h 8"/>
                  <a:gd name="T2" fmla="*/ 5 w 12"/>
                  <a:gd name="T3" fmla="*/ 8 h 8"/>
                  <a:gd name="T4" fmla="*/ 8 w 12"/>
                  <a:gd name="T5" fmla="*/ 7 h 8"/>
                  <a:gd name="T6" fmla="*/ 10 w 12"/>
                  <a:gd name="T7" fmla="*/ 3 h 8"/>
                  <a:gd name="T8" fmla="*/ 1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1" name="Line 647"/>
              <p:cNvSpPr>
                <a:spLocks noChangeShapeType="1"/>
              </p:cNvSpPr>
              <p:nvPr userDrawn="1"/>
            </p:nvSpPr>
            <p:spPr bwMode="gray">
              <a:xfrm>
                <a:off x="2537" y="2097"/>
                <a:ext cx="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2" name="Line 648"/>
              <p:cNvSpPr>
                <a:spLocks noChangeShapeType="1"/>
              </p:cNvSpPr>
              <p:nvPr userDrawn="1"/>
            </p:nvSpPr>
            <p:spPr bwMode="gray">
              <a:xfrm>
                <a:off x="2541" y="2099"/>
                <a:ext cx="1"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3" name="Freeform 649"/>
              <p:cNvSpPr>
                <a:spLocks/>
              </p:cNvSpPr>
              <p:nvPr userDrawn="1"/>
            </p:nvSpPr>
            <p:spPr bwMode="gray">
              <a:xfrm>
                <a:off x="2539" y="2150"/>
                <a:ext cx="5" cy="10"/>
              </a:xfrm>
              <a:custGeom>
                <a:avLst/>
                <a:gdLst>
                  <a:gd name="T0" fmla="*/ 2 w 5"/>
                  <a:gd name="T1" fmla="*/ 0 h 10"/>
                  <a:gd name="T2" fmla="*/ 0 w 5"/>
                  <a:gd name="T3" fmla="*/ 3 h 10"/>
                  <a:gd name="T4" fmla="*/ 0 w 5"/>
                  <a:gd name="T5" fmla="*/ 5 h 10"/>
                  <a:gd name="T6" fmla="*/ 2 w 5"/>
                  <a:gd name="T7" fmla="*/ 8 h 10"/>
                  <a:gd name="T8" fmla="*/ 5 w 5"/>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4" name="Line 650"/>
              <p:cNvSpPr>
                <a:spLocks noChangeShapeType="1"/>
              </p:cNvSpPr>
              <p:nvPr userDrawn="1"/>
            </p:nvSpPr>
            <p:spPr bwMode="gray">
              <a:xfrm flipH="1" flipV="1">
                <a:off x="2543" y="2099"/>
                <a:ext cx="1"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5" name="Freeform 651"/>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6" name="Freeform 652"/>
              <p:cNvSpPr>
                <a:spLocks/>
              </p:cNvSpPr>
              <p:nvPr userDrawn="1"/>
            </p:nvSpPr>
            <p:spPr bwMode="gray">
              <a:xfrm>
                <a:off x="2821" y="1954"/>
                <a:ext cx="10" cy="15"/>
              </a:xfrm>
              <a:custGeom>
                <a:avLst/>
                <a:gdLst>
                  <a:gd name="T0" fmla="*/ 10 w 10"/>
                  <a:gd name="T1" fmla="*/ 15 h 15"/>
                  <a:gd name="T2" fmla="*/ 10 w 10"/>
                  <a:gd name="T3" fmla="*/ 10 h 15"/>
                  <a:gd name="T4" fmla="*/ 7 w 10"/>
                  <a:gd name="T5" fmla="*/ 7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7" name="Line 653"/>
              <p:cNvSpPr>
                <a:spLocks noChangeShapeType="1"/>
              </p:cNvSpPr>
              <p:nvPr userDrawn="1"/>
            </p:nvSpPr>
            <p:spPr bwMode="gray">
              <a:xfrm flipH="1">
                <a:off x="2751" y="1912"/>
                <a:ext cx="15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8" name="Line 654"/>
              <p:cNvSpPr>
                <a:spLocks noChangeShapeType="1"/>
              </p:cNvSpPr>
              <p:nvPr userDrawn="1"/>
            </p:nvSpPr>
            <p:spPr bwMode="gray">
              <a:xfrm flipH="1">
                <a:off x="2754" y="1924"/>
                <a:ext cx="154"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49" name="Freeform 655"/>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0" name="Line 656"/>
              <p:cNvSpPr>
                <a:spLocks noChangeShapeType="1"/>
              </p:cNvSpPr>
              <p:nvPr userDrawn="1"/>
            </p:nvSpPr>
            <p:spPr bwMode="gray">
              <a:xfrm flipV="1">
                <a:off x="2744" y="1903"/>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1" name="Freeform 657"/>
              <p:cNvSpPr>
                <a:spLocks/>
              </p:cNvSpPr>
              <p:nvPr userDrawn="1"/>
            </p:nvSpPr>
            <p:spPr bwMode="gray">
              <a:xfrm>
                <a:off x="2905" y="1903"/>
                <a:ext cx="5" cy="21"/>
              </a:xfrm>
              <a:custGeom>
                <a:avLst/>
                <a:gdLst>
                  <a:gd name="T0" fmla="*/ 3 w 5"/>
                  <a:gd name="T1" fmla="*/ 21 h 21"/>
                  <a:gd name="T2" fmla="*/ 5 w 5"/>
                  <a:gd name="T3" fmla="*/ 16 h 21"/>
                  <a:gd name="T4" fmla="*/ 5 w 5"/>
                  <a:gd name="T5" fmla="*/ 10 h 21"/>
                  <a:gd name="T6" fmla="*/ 3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2" name="Freeform 658"/>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3" name="Line 659"/>
              <p:cNvSpPr>
                <a:spLocks noChangeShapeType="1"/>
              </p:cNvSpPr>
              <p:nvPr userDrawn="1"/>
            </p:nvSpPr>
            <p:spPr bwMode="gray">
              <a:xfrm>
                <a:off x="2744" y="2018"/>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4" name="Line 660"/>
              <p:cNvSpPr>
                <a:spLocks noChangeShapeType="1"/>
              </p:cNvSpPr>
              <p:nvPr userDrawn="1"/>
            </p:nvSpPr>
            <p:spPr bwMode="gray">
              <a:xfrm>
                <a:off x="2754" y="2017"/>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5" name="Freeform 661"/>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6" name="Line 662"/>
              <p:cNvSpPr>
                <a:spLocks noChangeShapeType="1"/>
              </p:cNvSpPr>
              <p:nvPr userDrawn="1"/>
            </p:nvSpPr>
            <p:spPr bwMode="gray">
              <a:xfrm flipV="1">
                <a:off x="2735" y="2017"/>
                <a:ext cx="1" cy="2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7" name="Freeform 663"/>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8" name="Freeform 664"/>
              <p:cNvSpPr>
                <a:spLocks/>
              </p:cNvSpPr>
              <p:nvPr userDrawn="1"/>
            </p:nvSpPr>
            <p:spPr bwMode="gray">
              <a:xfrm>
                <a:off x="2821" y="2186"/>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59" name="Line 665"/>
              <p:cNvSpPr>
                <a:spLocks noChangeShapeType="1"/>
              </p:cNvSpPr>
              <p:nvPr userDrawn="1"/>
            </p:nvSpPr>
            <p:spPr bwMode="gray">
              <a:xfrm flipV="1">
                <a:off x="2751" y="2144"/>
                <a:ext cx="157"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0" name="Line 666"/>
              <p:cNvSpPr>
                <a:spLocks noChangeShapeType="1"/>
              </p:cNvSpPr>
              <p:nvPr userDrawn="1"/>
            </p:nvSpPr>
            <p:spPr bwMode="gray">
              <a:xfrm flipV="1">
                <a:off x="2754" y="2139"/>
                <a:ext cx="152"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1" name="Freeform 667"/>
              <p:cNvSpPr>
                <a:spLocks/>
              </p:cNvSpPr>
              <p:nvPr userDrawn="1"/>
            </p:nvSpPr>
            <p:spPr bwMode="gray">
              <a:xfrm>
                <a:off x="2905"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2" name="Line 668"/>
              <p:cNvSpPr>
                <a:spLocks noChangeShapeType="1"/>
              </p:cNvSpPr>
              <p:nvPr userDrawn="1"/>
            </p:nvSpPr>
            <p:spPr bwMode="gray">
              <a:xfrm flipH="1">
                <a:off x="2744" y="2141"/>
                <a:ext cx="161" cy="10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63" name="Freeform 669"/>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209" name="Group 670"/>
            <p:cNvGrpSpPr>
              <a:grpSpLocks/>
            </p:cNvGrpSpPr>
            <p:nvPr userDrawn="1"/>
          </p:nvGrpSpPr>
          <p:grpSpPr bwMode="auto">
            <a:xfrm>
              <a:off x="2111" y="670"/>
              <a:ext cx="1572" cy="1574"/>
              <a:chOff x="2111" y="670"/>
              <a:chExt cx="1572" cy="1574"/>
            </a:xfrm>
          </p:grpSpPr>
          <p:sp>
            <p:nvSpPr>
              <p:cNvPr id="264" name="Freeform 671"/>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5" name="Line 672"/>
              <p:cNvSpPr>
                <a:spLocks noChangeShapeType="1"/>
              </p:cNvSpPr>
              <p:nvPr userDrawn="1"/>
            </p:nvSpPr>
            <p:spPr bwMode="gray">
              <a:xfrm>
                <a:off x="2546"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6" name="Line 673"/>
              <p:cNvSpPr>
                <a:spLocks noChangeShapeType="1"/>
              </p:cNvSpPr>
              <p:nvPr userDrawn="1"/>
            </p:nvSpPr>
            <p:spPr bwMode="gray">
              <a:xfrm>
                <a:off x="2544" y="2160"/>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7" name="Freeform 674"/>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8" name="Line 675"/>
              <p:cNvSpPr>
                <a:spLocks noChangeShapeType="1"/>
              </p:cNvSpPr>
              <p:nvPr userDrawn="1"/>
            </p:nvSpPr>
            <p:spPr bwMode="gray">
              <a:xfrm flipH="1" flipV="1">
                <a:off x="2553"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9" name="Freeform 676"/>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0" name="Freeform 677"/>
              <p:cNvSpPr>
                <a:spLocks/>
              </p:cNvSpPr>
              <p:nvPr userDrawn="1"/>
            </p:nvSpPr>
            <p:spPr bwMode="gray">
              <a:xfrm>
                <a:off x="2688" y="840"/>
                <a:ext cx="3" cy="7"/>
              </a:xfrm>
              <a:custGeom>
                <a:avLst/>
                <a:gdLst>
                  <a:gd name="T0" fmla="*/ 2 w 3"/>
                  <a:gd name="T1" fmla="*/ 7 h 7"/>
                  <a:gd name="T2" fmla="*/ 3 w 3"/>
                  <a:gd name="T3" fmla="*/ 5 h 7"/>
                  <a:gd name="T4" fmla="*/ 3 w 3"/>
                  <a:gd name="T5" fmla="*/ 3 h 7"/>
                  <a:gd name="T6" fmla="*/ 3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1" name="Freeform 678"/>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2" name="Line 679"/>
              <p:cNvSpPr>
                <a:spLocks noChangeShapeType="1"/>
              </p:cNvSpPr>
              <p:nvPr userDrawn="1"/>
            </p:nvSpPr>
            <p:spPr bwMode="gray">
              <a:xfrm flipH="1">
                <a:off x="2530" y="836"/>
                <a:ext cx="167"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3" name="Line 680"/>
              <p:cNvSpPr>
                <a:spLocks noChangeShapeType="1"/>
              </p:cNvSpPr>
              <p:nvPr userDrawn="1"/>
            </p:nvSpPr>
            <p:spPr bwMode="gray">
              <a:xfrm flipH="1">
                <a:off x="2529" y="847"/>
                <a:ext cx="161"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4" name="Freeform 681"/>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5" name="Line 682"/>
              <p:cNvSpPr>
                <a:spLocks noChangeShapeType="1"/>
              </p:cNvSpPr>
              <p:nvPr userDrawn="1"/>
            </p:nvSpPr>
            <p:spPr bwMode="gray">
              <a:xfrm flipV="1">
                <a:off x="2539" y="833"/>
                <a:ext cx="170"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6" name="Freeform 683"/>
              <p:cNvSpPr>
                <a:spLocks/>
              </p:cNvSpPr>
              <p:nvPr userDrawn="1"/>
            </p:nvSpPr>
            <p:spPr bwMode="gray">
              <a:xfrm>
                <a:off x="2690" y="833"/>
                <a:ext cx="19" cy="14"/>
              </a:xfrm>
              <a:custGeom>
                <a:avLst/>
                <a:gdLst>
                  <a:gd name="T0" fmla="*/ 0 w 19"/>
                  <a:gd name="T1" fmla="*/ 14 h 14"/>
                  <a:gd name="T2" fmla="*/ 3 w 19"/>
                  <a:gd name="T3" fmla="*/ 8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7" name="Freeform 684"/>
              <p:cNvSpPr>
                <a:spLocks/>
              </p:cNvSpPr>
              <p:nvPr userDrawn="1"/>
            </p:nvSpPr>
            <p:spPr bwMode="gray">
              <a:xfrm>
                <a:off x="2527" y="1043"/>
                <a:ext cx="5" cy="8"/>
              </a:xfrm>
              <a:custGeom>
                <a:avLst/>
                <a:gdLst>
                  <a:gd name="T0" fmla="*/ 2 w 5"/>
                  <a:gd name="T1" fmla="*/ 0 h 8"/>
                  <a:gd name="T2" fmla="*/ 0 w 5"/>
                  <a:gd name="T3" fmla="*/ 3 h 8"/>
                  <a:gd name="T4" fmla="*/ 0 w 5"/>
                  <a:gd name="T5" fmla="*/ 5 h 8"/>
                  <a:gd name="T6" fmla="*/ 2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8" name="Line 685"/>
              <p:cNvSpPr>
                <a:spLocks noChangeShapeType="1"/>
              </p:cNvSpPr>
              <p:nvPr userDrawn="1"/>
            </p:nvSpPr>
            <p:spPr bwMode="gray">
              <a:xfrm>
                <a:off x="2525" y="929"/>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79" name="Line 686"/>
              <p:cNvSpPr>
                <a:spLocks noChangeShapeType="1"/>
              </p:cNvSpPr>
              <p:nvPr userDrawn="1"/>
            </p:nvSpPr>
            <p:spPr bwMode="gray">
              <a:xfrm>
                <a:off x="2529" y="925"/>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0" name="Freeform 687"/>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1" name="Line 688"/>
              <p:cNvSpPr>
                <a:spLocks noChangeShapeType="1"/>
              </p:cNvSpPr>
              <p:nvPr userDrawn="1"/>
            </p:nvSpPr>
            <p:spPr bwMode="gray">
              <a:xfrm flipH="1" flipV="1">
                <a:off x="253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2" name="Freeform 689"/>
              <p:cNvSpPr>
                <a:spLocks/>
              </p:cNvSpPr>
              <p:nvPr userDrawn="1"/>
            </p:nvSpPr>
            <p:spPr bwMode="gray">
              <a:xfrm>
                <a:off x="2525" y="925"/>
                <a:ext cx="5" cy="9"/>
              </a:xfrm>
              <a:custGeom>
                <a:avLst/>
                <a:gdLst>
                  <a:gd name="T0" fmla="*/ 5 w 5"/>
                  <a:gd name="T1" fmla="*/ 9 h 9"/>
                  <a:gd name="T2" fmla="*/ 2 w 5"/>
                  <a:gd name="T3" fmla="*/ 7 h 9"/>
                  <a:gd name="T4" fmla="*/ 0 w 5"/>
                  <a:gd name="T5" fmla="*/ 4 h 9"/>
                  <a:gd name="T6" fmla="*/ 0 w 5"/>
                  <a:gd name="T7" fmla="*/ 2 h 9"/>
                  <a:gd name="T8" fmla="*/ 4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3" name="Freeform 690"/>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4" name="Freeform 691"/>
              <p:cNvSpPr>
                <a:spLocks/>
              </p:cNvSpPr>
              <p:nvPr userDrawn="1"/>
            </p:nvSpPr>
            <p:spPr bwMode="gray">
              <a:xfrm>
                <a:off x="2861" y="754"/>
                <a:ext cx="19" cy="2"/>
              </a:xfrm>
              <a:custGeom>
                <a:avLst/>
                <a:gdLst>
                  <a:gd name="T0" fmla="*/ 19 w 19"/>
                  <a:gd name="T1" fmla="*/ 0 h 2"/>
                  <a:gd name="T2" fmla="*/ 14 w 19"/>
                  <a:gd name="T3" fmla="*/ 2 h 2"/>
                  <a:gd name="T4" fmla="*/ 7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5" name="Freeform 692"/>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6" name="Freeform 693"/>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7" name="Line 694"/>
              <p:cNvSpPr>
                <a:spLocks noChangeShapeType="1"/>
              </p:cNvSpPr>
              <p:nvPr userDrawn="1"/>
            </p:nvSpPr>
            <p:spPr bwMode="gray">
              <a:xfrm flipH="1">
                <a:off x="2880" y="672"/>
                <a:ext cx="15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8" name="Line 695"/>
              <p:cNvSpPr>
                <a:spLocks noChangeShapeType="1"/>
              </p:cNvSpPr>
              <p:nvPr userDrawn="1"/>
            </p:nvSpPr>
            <p:spPr bwMode="gray">
              <a:xfrm flipH="1">
                <a:off x="2880" y="680"/>
                <a:ext cx="15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89" name="Freeform 696"/>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0" name="Line 697"/>
              <p:cNvSpPr>
                <a:spLocks noChangeShapeType="1"/>
              </p:cNvSpPr>
              <p:nvPr userDrawn="1"/>
            </p:nvSpPr>
            <p:spPr bwMode="gray">
              <a:xfrm flipV="1">
                <a:off x="2884" y="670"/>
                <a:ext cx="159"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1" name="Freeform 698"/>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2" name="Freeform 699"/>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3" name="Line 700"/>
              <p:cNvSpPr>
                <a:spLocks noChangeShapeType="1"/>
              </p:cNvSpPr>
              <p:nvPr userDrawn="1"/>
            </p:nvSpPr>
            <p:spPr bwMode="gray">
              <a:xfrm flipV="1">
                <a:off x="2920" y="913"/>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4" name="Line 701"/>
              <p:cNvSpPr>
                <a:spLocks noChangeShapeType="1"/>
              </p:cNvSpPr>
              <p:nvPr userDrawn="1"/>
            </p:nvSpPr>
            <p:spPr bwMode="gray">
              <a:xfrm flipV="1">
                <a:off x="2912" y="917"/>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5" name="Freeform 702"/>
              <p:cNvSpPr>
                <a:spLocks/>
              </p:cNvSpPr>
              <p:nvPr userDrawn="1"/>
            </p:nvSpPr>
            <p:spPr bwMode="gray">
              <a:xfrm>
                <a:off x="2912" y="913"/>
                <a:ext cx="21" cy="4"/>
              </a:xfrm>
              <a:custGeom>
                <a:avLst/>
                <a:gdLst>
                  <a:gd name="T0" fmla="*/ 0 w 21"/>
                  <a:gd name="T1" fmla="*/ 4 h 4"/>
                  <a:gd name="T2" fmla="*/ 7 w 21"/>
                  <a:gd name="T3" fmla="*/ 0 h 4"/>
                  <a:gd name="T4" fmla="*/ 14 w 21"/>
                  <a:gd name="T5" fmla="*/ 0 h 4"/>
                  <a:gd name="T6" fmla="*/ 21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6" name="Line 703"/>
              <p:cNvSpPr>
                <a:spLocks noChangeShapeType="1"/>
              </p:cNvSpPr>
              <p:nvPr userDrawn="1"/>
            </p:nvSpPr>
            <p:spPr bwMode="gray">
              <a:xfrm flipH="1">
                <a:off x="2931" y="915"/>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7" name="Freeform 704"/>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8" name="Freeform 705"/>
              <p:cNvSpPr>
                <a:spLocks/>
              </p:cNvSpPr>
              <p:nvPr userDrawn="1"/>
            </p:nvSpPr>
            <p:spPr bwMode="gray">
              <a:xfrm>
                <a:off x="2842" y="929"/>
                <a:ext cx="12" cy="16"/>
              </a:xfrm>
              <a:custGeom>
                <a:avLst/>
                <a:gdLst>
                  <a:gd name="T0" fmla="*/ 12 w 12"/>
                  <a:gd name="T1" fmla="*/ 16 h 16"/>
                  <a:gd name="T2" fmla="*/ 10 w 12"/>
                  <a:gd name="T3" fmla="*/ 10 h 16"/>
                  <a:gd name="T4" fmla="*/ 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99" name="Line 706"/>
              <p:cNvSpPr>
                <a:spLocks noChangeShapeType="1"/>
              </p:cNvSpPr>
              <p:nvPr userDrawn="1"/>
            </p:nvSpPr>
            <p:spPr bwMode="gray">
              <a:xfrm flipH="1">
                <a:off x="2749" y="903"/>
                <a:ext cx="164"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0" name="Line 707"/>
              <p:cNvSpPr>
                <a:spLocks noChangeShapeType="1"/>
              </p:cNvSpPr>
              <p:nvPr userDrawn="1"/>
            </p:nvSpPr>
            <p:spPr bwMode="gray">
              <a:xfrm flipH="1">
                <a:off x="2753" y="917"/>
                <a:ext cx="159"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1" name="Freeform 708"/>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2" name="Line 709"/>
              <p:cNvSpPr>
                <a:spLocks noChangeShapeType="1"/>
              </p:cNvSpPr>
              <p:nvPr userDrawn="1"/>
            </p:nvSpPr>
            <p:spPr bwMode="gray">
              <a:xfrm flipV="1">
                <a:off x="2740" y="896"/>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3" name="Freeform 710"/>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4" name="Freeform 711"/>
              <p:cNvSpPr>
                <a:spLocks/>
              </p:cNvSpPr>
              <p:nvPr userDrawn="1"/>
            </p:nvSpPr>
            <p:spPr bwMode="gray">
              <a:xfrm>
                <a:off x="2732" y="1116"/>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5" name="Line 712"/>
              <p:cNvSpPr>
                <a:spLocks noChangeShapeType="1"/>
              </p:cNvSpPr>
              <p:nvPr userDrawn="1"/>
            </p:nvSpPr>
            <p:spPr bwMode="gray">
              <a:xfrm>
                <a:off x="2742" y="999"/>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6" name="Line 713"/>
              <p:cNvSpPr>
                <a:spLocks noChangeShapeType="1"/>
              </p:cNvSpPr>
              <p:nvPr userDrawn="1"/>
            </p:nvSpPr>
            <p:spPr bwMode="gray">
              <a:xfrm>
                <a:off x="2753" y="997"/>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7" name="Freeform 714"/>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8" name="Line 715"/>
              <p:cNvSpPr>
                <a:spLocks noChangeShapeType="1"/>
              </p:cNvSpPr>
              <p:nvPr userDrawn="1"/>
            </p:nvSpPr>
            <p:spPr bwMode="gray">
              <a:xfrm flipV="1">
                <a:off x="2732" y="997"/>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9" name="Freeform 716"/>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0" name="Freeform 717"/>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1" name="Line 718"/>
              <p:cNvSpPr>
                <a:spLocks noChangeShapeType="1"/>
              </p:cNvSpPr>
              <p:nvPr userDrawn="1"/>
            </p:nvSpPr>
            <p:spPr bwMode="gray">
              <a:xfrm flipV="1">
                <a:off x="2749" y="1156"/>
                <a:ext cx="163"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2" name="Line 719"/>
              <p:cNvSpPr>
                <a:spLocks noChangeShapeType="1"/>
              </p:cNvSpPr>
              <p:nvPr userDrawn="1"/>
            </p:nvSpPr>
            <p:spPr bwMode="gray">
              <a:xfrm flipV="1">
                <a:off x="2753" y="1149"/>
                <a:ext cx="159"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3" name="Freeform 720"/>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4" name="Line 721"/>
              <p:cNvSpPr>
                <a:spLocks noChangeShapeType="1"/>
              </p:cNvSpPr>
              <p:nvPr userDrawn="1"/>
            </p:nvSpPr>
            <p:spPr bwMode="gray">
              <a:xfrm flipH="1">
                <a:off x="2740" y="1154"/>
                <a:ext cx="168"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5" name="Freeform 722"/>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6" name="Freeform 723"/>
              <p:cNvSpPr>
                <a:spLocks/>
              </p:cNvSpPr>
              <p:nvPr userDrawn="1"/>
            </p:nvSpPr>
            <p:spPr bwMode="gray">
              <a:xfrm>
                <a:off x="3099" y="820"/>
                <a:ext cx="5" cy="7"/>
              </a:xfrm>
              <a:custGeom>
                <a:avLst/>
                <a:gdLst>
                  <a:gd name="T0" fmla="*/ 3 w 5"/>
                  <a:gd name="T1" fmla="*/ 0 h 7"/>
                  <a:gd name="T2" fmla="*/ 0 w 5"/>
                  <a:gd name="T3" fmla="*/ 2 h 7"/>
                  <a:gd name="T4" fmla="*/ 0 w 5"/>
                  <a:gd name="T5" fmla="*/ 4 h 7"/>
                  <a:gd name="T6" fmla="*/ 2 w 5"/>
                  <a:gd name="T7" fmla="*/ 6 h 7"/>
                  <a:gd name="T8" fmla="*/ 3 w 5"/>
                  <a:gd name="T9" fmla="*/ 7 h 7"/>
                  <a:gd name="T10" fmla="*/ 5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7" name="Line 724"/>
              <p:cNvSpPr>
                <a:spLocks noChangeShapeType="1"/>
              </p:cNvSpPr>
              <p:nvPr userDrawn="1"/>
            </p:nvSpPr>
            <p:spPr bwMode="gray">
              <a:xfrm flipV="1">
                <a:off x="3253" y="742"/>
                <a:ext cx="2" cy="1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8" name="Line 725"/>
              <p:cNvSpPr>
                <a:spLocks noChangeShapeType="1"/>
              </p:cNvSpPr>
              <p:nvPr userDrawn="1"/>
            </p:nvSpPr>
            <p:spPr bwMode="gray">
              <a:xfrm flipV="1">
                <a:off x="3249" y="745"/>
                <a:ext cx="2" cy="10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19" name="Freeform 726"/>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0" name="Line 727"/>
              <p:cNvSpPr>
                <a:spLocks noChangeShapeType="1"/>
              </p:cNvSpPr>
              <p:nvPr userDrawn="1"/>
            </p:nvSpPr>
            <p:spPr bwMode="gray">
              <a:xfrm flipH="1">
                <a:off x="3246" y="738"/>
                <a:ext cx="3" cy="1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1" name="Freeform 728"/>
              <p:cNvSpPr>
                <a:spLocks/>
              </p:cNvSpPr>
              <p:nvPr userDrawn="1"/>
            </p:nvSpPr>
            <p:spPr bwMode="gray">
              <a:xfrm>
                <a:off x="3146" y="777"/>
                <a:ext cx="12" cy="15"/>
              </a:xfrm>
              <a:custGeom>
                <a:avLst/>
                <a:gdLst>
                  <a:gd name="T0" fmla="*/ 12 w 12"/>
                  <a:gd name="T1" fmla="*/ 15 h 15"/>
                  <a:gd name="T2" fmla="*/ 11 w 12"/>
                  <a:gd name="T3" fmla="*/ 10 h 15"/>
                  <a:gd name="T4" fmla="*/ 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2" name="Line 729"/>
              <p:cNvSpPr>
                <a:spLocks noChangeShapeType="1"/>
              </p:cNvSpPr>
              <p:nvPr userDrawn="1"/>
            </p:nvSpPr>
            <p:spPr bwMode="gray">
              <a:xfrm flipH="1">
                <a:off x="3094" y="735"/>
                <a:ext cx="15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3" name="Line 730"/>
              <p:cNvSpPr>
                <a:spLocks noChangeShapeType="1"/>
              </p:cNvSpPr>
              <p:nvPr userDrawn="1"/>
            </p:nvSpPr>
            <p:spPr bwMode="gray">
              <a:xfrm flipH="1">
                <a:off x="3102" y="745"/>
                <a:ext cx="14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4" name="Freeform 731"/>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5" name="Line 732"/>
              <p:cNvSpPr>
                <a:spLocks noChangeShapeType="1"/>
              </p:cNvSpPr>
              <p:nvPr userDrawn="1"/>
            </p:nvSpPr>
            <p:spPr bwMode="gray">
              <a:xfrm flipV="1">
                <a:off x="3081" y="729"/>
                <a:ext cx="160"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6" name="Freeform 733"/>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7" name="Freeform 734"/>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8" name="Line 735"/>
              <p:cNvSpPr>
                <a:spLocks noChangeShapeType="1"/>
              </p:cNvSpPr>
              <p:nvPr userDrawn="1"/>
            </p:nvSpPr>
            <p:spPr bwMode="gray">
              <a:xfrm>
                <a:off x="3048" y="672"/>
                <a:ext cx="198"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29" name="Line 736"/>
              <p:cNvSpPr>
                <a:spLocks noChangeShapeType="1"/>
              </p:cNvSpPr>
              <p:nvPr userDrawn="1"/>
            </p:nvSpPr>
            <p:spPr bwMode="gray">
              <a:xfrm>
                <a:off x="3052" y="679"/>
                <a:ext cx="197"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0" name="Freeform 737"/>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1" name="Line 738"/>
              <p:cNvSpPr>
                <a:spLocks noChangeShapeType="1"/>
              </p:cNvSpPr>
              <p:nvPr userDrawn="1"/>
            </p:nvSpPr>
            <p:spPr bwMode="gray">
              <a:xfrm flipH="1" flipV="1">
                <a:off x="3043" y="670"/>
                <a:ext cx="198"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2" name="Freeform 739"/>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3" name="Freeform 740"/>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4" name="Line 741"/>
              <p:cNvSpPr>
                <a:spLocks noChangeShapeType="1"/>
              </p:cNvSpPr>
              <p:nvPr userDrawn="1"/>
            </p:nvSpPr>
            <p:spPr bwMode="gray">
              <a:xfrm>
                <a:off x="2532" y="922"/>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5" name="Line 742"/>
              <p:cNvSpPr>
                <a:spLocks noChangeShapeType="1"/>
              </p:cNvSpPr>
              <p:nvPr userDrawn="1"/>
            </p:nvSpPr>
            <p:spPr bwMode="gray">
              <a:xfrm>
                <a:off x="2539" y="915"/>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6" name="Freeform 743"/>
              <p:cNvSpPr>
                <a:spLocks/>
              </p:cNvSpPr>
              <p:nvPr userDrawn="1"/>
            </p:nvSpPr>
            <p:spPr bwMode="gray">
              <a:xfrm>
                <a:off x="2732" y="980"/>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7" name="Line 744"/>
              <p:cNvSpPr>
                <a:spLocks noChangeShapeType="1"/>
              </p:cNvSpPr>
              <p:nvPr userDrawn="1"/>
            </p:nvSpPr>
            <p:spPr bwMode="gray">
              <a:xfrm flipH="1" flipV="1">
                <a:off x="2530" y="934"/>
                <a:ext cx="20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8" name="Freeform 745"/>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39" name="Line 746"/>
              <p:cNvSpPr>
                <a:spLocks noChangeShapeType="1"/>
              </p:cNvSpPr>
              <p:nvPr userDrawn="1"/>
            </p:nvSpPr>
            <p:spPr bwMode="gray">
              <a:xfrm flipH="1" flipV="1">
                <a:off x="2503" y="1016"/>
                <a:ext cx="22" cy="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0" name="Line 747"/>
              <p:cNvSpPr>
                <a:spLocks noChangeShapeType="1"/>
              </p:cNvSpPr>
              <p:nvPr userDrawn="1"/>
            </p:nvSpPr>
            <p:spPr bwMode="gray">
              <a:xfrm flipH="1" flipV="1">
                <a:off x="2496" y="1008"/>
                <a:ext cx="29"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1" name="Freeform 748"/>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2" name="Freeform 749"/>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3" name="Line 750"/>
              <p:cNvSpPr>
                <a:spLocks noChangeShapeType="1"/>
              </p:cNvSpPr>
              <p:nvPr userDrawn="1"/>
            </p:nvSpPr>
            <p:spPr bwMode="gray">
              <a:xfrm flipH="1" flipV="1">
                <a:off x="2489" y="775"/>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4" name="Line 751"/>
              <p:cNvSpPr>
                <a:spLocks noChangeShapeType="1"/>
              </p:cNvSpPr>
              <p:nvPr userDrawn="1"/>
            </p:nvSpPr>
            <p:spPr bwMode="gray">
              <a:xfrm flipH="1" flipV="1">
                <a:off x="2494" y="778"/>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5" name="Freeform 752"/>
              <p:cNvSpPr>
                <a:spLocks/>
              </p:cNvSpPr>
              <p:nvPr userDrawn="1"/>
            </p:nvSpPr>
            <p:spPr bwMode="gray">
              <a:xfrm>
                <a:off x="2489" y="771"/>
                <a:ext cx="5" cy="7"/>
              </a:xfrm>
              <a:custGeom>
                <a:avLst/>
                <a:gdLst>
                  <a:gd name="T0" fmla="*/ 5 w 5"/>
                  <a:gd name="T1" fmla="*/ 7 h 7"/>
                  <a:gd name="T2" fmla="*/ 1 w 5"/>
                  <a:gd name="T3" fmla="*/ 6 h 7"/>
                  <a:gd name="T4" fmla="*/ 0 w 5"/>
                  <a:gd name="T5" fmla="*/ 4 h 7"/>
                  <a:gd name="T6" fmla="*/ 0 w 5"/>
                  <a:gd name="T7" fmla="*/ 2 h 7"/>
                  <a:gd name="T8" fmla="*/ 3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6" name="Line 753"/>
              <p:cNvSpPr>
                <a:spLocks noChangeShapeType="1"/>
              </p:cNvSpPr>
              <p:nvPr userDrawn="1"/>
            </p:nvSpPr>
            <p:spPr bwMode="gray">
              <a:xfrm>
                <a:off x="2492" y="771"/>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7" name="Freeform 754"/>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8" name="Freeform 755"/>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49" name="Line 756"/>
              <p:cNvSpPr>
                <a:spLocks noChangeShapeType="1"/>
              </p:cNvSpPr>
              <p:nvPr userDrawn="1"/>
            </p:nvSpPr>
            <p:spPr bwMode="gray">
              <a:xfrm>
                <a:off x="2496" y="768"/>
                <a:ext cx="201"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0" name="Line 757"/>
              <p:cNvSpPr>
                <a:spLocks noChangeShapeType="1"/>
              </p:cNvSpPr>
              <p:nvPr userDrawn="1"/>
            </p:nvSpPr>
            <p:spPr bwMode="gray">
              <a:xfrm>
                <a:off x="2494" y="778"/>
                <a:ext cx="194"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1" name="Freeform 758"/>
              <p:cNvSpPr>
                <a:spLocks/>
              </p:cNvSpPr>
              <p:nvPr userDrawn="1"/>
            </p:nvSpPr>
            <p:spPr bwMode="gray">
              <a:xfrm>
                <a:off x="2688" y="826"/>
                <a:ext cx="19" cy="14"/>
              </a:xfrm>
              <a:custGeom>
                <a:avLst/>
                <a:gdLst>
                  <a:gd name="T0" fmla="*/ 0 w 19"/>
                  <a:gd name="T1" fmla="*/ 14 h 14"/>
                  <a:gd name="T2" fmla="*/ 3 w 19"/>
                  <a:gd name="T3" fmla="*/ 8 h 14"/>
                  <a:gd name="T4" fmla="*/ 9 w 19"/>
                  <a:gd name="T5" fmla="*/ 3 h 14"/>
                  <a:gd name="T6" fmla="*/ 14 w 19"/>
                  <a:gd name="T7" fmla="*/ 1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2" name="Line 759"/>
              <p:cNvSpPr>
                <a:spLocks noChangeShapeType="1"/>
              </p:cNvSpPr>
              <p:nvPr userDrawn="1"/>
            </p:nvSpPr>
            <p:spPr bwMode="gray">
              <a:xfrm flipH="1" flipV="1">
                <a:off x="2503" y="761"/>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3" name="Freeform 760"/>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4" name="Freeform 761"/>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5" name="Line 762"/>
              <p:cNvSpPr>
                <a:spLocks noChangeShapeType="1"/>
              </p:cNvSpPr>
              <p:nvPr userDrawn="1"/>
            </p:nvSpPr>
            <p:spPr bwMode="gray">
              <a:xfrm>
                <a:off x="2929" y="903"/>
                <a:ext cx="212" cy="6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6" name="Line 763"/>
              <p:cNvSpPr>
                <a:spLocks noChangeShapeType="1"/>
              </p:cNvSpPr>
              <p:nvPr userDrawn="1"/>
            </p:nvSpPr>
            <p:spPr bwMode="gray">
              <a:xfrm>
                <a:off x="2933" y="915"/>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7" name="Freeform 764"/>
              <p:cNvSpPr>
                <a:spLocks/>
              </p:cNvSpPr>
              <p:nvPr userDrawn="1"/>
            </p:nvSpPr>
            <p:spPr bwMode="gray">
              <a:xfrm>
                <a:off x="3137" y="960"/>
                <a:ext cx="9" cy="20"/>
              </a:xfrm>
              <a:custGeom>
                <a:avLst/>
                <a:gdLst>
                  <a:gd name="T0" fmla="*/ 0 w 9"/>
                  <a:gd name="T1" fmla="*/ 20 h 20"/>
                  <a:gd name="T2" fmla="*/ 2 w 9"/>
                  <a:gd name="T3" fmla="*/ 14 h 20"/>
                  <a:gd name="T4" fmla="*/ 4 w 9"/>
                  <a:gd name="T5" fmla="*/ 9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8" name="Line 765"/>
              <p:cNvSpPr>
                <a:spLocks noChangeShapeType="1"/>
              </p:cNvSpPr>
              <p:nvPr userDrawn="1"/>
            </p:nvSpPr>
            <p:spPr bwMode="gray">
              <a:xfrm flipH="1" flipV="1">
                <a:off x="2929" y="894"/>
                <a:ext cx="21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59" name="Freeform 766"/>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0" name="Freeform 767"/>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1" name="Line 768"/>
              <p:cNvSpPr>
                <a:spLocks noChangeShapeType="1"/>
              </p:cNvSpPr>
              <p:nvPr userDrawn="1"/>
            </p:nvSpPr>
            <p:spPr bwMode="gray">
              <a:xfrm flipH="1">
                <a:off x="3144" y="980"/>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2" name="Line 769"/>
              <p:cNvSpPr>
                <a:spLocks noChangeShapeType="1"/>
              </p:cNvSpPr>
              <p:nvPr userDrawn="1"/>
            </p:nvSpPr>
            <p:spPr bwMode="gray">
              <a:xfrm flipH="1">
                <a:off x="3134" y="980"/>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3" name="Freeform 770"/>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4" name="Line 771"/>
              <p:cNvSpPr>
                <a:spLocks noChangeShapeType="1"/>
              </p:cNvSpPr>
              <p:nvPr userDrawn="1"/>
            </p:nvSpPr>
            <p:spPr bwMode="gray">
              <a:xfrm flipV="1">
                <a:off x="3155" y="978"/>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5" name="Freeform 772"/>
              <p:cNvSpPr>
                <a:spLocks/>
              </p:cNvSpPr>
              <p:nvPr userDrawn="1"/>
            </p:nvSpPr>
            <p:spPr bwMode="gray">
              <a:xfrm>
                <a:off x="3137" y="978"/>
                <a:ext cx="21" cy="3"/>
              </a:xfrm>
              <a:custGeom>
                <a:avLst/>
                <a:gdLst>
                  <a:gd name="T0" fmla="*/ 21 w 21"/>
                  <a:gd name="T1" fmla="*/ 0 h 3"/>
                  <a:gd name="T2" fmla="*/ 16 w 21"/>
                  <a:gd name="T3" fmla="*/ 2 h 3"/>
                  <a:gd name="T4" fmla="*/ 11 w 21"/>
                  <a:gd name="T5" fmla="*/ 3 h 3"/>
                  <a:gd name="T6" fmla="*/ 6 w 21"/>
                  <a:gd name="T7" fmla="*/ 2 h 3"/>
                  <a:gd name="T8" fmla="*/ 0 w 21"/>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6" name="Freeform 773"/>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7" name="Line 774"/>
              <p:cNvSpPr>
                <a:spLocks noChangeShapeType="1"/>
              </p:cNvSpPr>
              <p:nvPr userDrawn="1"/>
            </p:nvSpPr>
            <p:spPr bwMode="gray">
              <a:xfrm flipH="1" flipV="1">
                <a:off x="2927" y="1154"/>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8" name="Line 775"/>
              <p:cNvSpPr>
                <a:spLocks noChangeShapeType="1"/>
              </p:cNvSpPr>
              <p:nvPr userDrawn="1"/>
            </p:nvSpPr>
            <p:spPr bwMode="gray">
              <a:xfrm flipH="1" flipV="1">
                <a:off x="2931" y="1149"/>
                <a:ext cx="203"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69" name="Freeform 776"/>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0" name="Line 777"/>
              <p:cNvSpPr>
                <a:spLocks noChangeShapeType="1"/>
              </p:cNvSpPr>
              <p:nvPr userDrawn="1"/>
            </p:nvSpPr>
            <p:spPr bwMode="gray">
              <a:xfrm>
                <a:off x="2929" y="1154"/>
                <a:ext cx="214"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1" name="Freeform 778"/>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2" name="Freeform 779"/>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3" name="Freeform 780"/>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4" name="Line 781"/>
              <p:cNvSpPr>
                <a:spLocks noChangeShapeType="1"/>
              </p:cNvSpPr>
              <p:nvPr userDrawn="1"/>
            </p:nvSpPr>
            <p:spPr bwMode="gray">
              <a:xfrm>
                <a:off x="2665" y="687"/>
                <a:ext cx="200"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5" name="Line 782"/>
              <p:cNvSpPr>
                <a:spLocks noChangeShapeType="1"/>
              </p:cNvSpPr>
              <p:nvPr userDrawn="1"/>
            </p:nvSpPr>
            <p:spPr bwMode="gray">
              <a:xfrm>
                <a:off x="2669" y="696"/>
                <a:ext cx="19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6" name="Freeform 783"/>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7" name="Line 784"/>
              <p:cNvSpPr>
                <a:spLocks noChangeShapeType="1"/>
              </p:cNvSpPr>
              <p:nvPr userDrawn="1"/>
            </p:nvSpPr>
            <p:spPr bwMode="gray">
              <a:xfrm flipH="1" flipV="1">
                <a:off x="2660" y="687"/>
                <a:ext cx="205"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8" name="Freeform 785"/>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79" name="Freeform 786"/>
              <p:cNvSpPr>
                <a:spLocks/>
              </p:cNvSpPr>
              <p:nvPr userDrawn="1"/>
            </p:nvSpPr>
            <p:spPr bwMode="gray">
              <a:xfrm>
                <a:off x="3197" y="848"/>
                <a:ext cx="9" cy="11"/>
              </a:xfrm>
              <a:custGeom>
                <a:avLst/>
                <a:gdLst>
                  <a:gd name="T0" fmla="*/ 9 w 9"/>
                  <a:gd name="T1" fmla="*/ 11 h 11"/>
                  <a:gd name="T2" fmla="*/ 9 w 9"/>
                  <a:gd name="T3" fmla="*/ 6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0" name="Line 787"/>
              <p:cNvSpPr>
                <a:spLocks noChangeShapeType="1"/>
              </p:cNvSpPr>
              <p:nvPr userDrawn="1"/>
            </p:nvSpPr>
            <p:spPr bwMode="gray">
              <a:xfrm>
                <a:off x="3097" y="819"/>
                <a:ext cx="210"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1" name="Line 788"/>
              <p:cNvSpPr>
                <a:spLocks noChangeShapeType="1"/>
              </p:cNvSpPr>
              <p:nvPr userDrawn="1"/>
            </p:nvSpPr>
            <p:spPr bwMode="gray">
              <a:xfrm>
                <a:off x="3104" y="827"/>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2" name="Freeform 789"/>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3" name="Line 790"/>
              <p:cNvSpPr>
                <a:spLocks noChangeShapeType="1"/>
              </p:cNvSpPr>
              <p:nvPr userDrawn="1"/>
            </p:nvSpPr>
            <p:spPr bwMode="gray">
              <a:xfrm flipH="1" flipV="1">
                <a:off x="3085" y="815"/>
                <a:ext cx="215"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4" name="Freeform 791"/>
              <p:cNvSpPr>
                <a:spLocks/>
              </p:cNvSpPr>
              <p:nvPr userDrawn="1"/>
            </p:nvSpPr>
            <p:spPr bwMode="gray">
              <a:xfrm>
                <a:off x="3307" y="1008"/>
                <a:ext cx="5" cy="7"/>
              </a:xfrm>
              <a:custGeom>
                <a:avLst/>
                <a:gdLst>
                  <a:gd name="T0" fmla="*/ 0 w 5"/>
                  <a:gd name="T1" fmla="*/ 0 h 7"/>
                  <a:gd name="T2" fmla="*/ 2 w 5"/>
                  <a:gd name="T3" fmla="*/ 0 h 7"/>
                  <a:gd name="T4" fmla="*/ 3 w 5"/>
                  <a:gd name="T5" fmla="*/ 1 h 7"/>
                  <a:gd name="T6" fmla="*/ 5 w 5"/>
                  <a:gd name="T7" fmla="*/ 3 h 7"/>
                  <a:gd name="T8" fmla="*/ 3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5" name="Line 792"/>
              <p:cNvSpPr>
                <a:spLocks noChangeShapeType="1"/>
              </p:cNvSpPr>
              <p:nvPr userDrawn="1"/>
            </p:nvSpPr>
            <p:spPr bwMode="gray">
              <a:xfrm flipH="1">
                <a:off x="3309" y="894"/>
                <a:ext cx="5"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6" name="Line 793"/>
              <p:cNvSpPr>
                <a:spLocks noChangeShapeType="1"/>
              </p:cNvSpPr>
              <p:nvPr userDrawn="1"/>
            </p:nvSpPr>
            <p:spPr bwMode="gray">
              <a:xfrm flipH="1">
                <a:off x="3303" y="890"/>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7" name="Freeform 794"/>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8" name="Line 795"/>
              <p:cNvSpPr>
                <a:spLocks noChangeShapeType="1"/>
              </p:cNvSpPr>
              <p:nvPr userDrawn="1"/>
            </p:nvSpPr>
            <p:spPr bwMode="gray">
              <a:xfrm flipV="1">
                <a:off x="3307" y="897"/>
                <a:ext cx="5"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89" name="Freeform 796"/>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0" name="Freeform 797"/>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1" name="Freeform 798"/>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2" name="Line 799"/>
              <p:cNvSpPr>
                <a:spLocks noChangeShapeType="1"/>
              </p:cNvSpPr>
              <p:nvPr userDrawn="1"/>
            </p:nvSpPr>
            <p:spPr bwMode="gray">
              <a:xfrm flipV="1">
                <a:off x="2494" y="689"/>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3" name="Line 800"/>
              <p:cNvSpPr>
                <a:spLocks noChangeShapeType="1"/>
              </p:cNvSpPr>
              <p:nvPr userDrawn="1"/>
            </p:nvSpPr>
            <p:spPr bwMode="gray">
              <a:xfrm flipV="1">
                <a:off x="2492" y="696"/>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4" name="Freeform 801"/>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5" name="Line 802"/>
              <p:cNvSpPr>
                <a:spLocks noChangeShapeType="1"/>
              </p:cNvSpPr>
              <p:nvPr userDrawn="1"/>
            </p:nvSpPr>
            <p:spPr bwMode="gray">
              <a:xfrm flipH="1">
                <a:off x="2503" y="687"/>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6" name="Freeform 803"/>
              <p:cNvSpPr>
                <a:spLocks/>
              </p:cNvSpPr>
              <p:nvPr userDrawn="1"/>
            </p:nvSpPr>
            <p:spPr bwMode="gray">
              <a:xfrm>
                <a:off x="2492" y="761"/>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7" name="Freeform 804"/>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8" name="Line 805"/>
              <p:cNvSpPr>
                <a:spLocks noChangeShapeType="1"/>
              </p:cNvSpPr>
              <p:nvPr userDrawn="1"/>
            </p:nvSpPr>
            <p:spPr bwMode="gray">
              <a:xfrm flipV="1">
                <a:off x="3155" y="887"/>
                <a:ext cx="154"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99" name="Line 806"/>
              <p:cNvSpPr>
                <a:spLocks noChangeShapeType="1"/>
              </p:cNvSpPr>
              <p:nvPr userDrawn="1"/>
            </p:nvSpPr>
            <p:spPr bwMode="gray">
              <a:xfrm flipV="1">
                <a:off x="3146" y="882"/>
                <a:ext cx="154"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0" name="Freeform 807"/>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1" name="Line 808"/>
              <p:cNvSpPr>
                <a:spLocks noChangeShapeType="1"/>
              </p:cNvSpPr>
              <p:nvPr userDrawn="1"/>
            </p:nvSpPr>
            <p:spPr bwMode="gray">
              <a:xfrm flipH="1">
                <a:off x="3158" y="897"/>
                <a:ext cx="15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2" name="Freeform 809"/>
              <p:cNvSpPr>
                <a:spLocks/>
              </p:cNvSpPr>
              <p:nvPr userDrawn="1"/>
            </p:nvSpPr>
            <p:spPr bwMode="gray">
              <a:xfrm>
                <a:off x="3146" y="960"/>
                <a:ext cx="12" cy="18"/>
              </a:xfrm>
              <a:custGeom>
                <a:avLst/>
                <a:gdLst>
                  <a:gd name="T0" fmla="*/ 12 w 12"/>
                  <a:gd name="T1" fmla="*/ 18 h 18"/>
                  <a:gd name="T2" fmla="*/ 11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3" name="Freeform 810"/>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4" name="Line 811"/>
              <p:cNvSpPr>
                <a:spLocks noChangeShapeType="1"/>
              </p:cNvSpPr>
              <p:nvPr userDrawn="1"/>
            </p:nvSpPr>
            <p:spPr bwMode="gray">
              <a:xfrm>
                <a:off x="2123" y="1529"/>
                <a:ext cx="14"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5" name="Line 812"/>
              <p:cNvSpPr>
                <a:spLocks noChangeShapeType="1"/>
              </p:cNvSpPr>
              <p:nvPr userDrawn="1"/>
            </p:nvSpPr>
            <p:spPr bwMode="gray">
              <a:xfrm>
                <a:off x="2130" y="1529"/>
                <a:ext cx="7"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6" name="Line 813"/>
              <p:cNvSpPr>
                <a:spLocks noChangeShapeType="1"/>
              </p:cNvSpPr>
              <p:nvPr userDrawn="1"/>
            </p:nvSpPr>
            <p:spPr bwMode="gray">
              <a:xfrm flipH="1" flipV="1">
                <a:off x="2121" y="1522"/>
                <a:ext cx="16"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7" name="Freeform 814"/>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8" name="Freeform 815"/>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09" name="Line 816"/>
              <p:cNvSpPr>
                <a:spLocks noChangeShapeType="1"/>
              </p:cNvSpPr>
              <p:nvPr userDrawn="1"/>
            </p:nvSpPr>
            <p:spPr bwMode="gray">
              <a:xfrm flipV="1">
                <a:off x="2739" y="1329"/>
                <a:ext cx="77"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0" name="Line 817"/>
              <p:cNvSpPr>
                <a:spLocks noChangeShapeType="1"/>
              </p:cNvSpPr>
              <p:nvPr userDrawn="1"/>
            </p:nvSpPr>
            <p:spPr bwMode="gray">
              <a:xfrm flipV="1">
                <a:off x="2737" y="1331"/>
                <a:ext cx="70" cy="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1" name="Freeform 818"/>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2" name="Line 819"/>
              <p:cNvSpPr>
                <a:spLocks noChangeShapeType="1"/>
              </p:cNvSpPr>
              <p:nvPr userDrawn="1"/>
            </p:nvSpPr>
            <p:spPr bwMode="gray">
              <a:xfrm flipH="1">
                <a:off x="2737" y="1322"/>
                <a:ext cx="80"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3" name="Freeform 820"/>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4" name="Freeform 821"/>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5" name="Line 822"/>
              <p:cNvSpPr>
                <a:spLocks noChangeShapeType="1"/>
              </p:cNvSpPr>
              <p:nvPr userDrawn="1"/>
            </p:nvSpPr>
            <p:spPr bwMode="gray">
              <a:xfrm flipH="1">
                <a:off x="2116" y="1203"/>
                <a:ext cx="164"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6" name="Line 823"/>
              <p:cNvSpPr>
                <a:spLocks noChangeShapeType="1"/>
              </p:cNvSpPr>
              <p:nvPr userDrawn="1"/>
            </p:nvSpPr>
            <p:spPr bwMode="gray">
              <a:xfrm flipH="1">
                <a:off x="2123" y="1203"/>
                <a:ext cx="161"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7" name="Freeform 824"/>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8" name="Line 825"/>
              <p:cNvSpPr>
                <a:spLocks noChangeShapeType="1"/>
              </p:cNvSpPr>
              <p:nvPr userDrawn="1"/>
            </p:nvSpPr>
            <p:spPr bwMode="gray">
              <a:xfrm flipV="1">
                <a:off x="2112" y="1209"/>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19" name="Freeform 826"/>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0" name="Freeform 827"/>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1" name="Line 828"/>
              <p:cNvSpPr>
                <a:spLocks noChangeShapeType="1"/>
              </p:cNvSpPr>
              <p:nvPr userDrawn="1"/>
            </p:nvSpPr>
            <p:spPr bwMode="gray">
              <a:xfrm>
                <a:off x="2118" y="1291"/>
                <a:ext cx="185"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2" name="Line 829"/>
              <p:cNvSpPr>
                <a:spLocks noChangeShapeType="1"/>
              </p:cNvSpPr>
              <p:nvPr userDrawn="1"/>
            </p:nvSpPr>
            <p:spPr bwMode="gray">
              <a:xfrm>
                <a:off x="2123" y="1284"/>
                <a:ext cx="18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3" name="Freeform 830"/>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4" name="Line 831"/>
              <p:cNvSpPr>
                <a:spLocks noChangeShapeType="1"/>
              </p:cNvSpPr>
              <p:nvPr userDrawn="1"/>
            </p:nvSpPr>
            <p:spPr bwMode="gray">
              <a:xfrm flipH="1" flipV="1">
                <a:off x="2114" y="1301"/>
                <a:ext cx="18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5" name="Freeform 832"/>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6" name="Line 833"/>
              <p:cNvSpPr>
                <a:spLocks noChangeShapeType="1"/>
              </p:cNvSpPr>
              <p:nvPr userDrawn="1"/>
            </p:nvSpPr>
            <p:spPr bwMode="gray">
              <a:xfrm flipV="1">
                <a:off x="2317" y="1342"/>
                <a:ext cx="28"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7" name="Line 834"/>
              <p:cNvSpPr>
                <a:spLocks noChangeShapeType="1"/>
              </p:cNvSpPr>
              <p:nvPr userDrawn="1"/>
            </p:nvSpPr>
            <p:spPr bwMode="gray">
              <a:xfrm flipV="1">
                <a:off x="2310" y="1331"/>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8" name="Line 835"/>
              <p:cNvSpPr>
                <a:spLocks noChangeShapeType="1"/>
              </p:cNvSpPr>
              <p:nvPr userDrawn="1"/>
            </p:nvSpPr>
            <p:spPr bwMode="gray">
              <a:xfrm flipH="1">
                <a:off x="2321" y="1354"/>
                <a:ext cx="24"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29" name="Freeform 836"/>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0" name="Freeform 837"/>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1" name="Line 838"/>
              <p:cNvSpPr>
                <a:spLocks noChangeShapeType="1"/>
              </p:cNvSpPr>
              <p:nvPr userDrawn="1"/>
            </p:nvSpPr>
            <p:spPr bwMode="gray">
              <a:xfrm flipH="1" flipV="1">
                <a:off x="2111" y="1298"/>
                <a:ext cx="5"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2" name="Line 839"/>
              <p:cNvSpPr>
                <a:spLocks noChangeShapeType="1"/>
              </p:cNvSpPr>
              <p:nvPr userDrawn="1"/>
            </p:nvSpPr>
            <p:spPr bwMode="gray">
              <a:xfrm flipH="1" flipV="1">
                <a:off x="2112" y="1293"/>
                <a:ext cx="7"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3" name="Freeform 840"/>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4" name="Line 841"/>
              <p:cNvSpPr>
                <a:spLocks noChangeShapeType="1"/>
              </p:cNvSpPr>
              <p:nvPr userDrawn="1"/>
            </p:nvSpPr>
            <p:spPr bwMode="gray">
              <a:xfrm>
                <a:off x="2114" y="1301"/>
                <a:ext cx="7" cy="22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5" name="Freeform 842"/>
              <p:cNvSpPr>
                <a:spLocks/>
              </p:cNvSpPr>
              <p:nvPr userDrawn="1"/>
            </p:nvSpPr>
            <p:spPr bwMode="gray">
              <a:xfrm>
                <a:off x="2116" y="1513"/>
                <a:ext cx="5" cy="9"/>
              </a:xfrm>
              <a:custGeom>
                <a:avLst/>
                <a:gdLst>
                  <a:gd name="T0" fmla="*/ 5 w 5"/>
                  <a:gd name="T1" fmla="*/ 9 h 9"/>
                  <a:gd name="T2" fmla="*/ 2 w 5"/>
                  <a:gd name="T3" fmla="*/ 7 h 9"/>
                  <a:gd name="T4" fmla="*/ 0 w 5"/>
                  <a:gd name="T5" fmla="*/ 5 h 9"/>
                  <a:gd name="T6" fmla="*/ 2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6" name="Freeform 843"/>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7" name="Freeform 844"/>
              <p:cNvSpPr>
                <a:spLocks/>
              </p:cNvSpPr>
              <p:nvPr userDrawn="1"/>
            </p:nvSpPr>
            <p:spPr bwMode="gray">
              <a:xfrm>
                <a:off x="3533" y="1216"/>
                <a:ext cx="5" cy="8"/>
              </a:xfrm>
              <a:custGeom>
                <a:avLst/>
                <a:gdLst>
                  <a:gd name="T0" fmla="*/ 0 w 5"/>
                  <a:gd name="T1" fmla="*/ 0 h 8"/>
                  <a:gd name="T2" fmla="*/ 1 w 5"/>
                  <a:gd name="T3" fmla="*/ 0 h 8"/>
                  <a:gd name="T4" fmla="*/ 3 w 5"/>
                  <a:gd name="T5" fmla="*/ 1 h 8"/>
                  <a:gd name="T6" fmla="*/ 3 w 5"/>
                  <a:gd name="T7" fmla="*/ 3 h 8"/>
                  <a:gd name="T8" fmla="*/ 5 w 5"/>
                  <a:gd name="T9" fmla="*/ 5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8" name="Freeform 845"/>
              <p:cNvSpPr>
                <a:spLocks/>
              </p:cNvSpPr>
              <p:nvPr userDrawn="1"/>
            </p:nvSpPr>
            <p:spPr bwMode="gray">
              <a:xfrm>
                <a:off x="2142" y="1686"/>
                <a:ext cx="7" cy="16"/>
              </a:xfrm>
              <a:custGeom>
                <a:avLst/>
                <a:gdLst>
                  <a:gd name="T0" fmla="*/ 2 w 7"/>
                  <a:gd name="T1" fmla="*/ 0 h 16"/>
                  <a:gd name="T2" fmla="*/ 0 w 7"/>
                  <a:gd name="T3" fmla="*/ 4 h 16"/>
                  <a:gd name="T4" fmla="*/ 0 w 7"/>
                  <a:gd name="T5" fmla="*/ 7 h 16"/>
                  <a:gd name="T6" fmla="*/ 2 w 7"/>
                  <a:gd name="T7" fmla="*/ 12 h 16"/>
                  <a:gd name="T8" fmla="*/ 4 w 7"/>
                  <a:gd name="T9" fmla="*/ 14 h 16"/>
                  <a:gd name="T10" fmla="*/ 7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39" name="Freeform 846"/>
              <p:cNvSpPr>
                <a:spLocks/>
              </p:cNvSpPr>
              <p:nvPr userDrawn="1"/>
            </p:nvSpPr>
            <p:spPr bwMode="gray">
              <a:xfrm>
                <a:off x="2142" y="1693"/>
                <a:ext cx="9" cy="5"/>
              </a:xfrm>
              <a:custGeom>
                <a:avLst/>
                <a:gdLst>
                  <a:gd name="T0" fmla="*/ 9 w 9"/>
                  <a:gd name="T1" fmla="*/ 5 h 5"/>
                  <a:gd name="T2" fmla="*/ 5 w 9"/>
                  <a:gd name="T3" fmla="*/ 5 h 5"/>
                  <a:gd name="T4" fmla="*/ 2 w 9"/>
                  <a:gd name="T5" fmla="*/ 5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0" name="Freeform 847"/>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1" name="Freeform 848"/>
              <p:cNvSpPr>
                <a:spLocks/>
              </p:cNvSpPr>
              <p:nvPr userDrawn="1"/>
            </p:nvSpPr>
            <p:spPr bwMode="gray">
              <a:xfrm>
                <a:off x="2784" y="1933"/>
                <a:ext cx="11" cy="8"/>
              </a:xfrm>
              <a:custGeom>
                <a:avLst/>
                <a:gdLst>
                  <a:gd name="T0" fmla="*/ 0 w 11"/>
                  <a:gd name="T1" fmla="*/ 8 h 8"/>
                  <a:gd name="T2" fmla="*/ 2 w 11"/>
                  <a:gd name="T3" fmla="*/ 8 h 8"/>
                  <a:gd name="T4" fmla="*/ 5 w 11"/>
                  <a:gd name="T5" fmla="*/ 7 h 8"/>
                  <a:gd name="T6" fmla="*/ 7 w 11"/>
                  <a:gd name="T7" fmla="*/ 5 h 8"/>
                  <a:gd name="T8" fmla="*/ 11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2" name="Freeform 849"/>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3" name="Freeform 850"/>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4" name="Freeform 851"/>
              <p:cNvSpPr>
                <a:spLocks/>
              </p:cNvSpPr>
              <p:nvPr userDrawn="1"/>
            </p:nvSpPr>
            <p:spPr bwMode="gray">
              <a:xfrm>
                <a:off x="2788" y="1683"/>
                <a:ext cx="1" cy="19"/>
              </a:xfrm>
              <a:custGeom>
                <a:avLst/>
                <a:gdLst>
                  <a:gd name="T0" fmla="*/ 1 w 1"/>
                  <a:gd name="T1" fmla="*/ 19 h 19"/>
                  <a:gd name="T2" fmla="*/ 1 w 1"/>
                  <a:gd name="T3" fmla="*/ 14 h 19"/>
                  <a:gd name="T4" fmla="*/ 1 w 1"/>
                  <a:gd name="T5" fmla="*/ 10 h 19"/>
                  <a:gd name="T6" fmla="*/ 0 w 1"/>
                  <a:gd name="T7" fmla="*/ 5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5" name="Freeform 852"/>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6" name="Freeform 853"/>
              <p:cNvSpPr>
                <a:spLocks/>
              </p:cNvSpPr>
              <p:nvPr userDrawn="1"/>
            </p:nvSpPr>
            <p:spPr bwMode="gray">
              <a:xfrm>
                <a:off x="2359" y="2013"/>
                <a:ext cx="7" cy="18"/>
              </a:xfrm>
              <a:custGeom>
                <a:avLst/>
                <a:gdLst>
                  <a:gd name="T0" fmla="*/ 2 w 7"/>
                  <a:gd name="T1" fmla="*/ 0 h 18"/>
                  <a:gd name="T2" fmla="*/ 0 w 7"/>
                  <a:gd name="T3" fmla="*/ 5 h 18"/>
                  <a:gd name="T4" fmla="*/ 0 w 7"/>
                  <a:gd name="T5" fmla="*/ 9 h 18"/>
                  <a:gd name="T6" fmla="*/ 2 w 7"/>
                  <a:gd name="T7" fmla="*/ 12 h 18"/>
                  <a:gd name="T8" fmla="*/ 4 w 7"/>
                  <a:gd name="T9" fmla="*/ 16 h 18"/>
                  <a:gd name="T10" fmla="*/ 7 w 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7" name="Freeform 854"/>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8" name="Freeform 855"/>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49" name="Freeform 856"/>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0" name="Freeform 857"/>
              <p:cNvSpPr>
                <a:spLocks/>
              </p:cNvSpPr>
              <p:nvPr userDrawn="1"/>
            </p:nvSpPr>
            <p:spPr bwMode="gray">
              <a:xfrm>
                <a:off x="2565" y="2101"/>
                <a:ext cx="2" cy="7"/>
              </a:xfrm>
              <a:custGeom>
                <a:avLst/>
                <a:gdLst>
                  <a:gd name="T0" fmla="*/ 0 w 2"/>
                  <a:gd name="T1" fmla="*/ 5 h 7"/>
                  <a:gd name="T2" fmla="*/ 2 w 2"/>
                  <a:gd name="T3" fmla="*/ 7 h 7"/>
                  <a:gd name="T4" fmla="*/ 2 w 2"/>
                  <a:gd name="T5" fmla="*/ 7 h 7"/>
                  <a:gd name="T6" fmla="*/ 2 w 2"/>
                  <a:gd name="T7" fmla="*/ 7 h 7"/>
                  <a:gd name="T8" fmla="*/ 2 w 2"/>
                  <a:gd name="T9" fmla="*/ 7 h 7"/>
                  <a:gd name="T10" fmla="*/ 2 w 2"/>
                  <a:gd name="T11" fmla="*/ 5 h 7"/>
                  <a:gd name="T12" fmla="*/ 2 w 2"/>
                  <a:gd name="T13" fmla="*/ 3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1" name="Freeform 858"/>
              <p:cNvSpPr>
                <a:spLocks/>
              </p:cNvSpPr>
              <p:nvPr userDrawn="1"/>
            </p:nvSpPr>
            <p:spPr bwMode="gray">
              <a:xfrm>
                <a:off x="2558" y="2102"/>
                <a:ext cx="18" cy="4"/>
              </a:xfrm>
              <a:custGeom>
                <a:avLst/>
                <a:gdLst>
                  <a:gd name="T0" fmla="*/ 18 w 18"/>
                  <a:gd name="T1" fmla="*/ 0 h 4"/>
                  <a:gd name="T2" fmla="*/ 14 w 18"/>
                  <a:gd name="T3" fmla="*/ 4 h 4"/>
                  <a:gd name="T4" fmla="*/ 9 w 18"/>
                  <a:gd name="T5" fmla="*/ 4 h 4"/>
                  <a:gd name="T6" fmla="*/ 4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2" name="Freeform 859"/>
              <p:cNvSpPr>
                <a:spLocks/>
              </p:cNvSpPr>
              <p:nvPr userDrawn="1"/>
            </p:nvSpPr>
            <p:spPr bwMode="gray">
              <a:xfrm>
                <a:off x="2558" y="1340"/>
                <a:ext cx="2" cy="19"/>
              </a:xfrm>
              <a:custGeom>
                <a:avLst/>
                <a:gdLst>
                  <a:gd name="T0" fmla="*/ 2 w 2"/>
                  <a:gd name="T1" fmla="*/ 19 h 19"/>
                  <a:gd name="T2" fmla="*/ 2 w 2"/>
                  <a:gd name="T3" fmla="*/ 14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3" name="Freeform 860"/>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4" name="Freeform 861"/>
              <p:cNvSpPr>
                <a:spLocks/>
              </p:cNvSpPr>
              <p:nvPr userDrawn="1"/>
            </p:nvSpPr>
            <p:spPr bwMode="gray">
              <a:xfrm>
                <a:off x="3610" y="1212"/>
                <a:ext cx="12" cy="11"/>
              </a:xfrm>
              <a:custGeom>
                <a:avLst/>
                <a:gdLst>
                  <a:gd name="T0" fmla="*/ 12 w 12"/>
                  <a:gd name="T1" fmla="*/ 11 h 11"/>
                  <a:gd name="T2" fmla="*/ 12 w 12"/>
                  <a:gd name="T3" fmla="*/ 7 h 11"/>
                  <a:gd name="T4" fmla="*/ 10 w 12"/>
                  <a:gd name="T5" fmla="*/ 4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5" name="Freeform 862"/>
              <p:cNvSpPr>
                <a:spLocks/>
              </p:cNvSpPr>
              <p:nvPr userDrawn="1"/>
            </p:nvSpPr>
            <p:spPr bwMode="gray">
              <a:xfrm>
                <a:off x="3617" y="1214"/>
                <a:ext cx="3" cy="7"/>
              </a:xfrm>
              <a:custGeom>
                <a:avLst/>
                <a:gdLst>
                  <a:gd name="T0" fmla="*/ 0 w 3"/>
                  <a:gd name="T1" fmla="*/ 0 h 7"/>
                  <a:gd name="T2" fmla="*/ 0 w 3"/>
                  <a:gd name="T3" fmla="*/ 0 h 7"/>
                  <a:gd name="T4" fmla="*/ 1 w 3"/>
                  <a:gd name="T5" fmla="*/ 2 h 7"/>
                  <a:gd name="T6" fmla="*/ 3 w 3"/>
                  <a:gd name="T7" fmla="*/ 2 h 7"/>
                  <a:gd name="T8" fmla="*/ 3 w 3"/>
                  <a:gd name="T9" fmla="*/ 5 h 7"/>
                  <a:gd name="T10" fmla="*/ 1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6" name="Freeform 863"/>
              <p:cNvSpPr>
                <a:spLocks/>
              </p:cNvSpPr>
              <p:nvPr userDrawn="1"/>
            </p:nvSpPr>
            <p:spPr bwMode="gray">
              <a:xfrm>
                <a:off x="3195" y="840"/>
                <a:ext cx="14" cy="7"/>
              </a:xfrm>
              <a:custGeom>
                <a:avLst/>
                <a:gdLst>
                  <a:gd name="T0" fmla="*/ 0 w 14"/>
                  <a:gd name="T1" fmla="*/ 0 h 7"/>
                  <a:gd name="T2" fmla="*/ 4 w 14"/>
                  <a:gd name="T3" fmla="*/ 0 h 7"/>
                  <a:gd name="T4" fmla="*/ 9 w 14"/>
                  <a:gd name="T5" fmla="*/ 1 h 7"/>
                  <a:gd name="T6" fmla="*/ 12 w 14"/>
                  <a:gd name="T7" fmla="*/ 5 h 7"/>
                  <a:gd name="T8" fmla="*/ 14 w 14"/>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7" name="Freeform 864"/>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8" name="Freeform 865"/>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59" name="Freeform 866"/>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0" name="Freeform 867"/>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1" name="Freeform 868"/>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2" name="Freeform 869"/>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463" name="Freeform 870"/>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210" name="Freeform 871"/>
            <p:cNvSpPr>
              <a:spLocks/>
            </p:cNvSpPr>
            <p:nvPr userDrawn="1"/>
          </p:nvSpPr>
          <p:spPr bwMode="gray">
            <a:xfrm>
              <a:off x="3197" y="1660"/>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1" name="Freeform 872"/>
            <p:cNvSpPr>
              <a:spLocks/>
            </p:cNvSpPr>
            <p:nvPr userDrawn="1"/>
          </p:nvSpPr>
          <p:spPr bwMode="gray">
            <a:xfrm>
              <a:off x="3190" y="1670"/>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2" name="Freeform 873"/>
            <p:cNvSpPr>
              <a:spLocks/>
            </p:cNvSpPr>
            <p:nvPr userDrawn="1"/>
          </p:nvSpPr>
          <p:spPr bwMode="gray">
            <a:xfrm>
              <a:off x="3687" y="1380"/>
              <a:ext cx="3" cy="2"/>
            </a:xfrm>
            <a:custGeom>
              <a:avLst/>
              <a:gdLst>
                <a:gd name="T0" fmla="*/ 0 w 3"/>
                <a:gd name="T1" fmla="*/ 2 h 2"/>
                <a:gd name="T2" fmla="*/ 1 w 3"/>
                <a:gd name="T3" fmla="*/ 0 h 2"/>
                <a:gd name="T4" fmla="*/ 3 w 3"/>
                <a:gd name="T5" fmla="*/ 0 h 2"/>
                <a:gd name="T6" fmla="*/ 3 w 3"/>
                <a:gd name="T7" fmla="*/ 0 h 2"/>
                <a:gd name="T8" fmla="*/ 3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3" name="Freeform 874"/>
            <p:cNvSpPr>
              <a:spLocks/>
            </p:cNvSpPr>
            <p:nvPr userDrawn="1"/>
          </p:nvSpPr>
          <p:spPr bwMode="gray">
            <a:xfrm>
              <a:off x="3681" y="1375"/>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4" name="Freeform 875"/>
            <p:cNvSpPr>
              <a:spLocks/>
            </p:cNvSpPr>
            <p:nvPr userDrawn="1"/>
          </p:nvSpPr>
          <p:spPr bwMode="gray">
            <a:xfrm>
              <a:off x="3349" y="2055"/>
              <a:ext cx="16" cy="7"/>
            </a:xfrm>
            <a:custGeom>
              <a:avLst/>
              <a:gdLst>
                <a:gd name="T0" fmla="*/ 0 w 16"/>
                <a:gd name="T1" fmla="*/ 0 h 7"/>
                <a:gd name="T2" fmla="*/ 2 w 16"/>
                <a:gd name="T3" fmla="*/ 4 h 7"/>
                <a:gd name="T4" fmla="*/ 5 w 16"/>
                <a:gd name="T5" fmla="*/ 5 h 7"/>
                <a:gd name="T6" fmla="*/ 10 w 16"/>
                <a:gd name="T7" fmla="*/ 7 h 7"/>
                <a:gd name="T8" fmla="*/ 12 w 16"/>
                <a:gd name="T9" fmla="*/ 7 h 7"/>
                <a:gd name="T10" fmla="*/ 16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5" name="Freeform 876"/>
            <p:cNvSpPr>
              <a:spLocks/>
            </p:cNvSpPr>
            <p:nvPr userDrawn="1"/>
          </p:nvSpPr>
          <p:spPr bwMode="gray">
            <a:xfrm>
              <a:off x="3352" y="2055"/>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6" name="Freeform 877"/>
            <p:cNvSpPr>
              <a:spLocks/>
            </p:cNvSpPr>
            <p:nvPr userDrawn="1"/>
          </p:nvSpPr>
          <p:spPr bwMode="gray">
            <a:xfrm>
              <a:off x="3366" y="1305"/>
              <a:ext cx="18" cy="12"/>
            </a:xfrm>
            <a:custGeom>
              <a:avLst/>
              <a:gdLst>
                <a:gd name="T0" fmla="*/ 0 w 18"/>
                <a:gd name="T1" fmla="*/ 12 h 12"/>
                <a:gd name="T2" fmla="*/ 9 w 18"/>
                <a:gd name="T3" fmla="*/ 5 h 12"/>
                <a:gd name="T4" fmla="*/ 18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7" name="Freeform 878"/>
            <p:cNvSpPr>
              <a:spLocks/>
            </p:cNvSpPr>
            <p:nvPr userDrawn="1"/>
          </p:nvSpPr>
          <p:spPr bwMode="gray">
            <a:xfrm>
              <a:off x="3372" y="1303"/>
              <a:ext cx="10" cy="14"/>
            </a:xfrm>
            <a:custGeom>
              <a:avLst/>
              <a:gdLst>
                <a:gd name="T0" fmla="*/ 10 w 10"/>
                <a:gd name="T1" fmla="*/ 14 h 14"/>
                <a:gd name="T2" fmla="*/ 7 w 10"/>
                <a:gd name="T3" fmla="*/ 11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8" name="Freeform 879"/>
            <p:cNvSpPr>
              <a:spLocks/>
            </p:cNvSpPr>
            <p:nvPr userDrawn="1"/>
          </p:nvSpPr>
          <p:spPr bwMode="gray">
            <a:xfrm>
              <a:off x="3503" y="1954"/>
              <a:ext cx="14" cy="14"/>
            </a:xfrm>
            <a:custGeom>
              <a:avLst/>
              <a:gdLst>
                <a:gd name="T0" fmla="*/ 0 w 14"/>
                <a:gd name="T1" fmla="*/ 14 h 14"/>
                <a:gd name="T2" fmla="*/ 5 w 14"/>
                <a:gd name="T3" fmla="*/ 12 h 14"/>
                <a:gd name="T4" fmla="*/ 10 w 14"/>
                <a:gd name="T5" fmla="*/ 10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19" name="Freeform 880"/>
            <p:cNvSpPr>
              <a:spLocks/>
            </p:cNvSpPr>
            <p:nvPr userDrawn="1"/>
          </p:nvSpPr>
          <p:spPr bwMode="gray">
            <a:xfrm>
              <a:off x="3510" y="1955"/>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0" name="Freeform 881"/>
            <p:cNvSpPr>
              <a:spLocks/>
            </p:cNvSpPr>
            <p:nvPr userDrawn="1"/>
          </p:nvSpPr>
          <p:spPr bwMode="gray">
            <a:xfrm>
              <a:off x="2284" y="950"/>
              <a:ext cx="5" cy="16"/>
            </a:xfrm>
            <a:custGeom>
              <a:avLst/>
              <a:gdLst>
                <a:gd name="T0" fmla="*/ 3 w 5"/>
                <a:gd name="T1" fmla="*/ 16 h 16"/>
                <a:gd name="T2" fmla="*/ 2 w 5"/>
                <a:gd name="T3" fmla="*/ 12 h 16"/>
                <a:gd name="T4" fmla="*/ 0 w 5"/>
                <a:gd name="T5" fmla="*/ 9 h 16"/>
                <a:gd name="T6" fmla="*/ 2 w 5"/>
                <a:gd name="T7" fmla="*/ 3 h 16"/>
                <a:gd name="T8" fmla="*/ 2 w 5"/>
                <a:gd name="T9" fmla="*/ 2 h 16"/>
                <a:gd name="T10" fmla="*/ 5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1" name="Freeform 882"/>
            <p:cNvSpPr>
              <a:spLocks/>
            </p:cNvSpPr>
            <p:nvPr userDrawn="1"/>
          </p:nvSpPr>
          <p:spPr bwMode="gray">
            <a:xfrm>
              <a:off x="2284" y="952"/>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2" name="Freeform 883"/>
            <p:cNvSpPr>
              <a:spLocks/>
            </p:cNvSpPr>
            <p:nvPr userDrawn="1"/>
          </p:nvSpPr>
          <p:spPr bwMode="gray">
            <a:xfrm>
              <a:off x="2452" y="873"/>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3" name="Freeform 884"/>
            <p:cNvSpPr>
              <a:spLocks/>
            </p:cNvSpPr>
            <p:nvPr userDrawn="1"/>
          </p:nvSpPr>
          <p:spPr bwMode="gray">
            <a:xfrm>
              <a:off x="2443" y="875"/>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4" name="Freeform 885"/>
            <p:cNvSpPr>
              <a:spLocks/>
            </p:cNvSpPr>
            <p:nvPr userDrawn="1"/>
          </p:nvSpPr>
          <p:spPr bwMode="gray">
            <a:xfrm>
              <a:off x="3123" y="2213"/>
              <a:ext cx="18" cy="8"/>
            </a:xfrm>
            <a:custGeom>
              <a:avLst/>
              <a:gdLst>
                <a:gd name="T0" fmla="*/ 0 w 18"/>
                <a:gd name="T1" fmla="*/ 7 h 8"/>
                <a:gd name="T2" fmla="*/ 6 w 18"/>
                <a:gd name="T3" fmla="*/ 8 h 8"/>
                <a:gd name="T4" fmla="*/ 11 w 18"/>
                <a:gd name="T5" fmla="*/ 7 h 8"/>
                <a:gd name="T6" fmla="*/ 14 w 18"/>
                <a:gd name="T7" fmla="*/ 3 h 8"/>
                <a:gd name="T8" fmla="*/ 18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5" name="Freeform 886"/>
            <p:cNvSpPr>
              <a:spLocks/>
            </p:cNvSpPr>
            <p:nvPr userDrawn="1"/>
          </p:nvSpPr>
          <p:spPr bwMode="gray">
            <a:xfrm>
              <a:off x="3127" y="2214"/>
              <a:ext cx="7" cy="7"/>
            </a:xfrm>
            <a:custGeom>
              <a:avLst/>
              <a:gdLst>
                <a:gd name="T0" fmla="*/ 7 w 7"/>
                <a:gd name="T1" fmla="*/ 6 h 7"/>
                <a:gd name="T2" fmla="*/ 5 w 7"/>
                <a:gd name="T3" fmla="*/ 7 h 7"/>
                <a:gd name="T4" fmla="*/ 3 w 7"/>
                <a:gd name="T5" fmla="*/ 6 h 7"/>
                <a:gd name="T6" fmla="*/ 2 w 7"/>
                <a:gd name="T7" fmla="*/ 4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6" name="Freeform 887"/>
            <p:cNvSpPr>
              <a:spLocks/>
            </p:cNvSpPr>
            <p:nvPr userDrawn="1"/>
          </p:nvSpPr>
          <p:spPr bwMode="gray">
            <a:xfrm>
              <a:off x="3283" y="2108"/>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7" name="Freeform 888"/>
            <p:cNvSpPr>
              <a:spLocks/>
            </p:cNvSpPr>
            <p:nvPr userDrawn="1"/>
          </p:nvSpPr>
          <p:spPr bwMode="gray">
            <a:xfrm>
              <a:off x="3279" y="2115"/>
              <a:ext cx="11" cy="7"/>
            </a:xfrm>
            <a:custGeom>
              <a:avLst/>
              <a:gdLst>
                <a:gd name="T0" fmla="*/ 0 w 11"/>
                <a:gd name="T1" fmla="*/ 7 h 7"/>
                <a:gd name="T2" fmla="*/ 4 w 11"/>
                <a:gd name="T3" fmla="*/ 7 h 7"/>
                <a:gd name="T4" fmla="*/ 7 w 11"/>
                <a:gd name="T5" fmla="*/ 5 h 7"/>
                <a:gd name="T6" fmla="*/ 9 w 11"/>
                <a:gd name="T7" fmla="*/ 3 h 7"/>
                <a:gd name="T8" fmla="*/ 11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8" name="Freeform 889"/>
            <p:cNvSpPr>
              <a:spLocks/>
            </p:cNvSpPr>
            <p:nvPr userDrawn="1"/>
          </p:nvSpPr>
          <p:spPr bwMode="gray">
            <a:xfrm>
              <a:off x="2541" y="2150"/>
              <a:ext cx="5"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5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29" name="Freeform 890"/>
            <p:cNvSpPr>
              <a:spLocks/>
            </p:cNvSpPr>
            <p:nvPr userDrawn="1"/>
          </p:nvSpPr>
          <p:spPr bwMode="gray">
            <a:xfrm>
              <a:off x="2539" y="2157"/>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0" name="Freeform 891"/>
            <p:cNvSpPr>
              <a:spLocks/>
            </p:cNvSpPr>
            <p:nvPr userDrawn="1"/>
          </p:nvSpPr>
          <p:spPr bwMode="gray">
            <a:xfrm>
              <a:off x="2744" y="2237"/>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1" name="Freeform 892"/>
            <p:cNvSpPr>
              <a:spLocks/>
            </p:cNvSpPr>
            <p:nvPr userDrawn="1"/>
          </p:nvSpPr>
          <p:spPr bwMode="gray">
            <a:xfrm>
              <a:off x="2735" y="2239"/>
              <a:ext cx="18" cy="3"/>
            </a:xfrm>
            <a:custGeom>
              <a:avLst/>
              <a:gdLst>
                <a:gd name="T0" fmla="*/ 18 w 18"/>
                <a:gd name="T1" fmla="*/ 0 h 3"/>
                <a:gd name="T2" fmla="*/ 14 w 18"/>
                <a:gd name="T3" fmla="*/ 3 h 3"/>
                <a:gd name="T4" fmla="*/ 11 w 18"/>
                <a:gd name="T5" fmla="*/ 3 h 3"/>
                <a:gd name="T6" fmla="*/ 5 w 18"/>
                <a:gd name="T7" fmla="*/ 3 h 3"/>
                <a:gd name="T8" fmla="*/ 0 w 18"/>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2" name="Freeform 893"/>
            <p:cNvSpPr>
              <a:spLocks/>
            </p:cNvSpPr>
            <p:nvPr userDrawn="1"/>
          </p:nvSpPr>
          <p:spPr bwMode="gray">
            <a:xfrm>
              <a:off x="2527" y="922"/>
              <a:ext cx="5" cy="3"/>
            </a:xfrm>
            <a:custGeom>
              <a:avLst/>
              <a:gdLst>
                <a:gd name="T0" fmla="*/ 2 w 5"/>
                <a:gd name="T1" fmla="*/ 3 h 3"/>
                <a:gd name="T2" fmla="*/ 0 w 5"/>
                <a:gd name="T3" fmla="*/ 2 h 3"/>
                <a:gd name="T4" fmla="*/ 0 w 5"/>
                <a:gd name="T5" fmla="*/ 2 h 3"/>
                <a:gd name="T6" fmla="*/ 0 w 5"/>
                <a:gd name="T7" fmla="*/ 0 h 3"/>
                <a:gd name="T8" fmla="*/ 0 w 5"/>
                <a:gd name="T9" fmla="*/ 0 h 3"/>
                <a:gd name="T10" fmla="*/ 3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3" name="Freeform 894"/>
            <p:cNvSpPr>
              <a:spLocks/>
            </p:cNvSpPr>
            <p:nvPr userDrawn="1"/>
          </p:nvSpPr>
          <p:spPr bwMode="gray">
            <a:xfrm>
              <a:off x="2525" y="915"/>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4" name="Freeform 895"/>
            <p:cNvSpPr>
              <a:spLocks/>
            </p:cNvSpPr>
            <p:nvPr userDrawn="1"/>
          </p:nvSpPr>
          <p:spPr bwMode="gray">
            <a:xfrm>
              <a:off x="3041" y="670"/>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5" name="Freeform 896"/>
            <p:cNvSpPr>
              <a:spLocks/>
            </p:cNvSpPr>
            <p:nvPr userDrawn="1"/>
          </p:nvSpPr>
          <p:spPr bwMode="gray">
            <a:xfrm>
              <a:off x="3034" y="672"/>
              <a:ext cx="16" cy="3"/>
            </a:xfrm>
            <a:custGeom>
              <a:avLst/>
              <a:gdLst>
                <a:gd name="T0" fmla="*/ 0 w 16"/>
                <a:gd name="T1" fmla="*/ 3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6" name="Freeform 897"/>
            <p:cNvSpPr>
              <a:spLocks/>
            </p:cNvSpPr>
            <p:nvPr userDrawn="1"/>
          </p:nvSpPr>
          <p:spPr bwMode="gray">
            <a:xfrm>
              <a:off x="2740" y="980"/>
              <a:ext cx="2" cy="19"/>
            </a:xfrm>
            <a:custGeom>
              <a:avLst/>
              <a:gdLst>
                <a:gd name="T0" fmla="*/ 2 w 2"/>
                <a:gd name="T1" fmla="*/ 19 h 19"/>
                <a:gd name="T2" fmla="*/ 2 w 2"/>
                <a:gd name="T3" fmla="*/ 15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7" name="Freeform 898"/>
            <p:cNvSpPr>
              <a:spLocks/>
            </p:cNvSpPr>
            <p:nvPr userDrawn="1"/>
          </p:nvSpPr>
          <p:spPr bwMode="gray">
            <a:xfrm>
              <a:off x="2732" y="990"/>
              <a:ext cx="19" cy="2"/>
            </a:xfrm>
            <a:custGeom>
              <a:avLst/>
              <a:gdLst>
                <a:gd name="T0" fmla="*/ 19 w 19"/>
                <a:gd name="T1" fmla="*/ 0 h 2"/>
                <a:gd name="T2" fmla="*/ 14 w 19"/>
                <a:gd name="T3" fmla="*/ 0 h 2"/>
                <a:gd name="T4" fmla="*/ 10 w 19"/>
                <a:gd name="T5" fmla="*/ 0 h 2"/>
                <a:gd name="T6" fmla="*/ 5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8" name="Freeform 899"/>
            <p:cNvSpPr>
              <a:spLocks/>
            </p:cNvSpPr>
            <p:nvPr userDrawn="1"/>
          </p:nvSpPr>
          <p:spPr bwMode="gray">
            <a:xfrm>
              <a:off x="3249" y="733"/>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39" name="Freeform 900"/>
            <p:cNvSpPr>
              <a:spLocks/>
            </p:cNvSpPr>
            <p:nvPr userDrawn="1"/>
          </p:nvSpPr>
          <p:spPr bwMode="gray">
            <a:xfrm>
              <a:off x="3244" y="728"/>
              <a:ext cx="11" cy="15"/>
            </a:xfrm>
            <a:custGeom>
              <a:avLst/>
              <a:gdLst>
                <a:gd name="T0" fmla="*/ 11 w 11"/>
                <a:gd name="T1" fmla="*/ 15 h 15"/>
                <a:gd name="T2" fmla="*/ 11 w 11"/>
                <a:gd name="T3" fmla="*/ 10 h 15"/>
                <a:gd name="T4" fmla="*/ 7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0" name="Freeform 901"/>
            <p:cNvSpPr>
              <a:spLocks/>
            </p:cNvSpPr>
            <p:nvPr userDrawn="1"/>
          </p:nvSpPr>
          <p:spPr bwMode="gray">
            <a:xfrm>
              <a:off x="2490" y="763"/>
              <a:ext cx="4" cy="15"/>
            </a:xfrm>
            <a:custGeom>
              <a:avLst/>
              <a:gdLst>
                <a:gd name="T0" fmla="*/ 4 w 4"/>
                <a:gd name="T1" fmla="*/ 15 h 15"/>
                <a:gd name="T2" fmla="*/ 0 w 4"/>
                <a:gd name="T3" fmla="*/ 12 h 15"/>
                <a:gd name="T4" fmla="*/ 0 w 4"/>
                <a:gd name="T5" fmla="*/ 8 h 15"/>
                <a:gd name="T6" fmla="*/ 0 w 4"/>
                <a:gd name="T7" fmla="*/ 5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1" name="Freeform 902"/>
            <p:cNvSpPr>
              <a:spLocks/>
            </p:cNvSpPr>
            <p:nvPr userDrawn="1"/>
          </p:nvSpPr>
          <p:spPr bwMode="gray">
            <a:xfrm>
              <a:off x="2489" y="764"/>
              <a:ext cx="8" cy="9"/>
            </a:xfrm>
            <a:custGeom>
              <a:avLst/>
              <a:gdLst>
                <a:gd name="T0" fmla="*/ 8 w 8"/>
                <a:gd name="T1" fmla="*/ 0 h 9"/>
                <a:gd name="T2" fmla="*/ 5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2" name="Freeform 903"/>
            <p:cNvSpPr>
              <a:spLocks/>
            </p:cNvSpPr>
            <p:nvPr userDrawn="1"/>
          </p:nvSpPr>
          <p:spPr bwMode="gray">
            <a:xfrm>
              <a:off x="3146" y="960"/>
              <a:ext cx="2" cy="20"/>
            </a:xfrm>
            <a:custGeom>
              <a:avLst/>
              <a:gdLst>
                <a:gd name="T0" fmla="*/ 2 w 2"/>
                <a:gd name="T1" fmla="*/ 20 h 20"/>
                <a:gd name="T2" fmla="*/ 2 w 2"/>
                <a:gd name="T3" fmla="*/ 16 h 20"/>
                <a:gd name="T4" fmla="*/ 2 w 2"/>
                <a:gd name="T5" fmla="*/ 11 h 20"/>
                <a:gd name="T6" fmla="*/ 2 w 2"/>
                <a:gd name="T7" fmla="*/ 6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3" name="Freeform 904"/>
            <p:cNvSpPr>
              <a:spLocks/>
            </p:cNvSpPr>
            <p:nvPr userDrawn="1"/>
          </p:nvSpPr>
          <p:spPr bwMode="gray">
            <a:xfrm>
              <a:off x="3139" y="971"/>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4" name="Freeform 905"/>
            <p:cNvSpPr>
              <a:spLocks/>
            </p:cNvSpPr>
            <p:nvPr userDrawn="1"/>
          </p:nvSpPr>
          <p:spPr bwMode="gray">
            <a:xfrm>
              <a:off x="2651" y="687"/>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5" name="Freeform 906"/>
            <p:cNvSpPr>
              <a:spLocks/>
            </p:cNvSpPr>
            <p:nvPr userDrawn="1"/>
          </p:nvSpPr>
          <p:spPr bwMode="gray">
            <a:xfrm>
              <a:off x="2653" y="687"/>
              <a:ext cx="10" cy="9"/>
            </a:xfrm>
            <a:custGeom>
              <a:avLst/>
              <a:gdLst>
                <a:gd name="T0" fmla="*/ 10 w 10"/>
                <a:gd name="T1" fmla="*/ 0 h 9"/>
                <a:gd name="T2" fmla="*/ 7 w 10"/>
                <a:gd name="T3" fmla="*/ 0 h 9"/>
                <a:gd name="T4" fmla="*/ 5 w 10"/>
                <a:gd name="T5" fmla="*/ 2 h 9"/>
                <a:gd name="T6" fmla="*/ 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6" name="Freeform 907"/>
            <p:cNvSpPr>
              <a:spLocks/>
            </p:cNvSpPr>
            <p:nvPr userDrawn="1"/>
          </p:nvSpPr>
          <p:spPr bwMode="gray">
            <a:xfrm>
              <a:off x="3300" y="882"/>
              <a:ext cx="14" cy="12"/>
            </a:xfrm>
            <a:custGeom>
              <a:avLst/>
              <a:gdLst>
                <a:gd name="T0" fmla="*/ 14 w 14"/>
                <a:gd name="T1" fmla="*/ 12 h 12"/>
                <a:gd name="T2" fmla="*/ 14 w 14"/>
                <a:gd name="T3" fmla="*/ 7 h 12"/>
                <a:gd name="T4" fmla="*/ 12 w 14"/>
                <a:gd name="T5" fmla="*/ 3 h 12"/>
                <a:gd name="T6" fmla="*/ 9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7" name="Freeform 908"/>
            <p:cNvSpPr>
              <a:spLocks/>
            </p:cNvSpPr>
            <p:nvPr userDrawn="1"/>
          </p:nvSpPr>
          <p:spPr bwMode="gray">
            <a:xfrm>
              <a:off x="3307" y="885"/>
              <a:ext cx="5" cy="7"/>
            </a:xfrm>
            <a:custGeom>
              <a:avLst/>
              <a:gdLst>
                <a:gd name="T0" fmla="*/ 0 w 5"/>
                <a:gd name="T1" fmla="*/ 0 h 7"/>
                <a:gd name="T2" fmla="*/ 3 w 5"/>
                <a:gd name="T3" fmla="*/ 0 h 7"/>
                <a:gd name="T4" fmla="*/ 5 w 5"/>
                <a:gd name="T5" fmla="*/ 2 h 7"/>
                <a:gd name="T6" fmla="*/ 5 w 5"/>
                <a:gd name="T7" fmla="*/ 4 h 7"/>
                <a:gd name="T8" fmla="*/ 3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8" name="Freeform 909"/>
            <p:cNvSpPr>
              <a:spLocks/>
            </p:cNvSpPr>
            <p:nvPr userDrawn="1"/>
          </p:nvSpPr>
          <p:spPr bwMode="gray">
            <a:xfrm>
              <a:off x="2118" y="1513"/>
              <a:ext cx="5" cy="16"/>
            </a:xfrm>
            <a:custGeom>
              <a:avLst/>
              <a:gdLst>
                <a:gd name="T0" fmla="*/ 1 w 5"/>
                <a:gd name="T1" fmla="*/ 0 h 16"/>
                <a:gd name="T2" fmla="*/ 0 w 5"/>
                <a:gd name="T3" fmla="*/ 3 h 16"/>
                <a:gd name="T4" fmla="*/ 0 w 5"/>
                <a:gd name="T5" fmla="*/ 7 h 16"/>
                <a:gd name="T6" fmla="*/ 1 w 5"/>
                <a:gd name="T7" fmla="*/ 12 h 16"/>
                <a:gd name="T8" fmla="*/ 3 w 5"/>
                <a:gd name="T9" fmla="*/ 14 h 16"/>
                <a:gd name="T10" fmla="*/ 5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49" name="Freeform 910"/>
            <p:cNvSpPr>
              <a:spLocks/>
            </p:cNvSpPr>
            <p:nvPr userDrawn="1"/>
          </p:nvSpPr>
          <p:spPr bwMode="gray">
            <a:xfrm>
              <a:off x="2118" y="1520"/>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0" name="Freeform 911"/>
            <p:cNvSpPr>
              <a:spLocks/>
            </p:cNvSpPr>
            <p:nvPr userDrawn="1"/>
          </p:nvSpPr>
          <p:spPr bwMode="gray">
            <a:xfrm>
              <a:off x="2111" y="1284"/>
              <a:ext cx="12" cy="14"/>
            </a:xfrm>
            <a:custGeom>
              <a:avLst/>
              <a:gdLst>
                <a:gd name="T0" fmla="*/ 0 w 12"/>
                <a:gd name="T1" fmla="*/ 14 h 14"/>
                <a:gd name="T2" fmla="*/ 0 w 12"/>
                <a:gd name="T3" fmla="*/ 9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1" name="Freeform 912"/>
            <p:cNvSpPr>
              <a:spLocks/>
            </p:cNvSpPr>
            <p:nvPr userDrawn="1"/>
          </p:nvSpPr>
          <p:spPr bwMode="gray">
            <a:xfrm>
              <a:off x="2112" y="1287"/>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2" name="Line 913"/>
            <p:cNvSpPr>
              <a:spLocks noChangeShapeType="1"/>
            </p:cNvSpPr>
            <p:nvPr userDrawn="1"/>
          </p:nvSpPr>
          <p:spPr bwMode="gray">
            <a:xfrm flipH="1" flipV="1">
              <a:off x="3314" y="93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3" name="Line 914"/>
            <p:cNvSpPr>
              <a:spLocks noChangeShapeType="1"/>
            </p:cNvSpPr>
            <p:nvPr userDrawn="1"/>
          </p:nvSpPr>
          <p:spPr bwMode="gray">
            <a:xfrm flipV="1">
              <a:off x="3248" y="1887"/>
              <a:ext cx="1"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4" name="Freeform 915"/>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5" name="Line 916"/>
            <p:cNvSpPr>
              <a:spLocks noChangeShapeType="1"/>
            </p:cNvSpPr>
            <p:nvPr userDrawn="1"/>
          </p:nvSpPr>
          <p:spPr bwMode="gray">
            <a:xfrm flipV="1">
              <a:off x="3141" y="1901"/>
              <a:ext cx="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6" name="Line 917"/>
            <p:cNvSpPr>
              <a:spLocks noChangeShapeType="1"/>
            </p:cNvSpPr>
            <p:nvPr userDrawn="1"/>
          </p:nvSpPr>
          <p:spPr bwMode="gray">
            <a:xfrm flipV="1">
              <a:off x="3146" y="1903"/>
              <a:ext cx="2"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7" name="Line 918"/>
            <p:cNvSpPr>
              <a:spLocks noChangeShapeType="1"/>
            </p:cNvSpPr>
            <p:nvPr userDrawn="1"/>
          </p:nvSpPr>
          <p:spPr bwMode="gray">
            <a:xfrm>
              <a:off x="3144" y="1903"/>
              <a:ext cx="1"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8" name="Freeform 919"/>
            <p:cNvSpPr>
              <a:spLocks/>
            </p:cNvSpPr>
            <p:nvPr userDrawn="1"/>
          </p:nvSpPr>
          <p:spPr bwMode="gray">
            <a:xfrm>
              <a:off x="3141" y="1971"/>
              <a:ext cx="5" cy="9"/>
            </a:xfrm>
            <a:custGeom>
              <a:avLst/>
              <a:gdLst>
                <a:gd name="T0" fmla="*/ 5 w 5"/>
                <a:gd name="T1" fmla="*/ 9 h 9"/>
                <a:gd name="T2" fmla="*/ 2 w 5"/>
                <a:gd name="T3" fmla="*/ 7 h 9"/>
                <a:gd name="T4" fmla="*/ 0 w 5"/>
                <a:gd name="T5" fmla="*/ 5 h 9"/>
                <a:gd name="T6" fmla="*/ 0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59" name="Freeform 920"/>
            <p:cNvSpPr>
              <a:spLocks/>
            </p:cNvSpPr>
            <p:nvPr userDrawn="1"/>
          </p:nvSpPr>
          <p:spPr bwMode="gray">
            <a:xfrm>
              <a:off x="3143" y="1985"/>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0" name="Freeform 921"/>
            <p:cNvSpPr>
              <a:spLocks/>
            </p:cNvSpPr>
            <p:nvPr userDrawn="1"/>
          </p:nvSpPr>
          <p:spPr bwMode="gray">
            <a:xfrm>
              <a:off x="3132" y="1971"/>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1" name="Freeform 922"/>
            <p:cNvSpPr>
              <a:spLocks/>
            </p:cNvSpPr>
            <p:nvPr userDrawn="1"/>
          </p:nvSpPr>
          <p:spPr bwMode="gray">
            <a:xfrm>
              <a:off x="3123" y="1978"/>
              <a:ext cx="9" cy="18"/>
            </a:xfrm>
            <a:custGeom>
              <a:avLst/>
              <a:gdLst>
                <a:gd name="T0" fmla="*/ 0 w 9"/>
                <a:gd name="T1" fmla="*/ 18 h 18"/>
                <a:gd name="T2" fmla="*/ 2 w 9"/>
                <a:gd name="T3" fmla="*/ 14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2" name="Freeform 923"/>
            <p:cNvSpPr>
              <a:spLocks/>
            </p:cNvSpPr>
            <p:nvPr userDrawn="1"/>
          </p:nvSpPr>
          <p:spPr bwMode="gray">
            <a:xfrm>
              <a:off x="3123" y="1996"/>
              <a:ext cx="20" cy="1"/>
            </a:xfrm>
            <a:custGeom>
              <a:avLst/>
              <a:gdLst>
                <a:gd name="T0" fmla="*/ 0 w 20"/>
                <a:gd name="T1" fmla="*/ 0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63" name="Line 924"/>
            <p:cNvSpPr>
              <a:spLocks noChangeShapeType="1"/>
            </p:cNvSpPr>
            <p:nvPr userDrawn="1"/>
          </p:nvSpPr>
          <p:spPr bwMode="gray">
            <a:xfrm>
              <a:off x="2837" y="1216"/>
              <a:ext cx="314" cy="10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864" name="Group 925"/>
          <p:cNvGrpSpPr>
            <a:grpSpLocks/>
          </p:cNvGrpSpPr>
          <p:nvPr userDrawn="1"/>
        </p:nvGrpSpPr>
        <p:grpSpPr bwMode="auto">
          <a:xfrm>
            <a:off x="5867400" y="3789363"/>
            <a:ext cx="2798763" cy="2786062"/>
            <a:chOff x="4059" y="2614"/>
            <a:chExt cx="1581" cy="1574"/>
          </a:xfrm>
        </p:grpSpPr>
        <p:sp>
          <p:nvSpPr>
            <p:cNvPr id="865" name="Line 926"/>
            <p:cNvSpPr>
              <a:spLocks noChangeShapeType="1"/>
            </p:cNvSpPr>
            <p:nvPr userDrawn="1"/>
          </p:nvSpPr>
          <p:spPr bwMode="gray">
            <a:xfrm flipH="1">
              <a:off x="5040" y="3476"/>
              <a:ext cx="156"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6" name="Line 927"/>
            <p:cNvSpPr>
              <a:spLocks noChangeShapeType="1"/>
            </p:cNvSpPr>
            <p:nvPr userDrawn="1"/>
          </p:nvSpPr>
          <p:spPr bwMode="gray">
            <a:xfrm flipH="1" flipV="1">
              <a:off x="5049" y="3467"/>
              <a:ext cx="206"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7" name="Line 928"/>
            <p:cNvSpPr>
              <a:spLocks noChangeShapeType="1"/>
            </p:cNvSpPr>
            <p:nvPr userDrawn="1"/>
          </p:nvSpPr>
          <p:spPr bwMode="gray">
            <a:xfrm flipV="1">
              <a:off x="5029" y="358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8" name="Line 929"/>
            <p:cNvSpPr>
              <a:spLocks noChangeShapeType="1"/>
            </p:cNvSpPr>
            <p:nvPr userDrawn="1"/>
          </p:nvSpPr>
          <p:spPr bwMode="gray">
            <a:xfrm flipV="1">
              <a:off x="5397" y="3462"/>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69" name="Line 930"/>
            <p:cNvSpPr>
              <a:spLocks noChangeShapeType="1"/>
            </p:cNvSpPr>
            <p:nvPr userDrawn="1"/>
          </p:nvSpPr>
          <p:spPr bwMode="gray">
            <a:xfrm flipH="1">
              <a:off x="5404" y="3217"/>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0" name="Line 931"/>
            <p:cNvSpPr>
              <a:spLocks noChangeShapeType="1"/>
            </p:cNvSpPr>
            <p:nvPr userDrawn="1"/>
          </p:nvSpPr>
          <p:spPr bwMode="gray">
            <a:xfrm flipV="1">
              <a:off x="4938" y="2878"/>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1" name="Freeform 932"/>
            <p:cNvSpPr>
              <a:spLocks/>
            </p:cNvSpPr>
            <p:nvPr userDrawn="1"/>
          </p:nvSpPr>
          <p:spPr bwMode="gray">
            <a:xfrm>
              <a:off x="5031" y="3567"/>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2" name="Line 933"/>
            <p:cNvSpPr>
              <a:spLocks noChangeShapeType="1"/>
            </p:cNvSpPr>
            <p:nvPr userDrawn="1"/>
          </p:nvSpPr>
          <p:spPr bwMode="gray">
            <a:xfrm>
              <a:off x="4931" y="3539"/>
              <a:ext cx="20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3" name="Line 934"/>
            <p:cNvSpPr>
              <a:spLocks noChangeShapeType="1"/>
            </p:cNvSpPr>
            <p:nvPr userDrawn="1"/>
          </p:nvSpPr>
          <p:spPr bwMode="gray">
            <a:xfrm>
              <a:off x="4937" y="3532"/>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4" name="Line 935"/>
            <p:cNvSpPr>
              <a:spLocks noChangeShapeType="1"/>
            </p:cNvSpPr>
            <p:nvPr userDrawn="1"/>
          </p:nvSpPr>
          <p:spPr bwMode="gray">
            <a:xfrm flipH="1" flipV="1">
              <a:off x="4928" y="3550"/>
              <a:ext cx="208"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5" name="Line 936"/>
            <p:cNvSpPr>
              <a:spLocks noChangeShapeType="1"/>
            </p:cNvSpPr>
            <p:nvPr userDrawn="1"/>
          </p:nvSpPr>
          <p:spPr bwMode="gray">
            <a:xfrm>
              <a:off x="4905" y="3786"/>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6" name="Line 937"/>
            <p:cNvSpPr>
              <a:spLocks noChangeShapeType="1"/>
            </p:cNvSpPr>
            <p:nvPr userDrawn="1"/>
          </p:nvSpPr>
          <p:spPr bwMode="gray">
            <a:xfrm flipH="1" flipV="1">
              <a:off x="4179" y="3352"/>
              <a:ext cx="116"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7" name="Line 938"/>
            <p:cNvSpPr>
              <a:spLocks noChangeShapeType="1"/>
            </p:cNvSpPr>
            <p:nvPr userDrawn="1"/>
          </p:nvSpPr>
          <p:spPr bwMode="gray">
            <a:xfrm flipV="1">
              <a:off x="4232" y="3411"/>
              <a:ext cx="63" cy="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8" name="Line 939"/>
            <p:cNvSpPr>
              <a:spLocks noChangeShapeType="1"/>
            </p:cNvSpPr>
            <p:nvPr userDrawn="1"/>
          </p:nvSpPr>
          <p:spPr bwMode="gray">
            <a:xfrm flipH="1" flipV="1">
              <a:off x="4613" y="3508"/>
              <a:ext cx="203"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79" name="Line 940"/>
            <p:cNvSpPr>
              <a:spLocks noChangeShapeType="1"/>
            </p:cNvSpPr>
            <p:nvPr userDrawn="1"/>
          </p:nvSpPr>
          <p:spPr bwMode="gray">
            <a:xfrm flipV="1">
              <a:off x="4590" y="3483"/>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0" name="Line 941"/>
            <p:cNvSpPr>
              <a:spLocks noChangeShapeType="1"/>
            </p:cNvSpPr>
            <p:nvPr userDrawn="1"/>
          </p:nvSpPr>
          <p:spPr bwMode="gray">
            <a:xfrm flipV="1">
              <a:off x="4828" y="3597"/>
              <a:ext cx="1"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1" name="Line 942"/>
            <p:cNvSpPr>
              <a:spLocks noChangeShapeType="1"/>
            </p:cNvSpPr>
            <p:nvPr userDrawn="1"/>
          </p:nvSpPr>
          <p:spPr bwMode="gray">
            <a:xfrm flipV="1">
              <a:off x="4746" y="3665"/>
              <a:ext cx="161"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2" name="Line 943"/>
            <p:cNvSpPr>
              <a:spLocks noChangeShapeType="1"/>
            </p:cNvSpPr>
            <p:nvPr userDrawn="1"/>
          </p:nvSpPr>
          <p:spPr bwMode="gray">
            <a:xfrm>
              <a:off x="4681" y="3450"/>
              <a:ext cx="11"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3" name="Line 944"/>
            <p:cNvSpPr>
              <a:spLocks noChangeShapeType="1"/>
            </p:cNvSpPr>
            <p:nvPr userDrawn="1"/>
          </p:nvSpPr>
          <p:spPr bwMode="gray">
            <a:xfrm flipV="1">
              <a:off x="4692" y="3453"/>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4" name="Line 945"/>
            <p:cNvSpPr>
              <a:spLocks noChangeShapeType="1"/>
            </p:cNvSpPr>
            <p:nvPr userDrawn="1"/>
          </p:nvSpPr>
          <p:spPr bwMode="gray">
            <a:xfrm flipH="1" flipV="1">
              <a:off x="4400" y="3513"/>
              <a:ext cx="4" cy="2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5" name="Line 946"/>
            <p:cNvSpPr>
              <a:spLocks noChangeShapeType="1"/>
            </p:cNvSpPr>
            <p:nvPr userDrawn="1"/>
          </p:nvSpPr>
          <p:spPr bwMode="gray">
            <a:xfrm>
              <a:off x="4090" y="3527"/>
              <a:ext cx="637"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6" name="Line 947"/>
            <p:cNvSpPr>
              <a:spLocks noChangeShapeType="1"/>
            </p:cNvSpPr>
            <p:nvPr userDrawn="1"/>
          </p:nvSpPr>
          <p:spPr bwMode="gray">
            <a:xfrm flipV="1">
              <a:off x="4512" y="3553"/>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7" name="Line 948"/>
            <p:cNvSpPr>
              <a:spLocks noChangeShapeType="1"/>
            </p:cNvSpPr>
            <p:nvPr userDrawn="1"/>
          </p:nvSpPr>
          <p:spPr bwMode="gray">
            <a:xfrm flipH="1" flipV="1">
              <a:off x="4499" y="3550"/>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8" name="Line 949"/>
            <p:cNvSpPr>
              <a:spLocks noChangeShapeType="1"/>
            </p:cNvSpPr>
            <p:nvPr userDrawn="1"/>
          </p:nvSpPr>
          <p:spPr bwMode="gray">
            <a:xfrm flipH="1" flipV="1">
              <a:off x="4302" y="3478"/>
              <a:ext cx="19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89" name="Line 950"/>
            <p:cNvSpPr>
              <a:spLocks noChangeShapeType="1"/>
            </p:cNvSpPr>
            <p:nvPr userDrawn="1"/>
          </p:nvSpPr>
          <p:spPr bwMode="gray">
            <a:xfrm flipH="1" flipV="1">
              <a:off x="4291" y="3474"/>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0" name="Line 951"/>
            <p:cNvSpPr>
              <a:spLocks noChangeShapeType="1"/>
            </p:cNvSpPr>
            <p:nvPr userDrawn="1"/>
          </p:nvSpPr>
          <p:spPr bwMode="gray">
            <a:xfrm flipV="1">
              <a:off x="4291" y="3474"/>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1" name="Line 952"/>
            <p:cNvSpPr>
              <a:spLocks noChangeShapeType="1"/>
            </p:cNvSpPr>
            <p:nvPr userDrawn="1"/>
          </p:nvSpPr>
          <p:spPr bwMode="gray">
            <a:xfrm>
              <a:off x="4295" y="3714"/>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2" name="Line 953"/>
            <p:cNvSpPr>
              <a:spLocks noChangeShapeType="1"/>
            </p:cNvSpPr>
            <p:nvPr userDrawn="1"/>
          </p:nvSpPr>
          <p:spPr bwMode="gray">
            <a:xfrm>
              <a:off x="4295" y="3728"/>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3" name="Line 954"/>
            <p:cNvSpPr>
              <a:spLocks noChangeShapeType="1"/>
            </p:cNvSpPr>
            <p:nvPr userDrawn="1"/>
          </p:nvSpPr>
          <p:spPr bwMode="gray">
            <a:xfrm>
              <a:off x="4307" y="3732"/>
              <a:ext cx="195"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4" name="Line 955"/>
            <p:cNvSpPr>
              <a:spLocks noChangeShapeType="1"/>
            </p:cNvSpPr>
            <p:nvPr userDrawn="1"/>
          </p:nvSpPr>
          <p:spPr bwMode="gray">
            <a:xfrm>
              <a:off x="4503" y="3805"/>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5" name="Line 956"/>
            <p:cNvSpPr>
              <a:spLocks noChangeShapeType="1"/>
            </p:cNvSpPr>
            <p:nvPr userDrawn="1"/>
          </p:nvSpPr>
          <p:spPr bwMode="gray">
            <a:xfrm>
              <a:off x="4513" y="3796"/>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6" name="Line 957"/>
            <p:cNvSpPr>
              <a:spLocks noChangeShapeType="1"/>
            </p:cNvSpPr>
            <p:nvPr userDrawn="1"/>
          </p:nvSpPr>
          <p:spPr bwMode="gray">
            <a:xfrm flipH="1" flipV="1">
              <a:off x="4604" y="3836"/>
              <a:ext cx="2" cy="1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7" name="Line 958"/>
            <p:cNvSpPr>
              <a:spLocks noChangeShapeType="1"/>
            </p:cNvSpPr>
            <p:nvPr userDrawn="1"/>
          </p:nvSpPr>
          <p:spPr bwMode="gray">
            <a:xfrm flipV="1">
              <a:off x="4524" y="3836"/>
              <a:ext cx="7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8" name="Line 959"/>
            <p:cNvSpPr>
              <a:spLocks noChangeShapeType="1"/>
            </p:cNvSpPr>
            <p:nvPr userDrawn="1"/>
          </p:nvSpPr>
          <p:spPr bwMode="gray">
            <a:xfrm flipH="1" flipV="1">
              <a:off x="4601" y="3256"/>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899" name="Line 960"/>
            <p:cNvSpPr>
              <a:spLocks noChangeShapeType="1"/>
            </p:cNvSpPr>
            <p:nvPr userDrawn="1"/>
          </p:nvSpPr>
          <p:spPr bwMode="gray">
            <a:xfrm flipV="1">
              <a:off x="4520" y="3378"/>
              <a:ext cx="163" cy="8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0" name="Line 961"/>
            <p:cNvSpPr>
              <a:spLocks noChangeShapeType="1"/>
            </p:cNvSpPr>
            <p:nvPr userDrawn="1"/>
          </p:nvSpPr>
          <p:spPr bwMode="gray">
            <a:xfrm>
              <a:off x="4389" y="3172"/>
              <a:ext cx="200"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1" name="Line 962"/>
            <p:cNvSpPr>
              <a:spLocks noChangeShapeType="1"/>
            </p:cNvSpPr>
            <p:nvPr userDrawn="1"/>
          </p:nvSpPr>
          <p:spPr bwMode="gray">
            <a:xfrm flipH="1">
              <a:off x="4405" y="3163"/>
              <a:ext cx="166"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2" name="Line 963"/>
            <p:cNvSpPr>
              <a:spLocks noChangeShapeType="1"/>
            </p:cNvSpPr>
            <p:nvPr userDrawn="1"/>
          </p:nvSpPr>
          <p:spPr bwMode="gray">
            <a:xfrm>
              <a:off x="4307" y="3808"/>
              <a:ext cx="195"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3" name="Line 964"/>
            <p:cNvSpPr>
              <a:spLocks noChangeShapeType="1"/>
            </p:cNvSpPr>
            <p:nvPr userDrawn="1"/>
          </p:nvSpPr>
          <p:spPr bwMode="gray">
            <a:xfrm>
              <a:off x="4403" y="3768"/>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4" name="Line 965"/>
            <p:cNvSpPr>
              <a:spLocks noChangeShapeType="1"/>
            </p:cNvSpPr>
            <p:nvPr userDrawn="1"/>
          </p:nvSpPr>
          <p:spPr bwMode="gray">
            <a:xfrm>
              <a:off x="4300" y="3398"/>
              <a:ext cx="199"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5" name="Line 966"/>
            <p:cNvSpPr>
              <a:spLocks noChangeShapeType="1"/>
            </p:cNvSpPr>
            <p:nvPr userDrawn="1"/>
          </p:nvSpPr>
          <p:spPr bwMode="gray">
            <a:xfrm>
              <a:off x="4396" y="3266"/>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6" name="Line 967"/>
            <p:cNvSpPr>
              <a:spLocks noChangeShapeType="1"/>
            </p:cNvSpPr>
            <p:nvPr userDrawn="1"/>
          </p:nvSpPr>
          <p:spPr bwMode="gray">
            <a:xfrm flipV="1">
              <a:off x="5386" y="3111"/>
              <a:ext cx="30" cy="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7" name="Line 968"/>
            <p:cNvSpPr>
              <a:spLocks noChangeShapeType="1"/>
            </p:cNvSpPr>
            <p:nvPr userDrawn="1"/>
          </p:nvSpPr>
          <p:spPr bwMode="gray">
            <a:xfrm flipV="1">
              <a:off x="5496" y="3212"/>
              <a:ext cx="4"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8" name="Line 969"/>
            <p:cNvSpPr>
              <a:spLocks noChangeShapeType="1"/>
            </p:cNvSpPr>
            <p:nvPr userDrawn="1"/>
          </p:nvSpPr>
          <p:spPr bwMode="gray">
            <a:xfrm flipV="1">
              <a:off x="5547" y="3280"/>
              <a:ext cx="18"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09" name="Line 970"/>
            <p:cNvSpPr>
              <a:spLocks noChangeShapeType="1"/>
            </p:cNvSpPr>
            <p:nvPr userDrawn="1"/>
          </p:nvSpPr>
          <p:spPr bwMode="gray">
            <a:xfrm>
              <a:off x="5346" y="3083"/>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0" name="Line 971"/>
            <p:cNvSpPr>
              <a:spLocks noChangeShapeType="1"/>
            </p:cNvSpPr>
            <p:nvPr userDrawn="1"/>
          </p:nvSpPr>
          <p:spPr bwMode="gray">
            <a:xfrm flipV="1">
              <a:off x="5356" y="3086"/>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1" name="Line 972"/>
            <p:cNvSpPr>
              <a:spLocks noChangeShapeType="1"/>
            </p:cNvSpPr>
            <p:nvPr userDrawn="1"/>
          </p:nvSpPr>
          <p:spPr bwMode="gray">
            <a:xfrm flipV="1">
              <a:off x="5087" y="3168"/>
              <a:ext cx="4" cy="2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2" name="Line 973"/>
            <p:cNvSpPr>
              <a:spLocks noChangeShapeType="1"/>
            </p:cNvSpPr>
            <p:nvPr userDrawn="1"/>
          </p:nvSpPr>
          <p:spPr bwMode="gray">
            <a:xfrm>
              <a:off x="4982" y="333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3" name="Line 974"/>
            <p:cNvSpPr>
              <a:spLocks noChangeShapeType="1"/>
            </p:cNvSpPr>
            <p:nvPr userDrawn="1"/>
          </p:nvSpPr>
          <p:spPr bwMode="gray">
            <a:xfrm>
              <a:off x="4982" y="3345"/>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4" name="Line 975"/>
            <p:cNvSpPr>
              <a:spLocks noChangeShapeType="1"/>
            </p:cNvSpPr>
            <p:nvPr userDrawn="1"/>
          </p:nvSpPr>
          <p:spPr bwMode="gray">
            <a:xfrm flipV="1">
              <a:off x="5279" y="2896"/>
              <a:ext cx="4" cy="19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5" name="Line 976"/>
            <p:cNvSpPr>
              <a:spLocks noChangeShapeType="1"/>
            </p:cNvSpPr>
            <p:nvPr userDrawn="1"/>
          </p:nvSpPr>
          <p:spPr bwMode="gray">
            <a:xfrm flipV="1">
              <a:off x="5257" y="3014"/>
              <a:ext cx="94"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6" name="Line 977"/>
            <p:cNvSpPr>
              <a:spLocks noChangeShapeType="1"/>
            </p:cNvSpPr>
            <p:nvPr userDrawn="1"/>
          </p:nvSpPr>
          <p:spPr bwMode="gray">
            <a:xfrm flipH="1">
              <a:off x="5232" y="2812"/>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7" name="Line 978"/>
            <p:cNvSpPr>
              <a:spLocks noChangeShapeType="1"/>
            </p:cNvSpPr>
            <p:nvPr userDrawn="1"/>
          </p:nvSpPr>
          <p:spPr bwMode="gray">
            <a:xfrm>
              <a:off x="4991" y="3422"/>
              <a:ext cx="83" cy="2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8" name="Line 979"/>
            <p:cNvSpPr>
              <a:spLocks noChangeShapeType="1"/>
            </p:cNvSpPr>
            <p:nvPr userDrawn="1"/>
          </p:nvSpPr>
          <p:spPr bwMode="gray">
            <a:xfrm flipH="1" flipV="1">
              <a:off x="4993" y="3349"/>
              <a:ext cx="105"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19" name="Line 980"/>
            <p:cNvSpPr>
              <a:spLocks noChangeShapeType="1"/>
            </p:cNvSpPr>
            <p:nvPr userDrawn="1"/>
          </p:nvSpPr>
          <p:spPr bwMode="gray">
            <a:xfrm flipH="1">
              <a:off x="5482" y="3286"/>
              <a:ext cx="42" cy="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0" name="Line 981"/>
            <p:cNvSpPr>
              <a:spLocks noChangeShapeType="1"/>
            </p:cNvSpPr>
            <p:nvPr userDrawn="1"/>
          </p:nvSpPr>
          <p:spPr bwMode="gray">
            <a:xfrm flipH="1" flipV="1">
              <a:off x="5481" y="3364"/>
              <a:ext cx="43"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1" name="Line 982"/>
            <p:cNvSpPr>
              <a:spLocks noChangeShapeType="1"/>
            </p:cNvSpPr>
            <p:nvPr userDrawn="1"/>
          </p:nvSpPr>
          <p:spPr bwMode="gray">
            <a:xfrm flipV="1">
              <a:off x="5091" y="3432"/>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2" name="Line 983"/>
            <p:cNvSpPr>
              <a:spLocks noChangeShapeType="1"/>
            </p:cNvSpPr>
            <p:nvPr userDrawn="1"/>
          </p:nvSpPr>
          <p:spPr bwMode="gray">
            <a:xfrm flipV="1">
              <a:off x="5091" y="3429"/>
              <a:ext cx="8"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3" name="Line 984"/>
            <p:cNvSpPr>
              <a:spLocks noChangeShapeType="1"/>
            </p:cNvSpPr>
            <p:nvPr userDrawn="1"/>
          </p:nvSpPr>
          <p:spPr bwMode="gray">
            <a:xfrm>
              <a:off x="4928" y="3665"/>
              <a:ext cx="20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4" name="Line 985"/>
            <p:cNvSpPr>
              <a:spLocks noChangeShapeType="1"/>
            </p:cNvSpPr>
            <p:nvPr userDrawn="1"/>
          </p:nvSpPr>
          <p:spPr bwMode="gray">
            <a:xfrm flipV="1">
              <a:off x="5155" y="3446"/>
              <a:ext cx="478" cy="2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5" name="Line 986"/>
            <p:cNvSpPr>
              <a:spLocks noChangeShapeType="1"/>
            </p:cNvSpPr>
            <p:nvPr userDrawn="1"/>
          </p:nvSpPr>
          <p:spPr bwMode="gray">
            <a:xfrm flipV="1">
              <a:off x="5486" y="341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6" name="Line 987"/>
            <p:cNvSpPr>
              <a:spLocks noChangeShapeType="1"/>
            </p:cNvSpPr>
            <p:nvPr userDrawn="1"/>
          </p:nvSpPr>
          <p:spPr bwMode="gray">
            <a:xfrm flipH="1">
              <a:off x="5477" y="3413"/>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7" name="Line 988"/>
            <p:cNvSpPr>
              <a:spLocks noChangeShapeType="1"/>
            </p:cNvSpPr>
            <p:nvPr userDrawn="1"/>
          </p:nvSpPr>
          <p:spPr bwMode="gray">
            <a:xfrm flipH="1">
              <a:off x="5328" y="3418"/>
              <a:ext cx="14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8" name="Line 989"/>
            <p:cNvSpPr>
              <a:spLocks noChangeShapeType="1"/>
            </p:cNvSpPr>
            <p:nvPr userDrawn="1"/>
          </p:nvSpPr>
          <p:spPr bwMode="gray">
            <a:xfrm flipH="1">
              <a:off x="5320" y="3506"/>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29" name="Line 990"/>
            <p:cNvSpPr>
              <a:spLocks noChangeShapeType="1"/>
            </p:cNvSpPr>
            <p:nvPr userDrawn="1"/>
          </p:nvSpPr>
          <p:spPr bwMode="gray">
            <a:xfrm flipV="1">
              <a:off x="5320" y="3511"/>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0" name="Line 991"/>
            <p:cNvSpPr>
              <a:spLocks noChangeShapeType="1"/>
            </p:cNvSpPr>
            <p:nvPr userDrawn="1"/>
          </p:nvSpPr>
          <p:spPr bwMode="gray">
            <a:xfrm>
              <a:off x="5314" y="3754"/>
              <a:ext cx="4"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1" name="Line 992"/>
            <p:cNvSpPr>
              <a:spLocks noChangeShapeType="1"/>
            </p:cNvSpPr>
            <p:nvPr userDrawn="1"/>
          </p:nvSpPr>
          <p:spPr bwMode="gray">
            <a:xfrm flipV="1">
              <a:off x="5314" y="3761"/>
              <a:ext cx="7" cy="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2" name="Line 993"/>
            <p:cNvSpPr>
              <a:spLocks noChangeShapeType="1"/>
            </p:cNvSpPr>
            <p:nvPr userDrawn="1"/>
          </p:nvSpPr>
          <p:spPr bwMode="gray">
            <a:xfrm flipV="1">
              <a:off x="5321" y="3669"/>
              <a:ext cx="149" cy="9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3" name="Line 994"/>
            <p:cNvSpPr>
              <a:spLocks noChangeShapeType="1"/>
            </p:cNvSpPr>
            <p:nvPr userDrawn="1"/>
          </p:nvSpPr>
          <p:spPr bwMode="gray">
            <a:xfrm flipV="1">
              <a:off x="5470" y="366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4" name="Line 995"/>
            <p:cNvSpPr>
              <a:spLocks noChangeShapeType="1"/>
            </p:cNvSpPr>
            <p:nvPr userDrawn="1"/>
          </p:nvSpPr>
          <p:spPr bwMode="gray">
            <a:xfrm>
              <a:off x="5479" y="3651"/>
              <a:ext cx="4"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5" name="Line 996"/>
            <p:cNvSpPr>
              <a:spLocks noChangeShapeType="1"/>
            </p:cNvSpPr>
            <p:nvPr userDrawn="1"/>
          </p:nvSpPr>
          <p:spPr bwMode="gray">
            <a:xfrm flipH="1" flipV="1">
              <a:off x="5227" y="3814"/>
              <a:ext cx="74" cy="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6" name="Line 997"/>
            <p:cNvSpPr>
              <a:spLocks noChangeShapeType="1"/>
            </p:cNvSpPr>
            <p:nvPr userDrawn="1"/>
          </p:nvSpPr>
          <p:spPr bwMode="gray">
            <a:xfrm flipV="1">
              <a:off x="5204" y="3226"/>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7" name="Line 998"/>
            <p:cNvSpPr>
              <a:spLocks noChangeShapeType="1"/>
            </p:cNvSpPr>
            <p:nvPr userDrawn="1"/>
          </p:nvSpPr>
          <p:spPr bwMode="gray">
            <a:xfrm flipH="1" flipV="1">
              <a:off x="5103" y="3357"/>
              <a:ext cx="208"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8" name="Line 999"/>
            <p:cNvSpPr>
              <a:spLocks noChangeShapeType="1"/>
            </p:cNvSpPr>
            <p:nvPr userDrawn="1"/>
          </p:nvSpPr>
          <p:spPr bwMode="gray">
            <a:xfrm flipV="1">
              <a:off x="5218" y="3125"/>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39" name="Line 1000"/>
            <p:cNvSpPr>
              <a:spLocks noChangeShapeType="1"/>
            </p:cNvSpPr>
            <p:nvPr userDrawn="1"/>
          </p:nvSpPr>
          <p:spPr bwMode="gray">
            <a:xfrm>
              <a:off x="5190" y="3133"/>
              <a:ext cx="208"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0" name="Line 1001"/>
            <p:cNvSpPr>
              <a:spLocks noChangeShapeType="1"/>
            </p:cNvSpPr>
            <p:nvPr userDrawn="1"/>
          </p:nvSpPr>
          <p:spPr bwMode="gray">
            <a:xfrm flipV="1">
              <a:off x="5320" y="3747"/>
              <a:ext cx="148"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1" name="Line 1002"/>
            <p:cNvSpPr>
              <a:spLocks noChangeShapeType="1"/>
            </p:cNvSpPr>
            <p:nvPr userDrawn="1"/>
          </p:nvSpPr>
          <p:spPr bwMode="gray">
            <a:xfrm flipH="1">
              <a:off x="5390" y="3714"/>
              <a:ext cx="7"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2" name="Line 1003"/>
            <p:cNvSpPr>
              <a:spLocks noChangeShapeType="1"/>
            </p:cNvSpPr>
            <p:nvPr userDrawn="1"/>
          </p:nvSpPr>
          <p:spPr bwMode="gray">
            <a:xfrm flipV="1">
              <a:off x="5330" y="3338"/>
              <a:ext cx="152"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3" name="Line 1004"/>
            <p:cNvSpPr>
              <a:spLocks noChangeShapeType="1"/>
            </p:cNvSpPr>
            <p:nvPr userDrawn="1"/>
          </p:nvSpPr>
          <p:spPr bwMode="gray">
            <a:xfrm flipH="1" flipV="1">
              <a:off x="4328" y="2939"/>
              <a:ext cx="5"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4" name="Line 1005"/>
            <p:cNvSpPr>
              <a:spLocks noChangeShapeType="1"/>
            </p:cNvSpPr>
            <p:nvPr userDrawn="1"/>
          </p:nvSpPr>
          <p:spPr bwMode="gray">
            <a:xfrm flipH="1" flipV="1">
              <a:off x="4239" y="3067"/>
              <a:ext cx="187"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5" name="Line 1006"/>
            <p:cNvSpPr>
              <a:spLocks noChangeShapeType="1"/>
            </p:cNvSpPr>
            <p:nvPr userDrawn="1"/>
          </p:nvSpPr>
          <p:spPr bwMode="gray">
            <a:xfrm flipV="1">
              <a:off x="4230" y="3140"/>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6" name="Line 1007"/>
            <p:cNvSpPr>
              <a:spLocks noChangeShapeType="1"/>
            </p:cNvSpPr>
            <p:nvPr userDrawn="1"/>
          </p:nvSpPr>
          <p:spPr bwMode="gray">
            <a:xfrm flipH="1">
              <a:off x="4230" y="313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7" name="Line 1008"/>
            <p:cNvSpPr>
              <a:spLocks noChangeShapeType="1"/>
            </p:cNvSpPr>
            <p:nvPr userDrawn="1"/>
          </p:nvSpPr>
          <p:spPr bwMode="gray">
            <a:xfrm flipV="1">
              <a:off x="4337" y="2873"/>
              <a:ext cx="10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8" name="Line 1009"/>
            <p:cNvSpPr>
              <a:spLocks noChangeShapeType="1"/>
            </p:cNvSpPr>
            <p:nvPr userDrawn="1"/>
          </p:nvSpPr>
          <p:spPr bwMode="gray">
            <a:xfrm>
              <a:off x="4323" y="2854"/>
              <a:ext cx="117" cy="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49" name="Line 1010"/>
            <p:cNvSpPr>
              <a:spLocks noChangeShapeType="1"/>
            </p:cNvSpPr>
            <p:nvPr userDrawn="1"/>
          </p:nvSpPr>
          <p:spPr bwMode="gray">
            <a:xfrm>
              <a:off x="4874" y="3975"/>
              <a:ext cx="19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0" name="Line 1011"/>
            <p:cNvSpPr>
              <a:spLocks noChangeShapeType="1"/>
            </p:cNvSpPr>
            <p:nvPr userDrawn="1"/>
          </p:nvSpPr>
          <p:spPr bwMode="gray">
            <a:xfrm flipV="1">
              <a:off x="4930" y="388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1" name="Line 1012"/>
            <p:cNvSpPr>
              <a:spLocks noChangeShapeType="1"/>
            </p:cNvSpPr>
            <p:nvPr userDrawn="1"/>
          </p:nvSpPr>
          <p:spPr bwMode="gray">
            <a:xfrm>
              <a:off x="4853" y="3847"/>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2" name="Line 1013"/>
            <p:cNvSpPr>
              <a:spLocks noChangeShapeType="1"/>
            </p:cNvSpPr>
            <p:nvPr userDrawn="1"/>
          </p:nvSpPr>
          <p:spPr bwMode="gray">
            <a:xfrm flipH="1">
              <a:off x="4865" y="3845"/>
              <a:ext cx="7"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3" name="Line 1014"/>
            <p:cNvSpPr>
              <a:spLocks noChangeShapeType="1"/>
            </p:cNvSpPr>
            <p:nvPr userDrawn="1"/>
          </p:nvSpPr>
          <p:spPr bwMode="gray">
            <a:xfrm flipV="1">
              <a:off x="5091" y="3973"/>
              <a:ext cx="11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4" name="Line 1015"/>
            <p:cNvSpPr>
              <a:spLocks noChangeShapeType="1"/>
            </p:cNvSpPr>
            <p:nvPr userDrawn="1"/>
          </p:nvSpPr>
          <p:spPr bwMode="gray">
            <a:xfrm flipH="1">
              <a:off x="5162" y="3955"/>
              <a:ext cx="2" cy="15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5" name="Line 1016"/>
            <p:cNvSpPr>
              <a:spLocks noChangeShapeType="1"/>
            </p:cNvSpPr>
            <p:nvPr userDrawn="1"/>
          </p:nvSpPr>
          <p:spPr bwMode="gray">
            <a:xfrm flipH="1">
              <a:off x="4863" y="4085"/>
              <a:ext cx="9"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6" name="Line 1017"/>
            <p:cNvSpPr>
              <a:spLocks noChangeShapeType="1"/>
            </p:cNvSpPr>
            <p:nvPr userDrawn="1"/>
          </p:nvSpPr>
          <p:spPr bwMode="gray">
            <a:xfrm flipH="1" flipV="1">
              <a:off x="4853" y="408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7" name="Line 1018"/>
            <p:cNvSpPr>
              <a:spLocks noChangeShapeType="1"/>
            </p:cNvSpPr>
            <p:nvPr userDrawn="1"/>
          </p:nvSpPr>
          <p:spPr bwMode="gray">
            <a:xfrm flipH="1">
              <a:off x="4702" y="3976"/>
              <a:ext cx="152"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8" name="Line 1019"/>
            <p:cNvSpPr>
              <a:spLocks noChangeShapeType="1"/>
            </p:cNvSpPr>
            <p:nvPr userDrawn="1"/>
          </p:nvSpPr>
          <p:spPr bwMode="gray">
            <a:xfrm flipV="1">
              <a:off x="4811" y="3894"/>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59" name="Line 1020"/>
            <p:cNvSpPr>
              <a:spLocks noChangeShapeType="1"/>
            </p:cNvSpPr>
            <p:nvPr userDrawn="1"/>
          </p:nvSpPr>
          <p:spPr bwMode="gray">
            <a:xfrm>
              <a:off x="4564" y="4025"/>
              <a:ext cx="11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0" name="Line 1021"/>
            <p:cNvSpPr>
              <a:spLocks noChangeShapeType="1"/>
            </p:cNvSpPr>
            <p:nvPr userDrawn="1"/>
          </p:nvSpPr>
          <p:spPr bwMode="gray">
            <a:xfrm>
              <a:off x="4585" y="4011"/>
              <a:ext cx="2"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1" name="Line 1022"/>
            <p:cNvSpPr>
              <a:spLocks noChangeShapeType="1"/>
            </p:cNvSpPr>
            <p:nvPr userDrawn="1"/>
          </p:nvSpPr>
          <p:spPr bwMode="gray">
            <a:xfrm flipH="1">
              <a:off x="4701" y="2978"/>
              <a:ext cx="159"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2" name="Line 1023"/>
            <p:cNvSpPr>
              <a:spLocks noChangeShapeType="1"/>
            </p:cNvSpPr>
            <p:nvPr userDrawn="1"/>
          </p:nvSpPr>
          <p:spPr bwMode="gray">
            <a:xfrm flipV="1">
              <a:off x="4813" y="2883"/>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3" name="Line 1024"/>
            <p:cNvSpPr>
              <a:spLocks noChangeShapeType="1"/>
            </p:cNvSpPr>
            <p:nvPr userDrawn="1"/>
          </p:nvSpPr>
          <p:spPr bwMode="gray">
            <a:xfrm flipV="1">
              <a:off x="5094" y="2742"/>
              <a:ext cx="1"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4" name="Line 1025"/>
            <p:cNvSpPr>
              <a:spLocks noChangeShapeType="1"/>
            </p:cNvSpPr>
            <p:nvPr userDrawn="1"/>
          </p:nvSpPr>
          <p:spPr bwMode="gray">
            <a:xfrm>
              <a:off x="4734" y="2731"/>
              <a:ext cx="222"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5" name="Line 1026"/>
            <p:cNvSpPr>
              <a:spLocks noChangeShapeType="1"/>
            </p:cNvSpPr>
            <p:nvPr userDrawn="1"/>
          </p:nvSpPr>
          <p:spPr bwMode="gray">
            <a:xfrm flipH="1">
              <a:off x="4587" y="2644"/>
              <a:ext cx="502"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6" name="Line 1027"/>
            <p:cNvSpPr>
              <a:spLocks noChangeShapeType="1"/>
            </p:cNvSpPr>
            <p:nvPr userDrawn="1"/>
          </p:nvSpPr>
          <p:spPr bwMode="gray">
            <a:xfrm>
              <a:off x="4858" y="2840"/>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7" name="Line 1028"/>
            <p:cNvSpPr>
              <a:spLocks noChangeShapeType="1"/>
            </p:cNvSpPr>
            <p:nvPr userDrawn="1"/>
          </p:nvSpPr>
          <p:spPr bwMode="gray">
            <a:xfrm flipV="1">
              <a:off x="4868" y="283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8" name="Line 1029"/>
            <p:cNvSpPr>
              <a:spLocks noChangeShapeType="1"/>
            </p:cNvSpPr>
            <p:nvPr userDrawn="1"/>
          </p:nvSpPr>
          <p:spPr bwMode="gray">
            <a:xfrm flipV="1">
              <a:off x="4877" y="2759"/>
              <a:ext cx="156"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69" name="Line 1030"/>
            <p:cNvSpPr>
              <a:spLocks noChangeShapeType="1"/>
            </p:cNvSpPr>
            <p:nvPr userDrawn="1"/>
          </p:nvSpPr>
          <p:spPr bwMode="gray">
            <a:xfrm flipV="1">
              <a:off x="5033" y="2756"/>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0" name="Line 1031"/>
            <p:cNvSpPr>
              <a:spLocks noChangeShapeType="1"/>
            </p:cNvSpPr>
            <p:nvPr userDrawn="1"/>
          </p:nvSpPr>
          <p:spPr bwMode="gray">
            <a:xfrm>
              <a:off x="5029" y="2752"/>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1" name="Line 1032"/>
            <p:cNvSpPr>
              <a:spLocks noChangeShapeType="1"/>
            </p:cNvSpPr>
            <p:nvPr userDrawn="1"/>
          </p:nvSpPr>
          <p:spPr bwMode="gray">
            <a:xfrm flipH="1" flipV="1">
              <a:off x="4821" y="2689"/>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2" name="Line 1033"/>
            <p:cNvSpPr>
              <a:spLocks noChangeShapeType="1"/>
            </p:cNvSpPr>
            <p:nvPr userDrawn="1"/>
          </p:nvSpPr>
          <p:spPr bwMode="gray">
            <a:xfrm flipH="1">
              <a:off x="4813" y="2689"/>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3" name="Line 1034"/>
            <p:cNvSpPr>
              <a:spLocks noChangeShapeType="1"/>
            </p:cNvSpPr>
            <p:nvPr userDrawn="1"/>
          </p:nvSpPr>
          <p:spPr bwMode="gray">
            <a:xfrm flipH="1">
              <a:off x="4655" y="2693"/>
              <a:ext cx="15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4" name="Line 1035"/>
            <p:cNvSpPr>
              <a:spLocks noChangeShapeType="1"/>
            </p:cNvSpPr>
            <p:nvPr userDrawn="1"/>
          </p:nvSpPr>
          <p:spPr bwMode="gray">
            <a:xfrm flipH="1">
              <a:off x="4646" y="2770"/>
              <a:ext cx="9"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5" name="Line 1036"/>
            <p:cNvSpPr>
              <a:spLocks noChangeShapeType="1"/>
            </p:cNvSpPr>
            <p:nvPr userDrawn="1"/>
          </p:nvSpPr>
          <p:spPr bwMode="gray">
            <a:xfrm flipH="1" flipV="1">
              <a:off x="4646" y="2773"/>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6" name="Line 1037"/>
            <p:cNvSpPr>
              <a:spLocks noChangeShapeType="1"/>
            </p:cNvSpPr>
            <p:nvPr userDrawn="1"/>
          </p:nvSpPr>
          <p:spPr bwMode="gray">
            <a:xfrm>
              <a:off x="4480" y="2995"/>
              <a:ext cx="200"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7" name="Line 1038"/>
            <p:cNvSpPr>
              <a:spLocks noChangeShapeType="1"/>
            </p:cNvSpPr>
            <p:nvPr userDrawn="1"/>
          </p:nvSpPr>
          <p:spPr bwMode="gray">
            <a:xfrm>
              <a:off x="4578" y="2910"/>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8" name="Line 1039"/>
            <p:cNvSpPr>
              <a:spLocks noChangeShapeType="1"/>
            </p:cNvSpPr>
            <p:nvPr userDrawn="1"/>
          </p:nvSpPr>
          <p:spPr bwMode="gray">
            <a:xfrm flipH="1">
              <a:off x="4868" y="309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79" name="Line 1040"/>
            <p:cNvSpPr>
              <a:spLocks noChangeShapeType="1"/>
            </p:cNvSpPr>
            <p:nvPr userDrawn="1"/>
          </p:nvSpPr>
          <p:spPr bwMode="gray">
            <a:xfrm>
              <a:off x="4856" y="3098"/>
              <a:ext cx="12"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0" name="Line 1041"/>
            <p:cNvSpPr>
              <a:spLocks noChangeShapeType="1"/>
            </p:cNvSpPr>
            <p:nvPr userDrawn="1"/>
          </p:nvSpPr>
          <p:spPr bwMode="gray">
            <a:xfrm>
              <a:off x="4442" y="2838"/>
              <a:ext cx="50" cy="1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1" name="Line 1042"/>
            <p:cNvSpPr>
              <a:spLocks noChangeShapeType="1"/>
            </p:cNvSpPr>
            <p:nvPr userDrawn="1"/>
          </p:nvSpPr>
          <p:spPr bwMode="gray">
            <a:xfrm flipH="1" flipV="1">
              <a:off x="4578" y="2764"/>
              <a:ext cx="2" cy="4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2" name="Line 1043"/>
            <p:cNvSpPr>
              <a:spLocks noChangeShapeType="1"/>
            </p:cNvSpPr>
            <p:nvPr userDrawn="1"/>
          </p:nvSpPr>
          <p:spPr bwMode="gray">
            <a:xfrm>
              <a:off x="4879" y="2976"/>
              <a:ext cx="20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3" name="Line 1044"/>
            <p:cNvSpPr>
              <a:spLocks noChangeShapeType="1"/>
            </p:cNvSpPr>
            <p:nvPr userDrawn="1"/>
          </p:nvSpPr>
          <p:spPr bwMode="gray">
            <a:xfrm flipV="1">
              <a:off x="4949" y="2782"/>
              <a:ext cx="15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4" name="Line 1045"/>
            <p:cNvSpPr>
              <a:spLocks noChangeShapeType="1"/>
            </p:cNvSpPr>
            <p:nvPr userDrawn="1"/>
          </p:nvSpPr>
          <p:spPr bwMode="gray">
            <a:xfrm>
              <a:off x="4956" y="2799"/>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5" name="Line 1046"/>
            <p:cNvSpPr>
              <a:spLocks noChangeShapeType="1"/>
            </p:cNvSpPr>
            <p:nvPr userDrawn="1"/>
          </p:nvSpPr>
          <p:spPr bwMode="gray">
            <a:xfrm flipV="1">
              <a:off x="4587" y="2673"/>
              <a:ext cx="157"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6" name="Line 1047"/>
            <p:cNvSpPr>
              <a:spLocks noChangeShapeType="1"/>
            </p:cNvSpPr>
            <p:nvPr userDrawn="1"/>
          </p:nvSpPr>
          <p:spPr bwMode="gray">
            <a:xfrm>
              <a:off x="4529" y="2668"/>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7" name="Line 1048"/>
            <p:cNvSpPr>
              <a:spLocks noChangeShapeType="1"/>
            </p:cNvSpPr>
            <p:nvPr userDrawn="1"/>
          </p:nvSpPr>
          <p:spPr bwMode="gray">
            <a:xfrm flipV="1">
              <a:off x="5105" y="2959"/>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8" name="Line 1049"/>
            <p:cNvSpPr>
              <a:spLocks noChangeShapeType="1"/>
            </p:cNvSpPr>
            <p:nvPr userDrawn="1"/>
          </p:nvSpPr>
          <p:spPr bwMode="gray">
            <a:xfrm flipH="1">
              <a:off x="5180" y="2882"/>
              <a:ext cx="3"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89" name="Line 1050"/>
            <p:cNvSpPr>
              <a:spLocks noChangeShapeType="1"/>
            </p:cNvSpPr>
            <p:nvPr userDrawn="1"/>
          </p:nvSpPr>
          <p:spPr bwMode="gray">
            <a:xfrm flipH="1">
              <a:off x="4164" y="3179"/>
              <a:ext cx="161"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0" name="Line 1051"/>
            <p:cNvSpPr>
              <a:spLocks noChangeShapeType="1"/>
            </p:cNvSpPr>
            <p:nvPr userDrawn="1"/>
          </p:nvSpPr>
          <p:spPr bwMode="gray">
            <a:xfrm flipH="1" flipV="1">
              <a:off x="4185" y="3170"/>
              <a:ext cx="11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1" name="Line 1052"/>
            <p:cNvSpPr>
              <a:spLocks noChangeShapeType="1"/>
            </p:cNvSpPr>
            <p:nvPr userDrawn="1"/>
          </p:nvSpPr>
          <p:spPr bwMode="gray">
            <a:xfrm flipH="1" flipV="1">
              <a:off x="4155" y="3277"/>
              <a:ext cx="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2" name="Line 1053"/>
            <p:cNvSpPr>
              <a:spLocks noChangeShapeType="1"/>
            </p:cNvSpPr>
            <p:nvPr userDrawn="1"/>
          </p:nvSpPr>
          <p:spPr bwMode="gray">
            <a:xfrm>
              <a:off x="4066" y="3356"/>
              <a:ext cx="59" cy="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3" name="Line 1054"/>
            <p:cNvSpPr>
              <a:spLocks noChangeShapeType="1"/>
            </p:cNvSpPr>
            <p:nvPr userDrawn="1"/>
          </p:nvSpPr>
          <p:spPr bwMode="gray">
            <a:xfrm flipV="1">
              <a:off x="4680" y="3160"/>
              <a:ext cx="85" cy="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4" name="Freeform 1055"/>
            <p:cNvSpPr>
              <a:spLocks/>
            </p:cNvSpPr>
            <p:nvPr userDrawn="1"/>
          </p:nvSpPr>
          <p:spPr bwMode="gray">
            <a:xfrm>
              <a:off x="5369" y="3123"/>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5" name="Line 1056"/>
            <p:cNvSpPr>
              <a:spLocks noChangeShapeType="1"/>
            </p:cNvSpPr>
            <p:nvPr userDrawn="1"/>
          </p:nvSpPr>
          <p:spPr bwMode="gray">
            <a:xfrm>
              <a:off x="5272" y="3091"/>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6" name="Line 1057"/>
            <p:cNvSpPr>
              <a:spLocks noChangeShapeType="1"/>
            </p:cNvSpPr>
            <p:nvPr userDrawn="1"/>
          </p:nvSpPr>
          <p:spPr bwMode="gray">
            <a:xfrm>
              <a:off x="5274" y="3100"/>
              <a:ext cx="20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7" name="Freeform 1058"/>
            <p:cNvSpPr>
              <a:spLocks/>
            </p:cNvSpPr>
            <p:nvPr userDrawn="1"/>
          </p:nvSpPr>
          <p:spPr bwMode="gray">
            <a:xfrm>
              <a:off x="5474" y="3156"/>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8" name="Line 1059"/>
            <p:cNvSpPr>
              <a:spLocks noChangeShapeType="1"/>
            </p:cNvSpPr>
            <p:nvPr userDrawn="1"/>
          </p:nvSpPr>
          <p:spPr bwMode="gray">
            <a:xfrm flipH="1" flipV="1">
              <a:off x="5265" y="3091"/>
              <a:ext cx="209"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999" name="Freeform 1060"/>
            <p:cNvSpPr>
              <a:spLocks/>
            </p:cNvSpPr>
            <p:nvPr userDrawn="1"/>
          </p:nvSpPr>
          <p:spPr bwMode="gray">
            <a:xfrm>
              <a:off x="5265" y="3090"/>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0" name="Freeform 1061"/>
            <p:cNvSpPr>
              <a:spLocks/>
            </p:cNvSpPr>
            <p:nvPr userDrawn="1"/>
          </p:nvSpPr>
          <p:spPr bwMode="gray">
            <a:xfrm>
              <a:off x="4092" y="3630"/>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1" name="Freeform 1062"/>
            <p:cNvSpPr>
              <a:spLocks/>
            </p:cNvSpPr>
            <p:nvPr userDrawn="1"/>
          </p:nvSpPr>
          <p:spPr bwMode="gray">
            <a:xfrm>
              <a:off x="4213" y="3684"/>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2" name="Line 1063"/>
            <p:cNvSpPr>
              <a:spLocks noChangeShapeType="1"/>
            </p:cNvSpPr>
            <p:nvPr userDrawn="1"/>
          </p:nvSpPr>
          <p:spPr bwMode="gray">
            <a:xfrm>
              <a:off x="4097" y="3646"/>
              <a:ext cx="196"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3" name="Line 1064"/>
            <p:cNvSpPr>
              <a:spLocks noChangeShapeType="1"/>
            </p:cNvSpPr>
            <p:nvPr userDrawn="1"/>
          </p:nvSpPr>
          <p:spPr bwMode="gray">
            <a:xfrm>
              <a:off x="4102" y="3646"/>
              <a:ext cx="193"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4" name="Freeform 1065"/>
            <p:cNvSpPr>
              <a:spLocks/>
            </p:cNvSpPr>
            <p:nvPr userDrawn="1"/>
          </p:nvSpPr>
          <p:spPr bwMode="gray">
            <a:xfrm>
              <a:off x="4293" y="3714"/>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5" name="Line 1066"/>
            <p:cNvSpPr>
              <a:spLocks noChangeShapeType="1"/>
            </p:cNvSpPr>
            <p:nvPr userDrawn="1"/>
          </p:nvSpPr>
          <p:spPr bwMode="gray">
            <a:xfrm flipH="1" flipV="1">
              <a:off x="4094" y="3639"/>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6" name="Freeform 1067"/>
            <p:cNvSpPr>
              <a:spLocks/>
            </p:cNvSpPr>
            <p:nvPr userDrawn="1"/>
          </p:nvSpPr>
          <p:spPr bwMode="gray">
            <a:xfrm>
              <a:off x="4094" y="3639"/>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7" name="Freeform 1068"/>
            <p:cNvSpPr>
              <a:spLocks/>
            </p:cNvSpPr>
            <p:nvPr userDrawn="1"/>
          </p:nvSpPr>
          <p:spPr bwMode="gray">
            <a:xfrm>
              <a:off x="4522" y="3807"/>
              <a:ext cx="13" cy="10"/>
            </a:xfrm>
            <a:custGeom>
              <a:avLst/>
              <a:gdLst>
                <a:gd name="T0" fmla="*/ 50 w 12"/>
                <a:gd name="T1" fmla="*/ 1 h 10"/>
                <a:gd name="T2" fmla="*/ 33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8" name="Line 1069"/>
            <p:cNvSpPr>
              <a:spLocks noChangeShapeType="1"/>
            </p:cNvSpPr>
            <p:nvPr userDrawn="1"/>
          </p:nvSpPr>
          <p:spPr bwMode="gray">
            <a:xfrm flipV="1">
              <a:off x="4522" y="3810"/>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09" name="Freeform 1070"/>
            <p:cNvSpPr>
              <a:spLocks/>
            </p:cNvSpPr>
            <p:nvPr userDrawn="1"/>
          </p:nvSpPr>
          <p:spPr bwMode="gray">
            <a:xfrm>
              <a:off x="4599" y="3829"/>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0" name="Line 1071"/>
            <p:cNvSpPr>
              <a:spLocks noChangeShapeType="1"/>
            </p:cNvSpPr>
            <p:nvPr userDrawn="1"/>
          </p:nvSpPr>
          <p:spPr bwMode="gray">
            <a:xfrm>
              <a:off x="4522" y="3807"/>
              <a:ext cx="207"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1" name="Line 1072"/>
            <p:cNvSpPr>
              <a:spLocks noChangeShapeType="1"/>
            </p:cNvSpPr>
            <p:nvPr userDrawn="1"/>
          </p:nvSpPr>
          <p:spPr bwMode="gray">
            <a:xfrm>
              <a:off x="4534" y="3808"/>
              <a:ext cx="202"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2" name="Freeform 1073"/>
            <p:cNvSpPr>
              <a:spLocks/>
            </p:cNvSpPr>
            <p:nvPr userDrawn="1"/>
          </p:nvSpPr>
          <p:spPr bwMode="gray">
            <a:xfrm>
              <a:off x="4727" y="3877"/>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3" name="Line 1074"/>
            <p:cNvSpPr>
              <a:spLocks noChangeShapeType="1"/>
            </p:cNvSpPr>
            <p:nvPr userDrawn="1"/>
          </p:nvSpPr>
          <p:spPr bwMode="gray">
            <a:xfrm flipH="1" flipV="1">
              <a:off x="4513" y="3796"/>
              <a:ext cx="214"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4" name="Freeform 1075"/>
            <p:cNvSpPr>
              <a:spLocks/>
            </p:cNvSpPr>
            <p:nvPr userDrawn="1"/>
          </p:nvSpPr>
          <p:spPr bwMode="gray">
            <a:xfrm>
              <a:off x="4513" y="3796"/>
              <a:ext cx="22" cy="12"/>
            </a:xfrm>
            <a:custGeom>
              <a:avLst/>
              <a:gdLst>
                <a:gd name="T0" fmla="*/ 46 w 21"/>
                <a:gd name="T1" fmla="*/ 12 h 12"/>
                <a:gd name="T2" fmla="*/ 32 w 21"/>
                <a:gd name="T3" fmla="*/ 12 h 12"/>
                <a:gd name="T4" fmla="*/ 29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5" name="Freeform 1076"/>
            <p:cNvSpPr>
              <a:spLocks/>
            </p:cNvSpPr>
            <p:nvPr userDrawn="1"/>
          </p:nvSpPr>
          <p:spPr bwMode="gray">
            <a:xfrm>
              <a:off x="4816" y="3828"/>
              <a:ext cx="13" cy="8"/>
            </a:xfrm>
            <a:custGeom>
              <a:avLst/>
              <a:gdLst>
                <a:gd name="T0" fmla="*/ 0 w 12"/>
                <a:gd name="T1" fmla="*/ 8 h 8"/>
                <a:gd name="T2" fmla="*/ 4 w 12"/>
                <a:gd name="T3" fmla="*/ 8 h 8"/>
                <a:gd name="T4" fmla="*/ 5 w 12"/>
                <a:gd name="T5" fmla="*/ 8 h 8"/>
                <a:gd name="T6" fmla="*/ 39 w 12"/>
                <a:gd name="T7" fmla="*/ 7 h 8"/>
                <a:gd name="T8" fmla="*/ 46 w 12"/>
                <a:gd name="T9" fmla="*/ 3 h 8"/>
                <a:gd name="T10" fmla="*/ 50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6" name="Line 1077"/>
            <p:cNvSpPr>
              <a:spLocks noChangeShapeType="1"/>
            </p:cNvSpPr>
            <p:nvPr userDrawn="1"/>
          </p:nvSpPr>
          <p:spPr bwMode="gray">
            <a:xfrm flipV="1">
              <a:off x="4744" y="3788"/>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7" name="Line 1078"/>
            <p:cNvSpPr>
              <a:spLocks noChangeShapeType="1"/>
            </p:cNvSpPr>
            <p:nvPr userDrawn="1"/>
          </p:nvSpPr>
          <p:spPr bwMode="gray">
            <a:xfrm flipV="1">
              <a:off x="4736" y="3789"/>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8" name="Freeform 1079"/>
            <p:cNvSpPr>
              <a:spLocks/>
            </p:cNvSpPr>
            <p:nvPr userDrawn="1"/>
          </p:nvSpPr>
          <p:spPr bwMode="gray">
            <a:xfrm>
              <a:off x="4895" y="3781"/>
              <a:ext cx="13" cy="8"/>
            </a:xfrm>
            <a:custGeom>
              <a:avLst/>
              <a:gdLst>
                <a:gd name="T0" fmla="*/ 0 w 12"/>
                <a:gd name="T1" fmla="*/ 8 h 8"/>
                <a:gd name="T2" fmla="*/ 5 w 12"/>
                <a:gd name="T3" fmla="*/ 8 h 8"/>
                <a:gd name="T4" fmla="*/ 33 w 12"/>
                <a:gd name="T5" fmla="*/ 8 h 8"/>
                <a:gd name="T6" fmla="*/ 42 w 12"/>
                <a:gd name="T7" fmla="*/ 7 h 8"/>
                <a:gd name="T8" fmla="*/ 50 w 12"/>
                <a:gd name="T9" fmla="*/ 3 h 8"/>
                <a:gd name="T10" fmla="*/ 50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19" name="Line 1080"/>
            <p:cNvSpPr>
              <a:spLocks noChangeShapeType="1"/>
            </p:cNvSpPr>
            <p:nvPr userDrawn="1"/>
          </p:nvSpPr>
          <p:spPr bwMode="gray">
            <a:xfrm flipH="1">
              <a:off x="4746" y="3781"/>
              <a:ext cx="161"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0" name="Freeform 1081"/>
            <p:cNvSpPr>
              <a:spLocks/>
            </p:cNvSpPr>
            <p:nvPr userDrawn="1"/>
          </p:nvSpPr>
          <p:spPr bwMode="gray">
            <a:xfrm>
              <a:off x="4736" y="3875"/>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1" name="Freeform 1082"/>
            <p:cNvSpPr>
              <a:spLocks/>
            </p:cNvSpPr>
            <p:nvPr userDrawn="1"/>
          </p:nvSpPr>
          <p:spPr bwMode="gray">
            <a:xfrm>
              <a:off x="4895" y="3770"/>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2" name="Freeform 1083"/>
            <p:cNvSpPr>
              <a:spLocks/>
            </p:cNvSpPr>
            <p:nvPr userDrawn="1"/>
          </p:nvSpPr>
          <p:spPr bwMode="gray">
            <a:xfrm>
              <a:off x="4290" y="3457"/>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3" name="Line 1084"/>
            <p:cNvSpPr>
              <a:spLocks noChangeShapeType="1"/>
            </p:cNvSpPr>
            <p:nvPr userDrawn="1"/>
          </p:nvSpPr>
          <p:spPr bwMode="gray">
            <a:xfrm flipH="1" flipV="1">
              <a:off x="4267" y="3310"/>
              <a:ext cx="26"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4" name="Line 1085"/>
            <p:cNvSpPr>
              <a:spLocks noChangeShapeType="1"/>
            </p:cNvSpPr>
            <p:nvPr userDrawn="1"/>
          </p:nvSpPr>
          <p:spPr bwMode="gray">
            <a:xfrm flipH="1" flipV="1">
              <a:off x="4262" y="3310"/>
              <a:ext cx="3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5" name="Freeform 1086"/>
            <p:cNvSpPr>
              <a:spLocks/>
            </p:cNvSpPr>
            <p:nvPr userDrawn="1"/>
          </p:nvSpPr>
          <p:spPr bwMode="gray">
            <a:xfrm>
              <a:off x="4262" y="3308"/>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6" name="Line 1087"/>
            <p:cNvSpPr>
              <a:spLocks noChangeShapeType="1"/>
            </p:cNvSpPr>
            <p:nvPr userDrawn="1"/>
          </p:nvSpPr>
          <p:spPr bwMode="gray">
            <a:xfrm>
              <a:off x="4270" y="3319"/>
              <a:ext cx="23"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7" name="Freeform 1088"/>
            <p:cNvSpPr>
              <a:spLocks/>
            </p:cNvSpPr>
            <p:nvPr userDrawn="1"/>
          </p:nvSpPr>
          <p:spPr bwMode="gray">
            <a:xfrm>
              <a:off x="4169" y="3352"/>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8" name="Line 1089"/>
            <p:cNvSpPr>
              <a:spLocks noChangeShapeType="1"/>
            </p:cNvSpPr>
            <p:nvPr userDrawn="1"/>
          </p:nvSpPr>
          <p:spPr bwMode="gray">
            <a:xfrm flipH="1">
              <a:off x="4088" y="3312"/>
              <a:ext cx="165"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29" name="Line 1090"/>
            <p:cNvSpPr>
              <a:spLocks noChangeShapeType="1"/>
            </p:cNvSpPr>
            <p:nvPr userDrawn="1"/>
          </p:nvSpPr>
          <p:spPr bwMode="gray">
            <a:xfrm flipH="1">
              <a:off x="4095" y="3310"/>
              <a:ext cx="167"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0" name="Freeform 1091"/>
            <p:cNvSpPr>
              <a:spLocks/>
            </p:cNvSpPr>
            <p:nvPr userDrawn="1"/>
          </p:nvSpPr>
          <p:spPr bwMode="gray">
            <a:xfrm>
              <a:off x="4087" y="3394"/>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1" name="Line 1092"/>
            <p:cNvSpPr>
              <a:spLocks noChangeShapeType="1"/>
            </p:cNvSpPr>
            <p:nvPr userDrawn="1"/>
          </p:nvSpPr>
          <p:spPr bwMode="gray">
            <a:xfrm flipV="1">
              <a:off x="4087" y="3319"/>
              <a:ext cx="164"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2" name="Freeform 1093"/>
            <p:cNvSpPr>
              <a:spLocks/>
            </p:cNvSpPr>
            <p:nvPr userDrawn="1"/>
          </p:nvSpPr>
          <p:spPr bwMode="gray">
            <a:xfrm>
              <a:off x="4251" y="3310"/>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3" name="Freeform 1094"/>
            <p:cNvSpPr>
              <a:spLocks/>
            </p:cNvSpPr>
            <p:nvPr userDrawn="1"/>
          </p:nvSpPr>
          <p:spPr bwMode="gray">
            <a:xfrm>
              <a:off x="4209" y="3439"/>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4" name="Line 1095"/>
            <p:cNvSpPr>
              <a:spLocks noChangeShapeType="1"/>
            </p:cNvSpPr>
            <p:nvPr userDrawn="1"/>
          </p:nvSpPr>
          <p:spPr bwMode="gray">
            <a:xfrm>
              <a:off x="4090" y="3403"/>
              <a:ext cx="195"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5" name="Line 1096"/>
            <p:cNvSpPr>
              <a:spLocks noChangeShapeType="1"/>
            </p:cNvSpPr>
            <p:nvPr userDrawn="1"/>
          </p:nvSpPr>
          <p:spPr bwMode="gray">
            <a:xfrm>
              <a:off x="4095" y="3396"/>
              <a:ext cx="195"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6" name="Freeform 1097"/>
            <p:cNvSpPr>
              <a:spLocks/>
            </p:cNvSpPr>
            <p:nvPr userDrawn="1"/>
          </p:nvSpPr>
          <p:spPr bwMode="gray">
            <a:xfrm>
              <a:off x="4288" y="3466"/>
              <a:ext cx="4" cy="21"/>
            </a:xfrm>
            <a:custGeom>
              <a:avLst/>
              <a:gdLst>
                <a:gd name="T0" fmla="*/ 368 w 3"/>
                <a:gd name="T1" fmla="*/ 0 h 21"/>
                <a:gd name="T2" fmla="*/ 0 w 3"/>
                <a:gd name="T3" fmla="*/ 7 h 21"/>
                <a:gd name="T4" fmla="*/ 0 w 3"/>
                <a:gd name="T5" fmla="*/ 14 h 21"/>
                <a:gd name="T6" fmla="*/ 491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7" name="Line 1098"/>
            <p:cNvSpPr>
              <a:spLocks noChangeShapeType="1"/>
            </p:cNvSpPr>
            <p:nvPr userDrawn="1"/>
          </p:nvSpPr>
          <p:spPr bwMode="gray">
            <a:xfrm flipH="1" flipV="1">
              <a:off x="4087" y="3413"/>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8" name="Freeform 1099"/>
            <p:cNvSpPr>
              <a:spLocks/>
            </p:cNvSpPr>
            <p:nvPr userDrawn="1"/>
          </p:nvSpPr>
          <p:spPr bwMode="gray">
            <a:xfrm>
              <a:off x="4087" y="3396"/>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39" name="Freeform 1100"/>
            <p:cNvSpPr>
              <a:spLocks/>
            </p:cNvSpPr>
            <p:nvPr userDrawn="1"/>
          </p:nvSpPr>
          <p:spPr bwMode="gray">
            <a:xfrm>
              <a:off x="4603" y="3490"/>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0" name="Line 1101"/>
            <p:cNvSpPr>
              <a:spLocks noChangeShapeType="1"/>
            </p:cNvSpPr>
            <p:nvPr userDrawn="1"/>
          </p:nvSpPr>
          <p:spPr bwMode="gray">
            <a:xfrm flipH="1">
              <a:off x="4524" y="3455"/>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1" name="Line 1102"/>
            <p:cNvSpPr>
              <a:spLocks noChangeShapeType="1"/>
            </p:cNvSpPr>
            <p:nvPr userDrawn="1"/>
          </p:nvSpPr>
          <p:spPr bwMode="gray">
            <a:xfrm flipH="1">
              <a:off x="4531" y="3462"/>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2" name="Freeform 1103"/>
            <p:cNvSpPr>
              <a:spLocks/>
            </p:cNvSpPr>
            <p:nvPr userDrawn="1"/>
          </p:nvSpPr>
          <p:spPr bwMode="gray">
            <a:xfrm>
              <a:off x="4520" y="3536"/>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3" name="Line 1104"/>
            <p:cNvSpPr>
              <a:spLocks noChangeShapeType="1"/>
            </p:cNvSpPr>
            <p:nvPr userDrawn="1"/>
          </p:nvSpPr>
          <p:spPr bwMode="gray">
            <a:xfrm flipV="1">
              <a:off x="4520" y="3446"/>
              <a:ext cx="163"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4" name="Freeform 1105"/>
            <p:cNvSpPr>
              <a:spLocks/>
            </p:cNvSpPr>
            <p:nvPr userDrawn="1"/>
          </p:nvSpPr>
          <p:spPr bwMode="gray">
            <a:xfrm>
              <a:off x="4683" y="3446"/>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5" name="Freeform 1106"/>
            <p:cNvSpPr>
              <a:spLocks/>
            </p:cNvSpPr>
            <p:nvPr userDrawn="1"/>
          </p:nvSpPr>
          <p:spPr bwMode="gray">
            <a:xfrm>
              <a:off x="4597" y="3579"/>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6" name="Line 1107"/>
            <p:cNvSpPr>
              <a:spLocks noChangeShapeType="1"/>
            </p:cNvSpPr>
            <p:nvPr userDrawn="1"/>
          </p:nvSpPr>
          <p:spPr bwMode="gray">
            <a:xfrm>
              <a:off x="4519" y="3558"/>
              <a:ext cx="210"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7" name="Line 1108"/>
            <p:cNvSpPr>
              <a:spLocks noChangeShapeType="1"/>
            </p:cNvSpPr>
            <p:nvPr userDrawn="1"/>
          </p:nvSpPr>
          <p:spPr bwMode="gray">
            <a:xfrm>
              <a:off x="4531" y="3553"/>
              <a:ext cx="20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8" name="Freeform 1109"/>
            <p:cNvSpPr>
              <a:spLocks/>
            </p:cNvSpPr>
            <p:nvPr userDrawn="1"/>
          </p:nvSpPr>
          <p:spPr bwMode="gray">
            <a:xfrm>
              <a:off x="4727" y="3627"/>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49" name="Line 1110"/>
            <p:cNvSpPr>
              <a:spLocks noChangeShapeType="1"/>
            </p:cNvSpPr>
            <p:nvPr userDrawn="1"/>
          </p:nvSpPr>
          <p:spPr bwMode="gray">
            <a:xfrm flipH="1" flipV="1">
              <a:off x="4512" y="3567"/>
              <a:ext cx="21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0" name="Freeform 1111"/>
            <p:cNvSpPr>
              <a:spLocks/>
            </p:cNvSpPr>
            <p:nvPr userDrawn="1"/>
          </p:nvSpPr>
          <p:spPr bwMode="gray">
            <a:xfrm>
              <a:off x="4512" y="3553"/>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1" name="Freeform 1112"/>
            <p:cNvSpPr>
              <a:spLocks/>
            </p:cNvSpPr>
            <p:nvPr userDrawn="1"/>
          </p:nvSpPr>
          <p:spPr bwMode="gray">
            <a:xfrm>
              <a:off x="4816" y="3579"/>
              <a:ext cx="13" cy="18"/>
            </a:xfrm>
            <a:custGeom>
              <a:avLst/>
              <a:gdLst>
                <a:gd name="T0" fmla="*/ 0 w 12"/>
                <a:gd name="T1" fmla="*/ 0 h 18"/>
                <a:gd name="T2" fmla="*/ 5 w 12"/>
                <a:gd name="T3" fmla="*/ 2 h 18"/>
                <a:gd name="T4" fmla="*/ 39 w 12"/>
                <a:gd name="T5" fmla="*/ 7 h 18"/>
                <a:gd name="T6" fmla="*/ 46 w 12"/>
                <a:gd name="T7" fmla="*/ 13 h 18"/>
                <a:gd name="T8" fmla="*/ 50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2" name="Line 1113"/>
            <p:cNvSpPr>
              <a:spLocks noChangeShapeType="1"/>
            </p:cNvSpPr>
            <p:nvPr userDrawn="1"/>
          </p:nvSpPr>
          <p:spPr bwMode="gray">
            <a:xfrm flipV="1">
              <a:off x="4744" y="3541"/>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3" name="Line 1114"/>
            <p:cNvSpPr>
              <a:spLocks noChangeShapeType="1"/>
            </p:cNvSpPr>
            <p:nvPr userDrawn="1"/>
          </p:nvSpPr>
          <p:spPr bwMode="gray">
            <a:xfrm flipV="1">
              <a:off x="4736" y="3534"/>
              <a:ext cx="160"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4" name="Freeform 1115"/>
            <p:cNvSpPr>
              <a:spLocks/>
            </p:cNvSpPr>
            <p:nvPr userDrawn="1"/>
          </p:nvSpPr>
          <p:spPr bwMode="gray">
            <a:xfrm>
              <a:off x="4896" y="3534"/>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5" name="Line 1116"/>
            <p:cNvSpPr>
              <a:spLocks noChangeShapeType="1"/>
            </p:cNvSpPr>
            <p:nvPr userDrawn="1"/>
          </p:nvSpPr>
          <p:spPr bwMode="gray">
            <a:xfrm flipH="1">
              <a:off x="4746" y="3550"/>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6" name="Freeform 1117"/>
            <p:cNvSpPr>
              <a:spLocks/>
            </p:cNvSpPr>
            <p:nvPr userDrawn="1"/>
          </p:nvSpPr>
          <p:spPr bwMode="gray">
            <a:xfrm>
              <a:off x="4736" y="3627"/>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7" name="Freeform 1118"/>
            <p:cNvSpPr>
              <a:spLocks/>
            </p:cNvSpPr>
            <p:nvPr userDrawn="1"/>
          </p:nvSpPr>
          <p:spPr bwMode="gray">
            <a:xfrm>
              <a:off x="4769" y="3487"/>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8" name="Line 1119"/>
            <p:cNvSpPr>
              <a:spLocks noChangeShapeType="1"/>
            </p:cNvSpPr>
            <p:nvPr userDrawn="1"/>
          </p:nvSpPr>
          <p:spPr bwMode="gray">
            <a:xfrm flipH="1" flipV="1">
              <a:off x="4695" y="3460"/>
              <a:ext cx="208"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59" name="Line 1120"/>
            <p:cNvSpPr>
              <a:spLocks noChangeShapeType="1"/>
            </p:cNvSpPr>
            <p:nvPr userDrawn="1"/>
          </p:nvSpPr>
          <p:spPr bwMode="gray">
            <a:xfrm flipH="1" flipV="1">
              <a:off x="4694" y="3462"/>
              <a:ext cx="202"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0" name="Freeform 1121"/>
            <p:cNvSpPr>
              <a:spLocks/>
            </p:cNvSpPr>
            <p:nvPr userDrawn="1"/>
          </p:nvSpPr>
          <p:spPr bwMode="gray">
            <a:xfrm>
              <a:off x="4692" y="3460"/>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1" name="Line 1122"/>
            <p:cNvSpPr>
              <a:spLocks noChangeShapeType="1"/>
            </p:cNvSpPr>
            <p:nvPr userDrawn="1"/>
          </p:nvSpPr>
          <p:spPr bwMode="gray">
            <a:xfrm>
              <a:off x="4692" y="3466"/>
              <a:ext cx="213"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2" name="Freeform 1123"/>
            <p:cNvSpPr>
              <a:spLocks/>
            </p:cNvSpPr>
            <p:nvPr userDrawn="1"/>
          </p:nvSpPr>
          <p:spPr bwMode="gray">
            <a:xfrm>
              <a:off x="4896" y="3532"/>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3" name="Freeform 1124"/>
            <p:cNvSpPr>
              <a:spLocks/>
            </p:cNvSpPr>
            <p:nvPr userDrawn="1"/>
          </p:nvSpPr>
          <p:spPr bwMode="gray">
            <a:xfrm>
              <a:off x="4907" y="3663"/>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nvGrpSpPr>
            <p:cNvPr id="1064" name="Group 1125"/>
            <p:cNvGrpSpPr>
              <a:grpSpLocks/>
            </p:cNvGrpSpPr>
            <p:nvPr userDrawn="1"/>
          </p:nvGrpSpPr>
          <p:grpSpPr bwMode="auto">
            <a:xfrm>
              <a:off x="4083" y="2782"/>
              <a:ext cx="1546" cy="1270"/>
              <a:chOff x="2135" y="838"/>
              <a:chExt cx="1546" cy="1270"/>
            </a:xfrm>
          </p:grpSpPr>
          <p:sp>
            <p:nvSpPr>
              <p:cNvPr id="1521" name="Line 1126"/>
              <p:cNvSpPr>
                <a:spLocks noChangeShapeType="1"/>
              </p:cNvSpPr>
              <p:nvPr userDrawn="1"/>
            </p:nvSpPr>
            <p:spPr bwMode="gray">
              <a:xfrm flipV="1">
                <a:off x="2968" y="1604"/>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2" name="Line 1127"/>
              <p:cNvSpPr>
                <a:spLocks noChangeShapeType="1"/>
              </p:cNvSpPr>
              <p:nvPr userDrawn="1"/>
            </p:nvSpPr>
            <p:spPr bwMode="gray">
              <a:xfrm flipV="1">
                <a:off x="2959" y="1605"/>
                <a:ext cx="2"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3" name="Freeform 1128"/>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4" name="Line 1129"/>
              <p:cNvSpPr>
                <a:spLocks noChangeShapeType="1"/>
              </p:cNvSpPr>
              <p:nvPr userDrawn="1"/>
            </p:nvSpPr>
            <p:spPr bwMode="gray">
              <a:xfrm flipH="1">
                <a:off x="2978" y="1605"/>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5" name="Freeform 1130"/>
              <p:cNvSpPr>
                <a:spLocks/>
              </p:cNvSpPr>
              <p:nvPr userDrawn="1"/>
            </p:nvSpPr>
            <p:spPr bwMode="gray">
              <a:xfrm>
                <a:off x="2959" y="1831"/>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6" name="Freeform 1131"/>
              <p:cNvSpPr>
                <a:spLocks/>
              </p:cNvSpPr>
              <p:nvPr userDrawn="1"/>
            </p:nvSpPr>
            <p:spPr bwMode="gray">
              <a:xfrm>
                <a:off x="2319" y="1366"/>
                <a:ext cx="4" cy="9"/>
              </a:xfrm>
              <a:custGeom>
                <a:avLst/>
                <a:gdLst>
                  <a:gd name="T0" fmla="*/ 491 w 3"/>
                  <a:gd name="T1" fmla="*/ 9 h 9"/>
                  <a:gd name="T2" fmla="*/ 0 w 3"/>
                  <a:gd name="T3" fmla="*/ 7 h 9"/>
                  <a:gd name="T4" fmla="*/ 0 w 3"/>
                  <a:gd name="T5" fmla="*/ 4 h 9"/>
                  <a:gd name="T6" fmla="*/ 0 w 3"/>
                  <a:gd name="T7" fmla="*/ 2 h 9"/>
                  <a:gd name="T8" fmla="*/ 368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7" name="Freeform 1132"/>
              <p:cNvSpPr>
                <a:spLocks/>
              </p:cNvSpPr>
              <p:nvPr userDrawn="1"/>
            </p:nvSpPr>
            <p:spPr bwMode="gray">
              <a:xfrm>
                <a:off x="2958" y="1709"/>
                <a:ext cx="19" cy="4"/>
              </a:xfrm>
              <a:custGeom>
                <a:avLst/>
                <a:gdLst>
                  <a:gd name="T0" fmla="*/ 0 w 19"/>
                  <a:gd name="T1" fmla="*/ 0 h 2"/>
                  <a:gd name="T2" fmla="*/ 5 w 19"/>
                  <a:gd name="T3" fmla="*/ 524288 h 2"/>
                  <a:gd name="T4" fmla="*/ 11 w 19"/>
                  <a:gd name="T5" fmla="*/ 524288 h 2"/>
                  <a:gd name="T6" fmla="*/ 16 w 19"/>
                  <a:gd name="T7" fmla="*/ 524288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8" name="Line 1133"/>
              <p:cNvSpPr>
                <a:spLocks noChangeShapeType="1"/>
              </p:cNvSpPr>
              <p:nvPr userDrawn="1"/>
            </p:nvSpPr>
            <p:spPr bwMode="gray">
              <a:xfrm flipH="1">
                <a:off x="2967"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9" name="Line 1134"/>
              <p:cNvSpPr>
                <a:spLocks noChangeShapeType="1"/>
              </p:cNvSpPr>
              <p:nvPr userDrawn="1"/>
            </p:nvSpPr>
            <p:spPr bwMode="gray">
              <a:xfrm flipH="1">
                <a:off x="2955" y="1596"/>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0" name="Freeform 1135"/>
              <p:cNvSpPr>
                <a:spLocks/>
              </p:cNvSpPr>
              <p:nvPr userDrawn="1"/>
            </p:nvSpPr>
            <p:spPr bwMode="gray">
              <a:xfrm>
                <a:off x="2955" y="1826"/>
                <a:ext cx="22" cy="4"/>
              </a:xfrm>
              <a:custGeom>
                <a:avLst/>
                <a:gdLst>
                  <a:gd name="T0" fmla="*/ 0 w 21"/>
                  <a:gd name="T1" fmla="*/ 0 h 4"/>
                  <a:gd name="T2" fmla="*/ 6 w 21"/>
                  <a:gd name="T3" fmla="*/ 2 h 4"/>
                  <a:gd name="T4" fmla="*/ 29 w 21"/>
                  <a:gd name="T5" fmla="*/ 4 h 4"/>
                  <a:gd name="T6" fmla="*/ 36 w 21"/>
                  <a:gd name="T7" fmla="*/ 2 h 4"/>
                  <a:gd name="T8" fmla="*/ 46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1" name="Line 1136"/>
              <p:cNvSpPr>
                <a:spLocks noChangeShapeType="1"/>
              </p:cNvSpPr>
              <p:nvPr userDrawn="1"/>
            </p:nvSpPr>
            <p:spPr bwMode="gray">
              <a:xfrm flipV="1">
                <a:off x="2976"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2" name="Freeform 1137"/>
              <p:cNvSpPr>
                <a:spLocks/>
              </p:cNvSpPr>
              <p:nvPr userDrawn="1"/>
            </p:nvSpPr>
            <p:spPr bwMode="gray">
              <a:xfrm>
                <a:off x="2958" y="1596"/>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3" name="Freeform 1138"/>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4" name="Freeform 1139"/>
              <p:cNvSpPr>
                <a:spLocks/>
              </p:cNvSpPr>
              <p:nvPr userDrawn="1"/>
            </p:nvSpPr>
            <p:spPr bwMode="gray">
              <a:xfrm>
                <a:off x="2139" y="1574"/>
                <a:ext cx="4" cy="9"/>
              </a:xfrm>
              <a:custGeom>
                <a:avLst/>
                <a:gdLst>
                  <a:gd name="T0" fmla="*/ 1 w 3"/>
                  <a:gd name="T1" fmla="*/ 0 h 9"/>
                  <a:gd name="T2" fmla="*/ 0 w 3"/>
                  <a:gd name="T3" fmla="*/ 2 h 9"/>
                  <a:gd name="T4" fmla="*/ 0 w 3"/>
                  <a:gd name="T5" fmla="*/ 4 h 9"/>
                  <a:gd name="T6" fmla="*/ 0 w 3"/>
                  <a:gd name="T7" fmla="*/ 7 h 9"/>
                  <a:gd name="T8" fmla="*/ 491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5" name="Line 1140"/>
              <p:cNvSpPr>
                <a:spLocks noChangeShapeType="1"/>
              </p:cNvSpPr>
              <p:nvPr userDrawn="1"/>
            </p:nvSpPr>
            <p:spPr bwMode="gray">
              <a:xfrm flipH="1" flipV="1">
                <a:off x="2135" y="1466"/>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6" name="Line 1141"/>
              <p:cNvSpPr>
                <a:spLocks noChangeShapeType="1"/>
              </p:cNvSpPr>
              <p:nvPr userDrawn="1"/>
            </p:nvSpPr>
            <p:spPr bwMode="gray">
              <a:xfrm flipH="1" flipV="1">
                <a:off x="2139" y="1460"/>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7" name="Freeform 1142"/>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8" name="Line 1143"/>
              <p:cNvSpPr>
                <a:spLocks noChangeShapeType="1"/>
              </p:cNvSpPr>
              <p:nvPr userDrawn="1"/>
            </p:nvSpPr>
            <p:spPr bwMode="gray">
              <a:xfrm>
                <a:off x="2139" y="1469"/>
                <a:ext cx="7" cy="2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39" name="Freeform 1144"/>
              <p:cNvSpPr>
                <a:spLocks/>
              </p:cNvSpPr>
              <p:nvPr userDrawn="1"/>
            </p:nvSpPr>
            <p:spPr bwMode="gray">
              <a:xfrm>
                <a:off x="2141" y="1683"/>
                <a:ext cx="4" cy="13"/>
              </a:xfrm>
              <a:custGeom>
                <a:avLst/>
                <a:gdLst>
                  <a:gd name="T0" fmla="*/ 1 w 6"/>
                  <a:gd name="T1" fmla="*/ 6665 h 9"/>
                  <a:gd name="T2" fmla="*/ 1 w 6"/>
                  <a:gd name="T3" fmla="*/ 4993 h 9"/>
                  <a:gd name="T4" fmla="*/ 0 w 6"/>
                  <a:gd name="T5" fmla="*/ 3457 h 9"/>
                  <a:gd name="T6" fmla="*/ 1 w 6"/>
                  <a:gd name="T7" fmla="*/ 1531 h 9"/>
                  <a:gd name="T8" fmla="*/ 1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0" name="Freeform 1145"/>
              <p:cNvSpPr>
                <a:spLocks/>
              </p:cNvSpPr>
              <p:nvPr userDrawn="1"/>
            </p:nvSpPr>
            <p:spPr bwMode="gray">
              <a:xfrm>
                <a:off x="2779" y="1814"/>
                <a:ext cx="19" cy="4"/>
              </a:xfrm>
              <a:custGeom>
                <a:avLst/>
                <a:gdLst>
                  <a:gd name="T0" fmla="*/ 0 w 19"/>
                  <a:gd name="T1" fmla="*/ 1 h 3"/>
                  <a:gd name="T2" fmla="*/ 5 w 19"/>
                  <a:gd name="T3" fmla="*/ 491 h 3"/>
                  <a:gd name="T4" fmla="*/ 10 w 19"/>
                  <a:gd name="T5" fmla="*/ 491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1" name="Line 1146"/>
              <p:cNvSpPr>
                <a:spLocks noChangeShapeType="1"/>
              </p:cNvSpPr>
              <p:nvPr userDrawn="1"/>
            </p:nvSpPr>
            <p:spPr bwMode="gray">
              <a:xfrm flipV="1">
                <a:off x="2789" y="1700"/>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2" name="Line 1147"/>
              <p:cNvSpPr>
                <a:spLocks noChangeShapeType="1"/>
              </p:cNvSpPr>
              <p:nvPr userDrawn="1"/>
            </p:nvSpPr>
            <p:spPr bwMode="gray">
              <a:xfrm flipV="1">
                <a:off x="2779" y="1700"/>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3" name="Freeform 1148"/>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4" name="Line 1149"/>
              <p:cNvSpPr>
                <a:spLocks noChangeShapeType="1"/>
              </p:cNvSpPr>
              <p:nvPr userDrawn="1"/>
            </p:nvSpPr>
            <p:spPr bwMode="gray">
              <a:xfrm>
                <a:off x="2798" y="1698"/>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5" name="Freeform 1150"/>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6" name="Freeform 1151"/>
              <p:cNvSpPr>
                <a:spLocks/>
              </p:cNvSpPr>
              <p:nvPr userDrawn="1"/>
            </p:nvSpPr>
            <p:spPr bwMode="gray">
              <a:xfrm>
                <a:off x="2356" y="1901"/>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7" name="Line 1152"/>
              <p:cNvSpPr>
                <a:spLocks noChangeShapeType="1"/>
              </p:cNvSpPr>
              <p:nvPr userDrawn="1"/>
            </p:nvSpPr>
            <p:spPr bwMode="gray">
              <a:xfrm>
                <a:off x="2354" y="1787"/>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8" name="Line 1153"/>
              <p:cNvSpPr>
                <a:spLocks noChangeShapeType="1"/>
              </p:cNvSpPr>
              <p:nvPr userDrawn="1"/>
            </p:nvSpPr>
            <p:spPr bwMode="gray">
              <a:xfrm>
                <a:off x="2359" y="179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49" name="Freeform 1154"/>
              <p:cNvSpPr>
                <a:spLocks/>
              </p:cNvSpPr>
              <p:nvPr userDrawn="1"/>
            </p:nvSpPr>
            <p:spPr bwMode="gray">
              <a:xfrm>
                <a:off x="2359" y="2013"/>
                <a:ext cx="4" cy="11"/>
              </a:xfrm>
              <a:custGeom>
                <a:avLst/>
                <a:gdLst>
                  <a:gd name="T0" fmla="*/ 1 w 6"/>
                  <a:gd name="T1" fmla="*/ 0 h 11"/>
                  <a:gd name="T2" fmla="*/ 1 w 6"/>
                  <a:gd name="T3" fmla="*/ 4 h 11"/>
                  <a:gd name="T4" fmla="*/ 0 w 6"/>
                  <a:gd name="T5" fmla="*/ 5 h 11"/>
                  <a:gd name="T6" fmla="*/ 1 w 6"/>
                  <a:gd name="T7" fmla="*/ 9 h 11"/>
                  <a:gd name="T8" fmla="*/ 1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0" name="Line 1155"/>
              <p:cNvSpPr>
                <a:spLocks noChangeShapeType="1"/>
              </p:cNvSpPr>
              <p:nvPr userDrawn="1"/>
            </p:nvSpPr>
            <p:spPr bwMode="gray">
              <a:xfrm flipH="1" flipV="1">
                <a:off x="2359" y="178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1" name="Freeform 1156"/>
              <p:cNvSpPr>
                <a:spLocks/>
              </p:cNvSpPr>
              <p:nvPr userDrawn="1"/>
            </p:nvSpPr>
            <p:spPr bwMode="gray">
              <a:xfrm>
                <a:off x="2354" y="1787"/>
                <a:ext cx="5" cy="4"/>
              </a:xfrm>
              <a:custGeom>
                <a:avLst/>
                <a:gdLst>
                  <a:gd name="T0" fmla="*/ 3 w 5"/>
                  <a:gd name="T1" fmla="*/ 491 h 3"/>
                  <a:gd name="T2" fmla="*/ 2 w 5"/>
                  <a:gd name="T3" fmla="*/ 491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2" name="Freeform 1157"/>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3" name="Freeform 1158"/>
              <p:cNvSpPr>
                <a:spLocks/>
              </p:cNvSpPr>
              <p:nvPr userDrawn="1"/>
            </p:nvSpPr>
            <p:spPr bwMode="gray">
              <a:xfrm>
                <a:off x="2515"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4" name="Freeform 1159"/>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5" name="Line 1160"/>
              <p:cNvSpPr>
                <a:spLocks noChangeShapeType="1"/>
              </p:cNvSpPr>
              <p:nvPr userDrawn="1"/>
            </p:nvSpPr>
            <p:spPr bwMode="gray">
              <a:xfrm flipH="1">
                <a:off x="2350" y="1187"/>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6" name="Line 1161"/>
              <p:cNvSpPr>
                <a:spLocks noChangeShapeType="1"/>
              </p:cNvSpPr>
              <p:nvPr userDrawn="1"/>
            </p:nvSpPr>
            <p:spPr bwMode="gray">
              <a:xfrm flipH="1">
                <a:off x="2347" y="1195"/>
                <a:ext cx="169"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7" name="Freeform 1162"/>
              <p:cNvSpPr>
                <a:spLocks/>
              </p:cNvSpPr>
              <p:nvPr userDrawn="1"/>
            </p:nvSpPr>
            <p:spPr bwMode="gray">
              <a:xfrm>
                <a:off x="2347" y="1270"/>
                <a:ext cx="13" cy="10"/>
              </a:xfrm>
              <a:custGeom>
                <a:avLst/>
                <a:gdLst>
                  <a:gd name="T0" fmla="*/ 0 w 10"/>
                  <a:gd name="T1" fmla="*/ 10 h 10"/>
                  <a:gd name="T2" fmla="*/ 287 w 10"/>
                  <a:gd name="T3" fmla="*/ 5 h 10"/>
                  <a:gd name="T4" fmla="*/ 373 w 10"/>
                  <a:gd name="T5" fmla="*/ 2 h 10"/>
                  <a:gd name="T6" fmla="*/ 631 w 10"/>
                  <a:gd name="T7" fmla="*/ 0 h 10"/>
                  <a:gd name="T8" fmla="*/ 1066 w 10"/>
                  <a:gd name="T9" fmla="*/ 0 h 10"/>
                  <a:gd name="T10" fmla="*/ 1143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8" name="Line 1163"/>
              <p:cNvSpPr>
                <a:spLocks noChangeShapeType="1"/>
              </p:cNvSpPr>
              <p:nvPr userDrawn="1"/>
            </p:nvSpPr>
            <p:spPr bwMode="gray">
              <a:xfrm flipV="1">
                <a:off x="2359" y="1186"/>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59" name="Freeform 1164"/>
              <p:cNvSpPr>
                <a:spLocks/>
              </p:cNvSpPr>
              <p:nvPr userDrawn="1"/>
            </p:nvSpPr>
            <p:spPr bwMode="gray">
              <a:xfrm>
                <a:off x="2515"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0" name="Freeform 1165"/>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1" name="Line 1166"/>
              <p:cNvSpPr>
                <a:spLocks noChangeShapeType="1"/>
              </p:cNvSpPr>
              <p:nvPr userDrawn="1"/>
            </p:nvSpPr>
            <p:spPr bwMode="gray">
              <a:xfrm>
                <a:off x="2343" y="1283"/>
                <a:ext cx="6"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2" name="Line 1167"/>
              <p:cNvSpPr>
                <a:spLocks noChangeShapeType="1"/>
              </p:cNvSpPr>
              <p:nvPr userDrawn="1"/>
            </p:nvSpPr>
            <p:spPr bwMode="gray">
              <a:xfrm>
                <a:off x="2347" y="1280"/>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3" name="Freeform 1168"/>
              <p:cNvSpPr>
                <a:spLocks/>
              </p:cNvSpPr>
              <p:nvPr userDrawn="1"/>
            </p:nvSpPr>
            <p:spPr bwMode="gray">
              <a:xfrm>
                <a:off x="2350" y="1513"/>
                <a:ext cx="4" cy="21"/>
              </a:xfrm>
              <a:custGeom>
                <a:avLst/>
                <a:gdLst>
                  <a:gd name="T0" fmla="*/ 2 w 5"/>
                  <a:gd name="T1" fmla="*/ 0 h 21"/>
                  <a:gd name="T2" fmla="*/ 0 w 5"/>
                  <a:gd name="T3" fmla="*/ 5 h 21"/>
                  <a:gd name="T4" fmla="*/ 0 w 5"/>
                  <a:gd name="T5" fmla="*/ 10 h 21"/>
                  <a:gd name="T6" fmla="*/ 1 w 5"/>
                  <a:gd name="T7" fmla="*/ 16 h 21"/>
                  <a:gd name="T8" fmla="*/ 2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4" name="Line 1169"/>
              <p:cNvSpPr>
                <a:spLocks noChangeShapeType="1"/>
              </p:cNvSpPr>
              <p:nvPr userDrawn="1"/>
            </p:nvSpPr>
            <p:spPr bwMode="gray">
              <a:xfrm flipH="1" flipV="1">
                <a:off x="2350" y="1287"/>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5" name="Freeform 1170"/>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6" name="Freeform 1171"/>
              <p:cNvSpPr>
                <a:spLocks/>
              </p:cNvSpPr>
              <p:nvPr userDrawn="1"/>
            </p:nvSpPr>
            <p:spPr bwMode="gray">
              <a:xfrm>
                <a:off x="2558"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7" name="Line 1172"/>
              <p:cNvSpPr>
                <a:spLocks noChangeShapeType="1"/>
              </p:cNvSpPr>
              <p:nvPr userDrawn="1"/>
            </p:nvSpPr>
            <p:spPr bwMode="gray">
              <a:xfrm>
                <a:off x="2567" y="1870"/>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8" name="Line 1173"/>
              <p:cNvSpPr>
                <a:spLocks noChangeShapeType="1"/>
              </p:cNvSpPr>
              <p:nvPr userDrawn="1"/>
            </p:nvSpPr>
            <p:spPr bwMode="gray">
              <a:xfrm>
                <a:off x="2576" y="1873"/>
                <a:ext cx="4"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69" name="Freeform 1174"/>
              <p:cNvSpPr>
                <a:spLocks/>
              </p:cNvSpPr>
              <p:nvPr userDrawn="1"/>
            </p:nvSpPr>
            <p:spPr bwMode="gray">
              <a:xfrm>
                <a:off x="2558"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0" name="Line 1175"/>
              <p:cNvSpPr>
                <a:spLocks noChangeShapeType="1"/>
              </p:cNvSpPr>
              <p:nvPr userDrawn="1"/>
            </p:nvSpPr>
            <p:spPr bwMode="gray">
              <a:xfrm flipH="1" flipV="1">
                <a:off x="2555" y="1861"/>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1" name="Freeform 1176"/>
              <p:cNvSpPr>
                <a:spLocks/>
              </p:cNvSpPr>
              <p:nvPr userDrawn="1"/>
            </p:nvSpPr>
            <p:spPr bwMode="gray">
              <a:xfrm>
                <a:off x="2555" y="1861"/>
                <a:ext cx="22" cy="12"/>
              </a:xfrm>
              <a:custGeom>
                <a:avLst/>
                <a:gdLst>
                  <a:gd name="T0" fmla="*/ 262 w 19"/>
                  <a:gd name="T1" fmla="*/ 12 h 12"/>
                  <a:gd name="T2" fmla="*/ 168 w 19"/>
                  <a:gd name="T3" fmla="*/ 9 h 12"/>
                  <a:gd name="T4" fmla="*/ 69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2" name="Freeform 1177"/>
              <p:cNvSpPr>
                <a:spLocks/>
              </p:cNvSpPr>
              <p:nvPr userDrawn="1"/>
            </p:nvSpPr>
            <p:spPr bwMode="gray">
              <a:xfrm>
                <a:off x="2646" y="2048"/>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3" name="Line 1178"/>
              <p:cNvSpPr>
                <a:spLocks noChangeShapeType="1"/>
              </p:cNvSpPr>
              <p:nvPr userDrawn="1"/>
            </p:nvSpPr>
            <p:spPr bwMode="gray">
              <a:xfrm flipV="1">
                <a:off x="2576" y="2010"/>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4" name="Line 1179"/>
              <p:cNvSpPr>
                <a:spLocks noChangeShapeType="1"/>
              </p:cNvSpPr>
              <p:nvPr userDrawn="1"/>
            </p:nvSpPr>
            <p:spPr bwMode="gray">
              <a:xfrm flipV="1">
                <a:off x="2578" y="2003"/>
                <a:ext cx="159"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5" name="Freeform 1180"/>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6" name="Line 1181"/>
              <p:cNvSpPr>
                <a:spLocks noChangeShapeType="1"/>
              </p:cNvSpPr>
              <p:nvPr userDrawn="1"/>
            </p:nvSpPr>
            <p:spPr bwMode="gray">
              <a:xfrm flipH="1">
                <a:off x="2567" y="2010"/>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7" name="Freeform 1182"/>
              <p:cNvSpPr>
                <a:spLocks/>
              </p:cNvSpPr>
              <p:nvPr userDrawn="1"/>
            </p:nvSpPr>
            <p:spPr bwMode="gray">
              <a:xfrm>
                <a:off x="2567"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8" name="Line 1183"/>
              <p:cNvSpPr>
                <a:spLocks noChangeShapeType="1"/>
              </p:cNvSpPr>
              <p:nvPr userDrawn="1"/>
            </p:nvSpPr>
            <p:spPr bwMode="gray">
              <a:xfrm flipV="1">
                <a:off x="2741" y="1924"/>
                <a:ext cx="1"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79" name="Line 1184"/>
              <p:cNvSpPr>
                <a:spLocks noChangeShapeType="1"/>
              </p:cNvSpPr>
              <p:nvPr userDrawn="1"/>
            </p:nvSpPr>
            <p:spPr bwMode="gray">
              <a:xfrm flipV="1">
                <a:off x="2737" y="1924"/>
                <a:ext cx="1"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0" name="Line 1185"/>
              <p:cNvSpPr>
                <a:spLocks noChangeShapeType="1"/>
              </p:cNvSpPr>
              <p:nvPr userDrawn="1"/>
            </p:nvSpPr>
            <p:spPr bwMode="gray">
              <a:xfrm>
                <a:off x="2733" y="1922"/>
                <a:ext cx="2"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1" name="Freeform 1186"/>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2" name="Freeform 1187"/>
              <p:cNvSpPr>
                <a:spLocks/>
              </p:cNvSpPr>
              <p:nvPr userDrawn="1"/>
            </p:nvSpPr>
            <p:spPr bwMode="gray">
              <a:xfrm>
                <a:off x="2732" y="1377"/>
                <a:ext cx="4" cy="8"/>
              </a:xfrm>
              <a:custGeom>
                <a:avLst/>
                <a:gdLst>
                  <a:gd name="T0" fmla="*/ 2 w 5"/>
                  <a:gd name="T1" fmla="*/ 8 h 8"/>
                  <a:gd name="T2" fmla="*/ 2 w 5"/>
                  <a:gd name="T3" fmla="*/ 7 h 8"/>
                  <a:gd name="T4" fmla="*/ 2 w 5"/>
                  <a:gd name="T5" fmla="*/ 5 h 8"/>
                  <a:gd name="T6" fmla="*/ 2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3" name="Line 1188"/>
              <p:cNvSpPr>
                <a:spLocks noChangeShapeType="1"/>
              </p:cNvSpPr>
              <p:nvPr userDrawn="1"/>
            </p:nvSpPr>
            <p:spPr bwMode="gray">
              <a:xfrm flipH="1" flipV="1">
                <a:off x="2737" y="1265"/>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4" name="Line 1189"/>
              <p:cNvSpPr>
                <a:spLocks noChangeShapeType="1"/>
              </p:cNvSpPr>
              <p:nvPr userDrawn="1"/>
            </p:nvSpPr>
            <p:spPr bwMode="gray">
              <a:xfrm flipV="1">
                <a:off x="2735" y="1270"/>
                <a:ext cx="1"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5" name="Freeform 1190"/>
              <p:cNvSpPr>
                <a:spLocks/>
              </p:cNvSpPr>
              <p:nvPr userDrawn="1"/>
            </p:nvSpPr>
            <p:spPr bwMode="gray">
              <a:xfrm>
                <a:off x="2732" y="1261"/>
                <a:ext cx="4" cy="9"/>
              </a:xfrm>
              <a:custGeom>
                <a:avLst/>
                <a:gdLst>
                  <a:gd name="T0" fmla="*/ 2 w 5"/>
                  <a:gd name="T1" fmla="*/ 9 h 9"/>
                  <a:gd name="T2" fmla="*/ 2 w 5"/>
                  <a:gd name="T3" fmla="*/ 5 h 9"/>
                  <a:gd name="T4" fmla="*/ 2 w 5"/>
                  <a:gd name="T5" fmla="*/ 4 h 9"/>
                  <a:gd name="T6" fmla="*/ 2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6" name="Line 1191"/>
              <p:cNvSpPr>
                <a:spLocks noChangeShapeType="1"/>
              </p:cNvSpPr>
              <p:nvPr userDrawn="1"/>
            </p:nvSpPr>
            <p:spPr bwMode="gray">
              <a:xfrm>
                <a:off x="2732" y="1261"/>
                <a:ext cx="1" cy="2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7" name="Freeform 1192"/>
              <p:cNvSpPr>
                <a:spLocks/>
              </p:cNvSpPr>
              <p:nvPr userDrawn="1"/>
            </p:nvSpPr>
            <p:spPr bwMode="gray">
              <a:xfrm>
                <a:off x="2733" y="1500"/>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8" name="Freeform 1193"/>
              <p:cNvSpPr>
                <a:spLocks/>
              </p:cNvSpPr>
              <p:nvPr userDrawn="1"/>
            </p:nvSpPr>
            <p:spPr bwMode="gray">
              <a:xfrm>
                <a:off x="2641" y="1296"/>
                <a:ext cx="13" cy="13"/>
              </a:xfrm>
              <a:custGeom>
                <a:avLst/>
                <a:gdLst>
                  <a:gd name="T0" fmla="*/ 50 w 12"/>
                  <a:gd name="T1" fmla="*/ 2 h 16"/>
                  <a:gd name="T2" fmla="*/ 42 w 12"/>
                  <a:gd name="T3" fmla="*/ 2 h 16"/>
                  <a:gd name="T4" fmla="*/ 36 w 12"/>
                  <a:gd name="T5" fmla="*/ 2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89" name="Line 1194"/>
              <p:cNvSpPr>
                <a:spLocks noChangeShapeType="1"/>
              </p:cNvSpPr>
              <p:nvPr userDrawn="1"/>
            </p:nvSpPr>
            <p:spPr bwMode="gray">
              <a:xfrm flipH="1">
                <a:off x="2567" y="1257"/>
                <a:ext cx="165"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0" name="Line 1195"/>
              <p:cNvSpPr>
                <a:spLocks noChangeShapeType="1"/>
              </p:cNvSpPr>
              <p:nvPr userDrawn="1"/>
            </p:nvSpPr>
            <p:spPr bwMode="gray">
              <a:xfrm flipH="1">
                <a:off x="2571" y="1270"/>
                <a:ext cx="164"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1" name="Freeform 1196"/>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2" name="Line 1197"/>
              <p:cNvSpPr>
                <a:spLocks noChangeShapeType="1"/>
              </p:cNvSpPr>
              <p:nvPr userDrawn="1"/>
            </p:nvSpPr>
            <p:spPr bwMode="gray">
              <a:xfrm flipV="1">
                <a:off x="2558" y="1252"/>
                <a:ext cx="165"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3" name="Freeform 1198"/>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4" name="Freeform 1199"/>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5" name="Line 1200"/>
              <p:cNvSpPr>
                <a:spLocks noChangeShapeType="1"/>
              </p:cNvSpPr>
              <p:nvPr userDrawn="1"/>
            </p:nvSpPr>
            <p:spPr bwMode="gray">
              <a:xfrm>
                <a:off x="2560" y="1359"/>
                <a:ext cx="2" cy="24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6" name="Line 1201"/>
              <p:cNvSpPr>
                <a:spLocks noChangeShapeType="1"/>
              </p:cNvSpPr>
              <p:nvPr userDrawn="1"/>
            </p:nvSpPr>
            <p:spPr bwMode="gray">
              <a:xfrm>
                <a:off x="2571" y="1356"/>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7" name="Freeform 1202"/>
              <p:cNvSpPr>
                <a:spLocks/>
              </p:cNvSpPr>
              <p:nvPr userDrawn="1"/>
            </p:nvSpPr>
            <p:spPr bwMode="gray">
              <a:xfrm>
                <a:off x="2551" y="1592"/>
                <a:ext cx="21" cy="13"/>
              </a:xfrm>
              <a:custGeom>
                <a:avLst/>
                <a:gdLst>
                  <a:gd name="T0" fmla="*/ 21 w 21"/>
                  <a:gd name="T1" fmla="*/ 0 h 14"/>
                  <a:gd name="T2" fmla="*/ 16 w 21"/>
                  <a:gd name="T3" fmla="*/ 5 h 14"/>
                  <a:gd name="T4" fmla="*/ 13 w 21"/>
                  <a:gd name="T5" fmla="*/ 7 h 14"/>
                  <a:gd name="T6" fmla="*/ 7 w 21"/>
                  <a:gd name="T7" fmla="*/ 7 h 14"/>
                  <a:gd name="T8" fmla="*/ 0 w 21"/>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8" name="Line 1203"/>
              <p:cNvSpPr>
                <a:spLocks noChangeShapeType="1"/>
              </p:cNvSpPr>
              <p:nvPr userDrawn="1"/>
            </p:nvSpPr>
            <p:spPr bwMode="gray">
              <a:xfrm flipH="1" flipV="1">
                <a:off x="2550" y="1357"/>
                <a:ext cx="1"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99" name="Freeform 1204"/>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0" name="Freeform 1205"/>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1" name="Freeform 1206"/>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2" name="Freeform 1207"/>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3" name="Line 1208"/>
              <p:cNvSpPr>
                <a:spLocks noChangeShapeType="1"/>
              </p:cNvSpPr>
              <p:nvPr userDrawn="1"/>
            </p:nvSpPr>
            <p:spPr bwMode="gray">
              <a:xfrm>
                <a:off x="2536" y="1184"/>
                <a:ext cx="19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4" name="Line 1209"/>
              <p:cNvSpPr>
                <a:spLocks noChangeShapeType="1"/>
              </p:cNvSpPr>
              <p:nvPr userDrawn="1"/>
            </p:nvSpPr>
            <p:spPr bwMode="gray">
              <a:xfrm>
                <a:off x="2532" y="1195"/>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5" name="Freeform 1210"/>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6" name="Line 1211"/>
              <p:cNvSpPr>
                <a:spLocks noChangeShapeType="1"/>
              </p:cNvSpPr>
              <p:nvPr userDrawn="1"/>
            </p:nvSpPr>
            <p:spPr bwMode="gray">
              <a:xfrm flipH="1" flipV="1">
                <a:off x="2543" y="1177"/>
                <a:ext cx="197"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7" name="Freeform 1212"/>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8" name="Freeform 1213"/>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09" name="Line 1214"/>
              <p:cNvSpPr>
                <a:spLocks noChangeShapeType="1"/>
              </p:cNvSpPr>
              <p:nvPr userDrawn="1"/>
            </p:nvSpPr>
            <p:spPr bwMode="gray">
              <a:xfrm flipH="1" flipV="1">
                <a:off x="2530" y="1179"/>
                <a:ext cx="204"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0" name="Line 1215"/>
              <p:cNvSpPr>
                <a:spLocks noChangeShapeType="1"/>
              </p:cNvSpPr>
              <p:nvPr userDrawn="1"/>
            </p:nvSpPr>
            <p:spPr bwMode="gray">
              <a:xfrm flipH="1" flipV="1">
                <a:off x="2524" y="1186"/>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1" name="Freeform 1216"/>
              <p:cNvSpPr>
                <a:spLocks/>
              </p:cNvSpPr>
              <p:nvPr userDrawn="1"/>
            </p:nvSpPr>
            <p:spPr bwMode="gray">
              <a:xfrm>
                <a:off x="2524"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2" name="Line 1217"/>
              <p:cNvSpPr>
                <a:spLocks noChangeShapeType="1"/>
              </p:cNvSpPr>
              <p:nvPr userDrawn="1"/>
            </p:nvSpPr>
            <p:spPr bwMode="gray">
              <a:xfrm>
                <a:off x="2532" y="1168"/>
                <a:ext cx="200"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3" name="Freeform 1218"/>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4" name="Freeform 1219"/>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5" name="Line 1220"/>
              <p:cNvSpPr>
                <a:spLocks noChangeShapeType="1"/>
              </p:cNvSpPr>
              <p:nvPr userDrawn="1"/>
            </p:nvSpPr>
            <p:spPr bwMode="gray">
              <a:xfrm>
                <a:off x="2352" y="1274"/>
                <a:ext cx="19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6" name="Line 1221"/>
              <p:cNvSpPr>
                <a:spLocks noChangeShapeType="1"/>
              </p:cNvSpPr>
              <p:nvPr userDrawn="1"/>
            </p:nvSpPr>
            <p:spPr bwMode="gray">
              <a:xfrm>
                <a:off x="2359" y="1270"/>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7" name="Freeform 1222"/>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8" name="Line 1223"/>
              <p:cNvSpPr>
                <a:spLocks noChangeShapeType="1"/>
              </p:cNvSpPr>
              <p:nvPr userDrawn="1"/>
            </p:nvSpPr>
            <p:spPr bwMode="gray">
              <a:xfrm flipH="1" flipV="1">
                <a:off x="2350" y="1287"/>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19" name="Freeform 1224"/>
              <p:cNvSpPr>
                <a:spLocks/>
              </p:cNvSpPr>
              <p:nvPr userDrawn="1"/>
            </p:nvSpPr>
            <p:spPr bwMode="gray">
              <a:xfrm>
                <a:off x="2350"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0" name="Freeform 1225"/>
              <p:cNvSpPr>
                <a:spLocks/>
              </p:cNvSpPr>
              <p:nvPr userDrawn="1"/>
            </p:nvSpPr>
            <p:spPr bwMode="gray">
              <a:xfrm>
                <a:off x="2459" y="2057"/>
                <a:ext cx="10" cy="13"/>
              </a:xfrm>
              <a:custGeom>
                <a:avLst/>
                <a:gdLst>
                  <a:gd name="T0" fmla="*/ 0 w 10"/>
                  <a:gd name="T1" fmla="*/ 0 h 9"/>
                  <a:gd name="T2" fmla="*/ 2 w 10"/>
                  <a:gd name="T3" fmla="*/ 4614 h 9"/>
                  <a:gd name="T4" fmla="*/ 3 w 10"/>
                  <a:gd name="T5" fmla="*/ 4993 h 9"/>
                  <a:gd name="T6" fmla="*/ 7 w 10"/>
                  <a:gd name="T7" fmla="*/ 6665 h 9"/>
                  <a:gd name="T8" fmla="*/ 10 w 10"/>
                  <a:gd name="T9" fmla="*/ 4993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1" name="Line 1226"/>
              <p:cNvSpPr>
                <a:spLocks noChangeShapeType="1"/>
              </p:cNvSpPr>
              <p:nvPr userDrawn="1"/>
            </p:nvSpPr>
            <p:spPr bwMode="gray">
              <a:xfrm>
                <a:off x="2367" y="2031"/>
                <a:ext cx="194"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2" name="Line 1227"/>
              <p:cNvSpPr>
                <a:spLocks noChangeShapeType="1"/>
              </p:cNvSpPr>
              <p:nvPr userDrawn="1"/>
            </p:nvSpPr>
            <p:spPr bwMode="gray">
              <a:xfrm>
                <a:off x="2363" y="2022"/>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3" name="Freeform 1228"/>
              <p:cNvSpPr>
                <a:spLocks/>
              </p:cNvSpPr>
              <p:nvPr userDrawn="1"/>
            </p:nvSpPr>
            <p:spPr bwMode="gray">
              <a:xfrm>
                <a:off x="2558"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4" name="Line 1229"/>
              <p:cNvSpPr>
                <a:spLocks noChangeShapeType="1"/>
              </p:cNvSpPr>
              <p:nvPr userDrawn="1"/>
            </p:nvSpPr>
            <p:spPr bwMode="gray">
              <a:xfrm flipH="1" flipV="1">
                <a:off x="2371" y="2031"/>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5" name="Freeform 1230"/>
              <p:cNvSpPr>
                <a:spLocks/>
              </p:cNvSpPr>
              <p:nvPr userDrawn="1"/>
            </p:nvSpPr>
            <p:spPr bwMode="gray">
              <a:xfrm>
                <a:off x="2363" y="2022"/>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6" name="Freeform 1231"/>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7" name="Freeform 1232"/>
              <p:cNvSpPr>
                <a:spLocks/>
              </p:cNvSpPr>
              <p:nvPr userDrawn="1"/>
            </p:nvSpPr>
            <p:spPr bwMode="gray">
              <a:xfrm>
                <a:off x="2836" y="1314"/>
                <a:ext cx="9" cy="13"/>
              </a:xfrm>
              <a:custGeom>
                <a:avLst/>
                <a:gdLst>
                  <a:gd name="T0" fmla="*/ 9 w 9"/>
                  <a:gd name="T1" fmla="*/ 3 h 15"/>
                  <a:gd name="T2" fmla="*/ 5 w 9"/>
                  <a:gd name="T3" fmla="*/ 3 h 15"/>
                  <a:gd name="T4" fmla="*/ 2 w 9"/>
                  <a:gd name="T5" fmla="*/ 3 h 15"/>
                  <a:gd name="T6" fmla="*/ 0 w 9"/>
                  <a:gd name="T7" fmla="*/ 3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8" name="Freeform 1233"/>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29" name="Line 1234"/>
              <p:cNvSpPr>
                <a:spLocks noChangeShapeType="1"/>
              </p:cNvSpPr>
              <p:nvPr userDrawn="1"/>
            </p:nvSpPr>
            <p:spPr bwMode="gray">
              <a:xfrm>
                <a:off x="2838" y="1327"/>
                <a:ext cx="19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0" name="Line 1235"/>
              <p:cNvSpPr>
                <a:spLocks noChangeShapeType="1"/>
              </p:cNvSpPr>
              <p:nvPr userDrawn="1"/>
            </p:nvSpPr>
            <p:spPr bwMode="gray">
              <a:xfrm>
                <a:off x="2845" y="1327"/>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1" name="Freeform 1236"/>
              <p:cNvSpPr>
                <a:spLocks/>
              </p:cNvSpPr>
              <p:nvPr userDrawn="1"/>
            </p:nvSpPr>
            <p:spPr bwMode="gray">
              <a:xfrm>
                <a:off x="3031" y="1387"/>
                <a:ext cx="4"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491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2" name="Line 1237"/>
              <p:cNvSpPr>
                <a:spLocks noChangeShapeType="1"/>
              </p:cNvSpPr>
              <p:nvPr userDrawn="1"/>
            </p:nvSpPr>
            <p:spPr bwMode="gray">
              <a:xfrm flipH="1" flipV="1">
                <a:off x="2837" y="1322"/>
                <a:ext cx="19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3" name="Freeform 1238"/>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4" name="Line 1239"/>
              <p:cNvSpPr>
                <a:spLocks noChangeShapeType="1"/>
              </p:cNvSpPr>
              <p:nvPr userDrawn="1"/>
            </p:nvSpPr>
            <p:spPr bwMode="gray">
              <a:xfrm flipH="1">
                <a:off x="3370" y="1144"/>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5" name="Line 1240"/>
              <p:cNvSpPr>
                <a:spLocks noChangeShapeType="1"/>
              </p:cNvSpPr>
              <p:nvPr userDrawn="1"/>
            </p:nvSpPr>
            <p:spPr bwMode="gray">
              <a:xfrm flipH="1">
                <a:off x="3384" y="1149"/>
                <a:ext cx="30" cy="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6" name="Line 1241"/>
              <p:cNvSpPr>
                <a:spLocks noChangeShapeType="1"/>
              </p:cNvSpPr>
              <p:nvPr userDrawn="1"/>
            </p:nvSpPr>
            <p:spPr bwMode="gray">
              <a:xfrm flipV="1">
                <a:off x="3358" y="1133"/>
                <a:ext cx="45" cy="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7" name="Freeform 1242"/>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8" name="Freeform 1243"/>
              <p:cNvSpPr>
                <a:spLocks/>
              </p:cNvSpPr>
              <p:nvPr userDrawn="1"/>
            </p:nvSpPr>
            <p:spPr bwMode="gray">
              <a:xfrm>
                <a:off x="3540" y="1252"/>
                <a:ext cx="10" cy="13"/>
              </a:xfrm>
              <a:custGeom>
                <a:avLst/>
                <a:gdLst>
                  <a:gd name="T0" fmla="*/ 0 w 10"/>
                  <a:gd name="T1" fmla="*/ 0 h 16"/>
                  <a:gd name="T2" fmla="*/ 3 w 10"/>
                  <a:gd name="T3" fmla="*/ 2 h 16"/>
                  <a:gd name="T4" fmla="*/ 7 w 10"/>
                  <a:gd name="T5" fmla="*/ 2 h 16"/>
                  <a:gd name="T6" fmla="*/ 8 w 10"/>
                  <a:gd name="T7" fmla="*/ 2 h 16"/>
                  <a:gd name="T8" fmla="*/ 10 w 10"/>
                  <a:gd name="T9" fmla="*/ 2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39" name="Line 1244"/>
              <p:cNvSpPr>
                <a:spLocks noChangeShapeType="1"/>
              </p:cNvSpPr>
              <p:nvPr userDrawn="1"/>
            </p:nvSpPr>
            <p:spPr bwMode="gray">
              <a:xfrm flipV="1">
                <a:off x="3540" y="1217"/>
                <a:ext cx="79"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0" name="Line 1245"/>
              <p:cNvSpPr>
                <a:spLocks noChangeShapeType="1"/>
              </p:cNvSpPr>
              <p:nvPr userDrawn="1"/>
            </p:nvSpPr>
            <p:spPr bwMode="gray">
              <a:xfrm flipV="1">
                <a:off x="3540" y="1212"/>
                <a:ext cx="72" cy="4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1" name="Freeform 1246"/>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2" name="Line 1247"/>
              <p:cNvSpPr>
                <a:spLocks noChangeShapeType="1"/>
              </p:cNvSpPr>
              <p:nvPr userDrawn="1"/>
            </p:nvSpPr>
            <p:spPr bwMode="gray">
              <a:xfrm flipH="1">
                <a:off x="3540" y="1228"/>
                <a:ext cx="82"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3" name="Freeform 1248"/>
              <p:cNvSpPr>
                <a:spLocks/>
              </p:cNvSpPr>
              <p:nvPr userDrawn="1"/>
            </p:nvSpPr>
            <p:spPr bwMode="gray">
              <a:xfrm>
                <a:off x="3484" y="1170"/>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4" name="Line 1249"/>
              <p:cNvSpPr>
                <a:spLocks noChangeShapeType="1"/>
              </p:cNvSpPr>
              <p:nvPr userDrawn="1"/>
            </p:nvSpPr>
            <p:spPr bwMode="gray">
              <a:xfrm flipH="1" flipV="1">
                <a:off x="3412" y="1147"/>
                <a:ext cx="20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5" name="Line 1250"/>
              <p:cNvSpPr>
                <a:spLocks noChangeShapeType="1"/>
              </p:cNvSpPr>
              <p:nvPr userDrawn="1"/>
            </p:nvSpPr>
            <p:spPr bwMode="gray">
              <a:xfrm flipH="1" flipV="1">
                <a:off x="3412" y="1149"/>
                <a:ext cx="198"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6" name="Freeform 1251"/>
              <p:cNvSpPr>
                <a:spLocks/>
              </p:cNvSpPr>
              <p:nvPr userDrawn="1"/>
            </p:nvSpPr>
            <p:spPr bwMode="gray">
              <a:xfrm>
                <a:off x="3410" y="1149"/>
                <a:ext cx="4" cy="4"/>
              </a:xfrm>
              <a:custGeom>
                <a:avLst/>
                <a:gdLst>
                  <a:gd name="T0" fmla="*/ 4 w 4"/>
                  <a:gd name="T1" fmla="*/ 0 h 5"/>
                  <a:gd name="T2" fmla="*/ 4 w 4"/>
                  <a:gd name="T3" fmla="*/ 0 h 5"/>
                  <a:gd name="T4" fmla="*/ 4 w 4"/>
                  <a:gd name="T5" fmla="*/ 0 h 5"/>
                  <a:gd name="T6" fmla="*/ 2 w 4"/>
                  <a:gd name="T7" fmla="*/ 2 h 5"/>
                  <a:gd name="T8" fmla="*/ 2 w 4"/>
                  <a:gd name="T9" fmla="*/ 2 h 5"/>
                  <a:gd name="T10" fmla="*/ 0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7" name="Line 1252"/>
              <p:cNvSpPr>
                <a:spLocks noChangeShapeType="1"/>
              </p:cNvSpPr>
              <p:nvPr userDrawn="1"/>
            </p:nvSpPr>
            <p:spPr bwMode="gray">
              <a:xfrm>
                <a:off x="3410" y="1153"/>
                <a:ext cx="20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8" name="Freeform 1253"/>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49" name="Freeform 1254"/>
              <p:cNvSpPr>
                <a:spLocks/>
              </p:cNvSpPr>
              <p:nvPr userDrawn="1"/>
            </p:nvSpPr>
            <p:spPr bwMode="gray">
              <a:xfrm>
                <a:off x="3613" y="1327"/>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0" name="Line 1255"/>
              <p:cNvSpPr>
                <a:spLocks noChangeShapeType="1"/>
              </p:cNvSpPr>
              <p:nvPr userDrawn="1"/>
            </p:nvSpPr>
            <p:spPr bwMode="gray">
              <a:xfrm flipV="1">
                <a:off x="3618" y="1222"/>
                <a:ext cx="4" cy="1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1" name="Line 1256"/>
              <p:cNvSpPr>
                <a:spLocks noChangeShapeType="1"/>
              </p:cNvSpPr>
              <p:nvPr userDrawn="1"/>
            </p:nvSpPr>
            <p:spPr bwMode="gray">
              <a:xfrm flipV="1">
                <a:off x="3615" y="1228"/>
                <a:ext cx="5"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2" name="Freeform 1257"/>
              <p:cNvSpPr>
                <a:spLocks/>
              </p:cNvSpPr>
              <p:nvPr userDrawn="1"/>
            </p:nvSpPr>
            <p:spPr bwMode="gray">
              <a:xfrm>
                <a:off x="3618" y="1219"/>
                <a:ext cx="4" cy="9"/>
              </a:xfrm>
              <a:custGeom>
                <a:avLst/>
                <a:gdLst>
                  <a:gd name="T0" fmla="*/ 2 w 5"/>
                  <a:gd name="T1" fmla="*/ 9 h 9"/>
                  <a:gd name="T2" fmla="*/ 2 w 5"/>
                  <a:gd name="T3" fmla="*/ 7 h 9"/>
                  <a:gd name="T4" fmla="*/ 2 w 5"/>
                  <a:gd name="T5" fmla="*/ 5 h 9"/>
                  <a:gd name="T6" fmla="*/ 2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3" name="Line 1258"/>
              <p:cNvSpPr>
                <a:spLocks noChangeShapeType="1"/>
              </p:cNvSpPr>
              <p:nvPr userDrawn="1"/>
            </p:nvSpPr>
            <p:spPr bwMode="gray">
              <a:xfrm flipH="1">
                <a:off x="3611" y="1219"/>
                <a:ext cx="6" cy="1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4" name="Freeform 1259"/>
              <p:cNvSpPr>
                <a:spLocks/>
              </p:cNvSpPr>
              <p:nvPr userDrawn="1"/>
            </p:nvSpPr>
            <p:spPr bwMode="gray">
              <a:xfrm>
                <a:off x="2816" y="1205"/>
                <a:ext cx="22" cy="4"/>
              </a:xfrm>
              <a:custGeom>
                <a:avLst/>
                <a:gdLst>
                  <a:gd name="T0" fmla="*/ 262 w 19"/>
                  <a:gd name="T1" fmla="*/ 0 h 2"/>
                  <a:gd name="T2" fmla="*/ 195 w 19"/>
                  <a:gd name="T3" fmla="*/ 524288 h 2"/>
                  <a:gd name="T4" fmla="*/ 145 w 19"/>
                  <a:gd name="T5" fmla="*/ 524288 h 2"/>
                  <a:gd name="T6" fmla="*/ 69 w 19"/>
                  <a:gd name="T7" fmla="*/ 524288 h 2"/>
                  <a:gd name="T8" fmla="*/ 0 w 19"/>
                  <a:gd name="T9" fmla="*/ 524288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5" name="Line 1260"/>
              <p:cNvSpPr>
                <a:spLocks noChangeShapeType="1"/>
              </p:cNvSpPr>
              <p:nvPr userDrawn="1"/>
            </p:nvSpPr>
            <p:spPr bwMode="gray">
              <a:xfrm flipV="1">
                <a:off x="2828" y="1202"/>
                <a:ext cx="1" cy="1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6" name="Line 1261"/>
              <p:cNvSpPr>
                <a:spLocks noChangeShapeType="1"/>
              </p:cNvSpPr>
              <p:nvPr userDrawn="1"/>
            </p:nvSpPr>
            <p:spPr bwMode="gray">
              <a:xfrm flipV="1">
                <a:off x="2836" y="1196"/>
                <a:ext cx="1" cy="1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7" name="Line 1262"/>
              <p:cNvSpPr>
                <a:spLocks noChangeShapeType="1"/>
              </p:cNvSpPr>
              <p:nvPr userDrawn="1"/>
            </p:nvSpPr>
            <p:spPr bwMode="gray">
              <a:xfrm>
                <a:off x="2816" y="1205"/>
                <a:ext cx="4" cy="10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8" name="Freeform 1263"/>
              <p:cNvSpPr>
                <a:spLocks/>
              </p:cNvSpPr>
              <p:nvPr userDrawn="1"/>
            </p:nvSpPr>
            <p:spPr bwMode="gray">
              <a:xfrm>
                <a:off x="2816" y="1314"/>
                <a:ext cx="22" cy="3"/>
              </a:xfrm>
              <a:custGeom>
                <a:avLst/>
                <a:gdLst>
                  <a:gd name="T0" fmla="*/ 262 w 19"/>
                  <a:gd name="T1" fmla="*/ 0 h 3"/>
                  <a:gd name="T2" fmla="*/ 168 w 19"/>
                  <a:gd name="T3" fmla="*/ 3 h 3"/>
                  <a:gd name="T4" fmla="*/ 93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59" name="Freeform 1264"/>
              <p:cNvSpPr>
                <a:spLocks/>
              </p:cNvSpPr>
              <p:nvPr userDrawn="1"/>
            </p:nvSpPr>
            <p:spPr bwMode="gray">
              <a:xfrm>
                <a:off x="2819"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0" name="Line 1265"/>
              <p:cNvSpPr>
                <a:spLocks noChangeShapeType="1"/>
              </p:cNvSpPr>
              <p:nvPr userDrawn="1"/>
            </p:nvSpPr>
            <p:spPr bwMode="gray">
              <a:xfrm>
                <a:off x="2828" y="1202"/>
                <a:ext cx="1" cy="1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1" name="Line 1266"/>
              <p:cNvSpPr>
                <a:spLocks noChangeShapeType="1"/>
              </p:cNvSpPr>
              <p:nvPr userDrawn="1"/>
            </p:nvSpPr>
            <p:spPr bwMode="gray">
              <a:xfrm>
                <a:off x="2837" y="1196"/>
                <a:ext cx="1"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2" name="Freeform 1267"/>
              <p:cNvSpPr>
                <a:spLocks/>
              </p:cNvSpPr>
              <p:nvPr userDrawn="1"/>
            </p:nvSpPr>
            <p:spPr bwMode="gray">
              <a:xfrm>
                <a:off x="2819"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3" name="Line 1268"/>
              <p:cNvSpPr>
                <a:spLocks noChangeShapeType="1"/>
              </p:cNvSpPr>
              <p:nvPr userDrawn="1"/>
            </p:nvSpPr>
            <p:spPr bwMode="gray">
              <a:xfrm flipV="1">
                <a:off x="2819" y="1205"/>
                <a:ext cx="1" cy="1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4" name="Freeform 1269"/>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5" name="Line 1270"/>
              <p:cNvSpPr>
                <a:spLocks noChangeShapeType="1"/>
              </p:cNvSpPr>
              <p:nvPr userDrawn="1"/>
            </p:nvSpPr>
            <p:spPr bwMode="gray">
              <a:xfrm flipH="1">
                <a:off x="3038" y="1405"/>
                <a:ext cx="1" cy="15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6" name="Line 1271"/>
              <p:cNvSpPr>
                <a:spLocks noChangeShapeType="1"/>
              </p:cNvSpPr>
              <p:nvPr userDrawn="1"/>
            </p:nvSpPr>
            <p:spPr bwMode="gray">
              <a:xfrm flipH="1">
                <a:off x="3039" y="1408"/>
                <a:ext cx="2" cy="14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7" name="Line 1272"/>
              <p:cNvSpPr>
                <a:spLocks noChangeShapeType="1"/>
              </p:cNvSpPr>
              <p:nvPr userDrawn="1"/>
            </p:nvSpPr>
            <p:spPr bwMode="gray">
              <a:xfrm flipV="1">
                <a:off x="3045" y="1405"/>
                <a:ext cx="2" cy="1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8" name="Freeform 1273"/>
              <p:cNvSpPr>
                <a:spLocks/>
              </p:cNvSpPr>
              <p:nvPr userDrawn="1"/>
            </p:nvSpPr>
            <p:spPr bwMode="gray">
              <a:xfrm>
                <a:off x="3039" y="1405"/>
                <a:ext cx="6" cy="4"/>
              </a:xfrm>
              <a:custGeom>
                <a:avLst/>
                <a:gdLst>
                  <a:gd name="T0" fmla="*/ 2 w 6"/>
                  <a:gd name="T1" fmla="*/ 491 h 3"/>
                  <a:gd name="T2" fmla="*/ 0 w 6"/>
                  <a:gd name="T3" fmla="*/ 491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69" name="Freeform 1274"/>
              <p:cNvSpPr>
                <a:spLocks/>
              </p:cNvSpPr>
              <p:nvPr userDrawn="1"/>
            </p:nvSpPr>
            <p:spPr bwMode="gray">
              <a:xfrm>
                <a:off x="3193"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0" name="Line 1275"/>
              <p:cNvSpPr>
                <a:spLocks noChangeShapeType="1"/>
              </p:cNvSpPr>
              <p:nvPr userDrawn="1"/>
            </p:nvSpPr>
            <p:spPr bwMode="gray">
              <a:xfrm flipH="1">
                <a:off x="3185" y="840"/>
                <a:ext cx="10"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1" name="Line 1276"/>
              <p:cNvSpPr>
                <a:spLocks noChangeShapeType="1"/>
              </p:cNvSpPr>
              <p:nvPr userDrawn="1"/>
            </p:nvSpPr>
            <p:spPr bwMode="gray">
              <a:xfrm flipV="1">
                <a:off x="3188" y="840"/>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2" name="Freeform 1277"/>
              <p:cNvSpPr>
                <a:spLocks/>
              </p:cNvSpPr>
              <p:nvPr userDrawn="1"/>
            </p:nvSpPr>
            <p:spPr bwMode="gray">
              <a:xfrm>
                <a:off x="3193"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3" name="Freeform 1278"/>
              <p:cNvSpPr>
                <a:spLocks/>
              </p:cNvSpPr>
              <p:nvPr userDrawn="1"/>
            </p:nvSpPr>
            <p:spPr bwMode="gray">
              <a:xfrm>
                <a:off x="3401" y="1013"/>
                <a:ext cx="4" cy="7"/>
              </a:xfrm>
              <a:custGeom>
                <a:avLst/>
                <a:gdLst>
                  <a:gd name="T0" fmla="*/ 1 w 6"/>
                  <a:gd name="T1" fmla="*/ 7 h 7"/>
                  <a:gd name="T2" fmla="*/ 1 w 6"/>
                  <a:gd name="T3" fmla="*/ 7 h 7"/>
                  <a:gd name="T4" fmla="*/ 1 w 6"/>
                  <a:gd name="T5" fmla="*/ 6 h 7"/>
                  <a:gd name="T6" fmla="*/ 1 w 6"/>
                  <a:gd name="T7" fmla="*/ 4 h 7"/>
                  <a:gd name="T8" fmla="*/ 1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4" name="Line 1279"/>
              <p:cNvSpPr>
                <a:spLocks noChangeShapeType="1"/>
              </p:cNvSpPr>
              <p:nvPr userDrawn="1"/>
            </p:nvSpPr>
            <p:spPr bwMode="gray">
              <a:xfrm flipV="1">
                <a:off x="3403" y="909"/>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5" name="Line 1280"/>
              <p:cNvSpPr>
                <a:spLocks noChangeShapeType="1"/>
              </p:cNvSpPr>
              <p:nvPr userDrawn="1"/>
            </p:nvSpPr>
            <p:spPr bwMode="gray">
              <a:xfrm flipV="1">
                <a:off x="3401" y="913"/>
                <a:ext cx="4"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6" name="Freeform 1281"/>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7" name="Line 1282"/>
              <p:cNvSpPr>
                <a:spLocks noChangeShapeType="1"/>
              </p:cNvSpPr>
              <p:nvPr userDrawn="1"/>
            </p:nvSpPr>
            <p:spPr bwMode="gray">
              <a:xfrm flipH="1">
                <a:off x="3398" y="906"/>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8" name="Freeform 1283"/>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79" name="Freeform 1284"/>
              <p:cNvSpPr>
                <a:spLocks/>
              </p:cNvSpPr>
              <p:nvPr userDrawn="1"/>
            </p:nvSpPr>
            <p:spPr bwMode="gray">
              <a:xfrm>
                <a:off x="3324" y="935"/>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0" name="Line 1285"/>
              <p:cNvSpPr>
                <a:spLocks noChangeShapeType="1"/>
              </p:cNvSpPr>
              <p:nvPr userDrawn="1"/>
            </p:nvSpPr>
            <p:spPr bwMode="gray">
              <a:xfrm flipH="1">
                <a:off x="3314" y="904"/>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1" name="Line 1286"/>
              <p:cNvSpPr>
                <a:spLocks noChangeShapeType="1"/>
              </p:cNvSpPr>
              <p:nvPr userDrawn="1"/>
            </p:nvSpPr>
            <p:spPr bwMode="gray">
              <a:xfrm flipH="1">
                <a:off x="3314" y="913"/>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2" name="Line 1287"/>
              <p:cNvSpPr>
                <a:spLocks noChangeShapeType="1"/>
              </p:cNvSpPr>
              <p:nvPr userDrawn="1"/>
            </p:nvSpPr>
            <p:spPr bwMode="gray">
              <a:xfrm flipV="1">
                <a:off x="3314" y="897"/>
                <a:ext cx="82"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3" name="Freeform 1288"/>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4" name="Freeform 1289"/>
              <p:cNvSpPr>
                <a:spLocks/>
              </p:cNvSpPr>
              <p:nvPr userDrawn="1"/>
            </p:nvSpPr>
            <p:spPr bwMode="gray">
              <a:xfrm>
                <a:off x="3298" y="866"/>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5" name="Line 1290"/>
              <p:cNvSpPr>
                <a:spLocks noChangeShapeType="1"/>
              </p:cNvSpPr>
              <p:nvPr userDrawn="1"/>
            </p:nvSpPr>
            <p:spPr bwMode="gray">
              <a:xfrm>
                <a:off x="3207" y="840"/>
                <a:ext cx="195"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6" name="Line 1291"/>
              <p:cNvSpPr>
                <a:spLocks noChangeShapeType="1"/>
              </p:cNvSpPr>
              <p:nvPr userDrawn="1"/>
            </p:nvSpPr>
            <p:spPr bwMode="gray">
              <a:xfrm>
                <a:off x="3210" y="847"/>
                <a:ext cx="194"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7" name="Freeform 1292"/>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8" name="Line 1293"/>
              <p:cNvSpPr>
                <a:spLocks noChangeShapeType="1"/>
              </p:cNvSpPr>
              <p:nvPr userDrawn="1"/>
            </p:nvSpPr>
            <p:spPr bwMode="gray">
              <a:xfrm flipH="1" flipV="1">
                <a:off x="3202" y="840"/>
                <a:ext cx="194"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89" name="Freeform 1294"/>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0" name="Freeform 1295"/>
              <p:cNvSpPr>
                <a:spLocks/>
              </p:cNvSpPr>
              <p:nvPr userDrawn="1"/>
            </p:nvSpPr>
            <p:spPr bwMode="gray">
              <a:xfrm>
                <a:off x="3345" y="1822"/>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1" name="Freeform 1296"/>
              <p:cNvSpPr>
                <a:spLocks/>
              </p:cNvSpPr>
              <p:nvPr userDrawn="1"/>
            </p:nvSpPr>
            <p:spPr bwMode="gray">
              <a:xfrm>
                <a:off x="2976" y="1826"/>
                <a:ext cx="11" cy="13"/>
              </a:xfrm>
              <a:custGeom>
                <a:avLst/>
                <a:gdLst>
                  <a:gd name="T0" fmla="*/ 11 w 11"/>
                  <a:gd name="T1" fmla="*/ 2 h 16"/>
                  <a:gd name="T2" fmla="*/ 7 w 11"/>
                  <a:gd name="T3" fmla="*/ 2 h 16"/>
                  <a:gd name="T4" fmla="*/ 4 w 11"/>
                  <a:gd name="T5" fmla="*/ 2 h 16"/>
                  <a:gd name="T6" fmla="*/ 0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2" name="Freeform 1297"/>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3" name="Line 1298"/>
              <p:cNvSpPr>
                <a:spLocks noChangeShapeType="1"/>
              </p:cNvSpPr>
              <p:nvPr userDrawn="1"/>
            </p:nvSpPr>
            <p:spPr bwMode="gray">
              <a:xfrm>
                <a:off x="2984" y="1840"/>
                <a:ext cx="204"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4" name="Line 1299"/>
              <p:cNvSpPr>
                <a:spLocks noChangeShapeType="1"/>
              </p:cNvSpPr>
              <p:nvPr userDrawn="1"/>
            </p:nvSpPr>
            <p:spPr bwMode="gray">
              <a:xfrm>
                <a:off x="2987" y="1840"/>
                <a:ext cx="20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5" name="Freeform 1300"/>
              <p:cNvSpPr>
                <a:spLocks/>
              </p:cNvSpPr>
              <p:nvPr userDrawn="1"/>
            </p:nvSpPr>
            <p:spPr bwMode="gray">
              <a:xfrm>
                <a:off x="3185" y="1909"/>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6" name="Line 1301"/>
              <p:cNvSpPr>
                <a:spLocks noChangeShapeType="1"/>
              </p:cNvSpPr>
              <p:nvPr userDrawn="1"/>
            </p:nvSpPr>
            <p:spPr bwMode="gray">
              <a:xfrm flipH="1" flipV="1">
                <a:off x="2978" y="1835"/>
                <a:ext cx="20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7" name="Freeform 1302"/>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8" name="Freeform 1303"/>
              <p:cNvSpPr>
                <a:spLocks/>
              </p:cNvSpPr>
              <p:nvPr userDrawn="1"/>
            </p:nvSpPr>
            <p:spPr bwMode="gray">
              <a:xfrm>
                <a:off x="3290" y="1848"/>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699" name="Line 1304"/>
              <p:cNvSpPr>
                <a:spLocks noChangeShapeType="1"/>
              </p:cNvSpPr>
              <p:nvPr userDrawn="1"/>
            </p:nvSpPr>
            <p:spPr bwMode="gray">
              <a:xfrm flipV="1">
                <a:off x="3202" y="1819"/>
                <a:ext cx="156"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0" name="Line 1305"/>
              <p:cNvSpPr>
                <a:spLocks noChangeShapeType="1"/>
              </p:cNvSpPr>
              <p:nvPr userDrawn="1"/>
            </p:nvSpPr>
            <p:spPr bwMode="gray">
              <a:xfrm flipV="1">
                <a:off x="3193" y="1822"/>
                <a:ext cx="152"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1" name="Freeform 1306"/>
              <p:cNvSpPr>
                <a:spLocks/>
              </p:cNvSpPr>
              <p:nvPr userDrawn="1"/>
            </p:nvSpPr>
            <p:spPr bwMode="gray">
              <a:xfrm>
                <a:off x="3345" y="1810"/>
                <a:ext cx="22" cy="13"/>
              </a:xfrm>
              <a:custGeom>
                <a:avLst/>
                <a:gdLst>
                  <a:gd name="T0" fmla="*/ 0 w 21"/>
                  <a:gd name="T1" fmla="*/ 13 h 13"/>
                  <a:gd name="T2" fmla="*/ 7 w 21"/>
                  <a:gd name="T3" fmla="*/ 13 h 13"/>
                  <a:gd name="T4" fmla="*/ 31 w 21"/>
                  <a:gd name="T5" fmla="*/ 9 h 13"/>
                  <a:gd name="T6" fmla="*/ 40 w 21"/>
                  <a:gd name="T7" fmla="*/ 6 h 13"/>
                  <a:gd name="T8" fmla="*/ 46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2" name="Line 1307"/>
              <p:cNvSpPr>
                <a:spLocks noChangeShapeType="1"/>
              </p:cNvSpPr>
              <p:nvPr userDrawn="1"/>
            </p:nvSpPr>
            <p:spPr bwMode="gray">
              <a:xfrm flipH="1">
                <a:off x="3206" y="1810"/>
                <a:ext cx="161" cy="10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3" name="Freeform 1308"/>
              <p:cNvSpPr>
                <a:spLocks/>
              </p:cNvSpPr>
              <p:nvPr userDrawn="1"/>
            </p:nvSpPr>
            <p:spPr bwMode="gray">
              <a:xfrm>
                <a:off x="3193" y="1909"/>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4" name="Freeform 1309"/>
              <p:cNvSpPr>
                <a:spLocks/>
              </p:cNvSpPr>
              <p:nvPr userDrawn="1"/>
            </p:nvSpPr>
            <p:spPr bwMode="gray">
              <a:xfrm>
                <a:off x="3519" y="1709"/>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5" name="Freeform 1310"/>
              <p:cNvSpPr>
                <a:spLocks/>
              </p:cNvSpPr>
              <p:nvPr userDrawn="1"/>
            </p:nvSpPr>
            <p:spPr bwMode="gray">
              <a:xfrm>
                <a:off x="3580" y="1670"/>
                <a:ext cx="13" cy="9"/>
              </a:xfrm>
              <a:custGeom>
                <a:avLst/>
                <a:gdLst>
                  <a:gd name="T0" fmla="*/ 0 w 12"/>
                  <a:gd name="T1" fmla="*/ 9 h 9"/>
                  <a:gd name="T2" fmla="*/ 3 w 12"/>
                  <a:gd name="T3" fmla="*/ 9 h 9"/>
                  <a:gd name="T4" fmla="*/ 39 w 12"/>
                  <a:gd name="T5" fmla="*/ 7 h 9"/>
                  <a:gd name="T6" fmla="*/ 42 w 12"/>
                  <a:gd name="T7" fmla="*/ 4 h 9"/>
                  <a:gd name="T8" fmla="*/ 50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6" name="Line 1311"/>
              <p:cNvSpPr>
                <a:spLocks noChangeShapeType="1"/>
              </p:cNvSpPr>
              <p:nvPr userDrawn="1"/>
            </p:nvSpPr>
            <p:spPr bwMode="gray">
              <a:xfrm flipV="1">
                <a:off x="3531" y="1621"/>
                <a:ext cx="147"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7" name="Line 1312"/>
              <p:cNvSpPr>
                <a:spLocks noChangeShapeType="1"/>
              </p:cNvSpPr>
              <p:nvPr userDrawn="1"/>
            </p:nvSpPr>
            <p:spPr bwMode="gray">
              <a:xfrm flipV="1">
                <a:off x="3527" y="1622"/>
                <a:ext cx="143"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8" name="Freeform 1313"/>
              <p:cNvSpPr>
                <a:spLocks/>
              </p:cNvSpPr>
              <p:nvPr userDrawn="1"/>
            </p:nvSpPr>
            <p:spPr bwMode="gray">
              <a:xfrm>
                <a:off x="3670"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09" name="Line 1314"/>
              <p:cNvSpPr>
                <a:spLocks noChangeShapeType="1"/>
              </p:cNvSpPr>
              <p:nvPr userDrawn="1"/>
            </p:nvSpPr>
            <p:spPr bwMode="gray">
              <a:xfrm flipH="1">
                <a:off x="3531" y="1614"/>
                <a:ext cx="150"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0" name="Freeform 1315"/>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1" name="Freeform 1316"/>
              <p:cNvSpPr>
                <a:spLocks/>
              </p:cNvSpPr>
              <p:nvPr userDrawn="1"/>
            </p:nvSpPr>
            <p:spPr bwMode="gray">
              <a:xfrm>
                <a:off x="3670" y="1605"/>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2" name="Freeform 1317"/>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3" name="Line 1318"/>
              <p:cNvSpPr>
                <a:spLocks noChangeShapeType="1"/>
              </p:cNvSpPr>
              <p:nvPr userDrawn="1"/>
            </p:nvSpPr>
            <p:spPr bwMode="gray">
              <a:xfrm flipH="1" flipV="1">
                <a:off x="3151" y="1490"/>
                <a:ext cx="207"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4" name="Line 1319"/>
              <p:cNvSpPr>
                <a:spLocks noChangeShapeType="1"/>
              </p:cNvSpPr>
              <p:nvPr userDrawn="1"/>
            </p:nvSpPr>
            <p:spPr bwMode="gray">
              <a:xfrm flipH="1" flipV="1">
                <a:off x="3144" y="1497"/>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5" name="Freeform 1320"/>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6" name="Line 1321"/>
              <p:cNvSpPr>
                <a:spLocks noChangeShapeType="1"/>
              </p:cNvSpPr>
              <p:nvPr userDrawn="1"/>
            </p:nvSpPr>
            <p:spPr bwMode="gray">
              <a:xfrm>
                <a:off x="3153" y="1480"/>
                <a:ext cx="208"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7" name="Freeform 1322"/>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8" name="Freeform 1323"/>
              <p:cNvSpPr>
                <a:spLocks/>
              </p:cNvSpPr>
              <p:nvPr userDrawn="1"/>
            </p:nvSpPr>
            <p:spPr bwMode="gray">
              <a:xfrm>
                <a:off x="3076" y="1530"/>
                <a:ext cx="13" cy="9"/>
              </a:xfrm>
              <a:custGeom>
                <a:avLst/>
                <a:gdLst>
                  <a:gd name="T0" fmla="*/ 50 w 12"/>
                  <a:gd name="T1" fmla="*/ 0 h 9"/>
                  <a:gd name="T2" fmla="*/ 39 w 12"/>
                  <a:gd name="T3" fmla="*/ 0 h 9"/>
                  <a:gd name="T4" fmla="*/ 33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19" name="Line 1324"/>
              <p:cNvSpPr>
                <a:spLocks noChangeShapeType="1"/>
              </p:cNvSpPr>
              <p:nvPr userDrawn="1"/>
            </p:nvSpPr>
            <p:spPr bwMode="gray">
              <a:xfrm flipH="1">
                <a:off x="2984" y="1497"/>
                <a:ext cx="15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720" name="Line 1325"/>
              <p:cNvSpPr>
                <a:spLocks noChangeShapeType="1"/>
              </p:cNvSpPr>
              <p:nvPr userDrawn="1"/>
            </p:nvSpPr>
            <p:spPr bwMode="gray">
              <a:xfrm flipH="1">
                <a:off x="2989" y="1497"/>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1065" name="Group 1326"/>
            <p:cNvGrpSpPr>
              <a:grpSpLocks/>
            </p:cNvGrpSpPr>
            <p:nvPr userDrawn="1"/>
          </p:nvGrpSpPr>
          <p:grpSpPr bwMode="auto">
            <a:xfrm>
              <a:off x="4230" y="2817"/>
              <a:ext cx="1410" cy="1369"/>
              <a:chOff x="2282" y="873"/>
              <a:chExt cx="1410" cy="1369"/>
            </a:xfrm>
          </p:grpSpPr>
          <p:sp>
            <p:nvSpPr>
              <p:cNvPr id="1321" name="Freeform 1327"/>
              <p:cNvSpPr>
                <a:spLocks/>
              </p:cNvSpPr>
              <p:nvPr userDrawn="1"/>
            </p:nvSpPr>
            <p:spPr bwMode="gray">
              <a:xfrm>
                <a:off x="2978" y="1586"/>
                <a:ext cx="11" cy="13"/>
              </a:xfrm>
              <a:custGeom>
                <a:avLst/>
                <a:gdLst>
                  <a:gd name="T0" fmla="*/ 11 w 11"/>
                  <a:gd name="T1" fmla="*/ 2 h 11"/>
                  <a:gd name="T2" fmla="*/ 7 w 11"/>
                  <a:gd name="T3" fmla="*/ 0 h 11"/>
                  <a:gd name="T4" fmla="*/ 4 w 11"/>
                  <a:gd name="T5" fmla="*/ 2 h 11"/>
                  <a:gd name="T6" fmla="*/ 0 w 11"/>
                  <a:gd name="T7" fmla="*/ 110 h 11"/>
                  <a:gd name="T8" fmla="*/ 0 w 11"/>
                  <a:gd name="T9" fmla="*/ 215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2" name="Line 1328"/>
              <p:cNvSpPr>
                <a:spLocks noChangeShapeType="1"/>
              </p:cNvSpPr>
              <p:nvPr userDrawn="1"/>
            </p:nvSpPr>
            <p:spPr bwMode="gray">
              <a:xfrm flipV="1">
                <a:off x="2978" y="1502"/>
                <a:ext cx="165"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3" name="Freeform 1329"/>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4" name="Freeform 1330"/>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5" name="Freeform 1331"/>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6" name="Freeform 1332"/>
              <p:cNvSpPr>
                <a:spLocks/>
              </p:cNvSpPr>
              <p:nvPr userDrawn="1"/>
            </p:nvSpPr>
            <p:spPr bwMode="gray">
              <a:xfrm>
                <a:off x="3295" y="1602"/>
                <a:ext cx="13" cy="18"/>
              </a:xfrm>
              <a:custGeom>
                <a:avLst/>
                <a:gdLst>
                  <a:gd name="T0" fmla="*/ 0 w 12"/>
                  <a:gd name="T1" fmla="*/ 0 h 18"/>
                  <a:gd name="T2" fmla="*/ 5 w 12"/>
                  <a:gd name="T3" fmla="*/ 4 h 18"/>
                  <a:gd name="T4" fmla="*/ 36 w 12"/>
                  <a:gd name="T5" fmla="*/ 7 h 18"/>
                  <a:gd name="T6" fmla="*/ 42 w 12"/>
                  <a:gd name="T7" fmla="*/ 12 h 18"/>
                  <a:gd name="T8" fmla="*/ 50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7" name="Line 1333"/>
              <p:cNvSpPr>
                <a:spLocks noChangeShapeType="1"/>
              </p:cNvSpPr>
              <p:nvPr userDrawn="1"/>
            </p:nvSpPr>
            <p:spPr bwMode="gray">
              <a:xfrm flipV="1">
                <a:off x="3206" y="1572"/>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8" name="Line 1334"/>
              <p:cNvSpPr>
                <a:spLocks noChangeShapeType="1"/>
              </p:cNvSpPr>
              <p:nvPr userDrawn="1"/>
            </p:nvSpPr>
            <p:spPr bwMode="gray">
              <a:xfrm flipV="1">
                <a:off x="3197" y="1569"/>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9" name="Freeform 1335"/>
              <p:cNvSpPr>
                <a:spLocks/>
              </p:cNvSpPr>
              <p:nvPr userDrawn="1"/>
            </p:nvSpPr>
            <p:spPr bwMode="gray">
              <a:xfrm>
                <a:off x="3352" y="1569"/>
                <a:ext cx="20" cy="13"/>
              </a:xfrm>
              <a:custGeom>
                <a:avLst/>
                <a:gdLst>
                  <a:gd name="T0" fmla="*/ 0 w 20"/>
                  <a:gd name="T1" fmla="*/ 0 h 12"/>
                  <a:gd name="T2" fmla="*/ 6 w 20"/>
                  <a:gd name="T3" fmla="*/ 0 h 12"/>
                  <a:gd name="T4" fmla="*/ 11 w 20"/>
                  <a:gd name="T5" fmla="*/ 2 h 12"/>
                  <a:gd name="T6" fmla="*/ 16 w 20"/>
                  <a:gd name="T7" fmla="*/ 33 h 12"/>
                  <a:gd name="T8" fmla="*/ 20 w 20"/>
                  <a:gd name="T9" fmla="*/ 5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0" name="Line 1336"/>
              <p:cNvSpPr>
                <a:spLocks noChangeShapeType="1"/>
              </p:cNvSpPr>
              <p:nvPr userDrawn="1"/>
            </p:nvSpPr>
            <p:spPr bwMode="gray">
              <a:xfrm flipH="1">
                <a:off x="3210" y="1581"/>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1" name="Freeform 1337"/>
              <p:cNvSpPr>
                <a:spLocks/>
              </p:cNvSpPr>
              <p:nvPr userDrawn="1"/>
            </p:nvSpPr>
            <p:spPr bwMode="gray">
              <a:xfrm>
                <a:off x="3197" y="1660"/>
                <a:ext cx="13" cy="17"/>
              </a:xfrm>
              <a:custGeom>
                <a:avLst/>
                <a:gdLst>
                  <a:gd name="T0" fmla="*/ 50 w 12"/>
                  <a:gd name="T1" fmla="*/ 17 h 17"/>
                  <a:gd name="T2" fmla="*/ 42 w 12"/>
                  <a:gd name="T3" fmla="*/ 12 h 17"/>
                  <a:gd name="T4" fmla="*/ 3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2" name="Freeform 1338"/>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3" name="Freeform 1339"/>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4" name="Line 1340"/>
              <p:cNvSpPr>
                <a:spLocks noChangeShapeType="1"/>
              </p:cNvSpPr>
              <p:nvPr userDrawn="1"/>
            </p:nvSpPr>
            <p:spPr bwMode="gray">
              <a:xfrm flipV="1">
                <a:off x="3538" y="1382"/>
                <a:ext cx="149"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5" name="Line 1341"/>
              <p:cNvSpPr>
                <a:spLocks noChangeShapeType="1"/>
              </p:cNvSpPr>
              <p:nvPr userDrawn="1"/>
            </p:nvSpPr>
            <p:spPr bwMode="gray">
              <a:xfrm flipV="1">
                <a:off x="3534" y="1375"/>
                <a:ext cx="143"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6" name="Freeform 1342"/>
              <p:cNvSpPr>
                <a:spLocks/>
              </p:cNvSpPr>
              <p:nvPr userDrawn="1"/>
            </p:nvSpPr>
            <p:spPr bwMode="gray">
              <a:xfrm>
                <a:off x="3678" y="1375"/>
                <a:ext cx="13" cy="16"/>
              </a:xfrm>
              <a:custGeom>
                <a:avLst/>
                <a:gdLst>
                  <a:gd name="T0" fmla="*/ 0 w 12"/>
                  <a:gd name="T1" fmla="*/ 0 h 16"/>
                  <a:gd name="T2" fmla="*/ 5 w 12"/>
                  <a:gd name="T3" fmla="*/ 2 h 16"/>
                  <a:gd name="T4" fmla="*/ 39 w 12"/>
                  <a:gd name="T5" fmla="*/ 7 h 16"/>
                  <a:gd name="T6" fmla="*/ 42 w 12"/>
                  <a:gd name="T7" fmla="*/ 10 h 16"/>
                  <a:gd name="T8" fmla="*/ 50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7" name="Line 1343"/>
              <p:cNvSpPr>
                <a:spLocks noChangeShapeType="1"/>
              </p:cNvSpPr>
              <p:nvPr userDrawn="1"/>
            </p:nvSpPr>
            <p:spPr bwMode="gray">
              <a:xfrm flipH="1">
                <a:off x="3538" y="1391"/>
                <a:ext cx="152"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8" name="Freeform 1344"/>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39" name="Freeform 1345"/>
              <p:cNvSpPr>
                <a:spLocks/>
              </p:cNvSpPr>
              <p:nvPr userDrawn="1"/>
            </p:nvSpPr>
            <p:spPr bwMode="gray">
              <a:xfrm>
                <a:off x="3576" y="1340"/>
                <a:ext cx="4" cy="9"/>
              </a:xfrm>
              <a:custGeom>
                <a:avLst/>
                <a:gdLst>
                  <a:gd name="T0" fmla="*/ 0 w 7"/>
                  <a:gd name="T1" fmla="*/ 2 h 9"/>
                  <a:gd name="T2" fmla="*/ 1 w 7"/>
                  <a:gd name="T3" fmla="*/ 0 h 9"/>
                  <a:gd name="T4" fmla="*/ 1 w 7"/>
                  <a:gd name="T5" fmla="*/ 2 h 9"/>
                  <a:gd name="T6" fmla="*/ 1 w 7"/>
                  <a:gd name="T7" fmla="*/ 2 h 9"/>
                  <a:gd name="T8" fmla="*/ 1 w 7"/>
                  <a:gd name="T9" fmla="*/ 5 h 9"/>
                  <a:gd name="T10" fmla="*/ 1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0" name="Line 1346"/>
              <p:cNvSpPr>
                <a:spLocks noChangeShapeType="1"/>
              </p:cNvSpPr>
              <p:nvPr userDrawn="1"/>
            </p:nvSpPr>
            <p:spPr bwMode="gray">
              <a:xfrm flipH="1" flipV="1">
                <a:off x="3536" y="1328"/>
                <a:ext cx="149"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1" name="Line 1347"/>
              <p:cNvSpPr>
                <a:spLocks noChangeShapeType="1"/>
              </p:cNvSpPr>
              <p:nvPr userDrawn="1"/>
            </p:nvSpPr>
            <p:spPr bwMode="gray">
              <a:xfrm flipH="1" flipV="1">
                <a:off x="3536" y="1329"/>
                <a:ext cx="142"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2" name="Line 1348"/>
              <p:cNvSpPr>
                <a:spLocks noChangeShapeType="1"/>
              </p:cNvSpPr>
              <p:nvPr userDrawn="1"/>
            </p:nvSpPr>
            <p:spPr bwMode="gray">
              <a:xfrm>
                <a:off x="3536" y="1335"/>
                <a:ext cx="15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3" name="Freeform 1349"/>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4" name="Freeform 1350"/>
              <p:cNvSpPr>
                <a:spLocks/>
              </p:cNvSpPr>
              <p:nvPr userDrawn="1"/>
            </p:nvSpPr>
            <p:spPr bwMode="gray">
              <a:xfrm>
                <a:off x="3186" y="1795"/>
                <a:ext cx="21" cy="4"/>
              </a:xfrm>
              <a:custGeom>
                <a:avLst/>
                <a:gdLst>
                  <a:gd name="T0" fmla="*/ 0 w 21"/>
                  <a:gd name="T1" fmla="*/ 0 h 1"/>
                  <a:gd name="T2" fmla="*/ 6 w 21"/>
                  <a:gd name="T3" fmla="*/ 2147483647 h 1"/>
                  <a:gd name="T4" fmla="*/ 11 w 21"/>
                  <a:gd name="T5" fmla="*/ 2147483647 h 1"/>
                  <a:gd name="T6" fmla="*/ 16 w 21"/>
                  <a:gd name="T7" fmla="*/ 2147483647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5" name="Line 1351"/>
              <p:cNvSpPr>
                <a:spLocks noChangeShapeType="1"/>
              </p:cNvSpPr>
              <p:nvPr userDrawn="1"/>
            </p:nvSpPr>
            <p:spPr bwMode="gray">
              <a:xfrm flipV="1">
                <a:off x="3195" y="1679"/>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6" name="Line 1352"/>
              <p:cNvSpPr>
                <a:spLocks noChangeShapeType="1"/>
              </p:cNvSpPr>
              <p:nvPr userDrawn="1"/>
            </p:nvSpPr>
            <p:spPr bwMode="gray">
              <a:xfrm flipV="1">
                <a:off x="3185" y="1679"/>
                <a:ext cx="3"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7" name="Freeform 1353"/>
              <p:cNvSpPr>
                <a:spLocks/>
              </p:cNvSpPr>
              <p:nvPr userDrawn="1"/>
            </p:nvSpPr>
            <p:spPr bwMode="gray">
              <a:xfrm>
                <a:off x="3188" y="1677"/>
                <a:ext cx="22" cy="4"/>
              </a:xfrm>
              <a:custGeom>
                <a:avLst/>
                <a:gdLst>
                  <a:gd name="T0" fmla="*/ 0 w 21"/>
                  <a:gd name="T1" fmla="*/ 2 h 4"/>
                  <a:gd name="T2" fmla="*/ 5 w 21"/>
                  <a:gd name="T3" fmla="*/ 4 h 4"/>
                  <a:gd name="T4" fmla="*/ 29 w 21"/>
                  <a:gd name="T5" fmla="*/ 4 h 4"/>
                  <a:gd name="T6" fmla="*/ 36 w 21"/>
                  <a:gd name="T7" fmla="*/ 2 h 4"/>
                  <a:gd name="T8" fmla="*/ 46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8" name="Line 1354"/>
              <p:cNvSpPr>
                <a:spLocks noChangeShapeType="1"/>
              </p:cNvSpPr>
              <p:nvPr userDrawn="1"/>
            </p:nvSpPr>
            <p:spPr bwMode="gray">
              <a:xfrm flipH="1">
                <a:off x="3206" y="1677"/>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49" name="Freeform 1355"/>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0" name="Freeform 1356"/>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1" name="Line 1357"/>
              <p:cNvSpPr>
                <a:spLocks noChangeShapeType="1"/>
              </p:cNvSpPr>
              <p:nvPr userDrawn="1"/>
            </p:nvSpPr>
            <p:spPr bwMode="gray">
              <a:xfrm flipV="1">
                <a:off x="3683" y="1387"/>
                <a:ext cx="9"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2" name="Line 1358"/>
              <p:cNvSpPr>
                <a:spLocks noChangeShapeType="1"/>
              </p:cNvSpPr>
              <p:nvPr userDrawn="1"/>
            </p:nvSpPr>
            <p:spPr bwMode="gray">
              <a:xfrm flipV="1">
                <a:off x="3681" y="1391"/>
                <a:ext cx="9" cy="22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3" name="Freeform 1359"/>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4" name="Line 1360"/>
              <p:cNvSpPr>
                <a:spLocks noChangeShapeType="1"/>
              </p:cNvSpPr>
              <p:nvPr userDrawn="1"/>
            </p:nvSpPr>
            <p:spPr bwMode="gray">
              <a:xfrm flipH="1">
                <a:off x="3678" y="1382"/>
                <a:ext cx="9"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5" name="Freeform 1361"/>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6" name="Freeform 1362"/>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7" name="Line 1363"/>
              <p:cNvSpPr>
                <a:spLocks noChangeShapeType="1"/>
              </p:cNvSpPr>
              <p:nvPr userDrawn="1"/>
            </p:nvSpPr>
            <p:spPr bwMode="gray">
              <a:xfrm flipH="1">
                <a:off x="3359" y="1826"/>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8" name="Line 1364"/>
              <p:cNvSpPr>
                <a:spLocks noChangeShapeType="1"/>
              </p:cNvSpPr>
              <p:nvPr userDrawn="1"/>
            </p:nvSpPr>
            <p:spPr bwMode="gray">
              <a:xfrm flipH="1">
                <a:off x="3349" y="183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59" name="Freeform 1365"/>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0" name="Line 1366"/>
              <p:cNvSpPr>
                <a:spLocks noChangeShapeType="1"/>
              </p:cNvSpPr>
              <p:nvPr userDrawn="1"/>
            </p:nvSpPr>
            <p:spPr bwMode="gray">
              <a:xfrm flipV="1">
                <a:off x="3368" y="181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1" name="Freeform 1367"/>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2" name="Freeform 1368"/>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3" name="Line 1369"/>
              <p:cNvSpPr>
                <a:spLocks noChangeShapeType="1"/>
              </p:cNvSpPr>
              <p:nvPr userDrawn="1"/>
            </p:nvSpPr>
            <p:spPr bwMode="gray">
              <a:xfrm flipH="1" flipV="1">
                <a:off x="3150" y="1987"/>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4" name="Line 1370"/>
              <p:cNvSpPr>
                <a:spLocks noChangeShapeType="1"/>
              </p:cNvSpPr>
              <p:nvPr userDrawn="1"/>
            </p:nvSpPr>
            <p:spPr bwMode="gray">
              <a:xfrm flipH="1" flipV="1">
                <a:off x="3146" y="1980"/>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5" name="Freeform 1371"/>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6" name="Line 1372"/>
              <p:cNvSpPr>
                <a:spLocks noChangeShapeType="1"/>
              </p:cNvSpPr>
              <p:nvPr userDrawn="1"/>
            </p:nvSpPr>
            <p:spPr bwMode="gray">
              <a:xfrm>
                <a:off x="3155" y="1987"/>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7" name="Freeform 1373"/>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8" name="Freeform 1374"/>
              <p:cNvSpPr>
                <a:spLocks/>
              </p:cNvSpPr>
              <p:nvPr userDrawn="1"/>
            </p:nvSpPr>
            <p:spPr bwMode="gray">
              <a:xfrm>
                <a:off x="3150" y="1357"/>
                <a:ext cx="4" cy="7"/>
              </a:xfrm>
              <a:custGeom>
                <a:avLst/>
                <a:gdLst>
                  <a:gd name="T0" fmla="*/ 2 w 5"/>
                  <a:gd name="T1" fmla="*/ 7 h 7"/>
                  <a:gd name="T2" fmla="*/ 2 w 5"/>
                  <a:gd name="T3" fmla="*/ 7 h 7"/>
                  <a:gd name="T4" fmla="*/ 1 w 5"/>
                  <a:gd name="T5" fmla="*/ 6 h 7"/>
                  <a:gd name="T6" fmla="*/ 0 w 5"/>
                  <a:gd name="T7" fmla="*/ 4 h 7"/>
                  <a:gd name="T8" fmla="*/ 0 w 5"/>
                  <a:gd name="T9" fmla="*/ 2 h 7"/>
                  <a:gd name="T10" fmla="*/ 2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69" name="Line 1375"/>
              <p:cNvSpPr>
                <a:spLocks noChangeShapeType="1"/>
              </p:cNvSpPr>
              <p:nvPr userDrawn="1"/>
            </p:nvSpPr>
            <p:spPr bwMode="gray">
              <a:xfrm flipV="1">
                <a:off x="3148" y="1245"/>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0" name="Line 1376"/>
              <p:cNvSpPr>
                <a:spLocks noChangeShapeType="1"/>
              </p:cNvSpPr>
              <p:nvPr userDrawn="1"/>
            </p:nvSpPr>
            <p:spPr bwMode="gray">
              <a:xfrm flipV="1">
                <a:off x="3153" y="1248"/>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1" name="Freeform 1377"/>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2" name="Line 1378"/>
              <p:cNvSpPr>
                <a:spLocks noChangeShapeType="1"/>
              </p:cNvSpPr>
              <p:nvPr userDrawn="1"/>
            </p:nvSpPr>
            <p:spPr bwMode="gray">
              <a:xfrm flipH="1">
                <a:off x="3151" y="1240"/>
                <a:ext cx="4"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3" name="Freeform 1379"/>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4" name="Freeform 1380"/>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5" name="Line 1381"/>
              <p:cNvSpPr>
                <a:spLocks noChangeShapeType="1"/>
              </p:cNvSpPr>
              <p:nvPr userDrawn="1"/>
            </p:nvSpPr>
            <p:spPr bwMode="gray">
              <a:xfrm>
                <a:off x="3160" y="1238"/>
                <a:ext cx="208"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6" name="Line 1382"/>
              <p:cNvSpPr>
                <a:spLocks noChangeShapeType="1"/>
              </p:cNvSpPr>
              <p:nvPr userDrawn="1"/>
            </p:nvSpPr>
            <p:spPr bwMode="gray">
              <a:xfrm>
                <a:off x="3158" y="1248"/>
                <a:ext cx="209"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7" name="Freeform 1383"/>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8" name="Line 1384"/>
              <p:cNvSpPr>
                <a:spLocks noChangeShapeType="1"/>
              </p:cNvSpPr>
              <p:nvPr userDrawn="1"/>
            </p:nvSpPr>
            <p:spPr bwMode="gray">
              <a:xfrm flipH="1" flipV="1">
                <a:off x="3165" y="1231"/>
                <a:ext cx="213"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79" name="Freeform 1385"/>
              <p:cNvSpPr>
                <a:spLocks/>
              </p:cNvSpPr>
              <p:nvPr userDrawn="1"/>
            </p:nvSpPr>
            <p:spPr bwMode="gray">
              <a:xfrm>
                <a:off x="3158" y="1231"/>
                <a:ext cx="4" cy="18"/>
              </a:xfrm>
              <a:custGeom>
                <a:avLst/>
                <a:gdLst>
                  <a:gd name="T0" fmla="*/ 0 w 8"/>
                  <a:gd name="T1" fmla="*/ 18 h 18"/>
                  <a:gd name="T2" fmla="*/ 1 w 8"/>
                  <a:gd name="T3" fmla="*/ 13 h 18"/>
                  <a:gd name="T4" fmla="*/ 1 w 8"/>
                  <a:gd name="T5" fmla="*/ 7 h 18"/>
                  <a:gd name="T6" fmla="*/ 1 w 8"/>
                  <a:gd name="T7" fmla="*/ 4 h 18"/>
                  <a:gd name="T8" fmla="*/ 1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0" name="Freeform 1386"/>
              <p:cNvSpPr>
                <a:spLocks/>
              </p:cNvSpPr>
              <p:nvPr userDrawn="1"/>
            </p:nvSpPr>
            <p:spPr bwMode="gray">
              <a:xfrm>
                <a:off x="3363" y="1433"/>
                <a:ext cx="22" cy="3"/>
              </a:xfrm>
              <a:custGeom>
                <a:avLst/>
                <a:gdLst>
                  <a:gd name="T0" fmla="*/ 0 w 21"/>
                  <a:gd name="T1" fmla="*/ 1 h 3"/>
                  <a:gd name="T2" fmla="*/ 5 w 21"/>
                  <a:gd name="T3" fmla="*/ 3 h 3"/>
                  <a:gd name="T4" fmla="*/ 10 w 21"/>
                  <a:gd name="T5" fmla="*/ 3 h 3"/>
                  <a:gd name="T6" fmla="*/ 36 w 21"/>
                  <a:gd name="T7" fmla="*/ 1 h 3"/>
                  <a:gd name="T8" fmla="*/ 46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1" name="Line 1387"/>
              <p:cNvSpPr>
                <a:spLocks noChangeShapeType="1"/>
              </p:cNvSpPr>
              <p:nvPr userDrawn="1"/>
            </p:nvSpPr>
            <p:spPr bwMode="gray">
              <a:xfrm flipH="1">
                <a:off x="3372" y="1318"/>
                <a:ext cx="5"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2" name="Line 1388"/>
              <p:cNvSpPr>
                <a:spLocks noChangeShapeType="1"/>
              </p:cNvSpPr>
              <p:nvPr userDrawn="1"/>
            </p:nvSpPr>
            <p:spPr bwMode="gray">
              <a:xfrm flipH="1">
                <a:off x="3361" y="131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3" name="Freeform 1389"/>
              <p:cNvSpPr>
                <a:spLocks/>
              </p:cNvSpPr>
              <p:nvPr userDrawn="1"/>
            </p:nvSpPr>
            <p:spPr bwMode="gray">
              <a:xfrm>
                <a:off x="3361" y="1551"/>
                <a:ext cx="19" cy="13"/>
              </a:xfrm>
              <a:custGeom>
                <a:avLst/>
                <a:gdLst>
                  <a:gd name="T0" fmla="*/ 0 w 19"/>
                  <a:gd name="T1" fmla="*/ 0 h 11"/>
                  <a:gd name="T2" fmla="*/ 5 w 19"/>
                  <a:gd name="T3" fmla="*/ 110 h 11"/>
                  <a:gd name="T4" fmla="*/ 12 w 19"/>
                  <a:gd name="T5" fmla="*/ 182 h 11"/>
                  <a:gd name="T6" fmla="*/ 19 w 19"/>
                  <a:gd name="T7" fmla="*/ 215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4" name="Line 1390"/>
              <p:cNvSpPr>
                <a:spLocks noChangeShapeType="1"/>
              </p:cNvSpPr>
              <p:nvPr userDrawn="1"/>
            </p:nvSpPr>
            <p:spPr bwMode="gray">
              <a:xfrm flipV="1">
                <a:off x="3380" y="1315"/>
                <a:ext cx="6"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5" name="Freeform 1391"/>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6" name="Freeform 1392"/>
              <p:cNvSpPr>
                <a:spLocks/>
              </p:cNvSpPr>
              <p:nvPr userDrawn="1"/>
            </p:nvSpPr>
            <p:spPr bwMode="gray">
              <a:xfrm>
                <a:off x="3515" y="1840"/>
                <a:ext cx="4" cy="9"/>
              </a:xfrm>
              <a:custGeom>
                <a:avLst/>
                <a:gdLst>
                  <a:gd name="T0" fmla="*/ 0 w 5"/>
                  <a:gd name="T1" fmla="*/ 0 h 9"/>
                  <a:gd name="T2" fmla="*/ 2 w 5"/>
                  <a:gd name="T3" fmla="*/ 2 h 9"/>
                  <a:gd name="T4" fmla="*/ 2 w 5"/>
                  <a:gd name="T5" fmla="*/ 4 h 9"/>
                  <a:gd name="T6" fmla="*/ 2 w 5"/>
                  <a:gd name="T7" fmla="*/ 5 h 9"/>
                  <a:gd name="T8" fmla="*/ 2 w 5"/>
                  <a:gd name="T9" fmla="*/ 7 h 9"/>
                  <a:gd name="T10" fmla="*/ 2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7" name="Line 1393"/>
              <p:cNvSpPr>
                <a:spLocks noChangeShapeType="1"/>
              </p:cNvSpPr>
              <p:nvPr userDrawn="1"/>
            </p:nvSpPr>
            <p:spPr bwMode="gray">
              <a:xfrm flipH="1">
                <a:off x="3517" y="1726"/>
                <a:ext cx="7"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8" name="Line 1394"/>
              <p:cNvSpPr>
                <a:spLocks noChangeShapeType="1"/>
              </p:cNvSpPr>
              <p:nvPr userDrawn="1"/>
            </p:nvSpPr>
            <p:spPr bwMode="gray">
              <a:xfrm flipH="1">
                <a:off x="3512" y="1728"/>
                <a:ext cx="7"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89" name="Freeform 1395"/>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0" name="Line 1396"/>
              <p:cNvSpPr>
                <a:spLocks noChangeShapeType="1"/>
              </p:cNvSpPr>
              <p:nvPr userDrawn="1"/>
            </p:nvSpPr>
            <p:spPr bwMode="gray">
              <a:xfrm flipV="1">
                <a:off x="3515" y="172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1" name="Freeform 1397"/>
              <p:cNvSpPr>
                <a:spLocks/>
              </p:cNvSpPr>
              <p:nvPr userDrawn="1"/>
            </p:nvSpPr>
            <p:spPr bwMode="gray">
              <a:xfrm>
                <a:off x="3519" y="1725"/>
                <a:ext cx="5" cy="4"/>
              </a:xfrm>
              <a:custGeom>
                <a:avLst/>
                <a:gdLst>
                  <a:gd name="T0" fmla="*/ 0 w 5"/>
                  <a:gd name="T1" fmla="*/ 491 h 3"/>
                  <a:gd name="T2" fmla="*/ 1 w 5"/>
                  <a:gd name="T3" fmla="*/ 491 h 3"/>
                  <a:gd name="T4" fmla="*/ 3 w 5"/>
                  <a:gd name="T5" fmla="*/ 491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2" name="Freeform 1398"/>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3" name="Freeform 1399"/>
              <p:cNvSpPr>
                <a:spLocks/>
              </p:cNvSpPr>
              <p:nvPr userDrawn="1"/>
            </p:nvSpPr>
            <p:spPr bwMode="gray">
              <a:xfrm>
                <a:off x="3307" y="1153"/>
                <a:ext cx="19" cy="4"/>
              </a:xfrm>
              <a:custGeom>
                <a:avLst/>
                <a:gdLst>
                  <a:gd name="T0" fmla="*/ 19 w 19"/>
                  <a:gd name="T1" fmla="*/ 524288 h 2"/>
                  <a:gd name="T2" fmla="*/ 14 w 19"/>
                  <a:gd name="T3" fmla="*/ 0 h 2"/>
                  <a:gd name="T4" fmla="*/ 9 w 19"/>
                  <a:gd name="T5" fmla="*/ 0 h 2"/>
                  <a:gd name="T6" fmla="*/ 3 w 19"/>
                  <a:gd name="T7" fmla="*/ 0 h 2"/>
                  <a:gd name="T8" fmla="*/ 0 w 19"/>
                  <a:gd name="T9" fmla="*/ 524288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4" name="Freeform 1400"/>
              <p:cNvSpPr>
                <a:spLocks/>
              </p:cNvSpPr>
              <p:nvPr userDrawn="1"/>
            </p:nvSpPr>
            <p:spPr bwMode="gray">
              <a:xfrm>
                <a:off x="2347" y="1774"/>
                <a:ext cx="13" cy="17"/>
              </a:xfrm>
              <a:custGeom>
                <a:avLst/>
                <a:gdLst>
                  <a:gd name="T0" fmla="*/ 0 w 10"/>
                  <a:gd name="T1" fmla="*/ 0 h 17"/>
                  <a:gd name="T2" fmla="*/ 373 w 10"/>
                  <a:gd name="T3" fmla="*/ 3 h 17"/>
                  <a:gd name="T4" fmla="*/ 820 w 10"/>
                  <a:gd name="T5" fmla="*/ 7 h 17"/>
                  <a:gd name="T6" fmla="*/ 1066 w 10"/>
                  <a:gd name="T7" fmla="*/ 12 h 17"/>
                  <a:gd name="T8" fmla="*/ 1143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5" name="Freeform 1401"/>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6" name="Line 1402"/>
              <p:cNvSpPr>
                <a:spLocks noChangeShapeType="1"/>
              </p:cNvSpPr>
              <p:nvPr userDrawn="1"/>
            </p:nvSpPr>
            <p:spPr bwMode="gray">
              <a:xfrm flipH="1">
                <a:off x="3533" y="1226"/>
                <a:ext cx="7"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7" name="Line 1403"/>
              <p:cNvSpPr>
                <a:spLocks noChangeShapeType="1"/>
              </p:cNvSpPr>
              <p:nvPr userDrawn="1"/>
            </p:nvSpPr>
            <p:spPr bwMode="gray">
              <a:xfrm flipH="1">
                <a:off x="3527" y="1221"/>
                <a:ext cx="6"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8" name="Freeform 1404"/>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99" name="Line 1405"/>
              <p:cNvSpPr>
                <a:spLocks noChangeShapeType="1"/>
              </p:cNvSpPr>
              <p:nvPr userDrawn="1"/>
            </p:nvSpPr>
            <p:spPr bwMode="gray">
              <a:xfrm flipV="1">
                <a:off x="3529" y="1230"/>
                <a:ext cx="7" cy="2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0" name="Freeform 1406"/>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1" name="Freeform 1407"/>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2" name="Freeform 1408"/>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3" name="Line 1409"/>
              <p:cNvSpPr>
                <a:spLocks noChangeShapeType="1"/>
              </p:cNvSpPr>
              <p:nvPr userDrawn="1"/>
            </p:nvSpPr>
            <p:spPr bwMode="gray">
              <a:xfrm flipV="1">
                <a:off x="3151"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4" name="Line 1410"/>
              <p:cNvSpPr>
                <a:spLocks noChangeShapeType="1"/>
              </p:cNvSpPr>
              <p:nvPr userDrawn="1"/>
            </p:nvSpPr>
            <p:spPr bwMode="gray">
              <a:xfrm flipV="1">
                <a:off x="3155" y="1156"/>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5" name="Freeform 1411"/>
              <p:cNvSpPr>
                <a:spLocks/>
              </p:cNvSpPr>
              <p:nvPr userDrawn="1"/>
            </p:nvSpPr>
            <p:spPr bwMode="gray">
              <a:xfrm>
                <a:off x="3295" y="1140"/>
                <a:ext cx="13" cy="16"/>
              </a:xfrm>
              <a:custGeom>
                <a:avLst/>
                <a:gdLst>
                  <a:gd name="T0" fmla="*/ 50 w 12"/>
                  <a:gd name="T1" fmla="*/ 16 h 16"/>
                  <a:gd name="T2" fmla="*/ 42 w 12"/>
                  <a:gd name="T3" fmla="*/ 11 h 16"/>
                  <a:gd name="T4" fmla="*/ 36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6" name="Line 1412"/>
              <p:cNvSpPr>
                <a:spLocks noChangeShapeType="1"/>
              </p:cNvSpPr>
              <p:nvPr userDrawn="1"/>
            </p:nvSpPr>
            <p:spPr bwMode="gray">
              <a:xfrm flipH="1">
                <a:off x="3143" y="1140"/>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7" name="Freeform 1413"/>
              <p:cNvSpPr>
                <a:spLocks/>
              </p:cNvSpPr>
              <p:nvPr userDrawn="1"/>
            </p:nvSpPr>
            <p:spPr bwMode="gray">
              <a:xfrm>
                <a:off x="3143" y="1222"/>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8" name="Freeform 1414"/>
              <p:cNvSpPr>
                <a:spLocks/>
              </p:cNvSpPr>
              <p:nvPr userDrawn="1"/>
            </p:nvSpPr>
            <p:spPr bwMode="gray">
              <a:xfrm>
                <a:off x="3232" y="1172"/>
                <a:ext cx="10" cy="13"/>
              </a:xfrm>
              <a:custGeom>
                <a:avLst/>
                <a:gdLst>
                  <a:gd name="T0" fmla="*/ 10 w 10"/>
                  <a:gd name="T1" fmla="*/ 2 h 17"/>
                  <a:gd name="T2" fmla="*/ 7 w 10"/>
                  <a:gd name="T3" fmla="*/ 2 h 17"/>
                  <a:gd name="T4" fmla="*/ 3 w 10"/>
                  <a:gd name="T5" fmla="*/ 2 h 17"/>
                  <a:gd name="T6" fmla="*/ 0 w 10"/>
                  <a:gd name="T7" fmla="*/ 2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09" name="Line 1415"/>
              <p:cNvSpPr>
                <a:spLocks noChangeShapeType="1"/>
              </p:cNvSpPr>
              <p:nvPr userDrawn="1"/>
            </p:nvSpPr>
            <p:spPr bwMode="gray">
              <a:xfrm flipH="1">
                <a:off x="3158" y="1140"/>
                <a:ext cx="15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0" name="Line 1416"/>
              <p:cNvSpPr>
                <a:spLocks noChangeShapeType="1"/>
              </p:cNvSpPr>
              <p:nvPr userDrawn="1"/>
            </p:nvSpPr>
            <p:spPr bwMode="gray">
              <a:xfrm flipH="1">
                <a:off x="3165"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1" name="Freeform 1417"/>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2" name="Line 1418"/>
              <p:cNvSpPr>
                <a:spLocks noChangeShapeType="1"/>
              </p:cNvSpPr>
              <p:nvPr userDrawn="1"/>
            </p:nvSpPr>
            <p:spPr bwMode="gray">
              <a:xfrm flipV="1">
                <a:off x="3155" y="1132"/>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3" name="Freeform 1419"/>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4" name="Freeform 1420"/>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5" name="Line 1421"/>
              <p:cNvSpPr>
                <a:spLocks noChangeShapeType="1"/>
              </p:cNvSpPr>
              <p:nvPr userDrawn="1"/>
            </p:nvSpPr>
            <p:spPr bwMode="gray">
              <a:xfrm flipV="1">
                <a:off x="3384" y="1219"/>
                <a:ext cx="150"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6" name="Line 1422"/>
              <p:cNvSpPr>
                <a:spLocks noChangeShapeType="1"/>
              </p:cNvSpPr>
              <p:nvPr userDrawn="1"/>
            </p:nvSpPr>
            <p:spPr bwMode="gray">
              <a:xfrm flipV="1">
                <a:off x="3375" y="1214"/>
                <a:ext cx="151"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7" name="Freeform 1423"/>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8" name="Line 1424"/>
              <p:cNvSpPr>
                <a:spLocks noChangeShapeType="1"/>
              </p:cNvSpPr>
              <p:nvPr userDrawn="1"/>
            </p:nvSpPr>
            <p:spPr bwMode="gray">
              <a:xfrm flipH="1">
                <a:off x="3386" y="1230"/>
                <a:ext cx="150"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19" name="Freeform 1425"/>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0" name="Freeform 1426"/>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1" name="Line 1427"/>
              <p:cNvSpPr>
                <a:spLocks noChangeShapeType="1"/>
              </p:cNvSpPr>
              <p:nvPr userDrawn="1"/>
            </p:nvSpPr>
            <p:spPr bwMode="gray">
              <a:xfrm flipV="1">
                <a:off x="3365" y="1966"/>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2" name="Line 1428"/>
              <p:cNvSpPr>
                <a:spLocks noChangeShapeType="1"/>
              </p:cNvSpPr>
              <p:nvPr userDrawn="1"/>
            </p:nvSpPr>
            <p:spPr bwMode="gray">
              <a:xfrm flipV="1">
                <a:off x="3368" y="1959"/>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3" name="Freeform 1429"/>
              <p:cNvSpPr>
                <a:spLocks/>
              </p:cNvSpPr>
              <p:nvPr userDrawn="1"/>
            </p:nvSpPr>
            <p:spPr bwMode="gray">
              <a:xfrm>
                <a:off x="3503" y="1959"/>
                <a:ext cx="13" cy="9"/>
              </a:xfrm>
              <a:custGeom>
                <a:avLst/>
                <a:gdLst>
                  <a:gd name="T0" fmla="*/ 50 w 12"/>
                  <a:gd name="T1" fmla="*/ 0 h 9"/>
                  <a:gd name="T2" fmla="*/ 42 w 12"/>
                  <a:gd name="T3" fmla="*/ 5 h 9"/>
                  <a:gd name="T4" fmla="*/ 3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4" name="Line 1430"/>
              <p:cNvSpPr>
                <a:spLocks noChangeShapeType="1"/>
              </p:cNvSpPr>
              <p:nvPr userDrawn="1"/>
            </p:nvSpPr>
            <p:spPr bwMode="gray">
              <a:xfrm flipH="1">
                <a:off x="3358" y="1968"/>
                <a:ext cx="143"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5" name="Freeform 1431"/>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6" name="Freeform 1432"/>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7" name="Line 1433"/>
              <p:cNvSpPr>
                <a:spLocks noChangeShapeType="1"/>
              </p:cNvSpPr>
              <p:nvPr userDrawn="1"/>
            </p:nvSpPr>
            <p:spPr bwMode="gray">
              <a:xfrm flipH="1" flipV="1">
                <a:off x="2289" y="1196"/>
                <a:ext cx="124"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8" name="Line 1434"/>
              <p:cNvSpPr>
                <a:spLocks noChangeShapeType="1"/>
              </p:cNvSpPr>
              <p:nvPr userDrawn="1"/>
            </p:nvSpPr>
            <p:spPr bwMode="gray">
              <a:xfrm flipH="1" flipV="1">
                <a:off x="2293" y="1187"/>
                <a:ext cx="135"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29" name="Freeform 1435"/>
              <p:cNvSpPr>
                <a:spLocks/>
              </p:cNvSpPr>
              <p:nvPr userDrawn="1"/>
            </p:nvSpPr>
            <p:spPr bwMode="gray">
              <a:xfrm>
                <a:off x="2284" y="1187"/>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0" name="Line 1436"/>
              <p:cNvSpPr>
                <a:spLocks noChangeShapeType="1"/>
              </p:cNvSpPr>
              <p:nvPr userDrawn="1"/>
            </p:nvSpPr>
            <p:spPr bwMode="gray">
              <a:xfrm>
                <a:off x="2284" y="1203"/>
                <a:ext cx="119"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1" name="Freeform 1437"/>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2" name="Line 1438"/>
              <p:cNvSpPr>
                <a:spLocks noChangeShapeType="1"/>
              </p:cNvSpPr>
              <p:nvPr userDrawn="1"/>
            </p:nvSpPr>
            <p:spPr bwMode="gray">
              <a:xfrm flipH="1" flipV="1">
                <a:off x="2282" y="960"/>
                <a:ext cx="5"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3" name="Line 1439"/>
              <p:cNvSpPr>
                <a:spLocks noChangeShapeType="1"/>
              </p:cNvSpPr>
              <p:nvPr userDrawn="1"/>
            </p:nvSpPr>
            <p:spPr bwMode="gray">
              <a:xfrm flipH="1" flipV="1">
                <a:off x="2289" y="966"/>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4" name="Freeform 1440"/>
              <p:cNvSpPr>
                <a:spLocks/>
              </p:cNvSpPr>
              <p:nvPr userDrawn="1"/>
            </p:nvSpPr>
            <p:spPr bwMode="gray">
              <a:xfrm>
                <a:off x="2284" y="957"/>
                <a:ext cx="4" cy="9"/>
              </a:xfrm>
              <a:custGeom>
                <a:avLst/>
                <a:gdLst>
                  <a:gd name="T0" fmla="*/ 491 w 3"/>
                  <a:gd name="T1" fmla="*/ 9 h 9"/>
                  <a:gd name="T2" fmla="*/ 0 w 3"/>
                  <a:gd name="T3" fmla="*/ 7 h 9"/>
                  <a:gd name="T4" fmla="*/ 0 w 3"/>
                  <a:gd name="T5" fmla="*/ 5 h 9"/>
                  <a:gd name="T6" fmla="*/ 0 w 3"/>
                  <a:gd name="T7" fmla="*/ 2 h 9"/>
                  <a:gd name="T8" fmla="*/ 368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5" name="Line 1441"/>
              <p:cNvSpPr>
                <a:spLocks noChangeShapeType="1"/>
              </p:cNvSpPr>
              <p:nvPr userDrawn="1"/>
            </p:nvSpPr>
            <p:spPr bwMode="gray">
              <a:xfrm>
                <a:off x="2286" y="95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6" name="Freeform 1442"/>
              <p:cNvSpPr>
                <a:spLocks/>
              </p:cNvSpPr>
              <p:nvPr userDrawn="1"/>
            </p:nvSpPr>
            <p:spPr bwMode="gray">
              <a:xfrm>
                <a:off x="2289" y="1187"/>
                <a:ext cx="4" cy="4"/>
              </a:xfrm>
              <a:custGeom>
                <a:avLst/>
                <a:gdLst>
                  <a:gd name="T0" fmla="*/ 1 w 6"/>
                  <a:gd name="T1" fmla="*/ 0 h 3"/>
                  <a:gd name="T2" fmla="*/ 1 w 6"/>
                  <a:gd name="T3" fmla="*/ 0 h 3"/>
                  <a:gd name="T4" fmla="*/ 0 w 6"/>
                  <a:gd name="T5" fmla="*/ 1 h 3"/>
                  <a:gd name="T6" fmla="*/ 0 w 6"/>
                  <a:gd name="T7" fmla="*/ 1 h 3"/>
                  <a:gd name="T8" fmla="*/ 0 w 6"/>
                  <a:gd name="T9" fmla="*/ 491 h 3"/>
                  <a:gd name="T10" fmla="*/ 1 w 6"/>
                  <a:gd name="T11" fmla="*/ 491 h 3"/>
                  <a:gd name="T12" fmla="*/ 1 w 6"/>
                  <a:gd name="T13" fmla="*/ 491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7" name="Freeform 1443"/>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8" name="Line 1444"/>
              <p:cNvSpPr>
                <a:spLocks noChangeShapeType="1"/>
              </p:cNvSpPr>
              <p:nvPr userDrawn="1"/>
            </p:nvSpPr>
            <p:spPr bwMode="gray">
              <a:xfrm>
                <a:off x="2289" y="953"/>
                <a:ext cx="18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39" name="Line 1445"/>
              <p:cNvSpPr>
                <a:spLocks noChangeShapeType="1"/>
              </p:cNvSpPr>
              <p:nvPr userDrawn="1"/>
            </p:nvSpPr>
            <p:spPr bwMode="gray">
              <a:xfrm>
                <a:off x="2289" y="966"/>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0" name="Freeform 1446"/>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1" name="Line 1447"/>
              <p:cNvSpPr>
                <a:spLocks noChangeShapeType="1"/>
              </p:cNvSpPr>
              <p:nvPr userDrawn="1"/>
            </p:nvSpPr>
            <p:spPr bwMode="gray">
              <a:xfrm flipH="1" flipV="1">
                <a:off x="2298" y="948"/>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2" name="Freeform 1448"/>
              <p:cNvSpPr>
                <a:spLocks/>
              </p:cNvSpPr>
              <p:nvPr userDrawn="1"/>
            </p:nvSpPr>
            <p:spPr bwMode="gray">
              <a:xfrm>
                <a:off x="2289"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3" name="Freeform 1449"/>
              <p:cNvSpPr>
                <a:spLocks/>
              </p:cNvSpPr>
              <p:nvPr userDrawn="1"/>
            </p:nvSpPr>
            <p:spPr bwMode="gray">
              <a:xfrm>
                <a:off x="2476" y="1167"/>
                <a:ext cx="22" cy="1"/>
              </a:xfrm>
              <a:custGeom>
                <a:avLst/>
                <a:gdLst>
                  <a:gd name="T0" fmla="*/ 0 w 20"/>
                  <a:gd name="T1" fmla="*/ 1 h 1"/>
                  <a:gd name="T2" fmla="*/ 37 w 20"/>
                  <a:gd name="T3" fmla="*/ 1 h 1"/>
                  <a:gd name="T4" fmla="*/ 61 w 20"/>
                  <a:gd name="T5" fmla="*/ 1 h 1"/>
                  <a:gd name="T6" fmla="*/ 92 w 20"/>
                  <a:gd name="T7" fmla="*/ 1 h 1"/>
                  <a:gd name="T8" fmla="*/ 111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4" name="Line 1450"/>
              <p:cNvSpPr>
                <a:spLocks noChangeShapeType="1"/>
              </p:cNvSpPr>
              <p:nvPr userDrawn="1"/>
            </p:nvSpPr>
            <p:spPr bwMode="gray">
              <a:xfrm>
                <a:off x="2485" y="1027"/>
                <a:ext cx="4" cy="1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5" name="Line 1451"/>
              <p:cNvSpPr>
                <a:spLocks noChangeShapeType="1"/>
              </p:cNvSpPr>
              <p:nvPr userDrawn="1"/>
            </p:nvSpPr>
            <p:spPr bwMode="gray">
              <a:xfrm>
                <a:off x="2475" y="1027"/>
                <a:ext cx="4" cy="1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6" name="Line 1452"/>
              <p:cNvSpPr>
                <a:spLocks noChangeShapeType="1"/>
              </p:cNvSpPr>
              <p:nvPr userDrawn="1"/>
            </p:nvSpPr>
            <p:spPr bwMode="gray">
              <a:xfrm flipH="1" flipV="1">
                <a:off x="2494" y="1025"/>
                <a:ext cx="4" cy="1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7" name="Freeform 1453"/>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8" name="Freeform 1454"/>
              <p:cNvSpPr>
                <a:spLocks/>
              </p:cNvSpPr>
              <p:nvPr userDrawn="1"/>
            </p:nvSpPr>
            <p:spPr bwMode="gray">
              <a:xfrm>
                <a:off x="2443" y="880"/>
                <a:ext cx="22" cy="2"/>
              </a:xfrm>
              <a:custGeom>
                <a:avLst/>
                <a:gdLst>
                  <a:gd name="T0" fmla="*/ 262 w 19"/>
                  <a:gd name="T1" fmla="*/ 2 h 2"/>
                  <a:gd name="T2" fmla="*/ 168 w 19"/>
                  <a:gd name="T3" fmla="*/ 0 h 2"/>
                  <a:gd name="T4" fmla="*/ 69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49" name="Line 1455"/>
              <p:cNvSpPr>
                <a:spLocks noChangeShapeType="1"/>
              </p:cNvSpPr>
              <p:nvPr userDrawn="1"/>
            </p:nvSpPr>
            <p:spPr bwMode="gray">
              <a:xfrm>
                <a:off x="2459" y="873"/>
                <a:ext cx="31"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0" name="Line 1456"/>
              <p:cNvSpPr>
                <a:spLocks noChangeShapeType="1"/>
              </p:cNvSpPr>
              <p:nvPr userDrawn="1"/>
            </p:nvSpPr>
            <p:spPr bwMode="gray">
              <a:xfrm>
                <a:off x="2463" y="882"/>
                <a:ext cx="28" cy="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1" name="Line 1457"/>
              <p:cNvSpPr>
                <a:spLocks noChangeShapeType="1"/>
              </p:cNvSpPr>
              <p:nvPr userDrawn="1"/>
            </p:nvSpPr>
            <p:spPr bwMode="gray">
              <a:xfrm flipH="1" flipV="1">
                <a:off x="2454" y="873"/>
                <a:ext cx="36"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2" name="Freeform 1458"/>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3" name="Freeform 1459"/>
              <p:cNvSpPr>
                <a:spLocks/>
              </p:cNvSpPr>
              <p:nvPr userDrawn="1"/>
            </p:nvSpPr>
            <p:spPr bwMode="gray">
              <a:xfrm>
                <a:off x="2364" y="909"/>
                <a:ext cx="13" cy="10"/>
              </a:xfrm>
              <a:custGeom>
                <a:avLst/>
                <a:gdLst>
                  <a:gd name="T0" fmla="*/ 0 w 11"/>
                  <a:gd name="T1" fmla="*/ 10 h 10"/>
                  <a:gd name="T2" fmla="*/ 2 w 11"/>
                  <a:gd name="T3" fmla="*/ 5 h 10"/>
                  <a:gd name="T4" fmla="*/ 79 w 11"/>
                  <a:gd name="T5" fmla="*/ 1 h 10"/>
                  <a:gd name="T6" fmla="*/ 110 w 11"/>
                  <a:gd name="T7" fmla="*/ 0 h 10"/>
                  <a:gd name="T8" fmla="*/ 182 w 11"/>
                  <a:gd name="T9" fmla="*/ 0 h 10"/>
                  <a:gd name="T10" fmla="*/ 215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4" name="Line 1460"/>
              <p:cNvSpPr>
                <a:spLocks noChangeShapeType="1"/>
              </p:cNvSpPr>
              <p:nvPr userDrawn="1"/>
            </p:nvSpPr>
            <p:spPr bwMode="gray">
              <a:xfrm flipV="1">
                <a:off x="2289" y="874"/>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5" name="Line 1461"/>
              <p:cNvSpPr>
                <a:spLocks noChangeShapeType="1"/>
              </p:cNvSpPr>
              <p:nvPr userDrawn="1"/>
            </p:nvSpPr>
            <p:spPr bwMode="gray">
              <a:xfrm flipV="1">
                <a:off x="2286" y="882"/>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6" name="Freeform 1462"/>
              <p:cNvSpPr>
                <a:spLocks/>
              </p:cNvSpPr>
              <p:nvPr userDrawn="1"/>
            </p:nvSpPr>
            <p:spPr bwMode="gray">
              <a:xfrm>
                <a:off x="2443" y="873"/>
                <a:ext cx="13" cy="9"/>
              </a:xfrm>
              <a:custGeom>
                <a:avLst/>
                <a:gdLst>
                  <a:gd name="T0" fmla="*/ 0 w 11"/>
                  <a:gd name="T1" fmla="*/ 9 h 9"/>
                  <a:gd name="T2" fmla="*/ 0 w 11"/>
                  <a:gd name="T3" fmla="*/ 5 h 9"/>
                  <a:gd name="T4" fmla="*/ 2 w 11"/>
                  <a:gd name="T5" fmla="*/ 3 h 9"/>
                  <a:gd name="T6" fmla="*/ 79 w 11"/>
                  <a:gd name="T7" fmla="*/ 0 h 9"/>
                  <a:gd name="T8" fmla="*/ 130 w 11"/>
                  <a:gd name="T9" fmla="*/ 0 h 9"/>
                  <a:gd name="T10" fmla="*/ 215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7" name="Line 1463"/>
              <p:cNvSpPr>
                <a:spLocks noChangeShapeType="1"/>
              </p:cNvSpPr>
              <p:nvPr userDrawn="1"/>
            </p:nvSpPr>
            <p:spPr bwMode="gray">
              <a:xfrm flipH="1">
                <a:off x="2298" y="873"/>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8" name="Freeform 1464"/>
              <p:cNvSpPr>
                <a:spLocks/>
              </p:cNvSpPr>
              <p:nvPr userDrawn="1"/>
            </p:nvSpPr>
            <p:spPr bwMode="gray">
              <a:xfrm>
                <a:off x="2286" y="948"/>
                <a:ext cx="13" cy="9"/>
              </a:xfrm>
              <a:custGeom>
                <a:avLst/>
                <a:gdLst>
                  <a:gd name="T0" fmla="*/ 1143 w 10"/>
                  <a:gd name="T1" fmla="*/ 0 h 9"/>
                  <a:gd name="T2" fmla="*/ 820 w 10"/>
                  <a:gd name="T3" fmla="*/ 0 h 9"/>
                  <a:gd name="T4" fmla="*/ 631 w 10"/>
                  <a:gd name="T5" fmla="*/ 0 h 9"/>
                  <a:gd name="T6" fmla="*/ 37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59" name="Freeform 1465"/>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0" name="Line 1466"/>
              <p:cNvSpPr>
                <a:spLocks noChangeShapeType="1"/>
              </p:cNvSpPr>
              <p:nvPr userDrawn="1"/>
            </p:nvSpPr>
            <p:spPr bwMode="gray">
              <a:xfrm flipH="1">
                <a:off x="2494" y="1018"/>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1" name="Freeform 1467"/>
              <p:cNvSpPr>
                <a:spLocks/>
              </p:cNvSpPr>
              <p:nvPr userDrawn="1"/>
            </p:nvSpPr>
            <p:spPr bwMode="gray">
              <a:xfrm>
                <a:off x="2494" y="1016"/>
                <a:ext cx="13" cy="9"/>
              </a:xfrm>
              <a:custGeom>
                <a:avLst/>
                <a:gdLst>
                  <a:gd name="T0" fmla="*/ 0 w 10"/>
                  <a:gd name="T1" fmla="*/ 9 h 9"/>
                  <a:gd name="T2" fmla="*/ 287 w 10"/>
                  <a:gd name="T3" fmla="*/ 6 h 9"/>
                  <a:gd name="T4" fmla="*/ 287 w 10"/>
                  <a:gd name="T5" fmla="*/ 2 h 9"/>
                  <a:gd name="T6" fmla="*/ 631 w 10"/>
                  <a:gd name="T7" fmla="*/ 0 h 9"/>
                  <a:gd name="T8" fmla="*/ 820 w 10"/>
                  <a:gd name="T9" fmla="*/ 0 h 9"/>
                  <a:gd name="T10" fmla="*/ 1143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2" name="Freeform 1468"/>
              <p:cNvSpPr>
                <a:spLocks/>
              </p:cNvSpPr>
              <p:nvPr userDrawn="1"/>
            </p:nvSpPr>
            <p:spPr bwMode="gray">
              <a:xfrm>
                <a:off x="2906" y="2029"/>
                <a:ext cx="20" cy="4"/>
              </a:xfrm>
              <a:custGeom>
                <a:avLst/>
                <a:gdLst>
                  <a:gd name="T0" fmla="*/ 20 w 20"/>
                  <a:gd name="T1" fmla="*/ 368 h 3"/>
                  <a:gd name="T2" fmla="*/ 16 w 20"/>
                  <a:gd name="T3" fmla="*/ 0 h 3"/>
                  <a:gd name="T4" fmla="*/ 11 w 20"/>
                  <a:gd name="T5" fmla="*/ 0 h 3"/>
                  <a:gd name="T6" fmla="*/ 6 w 20"/>
                  <a:gd name="T7" fmla="*/ 368 h 3"/>
                  <a:gd name="T8" fmla="*/ 0 w 20"/>
                  <a:gd name="T9" fmla="*/ 49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3" name="Line 1469"/>
              <p:cNvSpPr>
                <a:spLocks noChangeShapeType="1"/>
              </p:cNvSpPr>
              <p:nvPr userDrawn="1"/>
            </p:nvSpPr>
            <p:spPr bwMode="gray">
              <a:xfrm flipV="1">
                <a:off x="2915" y="1920"/>
                <a:ext cx="2"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4" name="Line 1470"/>
              <p:cNvSpPr>
                <a:spLocks noChangeShapeType="1"/>
              </p:cNvSpPr>
              <p:nvPr userDrawn="1"/>
            </p:nvSpPr>
            <p:spPr bwMode="gray">
              <a:xfrm flipV="1">
                <a:off x="2926" y="1922"/>
                <a:ext cx="1"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5" name="Freeform 1471"/>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6" name="Line 1472"/>
              <p:cNvSpPr>
                <a:spLocks noChangeShapeType="1"/>
              </p:cNvSpPr>
              <p:nvPr userDrawn="1"/>
            </p:nvSpPr>
            <p:spPr bwMode="gray">
              <a:xfrm flipH="1">
                <a:off x="2906" y="1924"/>
                <a:ext cx="2"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7" name="Freeform 1473"/>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8" name="Freeform 1474"/>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69" name="Line 1475"/>
              <p:cNvSpPr>
                <a:spLocks noChangeShapeType="1"/>
              </p:cNvSpPr>
              <p:nvPr userDrawn="1"/>
            </p:nvSpPr>
            <p:spPr bwMode="gray">
              <a:xfrm>
                <a:off x="2924" y="1910"/>
                <a:ext cx="203"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0" name="Line 1476"/>
              <p:cNvSpPr>
                <a:spLocks noChangeShapeType="1"/>
              </p:cNvSpPr>
              <p:nvPr userDrawn="1"/>
            </p:nvSpPr>
            <p:spPr bwMode="gray">
              <a:xfrm>
                <a:off x="2927" y="1922"/>
                <a:ext cx="19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1" name="Freeform 1477"/>
              <p:cNvSpPr>
                <a:spLocks/>
              </p:cNvSpPr>
              <p:nvPr userDrawn="1"/>
            </p:nvSpPr>
            <p:spPr bwMode="gray">
              <a:xfrm>
                <a:off x="3123" y="1979"/>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2" name="Line 1478"/>
              <p:cNvSpPr>
                <a:spLocks noChangeShapeType="1"/>
              </p:cNvSpPr>
              <p:nvPr userDrawn="1"/>
            </p:nvSpPr>
            <p:spPr bwMode="gray">
              <a:xfrm flipH="1" flipV="1">
                <a:off x="2924" y="1901"/>
                <a:ext cx="20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3" name="Freeform 1479"/>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4" name="Freeform 1480"/>
              <p:cNvSpPr>
                <a:spLocks/>
              </p:cNvSpPr>
              <p:nvPr userDrawn="1"/>
            </p:nvSpPr>
            <p:spPr bwMode="gray">
              <a:xfrm>
                <a:off x="3123"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5" name="Line 1481"/>
              <p:cNvSpPr>
                <a:spLocks noChangeShapeType="1"/>
              </p:cNvSpPr>
              <p:nvPr userDrawn="1"/>
            </p:nvSpPr>
            <p:spPr bwMode="gray">
              <a:xfrm flipH="1">
                <a:off x="3130" y="1997"/>
                <a:ext cx="4"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6" name="Line 1482"/>
              <p:cNvSpPr>
                <a:spLocks noChangeShapeType="1"/>
              </p:cNvSpPr>
              <p:nvPr userDrawn="1"/>
            </p:nvSpPr>
            <p:spPr bwMode="gray">
              <a:xfrm flipH="1">
                <a:off x="3123" y="1996"/>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7" name="Freeform 1483"/>
              <p:cNvSpPr>
                <a:spLocks/>
              </p:cNvSpPr>
              <p:nvPr userDrawn="1"/>
            </p:nvSpPr>
            <p:spPr bwMode="gray">
              <a:xfrm>
                <a:off x="3123" y="2214"/>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8" name="Line 1484"/>
              <p:cNvSpPr>
                <a:spLocks noChangeShapeType="1"/>
              </p:cNvSpPr>
              <p:nvPr userDrawn="1"/>
            </p:nvSpPr>
            <p:spPr bwMode="gray">
              <a:xfrm flipV="1">
                <a:off x="3141" y="1994"/>
                <a:ext cx="2"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79" name="Freeform 1485"/>
              <p:cNvSpPr>
                <a:spLocks/>
              </p:cNvSpPr>
              <p:nvPr userDrawn="1"/>
            </p:nvSpPr>
            <p:spPr bwMode="gray">
              <a:xfrm>
                <a:off x="3123" y="1994"/>
                <a:ext cx="20" cy="4"/>
              </a:xfrm>
              <a:custGeom>
                <a:avLst/>
                <a:gdLst>
                  <a:gd name="T0" fmla="*/ 0 w 20"/>
                  <a:gd name="T1" fmla="*/ 368 h 3"/>
                  <a:gd name="T2" fmla="*/ 6 w 20"/>
                  <a:gd name="T3" fmla="*/ 491 h 3"/>
                  <a:gd name="T4" fmla="*/ 11 w 20"/>
                  <a:gd name="T5" fmla="*/ 491 h 3"/>
                  <a:gd name="T6" fmla="*/ 16 w 20"/>
                  <a:gd name="T7" fmla="*/ 491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0" name="Freeform 1486"/>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1" name="Line 1487"/>
              <p:cNvSpPr>
                <a:spLocks noChangeShapeType="1"/>
              </p:cNvSpPr>
              <p:nvPr userDrawn="1"/>
            </p:nvSpPr>
            <p:spPr bwMode="gray">
              <a:xfrm flipH="1" flipV="1">
                <a:off x="2923" y="2144"/>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2" name="Line 1488"/>
              <p:cNvSpPr>
                <a:spLocks noChangeShapeType="1"/>
              </p:cNvSpPr>
              <p:nvPr userDrawn="1"/>
            </p:nvSpPr>
            <p:spPr bwMode="gray">
              <a:xfrm flipH="1" flipV="1">
                <a:off x="2926" y="2137"/>
                <a:ext cx="196"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3" name="Freeform 1489"/>
              <p:cNvSpPr>
                <a:spLocks/>
              </p:cNvSpPr>
              <p:nvPr userDrawn="1"/>
            </p:nvSpPr>
            <p:spPr bwMode="gray">
              <a:xfrm>
                <a:off x="2923"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4" name="Line 1490"/>
              <p:cNvSpPr>
                <a:spLocks noChangeShapeType="1"/>
              </p:cNvSpPr>
              <p:nvPr userDrawn="1"/>
            </p:nvSpPr>
            <p:spPr bwMode="gray">
              <a:xfrm>
                <a:off x="2924" y="2141"/>
                <a:ext cx="20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5" name="Freeform 1491"/>
              <p:cNvSpPr>
                <a:spLocks/>
              </p:cNvSpPr>
              <p:nvPr userDrawn="1"/>
            </p:nvSpPr>
            <p:spPr bwMode="gray">
              <a:xfrm>
                <a:off x="3123" y="2214"/>
                <a:ext cx="4" cy="8"/>
              </a:xfrm>
              <a:custGeom>
                <a:avLst/>
                <a:gdLst>
                  <a:gd name="T0" fmla="*/ 1 w 7"/>
                  <a:gd name="T1" fmla="*/ 7 h 8"/>
                  <a:gd name="T2" fmla="*/ 1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6" name="Freeform 1492"/>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7" name="Line 1493"/>
              <p:cNvSpPr>
                <a:spLocks noChangeShapeType="1"/>
              </p:cNvSpPr>
              <p:nvPr userDrawn="1"/>
            </p:nvSpPr>
            <p:spPr bwMode="gray">
              <a:xfrm flipH="1">
                <a:off x="3290" y="2040"/>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8" name="Line 1494"/>
              <p:cNvSpPr>
                <a:spLocks noChangeShapeType="1"/>
              </p:cNvSpPr>
              <p:nvPr userDrawn="1"/>
            </p:nvSpPr>
            <p:spPr bwMode="gray">
              <a:xfrm>
                <a:off x="3284" y="2038"/>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89" name="Freeform 1495"/>
              <p:cNvSpPr>
                <a:spLocks/>
              </p:cNvSpPr>
              <p:nvPr userDrawn="1"/>
            </p:nvSpPr>
            <p:spPr bwMode="gray">
              <a:xfrm>
                <a:off x="3284" y="2109"/>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0" name="Line 1496"/>
              <p:cNvSpPr>
                <a:spLocks noChangeShapeType="1"/>
              </p:cNvSpPr>
              <p:nvPr userDrawn="1"/>
            </p:nvSpPr>
            <p:spPr bwMode="gray">
              <a:xfrm flipV="1">
                <a:off x="3286" y="2038"/>
                <a:ext cx="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1" name="Freeform 1497"/>
              <p:cNvSpPr>
                <a:spLocks/>
              </p:cNvSpPr>
              <p:nvPr userDrawn="1"/>
            </p:nvSpPr>
            <p:spPr bwMode="gray">
              <a:xfrm>
                <a:off x="3276" y="2109"/>
                <a:ext cx="8" cy="13"/>
              </a:xfrm>
              <a:custGeom>
                <a:avLst/>
                <a:gdLst>
                  <a:gd name="T0" fmla="*/ 0 w 8"/>
                  <a:gd name="T1" fmla="*/ 2 h 17"/>
                  <a:gd name="T2" fmla="*/ 3 w 8"/>
                  <a:gd name="T3" fmla="*/ 2 h 17"/>
                  <a:gd name="T4" fmla="*/ 7 w 8"/>
                  <a:gd name="T5" fmla="*/ 2 h 17"/>
                  <a:gd name="T6" fmla="*/ 7 w 8"/>
                  <a:gd name="T7" fmla="*/ 2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2" name="Freeform 1498"/>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3" name="Line 1499"/>
              <p:cNvSpPr>
                <a:spLocks noChangeShapeType="1"/>
              </p:cNvSpPr>
              <p:nvPr userDrawn="1"/>
            </p:nvSpPr>
            <p:spPr bwMode="gray">
              <a:xfrm flipV="1">
                <a:off x="3137" y="2125"/>
                <a:ext cx="146"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4" name="Line 1500"/>
              <p:cNvSpPr>
                <a:spLocks noChangeShapeType="1"/>
              </p:cNvSpPr>
              <p:nvPr userDrawn="1"/>
            </p:nvSpPr>
            <p:spPr bwMode="gray">
              <a:xfrm flipV="1">
                <a:off x="3141" y="2118"/>
                <a:ext cx="143"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5" name="Freeform 1501"/>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6" name="Line 1502"/>
              <p:cNvSpPr>
                <a:spLocks noChangeShapeType="1"/>
              </p:cNvSpPr>
              <p:nvPr userDrawn="1"/>
            </p:nvSpPr>
            <p:spPr bwMode="gray">
              <a:xfrm flipH="1">
                <a:off x="3129" y="2125"/>
                <a:ext cx="147"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7" name="Freeform 1503"/>
              <p:cNvSpPr>
                <a:spLocks/>
              </p:cNvSpPr>
              <p:nvPr userDrawn="1"/>
            </p:nvSpPr>
            <p:spPr bwMode="gray">
              <a:xfrm>
                <a:off x="3129" y="2214"/>
                <a:ext cx="13" cy="8"/>
              </a:xfrm>
              <a:custGeom>
                <a:avLst/>
                <a:gdLst>
                  <a:gd name="T0" fmla="*/ 0 w 12"/>
                  <a:gd name="T1" fmla="*/ 7 h 8"/>
                  <a:gd name="T2" fmla="*/ 5 w 12"/>
                  <a:gd name="T3" fmla="*/ 8 h 8"/>
                  <a:gd name="T4" fmla="*/ 36 w 12"/>
                  <a:gd name="T5" fmla="*/ 7 h 8"/>
                  <a:gd name="T6" fmla="*/ 42 w 12"/>
                  <a:gd name="T7" fmla="*/ 3 h 8"/>
                  <a:gd name="T8" fmla="*/ 50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8" name="Line 1504"/>
              <p:cNvSpPr>
                <a:spLocks noChangeShapeType="1"/>
              </p:cNvSpPr>
              <p:nvPr userDrawn="1"/>
            </p:nvSpPr>
            <p:spPr bwMode="gray">
              <a:xfrm>
                <a:off x="2537" y="2097"/>
                <a:ext cx="4"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499" name="Line 1505"/>
              <p:cNvSpPr>
                <a:spLocks noChangeShapeType="1"/>
              </p:cNvSpPr>
              <p:nvPr userDrawn="1"/>
            </p:nvSpPr>
            <p:spPr bwMode="gray">
              <a:xfrm>
                <a:off x="2541" y="2099"/>
                <a:ext cx="1"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0" name="Freeform 1506"/>
              <p:cNvSpPr>
                <a:spLocks/>
              </p:cNvSpPr>
              <p:nvPr userDrawn="1"/>
            </p:nvSpPr>
            <p:spPr bwMode="gray">
              <a:xfrm>
                <a:off x="2541" y="2150"/>
                <a:ext cx="4" cy="13"/>
              </a:xfrm>
              <a:custGeom>
                <a:avLst/>
                <a:gdLst>
                  <a:gd name="T0" fmla="*/ 2 w 5"/>
                  <a:gd name="T1" fmla="*/ 0 h 10"/>
                  <a:gd name="T2" fmla="*/ 0 w 5"/>
                  <a:gd name="T3" fmla="*/ 373 h 10"/>
                  <a:gd name="T4" fmla="*/ 0 w 5"/>
                  <a:gd name="T5" fmla="*/ 631 h 10"/>
                  <a:gd name="T6" fmla="*/ 2 w 5"/>
                  <a:gd name="T7" fmla="*/ 879 h 10"/>
                  <a:gd name="T8" fmla="*/ 2 w 5"/>
                  <a:gd name="T9" fmla="*/ 1143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1" name="Line 1507"/>
              <p:cNvSpPr>
                <a:spLocks noChangeShapeType="1"/>
              </p:cNvSpPr>
              <p:nvPr userDrawn="1"/>
            </p:nvSpPr>
            <p:spPr bwMode="gray">
              <a:xfrm flipH="1" flipV="1">
                <a:off x="2543" y="2099"/>
                <a:ext cx="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2" name="Freeform 1508"/>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3" name="Freeform 1509"/>
              <p:cNvSpPr>
                <a:spLocks/>
              </p:cNvSpPr>
              <p:nvPr userDrawn="1"/>
            </p:nvSpPr>
            <p:spPr bwMode="gray">
              <a:xfrm>
                <a:off x="2821" y="1954"/>
                <a:ext cx="10" cy="13"/>
              </a:xfrm>
              <a:custGeom>
                <a:avLst/>
                <a:gdLst>
                  <a:gd name="T0" fmla="*/ 10 w 10"/>
                  <a:gd name="T1" fmla="*/ 3 h 15"/>
                  <a:gd name="T2" fmla="*/ 10 w 10"/>
                  <a:gd name="T3" fmla="*/ 3 h 15"/>
                  <a:gd name="T4" fmla="*/ 7 w 10"/>
                  <a:gd name="T5" fmla="*/ 3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4" name="Line 1510"/>
              <p:cNvSpPr>
                <a:spLocks noChangeShapeType="1"/>
              </p:cNvSpPr>
              <p:nvPr userDrawn="1"/>
            </p:nvSpPr>
            <p:spPr bwMode="gray">
              <a:xfrm flipH="1">
                <a:off x="2751" y="1912"/>
                <a:ext cx="15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5" name="Line 1511"/>
              <p:cNvSpPr>
                <a:spLocks noChangeShapeType="1"/>
              </p:cNvSpPr>
              <p:nvPr userDrawn="1"/>
            </p:nvSpPr>
            <p:spPr bwMode="gray">
              <a:xfrm flipH="1">
                <a:off x="2754" y="1924"/>
                <a:ext cx="154"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6" name="Freeform 1512"/>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7" name="Line 1513"/>
              <p:cNvSpPr>
                <a:spLocks noChangeShapeType="1"/>
              </p:cNvSpPr>
              <p:nvPr userDrawn="1"/>
            </p:nvSpPr>
            <p:spPr bwMode="gray">
              <a:xfrm flipV="1">
                <a:off x="2744" y="1903"/>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8" name="Freeform 1514"/>
              <p:cNvSpPr>
                <a:spLocks/>
              </p:cNvSpPr>
              <p:nvPr userDrawn="1"/>
            </p:nvSpPr>
            <p:spPr bwMode="gray">
              <a:xfrm>
                <a:off x="2906" y="1903"/>
                <a:ext cx="4" cy="21"/>
              </a:xfrm>
              <a:custGeom>
                <a:avLst/>
                <a:gdLst>
                  <a:gd name="T0" fmla="*/ 2 w 5"/>
                  <a:gd name="T1" fmla="*/ 21 h 21"/>
                  <a:gd name="T2" fmla="*/ 2 w 5"/>
                  <a:gd name="T3" fmla="*/ 16 h 21"/>
                  <a:gd name="T4" fmla="*/ 2 w 5"/>
                  <a:gd name="T5" fmla="*/ 10 h 21"/>
                  <a:gd name="T6" fmla="*/ 2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09" name="Freeform 1515"/>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0" name="Line 1516"/>
              <p:cNvSpPr>
                <a:spLocks noChangeShapeType="1"/>
              </p:cNvSpPr>
              <p:nvPr userDrawn="1"/>
            </p:nvSpPr>
            <p:spPr bwMode="gray">
              <a:xfrm>
                <a:off x="2744" y="2018"/>
                <a:ext cx="2" cy="2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1" name="Line 1517"/>
              <p:cNvSpPr>
                <a:spLocks noChangeShapeType="1"/>
              </p:cNvSpPr>
              <p:nvPr userDrawn="1"/>
            </p:nvSpPr>
            <p:spPr bwMode="gray">
              <a:xfrm>
                <a:off x="2754" y="201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2" name="Freeform 1518"/>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3" name="Line 1519"/>
              <p:cNvSpPr>
                <a:spLocks noChangeShapeType="1"/>
              </p:cNvSpPr>
              <p:nvPr userDrawn="1"/>
            </p:nvSpPr>
            <p:spPr bwMode="gray">
              <a:xfrm flipV="1">
                <a:off x="2735" y="2017"/>
                <a:ext cx="1" cy="2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4" name="Freeform 1520"/>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5" name="Freeform 1521"/>
              <p:cNvSpPr>
                <a:spLocks/>
              </p:cNvSpPr>
              <p:nvPr userDrawn="1"/>
            </p:nvSpPr>
            <p:spPr bwMode="gray">
              <a:xfrm>
                <a:off x="2821" y="2187"/>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6" name="Line 1522"/>
              <p:cNvSpPr>
                <a:spLocks noChangeShapeType="1"/>
              </p:cNvSpPr>
              <p:nvPr userDrawn="1"/>
            </p:nvSpPr>
            <p:spPr bwMode="gray">
              <a:xfrm flipV="1">
                <a:off x="2751" y="2144"/>
                <a:ext cx="157"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7" name="Line 1523"/>
              <p:cNvSpPr>
                <a:spLocks noChangeShapeType="1"/>
              </p:cNvSpPr>
              <p:nvPr userDrawn="1"/>
            </p:nvSpPr>
            <p:spPr bwMode="gray">
              <a:xfrm flipV="1">
                <a:off x="2754" y="2139"/>
                <a:ext cx="152"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8" name="Freeform 1524"/>
              <p:cNvSpPr>
                <a:spLocks/>
              </p:cNvSpPr>
              <p:nvPr userDrawn="1"/>
            </p:nvSpPr>
            <p:spPr bwMode="gray">
              <a:xfrm>
                <a:off x="2906"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19" name="Line 1525"/>
              <p:cNvSpPr>
                <a:spLocks noChangeShapeType="1"/>
              </p:cNvSpPr>
              <p:nvPr userDrawn="1"/>
            </p:nvSpPr>
            <p:spPr bwMode="gray">
              <a:xfrm flipH="1">
                <a:off x="2744" y="2141"/>
                <a:ext cx="161" cy="10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520" name="Freeform 1526"/>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grpSp>
          <p:nvGrpSpPr>
            <p:cNvPr id="1066" name="Group 1527"/>
            <p:cNvGrpSpPr>
              <a:grpSpLocks/>
            </p:cNvGrpSpPr>
            <p:nvPr userDrawn="1"/>
          </p:nvGrpSpPr>
          <p:grpSpPr bwMode="auto">
            <a:xfrm>
              <a:off x="4059" y="2614"/>
              <a:ext cx="1572" cy="1574"/>
              <a:chOff x="2111" y="670"/>
              <a:chExt cx="1572" cy="1574"/>
            </a:xfrm>
          </p:grpSpPr>
          <p:sp>
            <p:nvSpPr>
              <p:cNvPr id="1121" name="Freeform 1528"/>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2" name="Line 1529"/>
              <p:cNvSpPr>
                <a:spLocks noChangeShapeType="1"/>
              </p:cNvSpPr>
              <p:nvPr userDrawn="1"/>
            </p:nvSpPr>
            <p:spPr bwMode="gray">
              <a:xfrm>
                <a:off x="2546"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3" name="Line 1530"/>
              <p:cNvSpPr>
                <a:spLocks noChangeShapeType="1"/>
              </p:cNvSpPr>
              <p:nvPr userDrawn="1"/>
            </p:nvSpPr>
            <p:spPr bwMode="gray">
              <a:xfrm>
                <a:off x="2544" y="2160"/>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4" name="Freeform 1531"/>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5" name="Line 1532"/>
              <p:cNvSpPr>
                <a:spLocks noChangeShapeType="1"/>
              </p:cNvSpPr>
              <p:nvPr userDrawn="1"/>
            </p:nvSpPr>
            <p:spPr bwMode="gray">
              <a:xfrm flipH="1" flipV="1">
                <a:off x="2553"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6" name="Freeform 1533"/>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7" name="Freeform 1534"/>
              <p:cNvSpPr>
                <a:spLocks/>
              </p:cNvSpPr>
              <p:nvPr userDrawn="1"/>
            </p:nvSpPr>
            <p:spPr bwMode="gray">
              <a:xfrm>
                <a:off x="2688" y="840"/>
                <a:ext cx="4" cy="4"/>
              </a:xfrm>
              <a:custGeom>
                <a:avLst/>
                <a:gdLst>
                  <a:gd name="T0" fmla="*/ 368 w 3"/>
                  <a:gd name="T1" fmla="*/ 1 h 7"/>
                  <a:gd name="T2" fmla="*/ 491 w 3"/>
                  <a:gd name="T3" fmla="*/ 1 h 7"/>
                  <a:gd name="T4" fmla="*/ 491 w 3"/>
                  <a:gd name="T5" fmla="*/ 1 h 7"/>
                  <a:gd name="T6" fmla="*/ 491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8" name="Freeform 1535"/>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9" name="Line 1536"/>
              <p:cNvSpPr>
                <a:spLocks noChangeShapeType="1"/>
              </p:cNvSpPr>
              <p:nvPr userDrawn="1"/>
            </p:nvSpPr>
            <p:spPr bwMode="gray">
              <a:xfrm flipH="1">
                <a:off x="2530" y="836"/>
                <a:ext cx="167"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0" name="Line 1537"/>
              <p:cNvSpPr>
                <a:spLocks noChangeShapeType="1"/>
              </p:cNvSpPr>
              <p:nvPr userDrawn="1"/>
            </p:nvSpPr>
            <p:spPr bwMode="gray">
              <a:xfrm flipH="1">
                <a:off x="2529" y="847"/>
                <a:ext cx="161"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1" name="Freeform 1538"/>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2" name="Line 1539"/>
              <p:cNvSpPr>
                <a:spLocks noChangeShapeType="1"/>
              </p:cNvSpPr>
              <p:nvPr userDrawn="1"/>
            </p:nvSpPr>
            <p:spPr bwMode="gray">
              <a:xfrm flipV="1">
                <a:off x="2539" y="833"/>
                <a:ext cx="170"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3" name="Freeform 1540"/>
              <p:cNvSpPr>
                <a:spLocks/>
              </p:cNvSpPr>
              <p:nvPr userDrawn="1"/>
            </p:nvSpPr>
            <p:spPr bwMode="gray">
              <a:xfrm>
                <a:off x="2690" y="833"/>
                <a:ext cx="19" cy="13"/>
              </a:xfrm>
              <a:custGeom>
                <a:avLst/>
                <a:gdLst>
                  <a:gd name="T0" fmla="*/ 0 w 19"/>
                  <a:gd name="T1" fmla="*/ 7 h 14"/>
                  <a:gd name="T2" fmla="*/ 3 w 19"/>
                  <a:gd name="T3" fmla="*/ 7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4" name="Freeform 1541"/>
              <p:cNvSpPr>
                <a:spLocks/>
              </p:cNvSpPr>
              <p:nvPr userDrawn="1"/>
            </p:nvSpPr>
            <p:spPr bwMode="gray">
              <a:xfrm>
                <a:off x="2527" y="1043"/>
                <a:ext cx="4" cy="8"/>
              </a:xfrm>
              <a:custGeom>
                <a:avLst/>
                <a:gdLst>
                  <a:gd name="T0" fmla="*/ 2 w 5"/>
                  <a:gd name="T1" fmla="*/ 0 h 8"/>
                  <a:gd name="T2" fmla="*/ 0 w 5"/>
                  <a:gd name="T3" fmla="*/ 3 h 8"/>
                  <a:gd name="T4" fmla="*/ 0 w 5"/>
                  <a:gd name="T5" fmla="*/ 5 h 8"/>
                  <a:gd name="T6" fmla="*/ 2 w 5"/>
                  <a:gd name="T7" fmla="*/ 7 h 8"/>
                  <a:gd name="T8" fmla="*/ 2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5" name="Line 1542"/>
              <p:cNvSpPr>
                <a:spLocks noChangeShapeType="1"/>
              </p:cNvSpPr>
              <p:nvPr userDrawn="1"/>
            </p:nvSpPr>
            <p:spPr bwMode="gray">
              <a:xfrm>
                <a:off x="2525" y="929"/>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6" name="Line 1543"/>
              <p:cNvSpPr>
                <a:spLocks noChangeShapeType="1"/>
              </p:cNvSpPr>
              <p:nvPr userDrawn="1"/>
            </p:nvSpPr>
            <p:spPr bwMode="gray">
              <a:xfrm>
                <a:off x="2529" y="925"/>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7" name="Freeform 1544"/>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8" name="Line 1545"/>
              <p:cNvSpPr>
                <a:spLocks noChangeShapeType="1"/>
              </p:cNvSpPr>
              <p:nvPr userDrawn="1"/>
            </p:nvSpPr>
            <p:spPr bwMode="gray">
              <a:xfrm flipH="1" flipV="1">
                <a:off x="2530" y="934"/>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39" name="Freeform 1546"/>
              <p:cNvSpPr>
                <a:spLocks/>
              </p:cNvSpPr>
              <p:nvPr userDrawn="1"/>
            </p:nvSpPr>
            <p:spPr bwMode="gray">
              <a:xfrm>
                <a:off x="2525" y="925"/>
                <a:ext cx="4" cy="9"/>
              </a:xfrm>
              <a:custGeom>
                <a:avLst/>
                <a:gdLst>
                  <a:gd name="T0" fmla="*/ 2 w 5"/>
                  <a:gd name="T1" fmla="*/ 9 h 9"/>
                  <a:gd name="T2" fmla="*/ 2 w 5"/>
                  <a:gd name="T3" fmla="*/ 7 h 9"/>
                  <a:gd name="T4" fmla="*/ 0 w 5"/>
                  <a:gd name="T5" fmla="*/ 4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0" name="Freeform 1547"/>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1" name="Freeform 1548"/>
              <p:cNvSpPr>
                <a:spLocks/>
              </p:cNvSpPr>
              <p:nvPr userDrawn="1"/>
            </p:nvSpPr>
            <p:spPr bwMode="gray">
              <a:xfrm>
                <a:off x="2861" y="754"/>
                <a:ext cx="22" cy="2"/>
              </a:xfrm>
              <a:custGeom>
                <a:avLst/>
                <a:gdLst>
                  <a:gd name="T0" fmla="*/ 262 w 19"/>
                  <a:gd name="T1" fmla="*/ 0 h 2"/>
                  <a:gd name="T2" fmla="*/ 195 w 19"/>
                  <a:gd name="T3" fmla="*/ 2 h 2"/>
                  <a:gd name="T4" fmla="*/ 93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2" name="Freeform 1549"/>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3" name="Freeform 1550"/>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4" name="Line 1551"/>
              <p:cNvSpPr>
                <a:spLocks noChangeShapeType="1"/>
              </p:cNvSpPr>
              <p:nvPr userDrawn="1"/>
            </p:nvSpPr>
            <p:spPr bwMode="gray">
              <a:xfrm flipH="1">
                <a:off x="2880" y="672"/>
                <a:ext cx="15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5" name="Line 1552"/>
              <p:cNvSpPr>
                <a:spLocks noChangeShapeType="1"/>
              </p:cNvSpPr>
              <p:nvPr userDrawn="1"/>
            </p:nvSpPr>
            <p:spPr bwMode="gray">
              <a:xfrm flipH="1">
                <a:off x="2880" y="680"/>
                <a:ext cx="15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6" name="Freeform 1553"/>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7" name="Line 1554"/>
              <p:cNvSpPr>
                <a:spLocks noChangeShapeType="1"/>
              </p:cNvSpPr>
              <p:nvPr userDrawn="1"/>
            </p:nvSpPr>
            <p:spPr bwMode="gray">
              <a:xfrm flipV="1">
                <a:off x="2884" y="670"/>
                <a:ext cx="159"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8" name="Freeform 1555"/>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49" name="Freeform 1556"/>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0" name="Line 1557"/>
              <p:cNvSpPr>
                <a:spLocks noChangeShapeType="1"/>
              </p:cNvSpPr>
              <p:nvPr userDrawn="1"/>
            </p:nvSpPr>
            <p:spPr bwMode="gray">
              <a:xfrm flipV="1">
                <a:off x="2920" y="913"/>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1" name="Line 1558"/>
              <p:cNvSpPr>
                <a:spLocks noChangeShapeType="1"/>
              </p:cNvSpPr>
              <p:nvPr userDrawn="1"/>
            </p:nvSpPr>
            <p:spPr bwMode="gray">
              <a:xfrm flipV="1">
                <a:off x="2912" y="917"/>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2" name="Freeform 1559"/>
              <p:cNvSpPr>
                <a:spLocks/>
              </p:cNvSpPr>
              <p:nvPr userDrawn="1"/>
            </p:nvSpPr>
            <p:spPr bwMode="gray">
              <a:xfrm>
                <a:off x="2912" y="913"/>
                <a:ext cx="22" cy="4"/>
              </a:xfrm>
              <a:custGeom>
                <a:avLst/>
                <a:gdLst>
                  <a:gd name="T0" fmla="*/ 0 w 21"/>
                  <a:gd name="T1" fmla="*/ 4 h 4"/>
                  <a:gd name="T2" fmla="*/ 7 w 21"/>
                  <a:gd name="T3" fmla="*/ 0 h 4"/>
                  <a:gd name="T4" fmla="*/ 32 w 21"/>
                  <a:gd name="T5" fmla="*/ 0 h 4"/>
                  <a:gd name="T6" fmla="*/ 46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3" name="Line 1560"/>
              <p:cNvSpPr>
                <a:spLocks noChangeShapeType="1"/>
              </p:cNvSpPr>
              <p:nvPr userDrawn="1"/>
            </p:nvSpPr>
            <p:spPr bwMode="gray">
              <a:xfrm flipH="1">
                <a:off x="2931" y="91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4" name="Freeform 1561"/>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5" name="Freeform 1562"/>
              <p:cNvSpPr>
                <a:spLocks/>
              </p:cNvSpPr>
              <p:nvPr userDrawn="1"/>
            </p:nvSpPr>
            <p:spPr bwMode="gray">
              <a:xfrm>
                <a:off x="2842" y="929"/>
                <a:ext cx="13" cy="16"/>
              </a:xfrm>
              <a:custGeom>
                <a:avLst/>
                <a:gdLst>
                  <a:gd name="T0" fmla="*/ 50 w 12"/>
                  <a:gd name="T1" fmla="*/ 16 h 16"/>
                  <a:gd name="T2" fmla="*/ 42 w 12"/>
                  <a:gd name="T3" fmla="*/ 10 h 16"/>
                  <a:gd name="T4" fmla="*/ 3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6" name="Line 1563"/>
              <p:cNvSpPr>
                <a:spLocks noChangeShapeType="1"/>
              </p:cNvSpPr>
              <p:nvPr userDrawn="1"/>
            </p:nvSpPr>
            <p:spPr bwMode="gray">
              <a:xfrm flipH="1">
                <a:off x="2749" y="903"/>
                <a:ext cx="16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7" name="Line 1564"/>
              <p:cNvSpPr>
                <a:spLocks noChangeShapeType="1"/>
              </p:cNvSpPr>
              <p:nvPr userDrawn="1"/>
            </p:nvSpPr>
            <p:spPr bwMode="gray">
              <a:xfrm flipH="1">
                <a:off x="2753" y="917"/>
                <a:ext cx="159"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8" name="Freeform 1565"/>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59" name="Line 1566"/>
              <p:cNvSpPr>
                <a:spLocks noChangeShapeType="1"/>
              </p:cNvSpPr>
              <p:nvPr userDrawn="1"/>
            </p:nvSpPr>
            <p:spPr bwMode="gray">
              <a:xfrm flipV="1">
                <a:off x="2740" y="896"/>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0" name="Freeform 1567"/>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1" name="Freeform 1568"/>
              <p:cNvSpPr>
                <a:spLocks/>
              </p:cNvSpPr>
              <p:nvPr userDrawn="1"/>
            </p:nvSpPr>
            <p:spPr bwMode="gray">
              <a:xfrm>
                <a:off x="2732" y="1116"/>
                <a:ext cx="21" cy="4"/>
              </a:xfrm>
              <a:custGeom>
                <a:avLst/>
                <a:gdLst>
                  <a:gd name="T0" fmla="*/ 21 w 21"/>
                  <a:gd name="T1" fmla="*/ 0 h 2"/>
                  <a:gd name="T2" fmla="*/ 15 w 21"/>
                  <a:gd name="T3" fmla="*/ 524288 h 2"/>
                  <a:gd name="T4" fmla="*/ 10 w 21"/>
                  <a:gd name="T5" fmla="*/ 524288 h 2"/>
                  <a:gd name="T6" fmla="*/ 5 w 21"/>
                  <a:gd name="T7" fmla="*/ 524288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2" name="Line 1569"/>
              <p:cNvSpPr>
                <a:spLocks noChangeShapeType="1"/>
              </p:cNvSpPr>
              <p:nvPr userDrawn="1"/>
            </p:nvSpPr>
            <p:spPr bwMode="gray">
              <a:xfrm>
                <a:off x="2742" y="999"/>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3" name="Line 1570"/>
              <p:cNvSpPr>
                <a:spLocks noChangeShapeType="1"/>
              </p:cNvSpPr>
              <p:nvPr userDrawn="1"/>
            </p:nvSpPr>
            <p:spPr bwMode="gray">
              <a:xfrm>
                <a:off x="2753" y="997"/>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4" name="Freeform 1571"/>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5" name="Line 1572"/>
              <p:cNvSpPr>
                <a:spLocks noChangeShapeType="1"/>
              </p:cNvSpPr>
              <p:nvPr userDrawn="1"/>
            </p:nvSpPr>
            <p:spPr bwMode="gray">
              <a:xfrm flipV="1">
                <a:off x="2732" y="997"/>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6" name="Freeform 1573"/>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7" name="Freeform 1574"/>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8" name="Line 1575"/>
              <p:cNvSpPr>
                <a:spLocks noChangeShapeType="1"/>
              </p:cNvSpPr>
              <p:nvPr userDrawn="1"/>
            </p:nvSpPr>
            <p:spPr bwMode="gray">
              <a:xfrm flipV="1">
                <a:off x="2749" y="1156"/>
                <a:ext cx="163"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69" name="Line 1576"/>
              <p:cNvSpPr>
                <a:spLocks noChangeShapeType="1"/>
              </p:cNvSpPr>
              <p:nvPr userDrawn="1"/>
            </p:nvSpPr>
            <p:spPr bwMode="gray">
              <a:xfrm flipV="1">
                <a:off x="2753" y="1149"/>
                <a:ext cx="159"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0" name="Freeform 1577"/>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1" name="Line 1578"/>
              <p:cNvSpPr>
                <a:spLocks noChangeShapeType="1"/>
              </p:cNvSpPr>
              <p:nvPr userDrawn="1"/>
            </p:nvSpPr>
            <p:spPr bwMode="gray">
              <a:xfrm flipH="1">
                <a:off x="2740" y="1154"/>
                <a:ext cx="169"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2" name="Freeform 1579"/>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3" name="Freeform 1580"/>
              <p:cNvSpPr>
                <a:spLocks/>
              </p:cNvSpPr>
              <p:nvPr userDrawn="1"/>
            </p:nvSpPr>
            <p:spPr bwMode="gray">
              <a:xfrm>
                <a:off x="3099" y="820"/>
                <a:ext cx="4" cy="7"/>
              </a:xfrm>
              <a:custGeom>
                <a:avLst/>
                <a:gdLst>
                  <a:gd name="T0" fmla="*/ 2 w 5"/>
                  <a:gd name="T1" fmla="*/ 0 h 7"/>
                  <a:gd name="T2" fmla="*/ 0 w 5"/>
                  <a:gd name="T3" fmla="*/ 2 h 7"/>
                  <a:gd name="T4" fmla="*/ 0 w 5"/>
                  <a:gd name="T5" fmla="*/ 4 h 7"/>
                  <a:gd name="T6" fmla="*/ 2 w 5"/>
                  <a:gd name="T7" fmla="*/ 6 h 7"/>
                  <a:gd name="T8" fmla="*/ 2 w 5"/>
                  <a:gd name="T9" fmla="*/ 7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4" name="Line 1581"/>
              <p:cNvSpPr>
                <a:spLocks noChangeShapeType="1"/>
              </p:cNvSpPr>
              <p:nvPr userDrawn="1"/>
            </p:nvSpPr>
            <p:spPr bwMode="gray">
              <a:xfrm flipV="1">
                <a:off x="3253" y="742"/>
                <a:ext cx="4" cy="1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5" name="Line 1582"/>
              <p:cNvSpPr>
                <a:spLocks noChangeShapeType="1"/>
              </p:cNvSpPr>
              <p:nvPr userDrawn="1"/>
            </p:nvSpPr>
            <p:spPr bwMode="gray">
              <a:xfrm flipV="1">
                <a:off x="3249" y="745"/>
                <a:ext cx="2" cy="10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6" name="Freeform 1583"/>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7" name="Line 1584"/>
              <p:cNvSpPr>
                <a:spLocks noChangeShapeType="1"/>
              </p:cNvSpPr>
              <p:nvPr userDrawn="1"/>
            </p:nvSpPr>
            <p:spPr bwMode="gray">
              <a:xfrm flipH="1">
                <a:off x="3246" y="738"/>
                <a:ext cx="3" cy="1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8" name="Freeform 1585"/>
              <p:cNvSpPr>
                <a:spLocks/>
              </p:cNvSpPr>
              <p:nvPr userDrawn="1"/>
            </p:nvSpPr>
            <p:spPr bwMode="gray">
              <a:xfrm>
                <a:off x="3146" y="777"/>
                <a:ext cx="13" cy="15"/>
              </a:xfrm>
              <a:custGeom>
                <a:avLst/>
                <a:gdLst>
                  <a:gd name="T0" fmla="*/ 50 w 12"/>
                  <a:gd name="T1" fmla="*/ 15 h 15"/>
                  <a:gd name="T2" fmla="*/ 46 w 12"/>
                  <a:gd name="T3" fmla="*/ 10 h 15"/>
                  <a:gd name="T4" fmla="*/ 3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79" name="Line 1586"/>
              <p:cNvSpPr>
                <a:spLocks noChangeShapeType="1"/>
              </p:cNvSpPr>
              <p:nvPr userDrawn="1"/>
            </p:nvSpPr>
            <p:spPr bwMode="gray">
              <a:xfrm flipH="1">
                <a:off x="3094" y="735"/>
                <a:ext cx="155"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0" name="Line 1587"/>
              <p:cNvSpPr>
                <a:spLocks noChangeShapeType="1"/>
              </p:cNvSpPr>
              <p:nvPr userDrawn="1"/>
            </p:nvSpPr>
            <p:spPr bwMode="gray">
              <a:xfrm flipH="1">
                <a:off x="3102" y="745"/>
                <a:ext cx="14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1" name="Freeform 1588"/>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2" name="Line 1589"/>
              <p:cNvSpPr>
                <a:spLocks noChangeShapeType="1"/>
              </p:cNvSpPr>
              <p:nvPr userDrawn="1"/>
            </p:nvSpPr>
            <p:spPr bwMode="gray">
              <a:xfrm flipV="1">
                <a:off x="3081" y="729"/>
                <a:ext cx="160"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3" name="Freeform 1590"/>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4" name="Freeform 1591"/>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5" name="Line 1592"/>
              <p:cNvSpPr>
                <a:spLocks noChangeShapeType="1"/>
              </p:cNvSpPr>
              <p:nvPr userDrawn="1"/>
            </p:nvSpPr>
            <p:spPr bwMode="gray">
              <a:xfrm>
                <a:off x="3048" y="672"/>
                <a:ext cx="198"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6" name="Line 1593"/>
              <p:cNvSpPr>
                <a:spLocks noChangeShapeType="1"/>
              </p:cNvSpPr>
              <p:nvPr userDrawn="1"/>
            </p:nvSpPr>
            <p:spPr bwMode="gray">
              <a:xfrm>
                <a:off x="3052" y="679"/>
                <a:ext cx="197"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7" name="Freeform 1594"/>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8" name="Line 1595"/>
              <p:cNvSpPr>
                <a:spLocks noChangeShapeType="1"/>
              </p:cNvSpPr>
              <p:nvPr userDrawn="1"/>
            </p:nvSpPr>
            <p:spPr bwMode="gray">
              <a:xfrm flipH="1" flipV="1">
                <a:off x="3043" y="670"/>
                <a:ext cx="198"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89" name="Freeform 1596"/>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0" name="Freeform 1597"/>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1" name="Line 1598"/>
              <p:cNvSpPr>
                <a:spLocks noChangeShapeType="1"/>
              </p:cNvSpPr>
              <p:nvPr userDrawn="1"/>
            </p:nvSpPr>
            <p:spPr bwMode="gray">
              <a:xfrm>
                <a:off x="2532" y="922"/>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2" name="Line 1599"/>
              <p:cNvSpPr>
                <a:spLocks noChangeShapeType="1"/>
              </p:cNvSpPr>
              <p:nvPr userDrawn="1"/>
            </p:nvSpPr>
            <p:spPr bwMode="gray">
              <a:xfrm>
                <a:off x="2539" y="915"/>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3" name="Freeform 1600"/>
              <p:cNvSpPr>
                <a:spLocks/>
              </p:cNvSpPr>
              <p:nvPr userDrawn="1"/>
            </p:nvSpPr>
            <p:spPr bwMode="gray">
              <a:xfrm>
                <a:off x="2732" y="980"/>
                <a:ext cx="4" cy="17"/>
              </a:xfrm>
              <a:custGeom>
                <a:avLst/>
                <a:gdLst>
                  <a:gd name="T0" fmla="*/ 1 w 8"/>
                  <a:gd name="T1" fmla="*/ 0 h 17"/>
                  <a:gd name="T2" fmla="*/ 1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4" name="Line 1601"/>
              <p:cNvSpPr>
                <a:spLocks noChangeShapeType="1"/>
              </p:cNvSpPr>
              <p:nvPr userDrawn="1"/>
            </p:nvSpPr>
            <p:spPr bwMode="gray">
              <a:xfrm flipH="1" flipV="1">
                <a:off x="2530" y="934"/>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5" name="Freeform 1602"/>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6" name="Line 1603"/>
              <p:cNvSpPr>
                <a:spLocks noChangeShapeType="1"/>
              </p:cNvSpPr>
              <p:nvPr userDrawn="1"/>
            </p:nvSpPr>
            <p:spPr bwMode="gray">
              <a:xfrm flipH="1" flipV="1">
                <a:off x="2503" y="1016"/>
                <a:ext cx="22" cy="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7" name="Line 1604"/>
              <p:cNvSpPr>
                <a:spLocks noChangeShapeType="1"/>
              </p:cNvSpPr>
              <p:nvPr userDrawn="1"/>
            </p:nvSpPr>
            <p:spPr bwMode="gray">
              <a:xfrm flipH="1" flipV="1">
                <a:off x="2496" y="1008"/>
                <a:ext cx="30"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8" name="Freeform 1605"/>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99" name="Freeform 1606"/>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0" name="Line 1607"/>
              <p:cNvSpPr>
                <a:spLocks noChangeShapeType="1"/>
              </p:cNvSpPr>
              <p:nvPr userDrawn="1"/>
            </p:nvSpPr>
            <p:spPr bwMode="gray">
              <a:xfrm flipH="1" flipV="1">
                <a:off x="2489" y="775"/>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1" name="Line 1608"/>
              <p:cNvSpPr>
                <a:spLocks noChangeShapeType="1"/>
              </p:cNvSpPr>
              <p:nvPr userDrawn="1"/>
            </p:nvSpPr>
            <p:spPr bwMode="gray">
              <a:xfrm flipH="1" flipV="1">
                <a:off x="2494" y="778"/>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2" name="Freeform 1609"/>
              <p:cNvSpPr>
                <a:spLocks/>
              </p:cNvSpPr>
              <p:nvPr userDrawn="1"/>
            </p:nvSpPr>
            <p:spPr bwMode="gray">
              <a:xfrm>
                <a:off x="2489" y="771"/>
                <a:ext cx="4" cy="4"/>
              </a:xfrm>
              <a:custGeom>
                <a:avLst/>
                <a:gdLst>
                  <a:gd name="T0" fmla="*/ 2 w 5"/>
                  <a:gd name="T1" fmla="*/ 1 h 7"/>
                  <a:gd name="T2" fmla="*/ 1 w 5"/>
                  <a:gd name="T3" fmla="*/ 1 h 7"/>
                  <a:gd name="T4" fmla="*/ 0 w 5"/>
                  <a:gd name="T5" fmla="*/ 1 h 7"/>
                  <a:gd name="T6" fmla="*/ 0 w 5"/>
                  <a:gd name="T7" fmla="*/ 1 h 7"/>
                  <a:gd name="T8" fmla="*/ 2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3" name="Line 1610"/>
              <p:cNvSpPr>
                <a:spLocks noChangeShapeType="1"/>
              </p:cNvSpPr>
              <p:nvPr userDrawn="1"/>
            </p:nvSpPr>
            <p:spPr bwMode="gray">
              <a:xfrm>
                <a:off x="2492" y="771"/>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4" name="Freeform 1611"/>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5" name="Freeform 1612"/>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6" name="Line 1613"/>
              <p:cNvSpPr>
                <a:spLocks noChangeShapeType="1"/>
              </p:cNvSpPr>
              <p:nvPr userDrawn="1"/>
            </p:nvSpPr>
            <p:spPr bwMode="gray">
              <a:xfrm>
                <a:off x="2496" y="768"/>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7" name="Line 1614"/>
              <p:cNvSpPr>
                <a:spLocks noChangeShapeType="1"/>
              </p:cNvSpPr>
              <p:nvPr userDrawn="1"/>
            </p:nvSpPr>
            <p:spPr bwMode="gray">
              <a:xfrm>
                <a:off x="2494" y="778"/>
                <a:ext cx="19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8" name="Freeform 1615"/>
              <p:cNvSpPr>
                <a:spLocks/>
              </p:cNvSpPr>
              <p:nvPr userDrawn="1"/>
            </p:nvSpPr>
            <p:spPr bwMode="gray">
              <a:xfrm>
                <a:off x="2688" y="826"/>
                <a:ext cx="22" cy="14"/>
              </a:xfrm>
              <a:custGeom>
                <a:avLst/>
                <a:gdLst>
                  <a:gd name="T0" fmla="*/ 0 w 19"/>
                  <a:gd name="T1" fmla="*/ 14 h 14"/>
                  <a:gd name="T2" fmla="*/ 3 w 19"/>
                  <a:gd name="T3" fmla="*/ 8 h 14"/>
                  <a:gd name="T4" fmla="*/ 125 w 19"/>
                  <a:gd name="T5" fmla="*/ 3 h 14"/>
                  <a:gd name="T6" fmla="*/ 195 w 19"/>
                  <a:gd name="T7" fmla="*/ 1 h 14"/>
                  <a:gd name="T8" fmla="*/ 262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09" name="Line 1616"/>
              <p:cNvSpPr>
                <a:spLocks noChangeShapeType="1"/>
              </p:cNvSpPr>
              <p:nvPr userDrawn="1"/>
            </p:nvSpPr>
            <p:spPr bwMode="gray">
              <a:xfrm flipH="1" flipV="1">
                <a:off x="2503" y="761"/>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0" name="Freeform 1617"/>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1" name="Freeform 1618"/>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2" name="Line 1619"/>
              <p:cNvSpPr>
                <a:spLocks noChangeShapeType="1"/>
              </p:cNvSpPr>
              <p:nvPr userDrawn="1"/>
            </p:nvSpPr>
            <p:spPr bwMode="gray">
              <a:xfrm>
                <a:off x="2929" y="903"/>
                <a:ext cx="213" cy="6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3" name="Line 1620"/>
              <p:cNvSpPr>
                <a:spLocks noChangeShapeType="1"/>
              </p:cNvSpPr>
              <p:nvPr userDrawn="1"/>
            </p:nvSpPr>
            <p:spPr bwMode="gray">
              <a:xfrm>
                <a:off x="2933" y="915"/>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4" name="Freeform 1621"/>
              <p:cNvSpPr>
                <a:spLocks/>
              </p:cNvSpPr>
              <p:nvPr userDrawn="1"/>
            </p:nvSpPr>
            <p:spPr bwMode="gray">
              <a:xfrm>
                <a:off x="3137" y="960"/>
                <a:ext cx="9" cy="22"/>
              </a:xfrm>
              <a:custGeom>
                <a:avLst/>
                <a:gdLst>
                  <a:gd name="T0" fmla="*/ 0 w 9"/>
                  <a:gd name="T1" fmla="*/ 111 h 20"/>
                  <a:gd name="T2" fmla="*/ 2 w 9"/>
                  <a:gd name="T3" fmla="*/ 81 h 20"/>
                  <a:gd name="T4" fmla="*/ 4 w 9"/>
                  <a:gd name="T5" fmla="*/ 50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5" name="Line 1622"/>
              <p:cNvSpPr>
                <a:spLocks noChangeShapeType="1"/>
              </p:cNvSpPr>
              <p:nvPr userDrawn="1"/>
            </p:nvSpPr>
            <p:spPr bwMode="gray">
              <a:xfrm flipH="1" flipV="1">
                <a:off x="2929" y="894"/>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6" name="Freeform 1623"/>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7" name="Freeform 1624"/>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8" name="Line 1625"/>
              <p:cNvSpPr>
                <a:spLocks noChangeShapeType="1"/>
              </p:cNvSpPr>
              <p:nvPr userDrawn="1"/>
            </p:nvSpPr>
            <p:spPr bwMode="gray">
              <a:xfrm flipH="1">
                <a:off x="3144" y="980"/>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19" name="Line 1626"/>
              <p:cNvSpPr>
                <a:spLocks noChangeShapeType="1"/>
              </p:cNvSpPr>
              <p:nvPr userDrawn="1"/>
            </p:nvSpPr>
            <p:spPr bwMode="gray">
              <a:xfrm flipH="1">
                <a:off x="3134" y="980"/>
                <a:ext cx="3"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0" name="Freeform 1627"/>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1" name="Line 1628"/>
              <p:cNvSpPr>
                <a:spLocks noChangeShapeType="1"/>
              </p:cNvSpPr>
              <p:nvPr userDrawn="1"/>
            </p:nvSpPr>
            <p:spPr bwMode="gray">
              <a:xfrm flipV="1">
                <a:off x="3155" y="978"/>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2" name="Freeform 1629"/>
              <p:cNvSpPr>
                <a:spLocks/>
              </p:cNvSpPr>
              <p:nvPr userDrawn="1"/>
            </p:nvSpPr>
            <p:spPr bwMode="gray">
              <a:xfrm>
                <a:off x="3137" y="978"/>
                <a:ext cx="22" cy="4"/>
              </a:xfrm>
              <a:custGeom>
                <a:avLst/>
                <a:gdLst>
                  <a:gd name="T0" fmla="*/ 46 w 21"/>
                  <a:gd name="T1" fmla="*/ 0 h 3"/>
                  <a:gd name="T2" fmla="*/ 36 w 21"/>
                  <a:gd name="T3" fmla="*/ 368 h 3"/>
                  <a:gd name="T4" fmla="*/ 29 w 21"/>
                  <a:gd name="T5" fmla="*/ 491 h 3"/>
                  <a:gd name="T6" fmla="*/ 6 w 21"/>
                  <a:gd name="T7" fmla="*/ 368 h 3"/>
                  <a:gd name="T8" fmla="*/ 0 w 21"/>
                  <a:gd name="T9" fmla="*/ 368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3" name="Freeform 1630"/>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4" name="Line 1631"/>
              <p:cNvSpPr>
                <a:spLocks noChangeShapeType="1"/>
              </p:cNvSpPr>
              <p:nvPr userDrawn="1"/>
            </p:nvSpPr>
            <p:spPr bwMode="gray">
              <a:xfrm flipH="1" flipV="1">
                <a:off x="2927" y="1154"/>
                <a:ext cx="210"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5" name="Line 1632"/>
              <p:cNvSpPr>
                <a:spLocks noChangeShapeType="1"/>
              </p:cNvSpPr>
              <p:nvPr userDrawn="1"/>
            </p:nvSpPr>
            <p:spPr bwMode="gray">
              <a:xfrm flipH="1" flipV="1">
                <a:off x="2931" y="1149"/>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6" name="Freeform 1633"/>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7" name="Line 1634"/>
              <p:cNvSpPr>
                <a:spLocks noChangeShapeType="1"/>
              </p:cNvSpPr>
              <p:nvPr userDrawn="1"/>
            </p:nvSpPr>
            <p:spPr bwMode="gray">
              <a:xfrm>
                <a:off x="2929" y="1154"/>
                <a:ext cx="214"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8" name="Freeform 1635"/>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29" name="Freeform 1636"/>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0" name="Freeform 1637"/>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1" name="Line 1638"/>
              <p:cNvSpPr>
                <a:spLocks noChangeShapeType="1"/>
              </p:cNvSpPr>
              <p:nvPr userDrawn="1"/>
            </p:nvSpPr>
            <p:spPr bwMode="gray">
              <a:xfrm>
                <a:off x="2665" y="687"/>
                <a:ext cx="200"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2" name="Line 1639"/>
              <p:cNvSpPr>
                <a:spLocks noChangeShapeType="1"/>
              </p:cNvSpPr>
              <p:nvPr userDrawn="1"/>
            </p:nvSpPr>
            <p:spPr bwMode="gray">
              <a:xfrm>
                <a:off x="2669" y="696"/>
                <a:ext cx="192"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3" name="Freeform 1640"/>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4" name="Line 1641"/>
              <p:cNvSpPr>
                <a:spLocks noChangeShapeType="1"/>
              </p:cNvSpPr>
              <p:nvPr userDrawn="1"/>
            </p:nvSpPr>
            <p:spPr bwMode="gray">
              <a:xfrm flipH="1" flipV="1">
                <a:off x="2660" y="687"/>
                <a:ext cx="205"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5" name="Freeform 1642"/>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6" name="Freeform 1643"/>
              <p:cNvSpPr>
                <a:spLocks/>
              </p:cNvSpPr>
              <p:nvPr userDrawn="1"/>
            </p:nvSpPr>
            <p:spPr bwMode="gray">
              <a:xfrm>
                <a:off x="3197" y="848"/>
                <a:ext cx="9" cy="13"/>
              </a:xfrm>
              <a:custGeom>
                <a:avLst/>
                <a:gdLst>
                  <a:gd name="T0" fmla="*/ 9 w 9"/>
                  <a:gd name="T1" fmla="*/ 215 h 11"/>
                  <a:gd name="T2" fmla="*/ 9 w 9"/>
                  <a:gd name="T3" fmla="*/ 110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7" name="Line 1644"/>
              <p:cNvSpPr>
                <a:spLocks noChangeShapeType="1"/>
              </p:cNvSpPr>
              <p:nvPr userDrawn="1"/>
            </p:nvSpPr>
            <p:spPr bwMode="gray">
              <a:xfrm>
                <a:off x="3097" y="819"/>
                <a:ext cx="210"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8" name="Line 1645"/>
              <p:cNvSpPr>
                <a:spLocks noChangeShapeType="1"/>
              </p:cNvSpPr>
              <p:nvPr userDrawn="1"/>
            </p:nvSpPr>
            <p:spPr bwMode="gray">
              <a:xfrm>
                <a:off x="3104" y="827"/>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39" name="Freeform 1646"/>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0" name="Line 1647"/>
              <p:cNvSpPr>
                <a:spLocks noChangeShapeType="1"/>
              </p:cNvSpPr>
              <p:nvPr userDrawn="1"/>
            </p:nvSpPr>
            <p:spPr bwMode="gray">
              <a:xfrm flipH="1" flipV="1">
                <a:off x="3085" y="815"/>
                <a:ext cx="21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1" name="Freeform 1648"/>
              <p:cNvSpPr>
                <a:spLocks/>
              </p:cNvSpPr>
              <p:nvPr userDrawn="1"/>
            </p:nvSpPr>
            <p:spPr bwMode="gray">
              <a:xfrm>
                <a:off x="3307" y="1008"/>
                <a:ext cx="4" cy="7"/>
              </a:xfrm>
              <a:custGeom>
                <a:avLst/>
                <a:gdLst>
                  <a:gd name="T0" fmla="*/ 0 w 5"/>
                  <a:gd name="T1" fmla="*/ 0 h 7"/>
                  <a:gd name="T2" fmla="*/ 2 w 5"/>
                  <a:gd name="T3" fmla="*/ 0 h 7"/>
                  <a:gd name="T4" fmla="*/ 2 w 5"/>
                  <a:gd name="T5" fmla="*/ 1 h 7"/>
                  <a:gd name="T6" fmla="*/ 2 w 5"/>
                  <a:gd name="T7" fmla="*/ 3 h 7"/>
                  <a:gd name="T8" fmla="*/ 2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2" name="Line 1649"/>
              <p:cNvSpPr>
                <a:spLocks noChangeShapeType="1"/>
              </p:cNvSpPr>
              <p:nvPr userDrawn="1"/>
            </p:nvSpPr>
            <p:spPr bwMode="gray">
              <a:xfrm flipH="1">
                <a:off x="3309" y="894"/>
                <a:ext cx="5"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3" name="Line 1650"/>
              <p:cNvSpPr>
                <a:spLocks noChangeShapeType="1"/>
              </p:cNvSpPr>
              <p:nvPr userDrawn="1"/>
            </p:nvSpPr>
            <p:spPr bwMode="gray">
              <a:xfrm flipH="1">
                <a:off x="3303" y="890"/>
                <a:ext cx="6"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4" name="Freeform 1651"/>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5" name="Line 1652"/>
              <p:cNvSpPr>
                <a:spLocks noChangeShapeType="1"/>
              </p:cNvSpPr>
              <p:nvPr userDrawn="1"/>
            </p:nvSpPr>
            <p:spPr bwMode="gray">
              <a:xfrm flipV="1">
                <a:off x="3307" y="897"/>
                <a:ext cx="4"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6" name="Freeform 1653"/>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7" name="Freeform 1654"/>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8" name="Freeform 1655"/>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49" name="Line 1656"/>
              <p:cNvSpPr>
                <a:spLocks noChangeShapeType="1"/>
              </p:cNvSpPr>
              <p:nvPr userDrawn="1"/>
            </p:nvSpPr>
            <p:spPr bwMode="gray">
              <a:xfrm flipV="1">
                <a:off x="2494" y="689"/>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0" name="Line 1657"/>
              <p:cNvSpPr>
                <a:spLocks noChangeShapeType="1"/>
              </p:cNvSpPr>
              <p:nvPr userDrawn="1"/>
            </p:nvSpPr>
            <p:spPr bwMode="gray">
              <a:xfrm flipV="1">
                <a:off x="2492" y="696"/>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1" name="Freeform 1658"/>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2" name="Line 1659"/>
              <p:cNvSpPr>
                <a:spLocks noChangeShapeType="1"/>
              </p:cNvSpPr>
              <p:nvPr userDrawn="1"/>
            </p:nvSpPr>
            <p:spPr bwMode="gray">
              <a:xfrm flipH="1">
                <a:off x="2503" y="687"/>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3" name="Freeform 1660"/>
              <p:cNvSpPr>
                <a:spLocks/>
              </p:cNvSpPr>
              <p:nvPr userDrawn="1"/>
            </p:nvSpPr>
            <p:spPr bwMode="gray">
              <a:xfrm>
                <a:off x="2492" y="761"/>
                <a:ext cx="11" cy="13"/>
              </a:xfrm>
              <a:custGeom>
                <a:avLst/>
                <a:gdLst>
                  <a:gd name="T0" fmla="*/ 11 w 11"/>
                  <a:gd name="T1" fmla="*/ 0 h 10"/>
                  <a:gd name="T2" fmla="*/ 7 w 11"/>
                  <a:gd name="T3" fmla="*/ 0 h 10"/>
                  <a:gd name="T4" fmla="*/ 4 w 11"/>
                  <a:gd name="T5" fmla="*/ 287 h 10"/>
                  <a:gd name="T6" fmla="*/ 2 w 11"/>
                  <a:gd name="T7" fmla="*/ 373 h 10"/>
                  <a:gd name="T8" fmla="*/ 0 w 11"/>
                  <a:gd name="T9" fmla="*/ 820 h 10"/>
                  <a:gd name="T10" fmla="*/ 0 w 11"/>
                  <a:gd name="T11" fmla="*/ 1143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4" name="Freeform 1661"/>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5" name="Line 1662"/>
              <p:cNvSpPr>
                <a:spLocks noChangeShapeType="1"/>
              </p:cNvSpPr>
              <p:nvPr userDrawn="1"/>
            </p:nvSpPr>
            <p:spPr bwMode="gray">
              <a:xfrm flipV="1">
                <a:off x="3155" y="887"/>
                <a:ext cx="154" cy="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6" name="Line 1663"/>
              <p:cNvSpPr>
                <a:spLocks noChangeShapeType="1"/>
              </p:cNvSpPr>
              <p:nvPr userDrawn="1"/>
            </p:nvSpPr>
            <p:spPr bwMode="gray">
              <a:xfrm flipV="1">
                <a:off x="3146" y="882"/>
                <a:ext cx="154"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7" name="Freeform 1664"/>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8" name="Line 1665"/>
              <p:cNvSpPr>
                <a:spLocks noChangeShapeType="1"/>
              </p:cNvSpPr>
              <p:nvPr userDrawn="1"/>
            </p:nvSpPr>
            <p:spPr bwMode="gray">
              <a:xfrm flipH="1">
                <a:off x="3158" y="897"/>
                <a:ext cx="152"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59" name="Freeform 1666"/>
              <p:cNvSpPr>
                <a:spLocks/>
              </p:cNvSpPr>
              <p:nvPr userDrawn="1"/>
            </p:nvSpPr>
            <p:spPr bwMode="gray">
              <a:xfrm>
                <a:off x="3146" y="960"/>
                <a:ext cx="13" cy="18"/>
              </a:xfrm>
              <a:custGeom>
                <a:avLst/>
                <a:gdLst>
                  <a:gd name="T0" fmla="*/ 50 w 12"/>
                  <a:gd name="T1" fmla="*/ 18 h 18"/>
                  <a:gd name="T2" fmla="*/ 46 w 12"/>
                  <a:gd name="T3" fmla="*/ 13 h 18"/>
                  <a:gd name="T4" fmla="*/ 3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0" name="Freeform 1667"/>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1" name="Line 1668"/>
              <p:cNvSpPr>
                <a:spLocks noChangeShapeType="1"/>
              </p:cNvSpPr>
              <p:nvPr userDrawn="1"/>
            </p:nvSpPr>
            <p:spPr bwMode="gray">
              <a:xfrm>
                <a:off x="2123" y="1529"/>
                <a:ext cx="14"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2" name="Line 1669"/>
              <p:cNvSpPr>
                <a:spLocks noChangeShapeType="1"/>
              </p:cNvSpPr>
              <p:nvPr userDrawn="1"/>
            </p:nvSpPr>
            <p:spPr bwMode="gray">
              <a:xfrm>
                <a:off x="2130" y="1529"/>
                <a:ext cx="7"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3" name="Line 1670"/>
              <p:cNvSpPr>
                <a:spLocks noChangeShapeType="1"/>
              </p:cNvSpPr>
              <p:nvPr userDrawn="1"/>
            </p:nvSpPr>
            <p:spPr bwMode="gray">
              <a:xfrm flipH="1" flipV="1">
                <a:off x="2121" y="1522"/>
                <a:ext cx="16"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4" name="Freeform 1671"/>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5" name="Freeform 1672"/>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6" name="Line 1673"/>
              <p:cNvSpPr>
                <a:spLocks noChangeShapeType="1"/>
              </p:cNvSpPr>
              <p:nvPr userDrawn="1"/>
            </p:nvSpPr>
            <p:spPr bwMode="gray">
              <a:xfrm flipV="1">
                <a:off x="2739" y="1329"/>
                <a:ext cx="7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7" name="Line 1674"/>
              <p:cNvSpPr>
                <a:spLocks noChangeShapeType="1"/>
              </p:cNvSpPr>
              <p:nvPr userDrawn="1"/>
            </p:nvSpPr>
            <p:spPr bwMode="gray">
              <a:xfrm flipV="1">
                <a:off x="2737" y="1331"/>
                <a:ext cx="70" cy="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8" name="Freeform 1675"/>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69" name="Line 1676"/>
              <p:cNvSpPr>
                <a:spLocks noChangeShapeType="1"/>
              </p:cNvSpPr>
              <p:nvPr userDrawn="1"/>
            </p:nvSpPr>
            <p:spPr bwMode="gray">
              <a:xfrm flipH="1">
                <a:off x="2737" y="1322"/>
                <a:ext cx="80"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0" name="Freeform 1677"/>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1" name="Freeform 1678"/>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2" name="Line 1679"/>
              <p:cNvSpPr>
                <a:spLocks noChangeShapeType="1"/>
              </p:cNvSpPr>
              <p:nvPr userDrawn="1"/>
            </p:nvSpPr>
            <p:spPr bwMode="gray">
              <a:xfrm flipH="1">
                <a:off x="2116"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3" name="Line 1680"/>
              <p:cNvSpPr>
                <a:spLocks noChangeShapeType="1"/>
              </p:cNvSpPr>
              <p:nvPr userDrawn="1"/>
            </p:nvSpPr>
            <p:spPr bwMode="gray">
              <a:xfrm flipH="1">
                <a:off x="2123"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4" name="Freeform 1681"/>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5" name="Line 1682"/>
              <p:cNvSpPr>
                <a:spLocks noChangeShapeType="1"/>
              </p:cNvSpPr>
              <p:nvPr userDrawn="1"/>
            </p:nvSpPr>
            <p:spPr bwMode="gray">
              <a:xfrm flipV="1">
                <a:off x="2112" y="1209"/>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6" name="Freeform 1683"/>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7" name="Freeform 1684"/>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8" name="Line 1685"/>
              <p:cNvSpPr>
                <a:spLocks noChangeShapeType="1"/>
              </p:cNvSpPr>
              <p:nvPr userDrawn="1"/>
            </p:nvSpPr>
            <p:spPr bwMode="gray">
              <a:xfrm>
                <a:off x="2118" y="1291"/>
                <a:ext cx="185"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79" name="Line 1686"/>
              <p:cNvSpPr>
                <a:spLocks noChangeShapeType="1"/>
              </p:cNvSpPr>
              <p:nvPr userDrawn="1"/>
            </p:nvSpPr>
            <p:spPr bwMode="gray">
              <a:xfrm>
                <a:off x="2123" y="1284"/>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0" name="Freeform 1687"/>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1" name="Line 1688"/>
              <p:cNvSpPr>
                <a:spLocks noChangeShapeType="1"/>
              </p:cNvSpPr>
              <p:nvPr userDrawn="1"/>
            </p:nvSpPr>
            <p:spPr bwMode="gray">
              <a:xfrm flipH="1" flipV="1">
                <a:off x="2114" y="1301"/>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2" name="Freeform 1689"/>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3" name="Line 1690"/>
              <p:cNvSpPr>
                <a:spLocks noChangeShapeType="1"/>
              </p:cNvSpPr>
              <p:nvPr userDrawn="1"/>
            </p:nvSpPr>
            <p:spPr bwMode="gray">
              <a:xfrm flipV="1">
                <a:off x="2317" y="1342"/>
                <a:ext cx="28"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4" name="Line 1691"/>
              <p:cNvSpPr>
                <a:spLocks noChangeShapeType="1"/>
              </p:cNvSpPr>
              <p:nvPr userDrawn="1"/>
            </p:nvSpPr>
            <p:spPr bwMode="gray">
              <a:xfrm flipV="1">
                <a:off x="2310" y="1331"/>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5" name="Line 1692"/>
              <p:cNvSpPr>
                <a:spLocks noChangeShapeType="1"/>
              </p:cNvSpPr>
              <p:nvPr userDrawn="1"/>
            </p:nvSpPr>
            <p:spPr bwMode="gray">
              <a:xfrm flipH="1">
                <a:off x="2321" y="1354"/>
                <a:ext cx="24"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6" name="Freeform 1693"/>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7" name="Freeform 1694"/>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8" name="Line 1695"/>
              <p:cNvSpPr>
                <a:spLocks noChangeShapeType="1"/>
              </p:cNvSpPr>
              <p:nvPr userDrawn="1"/>
            </p:nvSpPr>
            <p:spPr bwMode="gray">
              <a:xfrm flipH="1" flipV="1">
                <a:off x="2111" y="1298"/>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89" name="Line 1696"/>
              <p:cNvSpPr>
                <a:spLocks noChangeShapeType="1"/>
              </p:cNvSpPr>
              <p:nvPr userDrawn="1"/>
            </p:nvSpPr>
            <p:spPr bwMode="gray">
              <a:xfrm flipH="1" flipV="1">
                <a:off x="2112" y="1293"/>
                <a:ext cx="7"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0" name="Freeform 1697"/>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1" name="Line 1698"/>
              <p:cNvSpPr>
                <a:spLocks noChangeShapeType="1"/>
              </p:cNvSpPr>
              <p:nvPr userDrawn="1"/>
            </p:nvSpPr>
            <p:spPr bwMode="gray">
              <a:xfrm>
                <a:off x="2114" y="1301"/>
                <a:ext cx="7" cy="22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2" name="Freeform 1699"/>
              <p:cNvSpPr>
                <a:spLocks/>
              </p:cNvSpPr>
              <p:nvPr userDrawn="1"/>
            </p:nvSpPr>
            <p:spPr bwMode="gray">
              <a:xfrm>
                <a:off x="2116" y="1513"/>
                <a:ext cx="4" cy="9"/>
              </a:xfrm>
              <a:custGeom>
                <a:avLst/>
                <a:gdLst>
                  <a:gd name="T0" fmla="*/ 2 w 5"/>
                  <a:gd name="T1" fmla="*/ 9 h 9"/>
                  <a:gd name="T2" fmla="*/ 2 w 5"/>
                  <a:gd name="T3" fmla="*/ 7 h 9"/>
                  <a:gd name="T4" fmla="*/ 0 w 5"/>
                  <a:gd name="T5" fmla="*/ 5 h 9"/>
                  <a:gd name="T6" fmla="*/ 2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3" name="Freeform 1700"/>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4" name="Freeform 1701"/>
              <p:cNvSpPr>
                <a:spLocks/>
              </p:cNvSpPr>
              <p:nvPr userDrawn="1"/>
            </p:nvSpPr>
            <p:spPr bwMode="gray">
              <a:xfrm>
                <a:off x="3533" y="1216"/>
                <a:ext cx="4" cy="8"/>
              </a:xfrm>
              <a:custGeom>
                <a:avLst/>
                <a:gdLst>
                  <a:gd name="T0" fmla="*/ 0 w 5"/>
                  <a:gd name="T1" fmla="*/ 0 h 8"/>
                  <a:gd name="T2" fmla="*/ 1 w 5"/>
                  <a:gd name="T3" fmla="*/ 0 h 8"/>
                  <a:gd name="T4" fmla="*/ 2 w 5"/>
                  <a:gd name="T5" fmla="*/ 1 h 8"/>
                  <a:gd name="T6" fmla="*/ 2 w 5"/>
                  <a:gd name="T7" fmla="*/ 3 h 8"/>
                  <a:gd name="T8" fmla="*/ 2 w 5"/>
                  <a:gd name="T9" fmla="*/ 5 h 8"/>
                  <a:gd name="T10" fmla="*/ 2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5" name="Freeform 1702"/>
              <p:cNvSpPr>
                <a:spLocks/>
              </p:cNvSpPr>
              <p:nvPr userDrawn="1"/>
            </p:nvSpPr>
            <p:spPr bwMode="gray">
              <a:xfrm>
                <a:off x="2142" y="1686"/>
                <a:ext cx="4" cy="16"/>
              </a:xfrm>
              <a:custGeom>
                <a:avLst/>
                <a:gdLst>
                  <a:gd name="T0" fmla="*/ 1 w 7"/>
                  <a:gd name="T1" fmla="*/ 0 h 16"/>
                  <a:gd name="T2" fmla="*/ 0 w 7"/>
                  <a:gd name="T3" fmla="*/ 4 h 16"/>
                  <a:gd name="T4" fmla="*/ 0 w 7"/>
                  <a:gd name="T5" fmla="*/ 7 h 16"/>
                  <a:gd name="T6" fmla="*/ 1 w 7"/>
                  <a:gd name="T7" fmla="*/ 12 h 16"/>
                  <a:gd name="T8" fmla="*/ 1 w 7"/>
                  <a:gd name="T9" fmla="*/ 14 h 16"/>
                  <a:gd name="T10" fmla="*/ 1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6" name="Freeform 1703"/>
              <p:cNvSpPr>
                <a:spLocks/>
              </p:cNvSpPr>
              <p:nvPr userDrawn="1"/>
            </p:nvSpPr>
            <p:spPr bwMode="gray">
              <a:xfrm>
                <a:off x="2142" y="1693"/>
                <a:ext cx="9" cy="4"/>
              </a:xfrm>
              <a:custGeom>
                <a:avLst/>
                <a:gdLst>
                  <a:gd name="T0" fmla="*/ 9 w 9"/>
                  <a:gd name="T1" fmla="*/ 2 h 5"/>
                  <a:gd name="T2" fmla="*/ 5 w 9"/>
                  <a:gd name="T3" fmla="*/ 2 h 5"/>
                  <a:gd name="T4" fmla="*/ 2 w 9"/>
                  <a:gd name="T5" fmla="*/ 2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7" name="Freeform 1704"/>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8" name="Freeform 1705"/>
              <p:cNvSpPr>
                <a:spLocks/>
              </p:cNvSpPr>
              <p:nvPr userDrawn="1"/>
            </p:nvSpPr>
            <p:spPr bwMode="gray">
              <a:xfrm>
                <a:off x="2784" y="1933"/>
                <a:ext cx="13" cy="8"/>
              </a:xfrm>
              <a:custGeom>
                <a:avLst/>
                <a:gdLst>
                  <a:gd name="T0" fmla="*/ 0 w 11"/>
                  <a:gd name="T1" fmla="*/ 8 h 8"/>
                  <a:gd name="T2" fmla="*/ 2 w 11"/>
                  <a:gd name="T3" fmla="*/ 8 h 8"/>
                  <a:gd name="T4" fmla="*/ 93 w 11"/>
                  <a:gd name="T5" fmla="*/ 7 h 8"/>
                  <a:gd name="T6" fmla="*/ 130 w 11"/>
                  <a:gd name="T7" fmla="*/ 5 h 8"/>
                  <a:gd name="T8" fmla="*/ 215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299" name="Freeform 1706"/>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0" name="Freeform 1707"/>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1" name="Freeform 1708"/>
              <p:cNvSpPr>
                <a:spLocks/>
              </p:cNvSpPr>
              <p:nvPr userDrawn="1"/>
            </p:nvSpPr>
            <p:spPr bwMode="gray">
              <a:xfrm>
                <a:off x="2788" y="1683"/>
                <a:ext cx="1" cy="22"/>
              </a:xfrm>
              <a:custGeom>
                <a:avLst/>
                <a:gdLst>
                  <a:gd name="T0" fmla="*/ 1 w 1"/>
                  <a:gd name="T1" fmla="*/ 262 h 19"/>
                  <a:gd name="T2" fmla="*/ 1 w 1"/>
                  <a:gd name="T3" fmla="*/ 195 h 19"/>
                  <a:gd name="T4" fmla="*/ 1 w 1"/>
                  <a:gd name="T5" fmla="*/ 145 h 19"/>
                  <a:gd name="T6" fmla="*/ 0 w 1"/>
                  <a:gd name="T7" fmla="*/ 69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2" name="Freeform 1709"/>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3" name="Freeform 1710"/>
              <p:cNvSpPr>
                <a:spLocks/>
              </p:cNvSpPr>
              <p:nvPr userDrawn="1"/>
            </p:nvSpPr>
            <p:spPr bwMode="gray">
              <a:xfrm>
                <a:off x="2359" y="2013"/>
                <a:ext cx="4" cy="22"/>
              </a:xfrm>
              <a:custGeom>
                <a:avLst/>
                <a:gdLst>
                  <a:gd name="T0" fmla="*/ 1 w 7"/>
                  <a:gd name="T1" fmla="*/ 0 h 18"/>
                  <a:gd name="T2" fmla="*/ 0 w 7"/>
                  <a:gd name="T3" fmla="*/ 177 h 18"/>
                  <a:gd name="T4" fmla="*/ 0 w 7"/>
                  <a:gd name="T5" fmla="*/ 323 h 18"/>
                  <a:gd name="T6" fmla="*/ 1 w 7"/>
                  <a:gd name="T7" fmla="*/ 444 h 18"/>
                  <a:gd name="T8" fmla="*/ 1 w 7"/>
                  <a:gd name="T9" fmla="*/ 590 h 18"/>
                  <a:gd name="T10" fmla="*/ 1 w 7"/>
                  <a:gd name="T11" fmla="*/ 664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4" name="Freeform 1711"/>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5" name="Freeform 1712"/>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6" name="Freeform 1713"/>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7" name="Freeform 1714"/>
              <p:cNvSpPr>
                <a:spLocks/>
              </p:cNvSpPr>
              <p:nvPr userDrawn="1"/>
            </p:nvSpPr>
            <p:spPr bwMode="gray">
              <a:xfrm>
                <a:off x="2565" y="2101"/>
                <a:ext cx="4" cy="4"/>
              </a:xfrm>
              <a:custGeom>
                <a:avLst/>
                <a:gdLst>
                  <a:gd name="T0" fmla="*/ 0 w 2"/>
                  <a:gd name="T1" fmla="*/ 1 h 7"/>
                  <a:gd name="T2" fmla="*/ 524288 w 2"/>
                  <a:gd name="T3" fmla="*/ 1 h 7"/>
                  <a:gd name="T4" fmla="*/ 524288 w 2"/>
                  <a:gd name="T5" fmla="*/ 1 h 7"/>
                  <a:gd name="T6" fmla="*/ 524288 w 2"/>
                  <a:gd name="T7" fmla="*/ 1 h 7"/>
                  <a:gd name="T8" fmla="*/ 524288 w 2"/>
                  <a:gd name="T9" fmla="*/ 1 h 7"/>
                  <a:gd name="T10" fmla="*/ 524288 w 2"/>
                  <a:gd name="T11" fmla="*/ 1 h 7"/>
                  <a:gd name="T12" fmla="*/ 524288 w 2"/>
                  <a:gd name="T13" fmla="*/ 1 h 7"/>
                  <a:gd name="T14" fmla="*/ 524288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8" name="Freeform 1715"/>
              <p:cNvSpPr>
                <a:spLocks/>
              </p:cNvSpPr>
              <p:nvPr userDrawn="1"/>
            </p:nvSpPr>
            <p:spPr bwMode="gray">
              <a:xfrm>
                <a:off x="2558" y="2102"/>
                <a:ext cx="22" cy="4"/>
              </a:xfrm>
              <a:custGeom>
                <a:avLst/>
                <a:gdLst>
                  <a:gd name="T0" fmla="*/ 664 w 18"/>
                  <a:gd name="T1" fmla="*/ 0 h 4"/>
                  <a:gd name="T2" fmla="*/ 539 w 18"/>
                  <a:gd name="T3" fmla="*/ 4 h 4"/>
                  <a:gd name="T4" fmla="*/ 323 w 18"/>
                  <a:gd name="T5" fmla="*/ 4 h 4"/>
                  <a:gd name="T6" fmla="*/ 145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09" name="Freeform 1716"/>
              <p:cNvSpPr>
                <a:spLocks/>
              </p:cNvSpPr>
              <p:nvPr userDrawn="1"/>
            </p:nvSpPr>
            <p:spPr bwMode="gray">
              <a:xfrm>
                <a:off x="2558" y="1340"/>
                <a:ext cx="4" cy="19"/>
              </a:xfrm>
              <a:custGeom>
                <a:avLst/>
                <a:gdLst>
                  <a:gd name="T0" fmla="*/ 524288 w 2"/>
                  <a:gd name="T1" fmla="*/ 19 h 19"/>
                  <a:gd name="T2" fmla="*/ 524288 w 2"/>
                  <a:gd name="T3" fmla="*/ 14 h 19"/>
                  <a:gd name="T4" fmla="*/ 524288 w 2"/>
                  <a:gd name="T5" fmla="*/ 10 h 19"/>
                  <a:gd name="T6" fmla="*/ 524288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0" name="Freeform 1717"/>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1" name="Freeform 1718"/>
              <p:cNvSpPr>
                <a:spLocks/>
              </p:cNvSpPr>
              <p:nvPr userDrawn="1"/>
            </p:nvSpPr>
            <p:spPr bwMode="gray">
              <a:xfrm>
                <a:off x="3610" y="1212"/>
                <a:ext cx="12" cy="13"/>
              </a:xfrm>
              <a:custGeom>
                <a:avLst/>
                <a:gdLst>
                  <a:gd name="T0" fmla="*/ 12 w 12"/>
                  <a:gd name="T1" fmla="*/ 215 h 11"/>
                  <a:gd name="T2" fmla="*/ 12 w 12"/>
                  <a:gd name="T3" fmla="*/ 130 h 11"/>
                  <a:gd name="T4" fmla="*/ 10 w 12"/>
                  <a:gd name="T5" fmla="*/ 79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2" name="Freeform 1719"/>
              <p:cNvSpPr>
                <a:spLocks/>
              </p:cNvSpPr>
              <p:nvPr userDrawn="1"/>
            </p:nvSpPr>
            <p:spPr bwMode="gray">
              <a:xfrm>
                <a:off x="3617" y="1214"/>
                <a:ext cx="4" cy="4"/>
              </a:xfrm>
              <a:custGeom>
                <a:avLst/>
                <a:gdLst>
                  <a:gd name="T0" fmla="*/ 0 w 3"/>
                  <a:gd name="T1" fmla="*/ 0 h 7"/>
                  <a:gd name="T2" fmla="*/ 0 w 3"/>
                  <a:gd name="T3" fmla="*/ 0 h 7"/>
                  <a:gd name="T4" fmla="*/ 1 w 3"/>
                  <a:gd name="T5" fmla="*/ 1 h 7"/>
                  <a:gd name="T6" fmla="*/ 491 w 3"/>
                  <a:gd name="T7" fmla="*/ 1 h 7"/>
                  <a:gd name="T8" fmla="*/ 491 w 3"/>
                  <a:gd name="T9" fmla="*/ 1 h 7"/>
                  <a:gd name="T10" fmla="*/ 1 w 3"/>
                  <a:gd name="T11" fmla="*/ 1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3" name="Freeform 1720"/>
              <p:cNvSpPr>
                <a:spLocks/>
              </p:cNvSpPr>
              <p:nvPr userDrawn="1"/>
            </p:nvSpPr>
            <p:spPr bwMode="gray">
              <a:xfrm>
                <a:off x="3195" y="840"/>
                <a:ext cx="13" cy="4"/>
              </a:xfrm>
              <a:custGeom>
                <a:avLst/>
                <a:gdLst>
                  <a:gd name="T0" fmla="*/ 0 w 14"/>
                  <a:gd name="T1" fmla="*/ 0 h 7"/>
                  <a:gd name="T2" fmla="*/ 4 w 14"/>
                  <a:gd name="T3" fmla="*/ 0 h 7"/>
                  <a:gd name="T4" fmla="*/ 7 w 14"/>
                  <a:gd name="T5" fmla="*/ 1 h 7"/>
                  <a:gd name="T6" fmla="*/ 7 w 14"/>
                  <a:gd name="T7" fmla="*/ 1 h 7"/>
                  <a:gd name="T8" fmla="*/ 7 w 14"/>
                  <a:gd name="T9" fmla="*/ 1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4" name="Freeform 1721"/>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5" name="Freeform 1722"/>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6" name="Freeform 1723"/>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7" name="Freeform 1724"/>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8" name="Freeform 1725"/>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19" name="Freeform 1726"/>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320" name="Freeform 1727"/>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1067" name="Freeform 1728"/>
            <p:cNvSpPr>
              <a:spLocks/>
            </p:cNvSpPr>
            <p:nvPr userDrawn="1"/>
          </p:nvSpPr>
          <p:spPr bwMode="gray">
            <a:xfrm>
              <a:off x="5145" y="3604"/>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8" name="Freeform 1729"/>
            <p:cNvSpPr>
              <a:spLocks/>
            </p:cNvSpPr>
            <p:nvPr userDrawn="1"/>
          </p:nvSpPr>
          <p:spPr bwMode="gray">
            <a:xfrm>
              <a:off x="5138" y="3614"/>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69" name="Freeform 1730"/>
            <p:cNvSpPr>
              <a:spLocks/>
            </p:cNvSpPr>
            <p:nvPr userDrawn="1"/>
          </p:nvSpPr>
          <p:spPr bwMode="gray">
            <a:xfrm>
              <a:off x="5635" y="3324"/>
              <a:ext cx="4" cy="2"/>
            </a:xfrm>
            <a:custGeom>
              <a:avLst/>
              <a:gdLst>
                <a:gd name="T0" fmla="*/ 0 w 3"/>
                <a:gd name="T1" fmla="*/ 2 h 2"/>
                <a:gd name="T2" fmla="*/ 1 w 3"/>
                <a:gd name="T3" fmla="*/ 0 h 2"/>
                <a:gd name="T4" fmla="*/ 491 w 3"/>
                <a:gd name="T5" fmla="*/ 0 h 2"/>
                <a:gd name="T6" fmla="*/ 491 w 3"/>
                <a:gd name="T7" fmla="*/ 0 h 2"/>
                <a:gd name="T8" fmla="*/ 491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0" name="Freeform 1731"/>
            <p:cNvSpPr>
              <a:spLocks/>
            </p:cNvSpPr>
            <p:nvPr userDrawn="1"/>
          </p:nvSpPr>
          <p:spPr bwMode="gray">
            <a:xfrm>
              <a:off x="5629" y="3319"/>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1" name="Freeform 1732"/>
            <p:cNvSpPr>
              <a:spLocks/>
            </p:cNvSpPr>
            <p:nvPr userDrawn="1"/>
          </p:nvSpPr>
          <p:spPr bwMode="gray">
            <a:xfrm>
              <a:off x="5297" y="3999"/>
              <a:ext cx="13" cy="7"/>
            </a:xfrm>
            <a:custGeom>
              <a:avLst/>
              <a:gdLst>
                <a:gd name="T0" fmla="*/ 0 w 16"/>
                <a:gd name="T1" fmla="*/ 0 h 7"/>
                <a:gd name="T2" fmla="*/ 2 w 16"/>
                <a:gd name="T3" fmla="*/ 4 h 7"/>
                <a:gd name="T4" fmla="*/ 2 w 16"/>
                <a:gd name="T5" fmla="*/ 5 h 7"/>
                <a:gd name="T6" fmla="*/ 2 w 16"/>
                <a:gd name="T7" fmla="*/ 7 h 7"/>
                <a:gd name="T8" fmla="*/ 2 w 16"/>
                <a:gd name="T9" fmla="*/ 7 h 7"/>
                <a:gd name="T10" fmla="*/ 2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2" name="Freeform 1733"/>
            <p:cNvSpPr>
              <a:spLocks/>
            </p:cNvSpPr>
            <p:nvPr userDrawn="1"/>
          </p:nvSpPr>
          <p:spPr bwMode="gray">
            <a:xfrm>
              <a:off x="5300" y="3999"/>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3" name="Freeform 1734"/>
            <p:cNvSpPr>
              <a:spLocks/>
            </p:cNvSpPr>
            <p:nvPr userDrawn="1"/>
          </p:nvSpPr>
          <p:spPr bwMode="gray">
            <a:xfrm>
              <a:off x="5314" y="3249"/>
              <a:ext cx="22" cy="12"/>
            </a:xfrm>
            <a:custGeom>
              <a:avLst/>
              <a:gdLst>
                <a:gd name="T0" fmla="*/ 0 w 18"/>
                <a:gd name="T1" fmla="*/ 12 h 12"/>
                <a:gd name="T2" fmla="*/ 323 w 18"/>
                <a:gd name="T3" fmla="*/ 5 h 12"/>
                <a:gd name="T4" fmla="*/ 664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4" name="Freeform 1735"/>
            <p:cNvSpPr>
              <a:spLocks/>
            </p:cNvSpPr>
            <p:nvPr userDrawn="1"/>
          </p:nvSpPr>
          <p:spPr bwMode="gray">
            <a:xfrm>
              <a:off x="5320" y="3247"/>
              <a:ext cx="10" cy="13"/>
            </a:xfrm>
            <a:custGeom>
              <a:avLst/>
              <a:gdLst>
                <a:gd name="T0" fmla="*/ 10 w 10"/>
                <a:gd name="T1" fmla="*/ 7 h 14"/>
                <a:gd name="T2" fmla="*/ 7 w 10"/>
                <a:gd name="T3" fmla="*/ 7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5" name="Freeform 1736"/>
            <p:cNvSpPr>
              <a:spLocks/>
            </p:cNvSpPr>
            <p:nvPr userDrawn="1"/>
          </p:nvSpPr>
          <p:spPr bwMode="gray">
            <a:xfrm>
              <a:off x="5451" y="3898"/>
              <a:ext cx="14" cy="13"/>
            </a:xfrm>
            <a:custGeom>
              <a:avLst/>
              <a:gdLst>
                <a:gd name="T0" fmla="*/ 0 w 14"/>
                <a:gd name="T1" fmla="*/ 7 h 14"/>
                <a:gd name="T2" fmla="*/ 5 w 14"/>
                <a:gd name="T3" fmla="*/ 7 h 14"/>
                <a:gd name="T4" fmla="*/ 10 w 14"/>
                <a:gd name="T5" fmla="*/ 7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6" name="Freeform 1737"/>
            <p:cNvSpPr>
              <a:spLocks/>
            </p:cNvSpPr>
            <p:nvPr userDrawn="1"/>
          </p:nvSpPr>
          <p:spPr bwMode="gray">
            <a:xfrm>
              <a:off x="5458" y="3899"/>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7" name="Freeform 1738"/>
            <p:cNvSpPr>
              <a:spLocks/>
            </p:cNvSpPr>
            <p:nvPr userDrawn="1"/>
          </p:nvSpPr>
          <p:spPr bwMode="gray">
            <a:xfrm>
              <a:off x="4232" y="2894"/>
              <a:ext cx="4" cy="16"/>
            </a:xfrm>
            <a:custGeom>
              <a:avLst/>
              <a:gdLst>
                <a:gd name="T0" fmla="*/ 2 w 5"/>
                <a:gd name="T1" fmla="*/ 16 h 16"/>
                <a:gd name="T2" fmla="*/ 2 w 5"/>
                <a:gd name="T3" fmla="*/ 12 h 16"/>
                <a:gd name="T4" fmla="*/ 0 w 5"/>
                <a:gd name="T5" fmla="*/ 9 h 16"/>
                <a:gd name="T6" fmla="*/ 2 w 5"/>
                <a:gd name="T7" fmla="*/ 3 h 16"/>
                <a:gd name="T8" fmla="*/ 2 w 5"/>
                <a:gd name="T9" fmla="*/ 2 h 16"/>
                <a:gd name="T10" fmla="*/ 2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8" name="Freeform 1739"/>
            <p:cNvSpPr>
              <a:spLocks/>
            </p:cNvSpPr>
            <p:nvPr userDrawn="1"/>
          </p:nvSpPr>
          <p:spPr bwMode="gray">
            <a:xfrm>
              <a:off x="4232" y="2896"/>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79" name="Freeform 1740"/>
            <p:cNvSpPr>
              <a:spLocks/>
            </p:cNvSpPr>
            <p:nvPr userDrawn="1"/>
          </p:nvSpPr>
          <p:spPr bwMode="gray">
            <a:xfrm>
              <a:off x="4400" y="2817"/>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0" name="Freeform 1741"/>
            <p:cNvSpPr>
              <a:spLocks/>
            </p:cNvSpPr>
            <p:nvPr userDrawn="1"/>
          </p:nvSpPr>
          <p:spPr bwMode="gray">
            <a:xfrm>
              <a:off x="4391" y="2819"/>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1" name="Freeform 1742"/>
            <p:cNvSpPr>
              <a:spLocks/>
            </p:cNvSpPr>
            <p:nvPr userDrawn="1"/>
          </p:nvSpPr>
          <p:spPr bwMode="gray">
            <a:xfrm>
              <a:off x="5071" y="4157"/>
              <a:ext cx="22" cy="8"/>
            </a:xfrm>
            <a:custGeom>
              <a:avLst/>
              <a:gdLst>
                <a:gd name="T0" fmla="*/ 0 w 18"/>
                <a:gd name="T1" fmla="*/ 7 h 8"/>
                <a:gd name="T2" fmla="*/ 216 w 18"/>
                <a:gd name="T3" fmla="*/ 8 h 8"/>
                <a:gd name="T4" fmla="*/ 395 w 18"/>
                <a:gd name="T5" fmla="*/ 7 h 8"/>
                <a:gd name="T6" fmla="*/ 539 w 18"/>
                <a:gd name="T7" fmla="*/ 3 h 8"/>
                <a:gd name="T8" fmla="*/ 664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2" name="Freeform 1743"/>
            <p:cNvSpPr>
              <a:spLocks/>
            </p:cNvSpPr>
            <p:nvPr userDrawn="1"/>
          </p:nvSpPr>
          <p:spPr bwMode="gray">
            <a:xfrm>
              <a:off x="5075" y="4158"/>
              <a:ext cx="7" cy="4"/>
            </a:xfrm>
            <a:custGeom>
              <a:avLst/>
              <a:gdLst>
                <a:gd name="T0" fmla="*/ 7 w 7"/>
                <a:gd name="T1" fmla="*/ 1 h 7"/>
                <a:gd name="T2" fmla="*/ 5 w 7"/>
                <a:gd name="T3" fmla="*/ 1 h 7"/>
                <a:gd name="T4" fmla="*/ 3 w 7"/>
                <a:gd name="T5" fmla="*/ 1 h 7"/>
                <a:gd name="T6" fmla="*/ 2 w 7"/>
                <a:gd name="T7" fmla="*/ 1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3" name="Freeform 1744"/>
            <p:cNvSpPr>
              <a:spLocks/>
            </p:cNvSpPr>
            <p:nvPr userDrawn="1"/>
          </p:nvSpPr>
          <p:spPr bwMode="gray">
            <a:xfrm>
              <a:off x="5231" y="4052"/>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4" name="Freeform 1745"/>
            <p:cNvSpPr>
              <a:spLocks/>
            </p:cNvSpPr>
            <p:nvPr userDrawn="1"/>
          </p:nvSpPr>
          <p:spPr bwMode="gray">
            <a:xfrm>
              <a:off x="5227" y="4059"/>
              <a:ext cx="13" cy="7"/>
            </a:xfrm>
            <a:custGeom>
              <a:avLst/>
              <a:gdLst>
                <a:gd name="T0" fmla="*/ 0 w 11"/>
                <a:gd name="T1" fmla="*/ 7 h 7"/>
                <a:gd name="T2" fmla="*/ 79 w 11"/>
                <a:gd name="T3" fmla="*/ 7 h 7"/>
                <a:gd name="T4" fmla="*/ 130 w 11"/>
                <a:gd name="T5" fmla="*/ 5 h 7"/>
                <a:gd name="T6" fmla="*/ 182 w 11"/>
                <a:gd name="T7" fmla="*/ 3 h 7"/>
                <a:gd name="T8" fmla="*/ 215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5" name="Freeform 1746"/>
            <p:cNvSpPr>
              <a:spLocks/>
            </p:cNvSpPr>
            <p:nvPr userDrawn="1"/>
          </p:nvSpPr>
          <p:spPr bwMode="gray">
            <a:xfrm>
              <a:off x="4489" y="4094"/>
              <a:ext cx="4"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2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6" name="Freeform 1747"/>
            <p:cNvSpPr>
              <a:spLocks/>
            </p:cNvSpPr>
            <p:nvPr userDrawn="1"/>
          </p:nvSpPr>
          <p:spPr bwMode="gray">
            <a:xfrm>
              <a:off x="4487" y="4101"/>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7" name="Freeform 1748"/>
            <p:cNvSpPr>
              <a:spLocks/>
            </p:cNvSpPr>
            <p:nvPr userDrawn="1"/>
          </p:nvSpPr>
          <p:spPr bwMode="gray">
            <a:xfrm>
              <a:off x="4692" y="4181"/>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8" name="Freeform 1749"/>
            <p:cNvSpPr>
              <a:spLocks/>
            </p:cNvSpPr>
            <p:nvPr userDrawn="1"/>
          </p:nvSpPr>
          <p:spPr bwMode="gray">
            <a:xfrm>
              <a:off x="4683" y="4183"/>
              <a:ext cx="18" cy="4"/>
            </a:xfrm>
            <a:custGeom>
              <a:avLst/>
              <a:gdLst>
                <a:gd name="T0" fmla="*/ 18 w 18"/>
                <a:gd name="T1" fmla="*/ 0 h 3"/>
                <a:gd name="T2" fmla="*/ 14 w 18"/>
                <a:gd name="T3" fmla="*/ 491 h 3"/>
                <a:gd name="T4" fmla="*/ 11 w 18"/>
                <a:gd name="T5" fmla="*/ 491 h 3"/>
                <a:gd name="T6" fmla="*/ 5 w 18"/>
                <a:gd name="T7" fmla="*/ 491 h 3"/>
                <a:gd name="T8" fmla="*/ 0 w 18"/>
                <a:gd name="T9" fmla="*/ 368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89" name="Freeform 1750"/>
            <p:cNvSpPr>
              <a:spLocks/>
            </p:cNvSpPr>
            <p:nvPr userDrawn="1"/>
          </p:nvSpPr>
          <p:spPr bwMode="gray">
            <a:xfrm>
              <a:off x="4475" y="2866"/>
              <a:ext cx="4" cy="3"/>
            </a:xfrm>
            <a:custGeom>
              <a:avLst/>
              <a:gdLst>
                <a:gd name="T0" fmla="*/ 2 w 5"/>
                <a:gd name="T1" fmla="*/ 3 h 3"/>
                <a:gd name="T2" fmla="*/ 0 w 5"/>
                <a:gd name="T3" fmla="*/ 2 h 3"/>
                <a:gd name="T4" fmla="*/ 0 w 5"/>
                <a:gd name="T5" fmla="*/ 2 h 3"/>
                <a:gd name="T6" fmla="*/ 0 w 5"/>
                <a:gd name="T7" fmla="*/ 0 h 3"/>
                <a:gd name="T8" fmla="*/ 0 w 5"/>
                <a:gd name="T9" fmla="*/ 0 h 3"/>
                <a:gd name="T10" fmla="*/ 2 w 5"/>
                <a:gd name="T11" fmla="*/ 0 h 3"/>
                <a:gd name="T12" fmla="*/ 2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0" name="Freeform 1751"/>
            <p:cNvSpPr>
              <a:spLocks/>
            </p:cNvSpPr>
            <p:nvPr userDrawn="1"/>
          </p:nvSpPr>
          <p:spPr bwMode="gray">
            <a:xfrm>
              <a:off x="4473" y="2859"/>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1" name="Freeform 1752"/>
            <p:cNvSpPr>
              <a:spLocks/>
            </p:cNvSpPr>
            <p:nvPr userDrawn="1"/>
          </p:nvSpPr>
          <p:spPr bwMode="gray">
            <a:xfrm>
              <a:off x="4989" y="2614"/>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2" name="Freeform 1753"/>
            <p:cNvSpPr>
              <a:spLocks/>
            </p:cNvSpPr>
            <p:nvPr userDrawn="1"/>
          </p:nvSpPr>
          <p:spPr bwMode="gray">
            <a:xfrm>
              <a:off x="4982" y="2616"/>
              <a:ext cx="16" cy="4"/>
            </a:xfrm>
            <a:custGeom>
              <a:avLst/>
              <a:gdLst>
                <a:gd name="T0" fmla="*/ 0 w 16"/>
                <a:gd name="T1" fmla="*/ 491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3" name="Freeform 1754"/>
            <p:cNvSpPr>
              <a:spLocks/>
            </p:cNvSpPr>
            <p:nvPr userDrawn="1"/>
          </p:nvSpPr>
          <p:spPr bwMode="gray">
            <a:xfrm>
              <a:off x="4688" y="2924"/>
              <a:ext cx="4" cy="19"/>
            </a:xfrm>
            <a:custGeom>
              <a:avLst/>
              <a:gdLst>
                <a:gd name="T0" fmla="*/ 524288 w 2"/>
                <a:gd name="T1" fmla="*/ 19 h 19"/>
                <a:gd name="T2" fmla="*/ 524288 w 2"/>
                <a:gd name="T3" fmla="*/ 15 h 19"/>
                <a:gd name="T4" fmla="*/ 524288 w 2"/>
                <a:gd name="T5" fmla="*/ 10 h 19"/>
                <a:gd name="T6" fmla="*/ 524288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4" name="Freeform 1755"/>
            <p:cNvSpPr>
              <a:spLocks/>
            </p:cNvSpPr>
            <p:nvPr userDrawn="1"/>
          </p:nvSpPr>
          <p:spPr bwMode="gray">
            <a:xfrm>
              <a:off x="4680" y="2934"/>
              <a:ext cx="22" cy="2"/>
            </a:xfrm>
            <a:custGeom>
              <a:avLst/>
              <a:gdLst>
                <a:gd name="T0" fmla="*/ 262 w 19"/>
                <a:gd name="T1" fmla="*/ 0 h 2"/>
                <a:gd name="T2" fmla="*/ 195 w 19"/>
                <a:gd name="T3" fmla="*/ 0 h 2"/>
                <a:gd name="T4" fmla="*/ 145 w 19"/>
                <a:gd name="T5" fmla="*/ 0 h 2"/>
                <a:gd name="T6" fmla="*/ 69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5" name="Freeform 1756"/>
            <p:cNvSpPr>
              <a:spLocks/>
            </p:cNvSpPr>
            <p:nvPr userDrawn="1"/>
          </p:nvSpPr>
          <p:spPr bwMode="gray">
            <a:xfrm>
              <a:off x="5197" y="2677"/>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6" name="Freeform 1757"/>
            <p:cNvSpPr>
              <a:spLocks/>
            </p:cNvSpPr>
            <p:nvPr userDrawn="1"/>
          </p:nvSpPr>
          <p:spPr bwMode="gray">
            <a:xfrm>
              <a:off x="5192" y="2672"/>
              <a:ext cx="13" cy="13"/>
            </a:xfrm>
            <a:custGeom>
              <a:avLst/>
              <a:gdLst>
                <a:gd name="T0" fmla="*/ 215 w 11"/>
                <a:gd name="T1" fmla="*/ 3 h 15"/>
                <a:gd name="T2" fmla="*/ 215 w 11"/>
                <a:gd name="T3" fmla="*/ 3 h 15"/>
                <a:gd name="T4" fmla="*/ 130 w 11"/>
                <a:gd name="T5" fmla="*/ 3 h 15"/>
                <a:gd name="T6" fmla="*/ 93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7" name="Freeform 1758"/>
            <p:cNvSpPr>
              <a:spLocks/>
            </p:cNvSpPr>
            <p:nvPr userDrawn="1"/>
          </p:nvSpPr>
          <p:spPr bwMode="gray">
            <a:xfrm>
              <a:off x="4438" y="2707"/>
              <a:ext cx="4" cy="13"/>
            </a:xfrm>
            <a:custGeom>
              <a:avLst/>
              <a:gdLst>
                <a:gd name="T0" fmla="*/ 4 w 4"/>
                <a:gd name="T1" fmla="*/ 3 h 15"/>
                <a:gd name="T2" fmla="*/ 0 w 4"/>
                <a:gd name="T3" fmla="*/ 3 h 15"/>
                <a:gd name="T4" fmla="*/ 0 w 4"/>
                <a:gd name="T5" fmla="*/ 3 h 15"/>
                <a:gd name="T6" fmla="*/ 0 w 4"/>
                <a:gd name="T7" fmla="*/ 3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8" name="Freeform 1759"/>
            <p:cNvSpPr>
              <a:spLocks/>
            </p:cNvSpPr>
            <p:nvPr userDrawn="1"/>
          </p:nvSpPr>
          <p:spPr bwMode="gray">
            <a:xfrm>
              <a:off x="4437" y="2708"/>
              <a:ext cx="4" cy="9"/>
            </a:xfrm>
            <a:custGeom>
              <a:avLst/>
              <a:gdLst>
                <a:gd name="T0" fmla="*/ 1 w 8"/>
                <a:gd name="T1" fmla="*/ 0 h 9"/>
                <a:gd name="T2" fmla="*/ 1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099" name="Freeform 1760"/>
            <p:cNvSpPr>
              <a:spLocks/>
            </p:cNvSpPr>
            <p:nvPr userDrawn="1"/>
          </p:nvSpPr>
          <p:spPr bwMode="gray">
            <a:xfrm>
              <a:off x="5094" y="2904"/>
              <a:ext cx="2" cy="22"/>
            </a:xfrm>
            <a:custGeom>
              <a:avLst/>
              <a:gdLst>
                <a:gd name="T0" fmla="*/ 2 w 2"/>
                <a:gd name="T1" fmla="*/ 111 h 20"/>
                <a:gd name="T2" fmla="*/ 2 w 2"/>
                <a:gd name="T3" fmla="*/ 92 h 20"/>
                <a:gd name="T4" fmla="*/ 2 w 2"/>
                <a:gd name="T5" fmla="*/ 61 h 20"/>
                <a:gd name="T6" fmla="*/ 2 w 2"/>
                <a:gd name="T7" fmla="*/ 37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0" name="Freeform 1761"/>
            <p:cNvSpPr>
              <a:spLocks/>
            </p:cNvSpPr>
            <p:nvPr userDrawn="1"/>
          </p:nvSpPr>
          <p:spPr bwMode="gray">
            <a:xfrm>
              <a:off x="5087" y="2915"/>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1" name="Freeform 1762"/>
            <p:cNvSpPr>
              <a:spLocks/>
            </p:cNvSpPr>
            <p:nvPr userDrawn="1"/>
          </p:nvSpPr>
          <p:spPr bwMode="gray">
            <a:xfrm>
              <a:off x="4599" y="2631"/>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2" name="Freeform 1763"/>
            <p:cNvSpPr>
              <a:spLocks/>
            </p:cNvSpPr>
            <p:nvPr userDrawn="1"/>
          </p:nvSpPr>
          <p:spPr bwMode="gray">
            <a:xfrm>
              <a:off x="4601" y="2631"/>
              <a:ext cx="13" cy="9"/>
            </a:xfrm>
            <a:custGeom>
              <a:avLst/>
              <a:gdLst>
                <a:gd name="T0" fmla="*/ 1143 w 10"/>
                <a:gd name="T1" fmla="*/ 0 h 9"/>
                <a:gd name="T2" fmla="*/ 820 w 10"/>
                <a:gd name="T3" fmla="*/ 0 h 9"/>
                <a:gd name="T4" fmla="*/ 631 w 10"/>
                <a:gd name="T5" fmla="*/ 2 h 9"/>
                <a:gd name="T6" fmla="*/ 37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3" name="Freeform 1764"/>
            <p:cNvSpPr>
              <a:spLocks/>
            </p:cNvSpPr>
            <p:nvPr userDrawn="1"/>
          </p:nvSpPr>
          <p:spPr bwMode="gray">
            <a:xfrm>
              <a:off x="5248" y="2826"/>
              <a:ext cx="13" cy="13"/>
            </a:xfrm>
            <a:custGeom>
              <a:avLst/>
              <a:gdLst>
                <a:gd name="T0" fmla="*/ 7 w 14"/>
                <a:gd name="T1" fmla="*/ 50 h 12"/>
                <a:gd name="T2" fmla="*/ 7 w 14"/>
                <a:gd name="T3" fmla="*/ 33 h 12"/>
                <a:gd name="T4" fmla="*/ 7 w 14"/>
                <a:gd name="T5" fmla="*/ 3 h 12"/>
                <a:gd name="T6" fmla="*/ 7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4" name="Freeform 1765"/>
            <p:cNvSpPr>
              <a:spLocks/>
            </p:cNvSpPr>
            <p:nvPr userDrawn="1"/>
          </p:nvSpPr>
          <p:spPr bwMode="gray">
            <a:xfrm>
              <a:off x="5255" y="2829"/>
              <a:ext cx="4" cy="7"/>
            </a:xfrm>
            <a:custGeom>
              <a:avLst/>
              <a:gdLst>
                <a:gd name="T0" fmla="*/ 0 w 5"/>
                <a:gd name="T1" fmla="*/ 0 h 7"/>
                <a:gd name="T2" fmla="*/ 2 w 5"/>
                <a:gd name="T3" fmla="*/ 0 h 7"/>
                <a:gd name="T4" fmla="*/ 2 w 5"/>
                <a:gd name="T5" fmla="*/ 2 h 7"/>
                <a:gd name="T6" fmla="*/ 2 w 5"/>
                <a:gd name="T7" fmla="*/ 4 h 7"/>
                <a:gd name="T8" fmla="*/ 2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5" name="Freeform 1766"/>
            <p:cNvSpPr>
              <a:spLocks/>
            </p:cNvSpPr>
            <p:nvPr userDrawn="1"/>
          </p:nvSpPr>
          <p:spPr bwMode="gray">
            <a:xfrm>
              <a:off x="4066" y="3457"/>
              <a:ext cx="4" cy="16"/>
            </a:xfrm>
            <a:custGeom>
              <a:avLst/>
              <a:gdLst>
                <a:gd name="T0" fmla="*/ 1 w 5"/>
                <a:gd name="T1" fmla="*/ 0 h 16"/>
                <a:gd name="T2" fmla="*/ 0 w 5"/>
                <a:gd name="T3" fmla="*/ 3 h 16"/>
                <a:gd name="T4" fmla="*/ 0 w 5"/>
                <a:gd name="T5" fmla="*/ 7 h 16"/>
                <a:gd name="T6" fmla="*/ 1 w 5"/>
                <a:gd name="T7" fmla="*/ 12 h 16"/>
                <a:gd name="T8" fmla="*/ 2 w 5"/>
                <a:gd name="T9" fmla="*/ 14 h 16"/>
                <a:gd name="T10" fmla="*/ 2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6" name="Freeform 1767"/>
            <p:cNvSpPr>
              <a:spLocks/>
            </p:cNvSpPr>
            <p:nvPr userDrawn="1"/>
          </p:nvSpPr>
          <p:spPr bwMode="gray">
            <a:xfrm>
              <a:off x="4066" y="3464"/>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7" name="Freeform 1768"/>
            <p:cNvSpPr>
              <a:spLocks/>
            </p:cNvSpPr>
            <p:nvPr userDrawn="1"/>
          </p:nvSpPr>
          <p:spPr bwMode="gray">
            <a:xfrm>
              <a:off x="4059" y="3228"/>
              <a:ext cx="12" cy="13"/>
            </a:xfrm>
            <a:custGeom>
              <a:avLst/>
              <a:gdLst>
                <a:gd name="T0" fmla="*/ 0 w 12"/>
                <a:gd name="T1" fmla="*/ 7 h 14"/>
                <a:gd name="T2" fmla="*/ 0 w 12"/>
                <a:gd name="T3" fmla="*/ 7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8" name="Freeform 1769"/>
            <p:cNvSpPr>
              <a:spLocks/>
            </p:cNvSpPr>
            <p:nvPr userDrawn="1"/>
          </p:nvSpPr>
          <p:spPr bwMode="gray">
            <a:xfrm>
              <a:off x="4060" y="3231"/>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09" name="Line 1770"/>
            <p:cNvSpPr>
              <a:spLocks noChangeShapeType="1"/>
            </p:cNvSpPr>
            <p:nvPr userDrawn="1"/>
          </p:nvSpPr>
          <p:spPr bwMode="gray">
            <a:xfrm flipH="1" flipV="1">
              <a:off x="5262" y="287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0" name="Line 1771"/>
            <p:cNvSpPr>
              <a:spLocks noChangeShapeType="1"/>
            </p:cNvSpPr>
            <p:nvPr userDrawn="1"/>
          </p:nvSpPr>
          <p:spPr bwMode="gray">
            <a:xfrm flipV="1">
              <a:off x="5196" y="3831"/>
              <a:ext cx="1"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1" name="Freeform 1772"/>
            <p:cNvSpPr>
              <a:spLocks/>
            </p:cNvSpPr>
            <p:nvPr userDrawn="1"/>
          </p:nvSpPr>
          <p:spPr bwMode="gray">
            <a:xfrm>
              <a:off x="5094" y="3924"/>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2" name="Line 1773"/>
            <p:cNvSpPr>
              <a:spLocks noChangeShapeType="1"/>
            </p:cNvSpPr>
            <p:nvPr userDrawn="1"/>
          </p:nvSpPr>
          <p:spPr bwMode="gray">
            <a:xfrm flipV="1">
              <a:off x="5089" y="3845"/>
              <a:ext cx="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3" name="Line 1774"/>
            <p:cNvSpPr>
              <a:spLocks noChangeShapeType="1"/>
            </p:cNvSpPr>
            <p:nvPr userDrawn="1"/>
          </p:nvSpPr>
          <p:spPr bwMode="gray">
            <a:xfrm flipV="1">
              <a:off x="5094" y="3847"/>
              <a:ext cx="2"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4" name="Line 1775"/>
            <p:cNvSpPr>
              <a:spLocks noChangeShapeType="1"/>
            </p:cNvSpPr>
            <p:nvPr userDrawn="1"/>
          </p:nvSpPr>
          <p:spPr bwMode="gray">
            <a:xfrm>
              <a:off x="5092" y="3847"/>
              <a:ext cx="1"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5" name="Freeform 1776"/>
            <p:cNvSpPr>
              <a:spLocks/>
            </p:cNvSpPr>
            <p:nvPr userDrawn="1"/>
          </p:nvSpPr>
          <p:spPr bwMode="gray">
            <a:xfrm>
              <a:off x="5089" y="3915"/>
              <a:ext cx="4" cy="9"/>
            </a:xfrm>
            <a:custGeom>
              <a:avLst/>
              <a:gdLst>
                <a:gd name="T0" fmla="*/ 2 w 5"/>
                <a:gd name="T1" fmla="*/ 9 h 9"/>
                <a:gd name="T2" fmla="*/ 2 w 5"/>
                <a:gd name="T3" fmla="*/ 7 h 9"/>
                <a:gd name="T4" fmla="*/ 0 w 5"/>
                <a:gd name="T5" fmla="*/ 5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6" name="Freeform 1777"/>
            <p:cNvSpPr>
              <a:spLocks/>
            </p:cNvSpPr>
            <p:nvPr userDrawn="1"/>
          </p:nvSpPr>
          <p:spPr bwMode="gray">
            <a:xfrm>
              <a:off x="5091" y="3929"/>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7" name="Freeform 1778"/>
            <p:cNvSpPr>
              <a:spLocks/>
            </p:cNvSpPr>
            <p:nvPr userDrawn="1"/>
          </p:nvSpPr>
          <p:spPr bwMode="gray">
            <a:xfrm>
              <a:off x="5080" y="3915"/>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8" name="Freeform 1779"/>
            <p:cNvSpPr>
              <a:spLocks/>
            </p:cNvSpPr>
            <p:nvPr userDrawn="1"/>
          </p:nvSpPr>
          <p:spPr bwMode="gray">
            <a:xfrm>
              <a:off x="5071" y="3922"/>
              <a:ext cx="13" cy="18"/>
            </a:xfrm>
            <a:custGeom>
              <a:avLst/>
              <a:gdLst>
                <a:gd name="T0" fmla="*/ 0 w 9"/>
                <a:gd name="T1" fmla="*/ 18 h 18"/>
                <a:gd name="T2" fmla="*/ 1531 w 9"/>
                <a:gd name="T3" fmla="*/ 14 h 18"/>
                <a:gd name="T4" fmla="*/ 3194 w 9"/>
                <a:gd name="T5" fmla="*/ 9 h 18"/>
                <a:gd name="T6" fmla="*/ 4614 w 9"/>
                <a:gd name="T7" fmla="*/ 4 h 18"/>
                <a:gd name="T8" fmla="*/ 6665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19" name="Freeform 1780"/>
            <p:cNvSpPr>
              <a:spLocks/>
            </p:cNvSpPr>
            <p:nvPr userDrawn="1"/>
          </p:nvSpPr>
          <p:spPr bwMode="gray">
            <a:xfrm>
              <a:off x="5071" y="3940"/>
              <a:ext cx="22" cy="4"/>
            </a:xfrm>
            <a:custGeom>
              <a:avLst/>
              <a:gdLst>
                <a:gd name="T0" fmla="*/ 0 w 20"/>
                <a:gd name="T1" fmla="*/ 0 h 1"/>
                <a:gd name="T2" fmla="*/ 37 w 20"/>
                <a:gd name="T3" fmla="*/ 2147483647 h 1"/>
                <a:gd name="T4" fmla="*/ 61 w 20"/>
                <a:gd name="T5" fmla="*/ 2147483647 h 1"/>
                <a:gd name="T6" fmla="*/ 92 w 20"/>
                <a:gd name="T7" fmla="*/ 2147483647 h 1"/>
                <a:gd name="T8" fmla="*/ 111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1120" name="Line 1781"/>
            <p:cNvSpPr>
              <a:spLocks noChangeShapeType="1"/>
            </p:cNvSpPr>
            <p:nvPr userDrawn="1"/>
          </p:nvSpPr>
          <p:spPr bwMode="gray">
            <a:xfrm>
              <a:off x="4785" y="3160"/>
              <a:ext cx="314" cy="10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grpSp>
      <p:sp>
        <p:nvSpPr>
          <p:cNvPr id="1721" name="Text Box 64"/>
          <p:cNvSpPr txBox="1">
            <a:spLocks noChangeArrowheads="1"/>
          </p:cNvSpPr>
          <p:nvPr/>
        </p:nvSpPr>
        <p:spPr bwMode="auto">
          <a:xfrm>
            <a:off x="3962400" y="2286000"/>
            <a:ext cx="1447800" cy="519113"/>
          </a:xfrm>
          <a:prstGeom prst="rect">
            <a:avLst/>
          </a:prstGeom>
          <a:noFill/>
          <a:ln>
            <a:noFill/>
          </a:ln>
        </p:spPr>
        <p:txBody>
          <a:bodyPr>
            <a:spAutoFit/>
          </a:bodyPr>
          <a:lstStyle>
            <a:lvl1pPr eaLnBrk="0" hangingPunct="0">
              <a:defRPr b="1">
                <a:solidFill>
                  <a:schemeClr val="tx1"/>
                </a:solidFill>
                <a:latin typeface="Arial" pitchFamily="34" charset="0"/>
                <a:ea typeface="新細明體" pitchFamily="18" charset="-120"/>
              </a:defRPr>
            </a:lvl1pPr>
            <a:lvl2pPr marL="742950" indent="-285750" eaLnBrk="0" hangingPunct="0">
              <a:defRPr b="1">
                <a:solidFill>
                  <a:schemeClr val="tx1"/>
                </a:solidFill>
                <a:latin typeface="Arial" pitchFamily="34" charset="0"/>
                <a:ea typeface="新細明體" pitchFamily="18" charset="-120"/>
              </a:defRPr>
            </a:lvl2pPr>
            <a:lvl3pPr marL="1143000" indent="-228600" eaLnBrk="0" hangingPunct="0">
              <a:defRPr b="1">
                <a:solidFill>
                  <a:schemeClr val="tx1"/>
                </a:solidFill>
                <a:latin typeface="Arial" pitchFamily="34" charset="0"/>
                <a:ea typeface="新細明體" pitchFamily="18" charset="-120"/>
              </a:defRPr>
            </a:lvl3pPr>
            <a:lvl4pPr marL="1600200" indent="-228600" eaLnBrk="0" hangingPunct="0">
              <a:defRPr b="1">
                <a:solidFill>
                  <a:schemeClr val="tx1"/>
                </a:solidFill>
                <a:latin typeface="Arial" pitchFamily="34" charset="0"/>
                <a:ea typeface="新細明體" pitchFamily="18" charset="-120"/>
              </a:defRPr>
            </a:lvl4pPr>
            <a:lvl5pPr marL="2057400" indent="-228600" eaLnBrk="0" hangingPunct="0">
              <a:defRPr b="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b="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b="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b="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b="1">
                <a:solidFill>
                  <a:schemeClr val="tx1"/>
                </a:solidFill>
                <a:latin typeface="Arial" pitchFamily="34" charset="0"/>
                <a:ea typeface="新細明體" pitchFamily="18" charset="-120"/>
              </a:defRPr>
            </a:lvl9pPr>
          </a:lstStyle>
          <a:p>
            <a:pPr eaLnBrk="1" fontAlgn="base" hangingPunct="1">
              <a:spcBef>
                <a:spcPct val="50000"/>
              </a:spcBef>
              <a:spcAft>
                <a:spcPct val="0"/>
              </a:spcAft>
              <a:defRPr/>
            </a:pPr>
            <a:r>
              <a:rPr lang="en-US" altLang="zh-TW" sz="2800">
                <a:solidFill>
                  <a:srgbClr val="FFFFFF"/>
                </a:solidFill>
                <a:latin typeface="Verdana" pitchFamily="34" charset="0"/>
              </a:rPr>
              <a:t>LOGO</a:t>
            </a:r>
          </a:p>
        </p:txBody>
      </p:sp>
      <p:sp>
        <p:nvSpPr>
          <p:cNvPr id="1722" name="Freeform 1790"/>
          <p:cNvSpPr>
            <a:spLocks/>
          </p:cNvSpPr>
          <p:nvPr userDrawn="1"/>
        </p:nvSpPr>
        <p:spPr bwMode="gray">
          <a:xfrm>
            <a:off x="-26988" y="3017838"/>
            <a:ext cx="9175751" cy="579437"/>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75" name="Rectangle 3"/>
          <p:cNvSpPr>
            <a:spLocks noGrp="1" noChangeArrowheads="1"/>
          </p:cNvSpPr>
          <p:nvPr>
            <p:ph type="subTitle" idx="1"/>
          </p:nvPr>
        </p:nvSpPr>
        <p:spPr bwMode="black">
          <a:xfrm>
            <a:off x="1219200" y="4800600"/>
            <a:ext cx="6705600" cy="533400"/>
          </a:xfrm>
        </p:spPr>
        <p:txBody>
          <a:bodyPr/>
          <a:lstStyle>
            <a:lvl1pPr marL="0" indent="0" algn="ctr">
              <a:buFont typeface="Wingdings" pitchFamily="2" charset="2"/>
              <a:buNone/>
              <a:defRPr sz="1800" b="1"/>
            </a:lvl1pPr>
          </a:lstStyle>
          <a:p>
            <a:r>
              <a:rPr lang="zh-TW" altLang="en-US"/>
              <a:t>按一下以編輯母片副標題樣式</a:t>
            </a:r>
            <a:endParaRPr lang="en-US" altLang="zh-TW"/>
          </a:p>
        </p:txBody>
      </p:sp>
      <p:sp>
        <p:nvSpPr>
          <p:cNvPr id="3074" name="Rectangle 2"/>
          <p:cNvSpPr>
            <a:spLocks noGrp="1" noChangeArrowheads="1"/>
          </p:cNvSpPr>
          <p:nvPr>
            <p:ph type="ctrTitle"/>
          </p:nvPr>
        </p:nvSpPr>
        <p:spPr>
          <a:xfrm>
            <a:off x="762000" y="3657600"/>
            <a:ext cx="7467600" cy="762000"/>
          </a:xfrm>
        </p:spPr>
        <p:txBody>
          <a:bodyPr/>
          <a:lstStyle>
            <a:lvl1pPr>
              <a:defRPr sz="4400">
                <a:solidFill>
                  <a:schemeClr val="tx1"/>
                </a:solidFill>
              </a:defRPr>
            </a:lvl1pPr>
          </a:lstStyle>
          <a:p>
            <a:r>
              <a:rPr lang="zh-TW" altLang="en-US"/>
              <a:t>按一下以編輯母片標題樣式</a:t>
            </a:r>
            <a:endParaRPr lang="en-US" altLang="zh-TW"/>
          </a:p>
        </p:txBody>
      </p:sp>
    </p:spTree>
    <p:extLst>
      <p:ext uri="{BB962C8B-B14F-4D97-AF65-F5344CB8AC3E}">
        <p14:creationId xmlns:p14="http://schemas.microsoft.com/office/powerpoint/2010/main" val="3572523526"/>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type="obj" preserve="1">
  <p:cSld name="標題及物件">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3E85082C-09E2-4C96-8FC6-3DAA6329389E}" type="slidenum">
              <a:rPr lang="en-US" altLang="zh-TW"/>
              <a:pPr>
                <a:defRPr/>
              </a:pPr>
              <a:t>‹#›</a:t>
            </a:fld>
            <a:endParaRPr lang="en-US" altLang="zh-TW"/>
          </a:p>
        </p:txBody>
      </p:sp>
    </p:spTree>
    <p:extLst>
      <p:ext uri="{BB962C8B-B14F-4D97-AF65-F5344CB8AC3E}">
        <p14:creationId xmlns:p14="http://schemas.microsoft.com/office/powerpoint/2010/main" val="2053322302"/>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type="secHead" preserve="1">
  <p:cSld name="區段標題">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E916D5F2-1475-4CC1-ACE2-327AB450AFB9}" type="slidenum">
              <a:rPr lang="en-US" altLang="zh-TW"/>
              <a:pPr>
                <a:defRPr/>
              </a:pPr>
              <a:t>‹#›</a:t>
            </a:fld>
            <a:endParaRPr lang="en-US" altLang="zh-TW"/>
          </a:p>
        </p:txBody>
      </p:sp>
    </p:spTree>
    <p:extLst>
      <p:ext uri="{BB962C8B-B14F-4D97-AF65-F5344CB8AC3E}">
        <p14:creationId xmlns:p14="http://schemas.microsoft.com/office/powerpoint/2010/main" val="1094030776"/>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type="twoObj" preserve="1">
  <p:cSld name="兩項物件">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945FC24F-7DCE-4D6E-BD89-FA82AE34A622}" type="slidenum">
              <a:rPr lang="en-US" altLang="zh-TW"/>
              <a:pPr>
                <a:defRPr/>
              </a:pPr>
              <a:t>‹#›</a:t>
            </a:fld>
            <a:endParaRPr lang="en-US" altLang="zh-TW"/>
          </a:p>
        </p:txBody>
      </p:sp>
    </p:spTree>
    <p:extLst>
      <p:ext uri="{BB962C8B-B14F-4D97-AF65-F5344CB8AC3E}">
        <p14:creationId xmlns:p14="http://schemas.microsoft.com/office/powerpoint/2010/main" val="2849457843"/>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type="twoTxTwoObj" preserve="1">
  <p:cSld name="比對">
    <p:spTree>
      <p:nvGrpSpPr>
        <p:cNvPr id="1" name=""/>
        <p:cNvGrpSpPr/>
        <p:nvPr/>
      </p:nvGrpSpPr>
      <p:grpSpPr>
        <a:xfrm>
          <a:off x="0" y="0"/>
          <a:ext cx="0" cy="0"/>
          <a:chOff x="0" y="0"/>
          <a:chExt cx="0" cy="0"/>
        </a:xfrm>
      </p:grpSpPr>
      <p:sp>
        <p:nvSpPr>
          <p:cNvPr id="7"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8"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9"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4638"/>
            <a:ext cx="8229600" cy="1143000"/>
          </a:xfrm>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1"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2"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4A002663-CA3B-428F-869F-779E161FBC75}" type="slidenum">
              <a:rPr lang="en-US" altLang="zh-TW"/>
              <a:pPr>
                <a:defRPr/>
              </a:pPr>
              <a:t>‹#›</a:t>
            </a:fld>
            <a:endParaRPr lang="en-US" altLang="zh-TW"/>
          </a:p>
        </p:txBody>
      </p:sp>
    </p:spTree>
    <p:extLst>
      <p:ext uri="{BB962C8B-B14F-4D97-AF65-F5344CB8AC3E}">
        <p14:creationId xmlns:p14="http://schemas.microsoft.com/office/powerpoint/2010/main" val="2925291284"/>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type="titleOnly" preserve="1">
  <p:cSld name="只有標題">
    <p:spTree>
      <p:nvGrpSpPr>
        <p:cNvPr id="1" name=""/>
        <p:cNvGrpSpPr/>
        <p:nvPr/>
      </p:nvGrpSpPr>
      <p:grpSpPr>
        <a:xfrm>
          <a:off x="0" y="0"/>
          <a:ext cx="0" cy="0"/>
          <a:chOff x="0" y="0"/>
          <a:chExt cx="0" cy="0"/>
        </a:xfrm>
      </p:grpSpPr>
      <p:sp>
        <p:nvSpPr>
          <p:cNvPr id="3"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4"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5"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6"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7"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8"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17170A5-9376-431B-BA04-058EBD1C7F17}" type="slidenum">
              <a:rPr lang="en-US" altLang="zh-TW"/>
              <a:pPr>
                <a:defRPr/>
              </a:pPr>
              <a:t>‹#›</a:t>
            </a:fld>
            <a:endParaRPr lang="en-US" altLang="zh-TW"/>
          </a:p>
        </p:txBody>
      </p:sp>
    </p:spTree>
    <p:extLst>
      <p:ext uri="{BB962C8B-B14F-4D97-AF65-F5344CB8AC3E}">
        <p14:creationId xmlns:p14="http://schemas.microsoft.com/office/powerpoint/2010/main" val="1460094696"/>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type="blank" preserve="1">
  <p:cSld name="空白">
    <p:spTree>
      <p:nvGrpSpPr>
        <p:cNvPr id="1" name=""/>
        <p:cNvGrpSpPr/>
        <p:nvPr/>
      </p:nvGrpSpPr>
      <p:grpSpPr>
        <a:xfrm>
          <a:off x="0" y="0"/>
          <a:ext cx="0" cy="0"/>
          <a:chOff x="0" y="0"/>
          <a:chExt cx="0" cy="0"/>
        </a:xfrm>
      </p:grpSpPr>
      <p:sp>
        <p:nvSpPr>
          <p:cNvPr id="2"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3"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6"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7"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68CFF35E-C9EC-4619-BDAC-75CD6001F80B}" type="slidenum">
              <a:rPr lang="en-US" altLang="zh-TW"/>
              <a:pPr>
                <a:defRPr/>
              </a:pPr>
              <a:t>‹#›</a:t>
            </a:fld>
            <a:endParaRPr lang="en-US" altLang="zh-TW"/>
          </a:p>
        </p:txBody>
      </p:sp>
    </p:spTree>
    <p:extLst>
      <p:ext uri="{BB962C8B-B14F-4D97-AF65-F5344CB8AC3E}">
        <p14:creationId xmlns:p14="http://schemas.microsoft.com/office/powerpoint/2010/main" val="2653078770"/>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objTx" preserve="1">
  <p:cSld name="含標題的內容">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45BD6856-A602-40BA-9ECE-5572F8E67D7F}" type="slidenum">
              <a:rPr lang="en-US" altLang="zh-TW"/>
              <a:pPr>
                <a:defRPr/>
              </a:pPr>
              <a:t>‹#›</a:t>
            </a:fld>
            <a:endParaRPr lang="en-US" altLang="zh-TW"/>
          </a:p>
        </p:txBody>
      </p:sp>
    </p:spTree>
    <p:extLst>
      <p:ext uri="{BB962C8B-B14F-4D97-AF65-F5344CB8AC3E}">
        <p14:creationId xmlns:p14="http://schemas.microsoft.com/office/powerpoint/2010/main" val="3451193961"/>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type="picTx" preserve="1">
  <p:cSld name="含標題的圖片">
    <p:spTree>
      <p:nvGrpSpPr>
        <p:cNvPr id="1" name=""/>
        <p:cNvGrpSpPr/>
        <p:nvPr/>
      </p:nvGrpSpPr>
      <p:grpSpPr>
        <a:xfrm>
          <a:off x="0" y="0"/>
          <a:ext cx="0" cy="0"/>
          <a:chOff x="0" y="0"/>
          <a:chExt cx="0" cy="0"/>
        </a:xfrm>
      </p:grpSpPr>
      <p:sp>
        <p:nvSpPr>
          <p:cNvPr id="5"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6"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zh-TW" altLang="en-US" noProof="0"/>
              <a:t>按一下圖示以新增圖片</a:t>
            </a:r>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C2D1C2C5-F6D2-45D7-B8A9-D139FD2DC972}" type="slidenum">
              <a:rPr lang="en-US" altLang="zh-TW"/>
              <a:pPr>
                <a:defRPr/>
              </a:pPr>
              <a:t>‹#›</a:t>
            </a:fld>
            <a:endParaRPr lang="en-US" altLang="zh-TW"/>
          </a:p>
        </p:txBody>
      </p:sp>
    </p:spTree>
    <p:extLst>
      <p:ext uri="{BB962C8B-B14F-4D97-AF65-F5344CB8AC3E}">
        <p14:creationId xmlns:p14="http://schemas.microsoft.com/office/powerpoint/2010/main" val="2037941703"/>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vertTx" preserve="1">
  <p:cSld name="標題及直排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47702A06-D5B2-42AD-9750-073B62F3650C}" type="slidenum">
              <a:rPr lang="en-US" altLang="zh-TW"/>
              <a:pPr>
                <a:defRPr/>
              </a:pPr>
              <a:t>‹#›</a:t>
            </a:fld>
            <a:endParaRPr lang="en-US" altLang="zh-TW"/>
          </a:p>
        </p:txBody>
      </p:sp>
    </p:spTree>
    <p:extLst>
      <p:ext uri="{BB962C8B-B14F-4D97-AF65-F5344CB8AC3E}">
        <p14:creationId xmlns:p14="http://schemas.microsoft.com/office/powerpoint/2010/main" val="360780155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vertTitleAndTx" preserve="1">
  <p:cSld name="直排標題及文字">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直排標題 1"/>
          <p:cNvSpPr>
            <a:spLocks noGrp="1"/>
          </p:cNvSpPr>
          <p:nvPr>
            <p:ph type="title" orient="vert"/>
          </p:nvPr>
        </p:nvSpPr>
        <p:spPr>
          <a:xfrm>
            <a:off x="6591300" y="46038"/>
            <a:ext cx="2095500" cy="6354762"/>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304800" y="46038"/>
            <a:ext cx="6134100" cy="6354762"/>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D65307C0-C501-4AAB-B050-F25463F92A44}" type="slidenum">
              <a:rPr lang="en-US" altLang="zh-TW"/>
              <a:pPr>
                <a:defRPr/>
              </a:pPr>
              <a:t>‹#›</a:t>
            </a:fld>
            <a:endParaRPr lang="en-US" altLang="zh-TW"/>
          </a:p>
        </p:txBody>
      </p:sp>
    </p:spTree>
    <p:extLst>
      <p:ext uri="{BB962C8B-B14F-4D97-AF65-F5344CB8AC3E}">
        <p14:creationId xmlns:p14="http://schemas.microsoft.com/office/powerpoint/2010/main" val="2966709044"/>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type="tbl" preserve="1">
  <p:cSld name="標題及表格">
    <p:spTree>
      <p:nvGrpSpPr>
        <p:cNvPr id="1" name=""/>
        <p:cNvGrpSpPr/>
        <p:nvPr/>
      </p:nvGrpSpPr>
      <p:grpSpPr>
        <a:xfrm>
          <a:off x="0" y="0"/>
          <a:ext cx="0" cy="0"/>
          <a:chOff x="0" y="0"/>
          <a:chExt cx="0" cy="0"/>
        </a:xfrm>
      </p:grpSpPr>
      <p:sp>
        <p:nvSpPr>
          <p:cNvPr id="4"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0" 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2" name="標題 1"/>
          <p:cNvSpPr>
            <a:spLocks noGrp="1"/>
          </p:cNvSpPr>
          <p:nvPr>
            <p:ph type="title"/>
          </p:nvPr>
        </p:nvSpPr>
        <p:spPr>
          <a:xfrm>
            <a:off x="304800" y="46038"/>
            <a:ext cx="8382000" cy="563562"/>
          </a:xfrm>
        </p:spPr>
        <p:txBody>
          <a:bodyPr/>
          <a:lstStyle/>
          <a:p>
            <a:r>
              <a:rPr lang="zh-TW" altLang="en-US"/>
              <a:t>按一下以編輯母片標題樣式</a:t>
            </a:r>
          </a:p>
        </p:txBody>
      </p:sp>
      <p:sp>
        <p:nvSpPr>
          <p:cNvPr id="3" name="表格版面配置區 2"/>
          <p:cNvSpPr>
            <a:spLocks noGrp="1"/>
          </p:cNvSpPr>
          <p:nvPr>
            <p:ph type="tbl" idx="1"/>
          </p:nvPr>
        </p:nvSpPr>
        <p:spPr>
          <a:xfrm>
            <a:off x="457200" y="990600"/>
            <a:ext cx="8229600" cy="5410200"/>
          </a:xfrm>
        </p:spPr>
        <p:txBody>
          <a:bodyPr/>
          <a:lstStyle/>
          <a:p>
            <a:pPr lvl="0"/>
            <a:r>
              <a:rPr lang="zh-TW" altLang="en-US" noProof="0"/>
              <a:t>按一下圖示以新增表格</a:t>
            </a:r>
          </a:p>
        </p:txBody>
      </p:sp>
      <p:sp>
        <p:nvSpPr>
          <p:cNvPr id="8" name="Rectangle 5"/>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p:cNvSpPr>
            <a:spLocks noGrp="1" noChangeArrowheads="1"/>
          </p:cNvSpPr>
          <p:nvPr>
            <p:ph type="sldNum" sz="quarter" idx="11"/>
          </p:nvPr>
        </p:nvSpPr>
        <p:spPr/>
        <p:txBody>
          <a:bodyPr/>
          <a:lstStyle>
            <a:lvl1pPr fontAlgn="auto">
              <a:spcBef>
                <a:spcPts val="0"/>
              </a:spcBef>
              <a:spcAft>
                <a:spcPts val="0"/>
              </a:spcAft>
              <a:defRPr/>
            </a:lvl1pPr>
          </a:lstStyle>
          <a:p>
            <a:pPr>
              <a:defRPr/>
            </a:pPr>
            <a:fld id="{B040E9EC-380E-4A56-A1CE-302C40860B2F}" type="slidenum">
              <a:rPr lang="en-US" altLang="zh-TW"/>
              <a:pPr>
                <a:defRPr/>
              </a:pPr>
              <a:t>‹#›</a:t>
            </a:fld>
            <a:endParaRPr lang="en-US" altLang="zh-TW"/>
          </a:p>
        </p:txBody>
      </p:sp>
    </p:spTree>
    <p:extLst>
      <p:ext uri="{BB962C8B-B14F-4D97-AF65-F5344CB8AC3E}">
        <p14:creationId xmlns:p14="http://schemas.microsoft.com/office/powerpoint/2010/main" val="2268187044"/>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標題投影片">
    <p:spTree>
      <p:nvGrpSpPr>
        <p:cNvPr id="1" name=""/>
        <p:cNvGrpSpPr/>
        <p:nvPr/>
      </p:nvGrpSpPr>
      <p:grpSpPr>
        <a:xfrm>
          <a:off x="0" y="0"/>
          <a:ext cx="0" cy="0"/>
          <a:chOff x="0" y="0"/>
          <a:chExt cx="0" cy="0"/>
        </a:xfrm>
      </p:grpSpPr>
      <p:pic>
        <p:nvPicPr>
          <p:cNvPr id="2" name="Picture 26"/>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588" y="5245100"/>
            <a:ext cx="9145588" cy="163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矩形 2"/>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4" name="Picture 25"/>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ectangle 4"/>
          <p:cNvSpPr>
            <a:spLocks noGrp="1" noChangeArrowheads="1"/>
          </p:cNvSpPr>
          <p:nvPr>
            <p:ph type="dt" sz="half" idx="10"/>
          </p:nvPr>
        </p:nvSpPr>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p:txBody>
          <a:bodyPr/>
          <a:lstStyle>
            <a:lvl1pPr>
              <a:defRPr/>
            </a:lvl1pPr>
          </a:lstStyle>
          <a:p>
            <a:pPr>
              <a:defRPr/>
            </a:pPr>
            <a:r>
              <a:rPr lang="en-US" altLang="zh-TW"/>
              <a:t>www.themegallery.com</a:t>
            </a:r>
          </a:p>
        </p:txBody>
      </p:sp>
      <p:sp>
        <p:nvSpPr>
          <p:cNvPr id="7" name="Rectangle 6"/>
          <p:cNvSpPr>
            <a:spLocks noGrp="1" noChangeArrowheads="1"/>
          </p:cNvSpPr>
          <p:nvPr>
            <p:ph type="sldNum" sz="quarter" idx="12"/>
          </p:nvPr>
        </p:nvSpPr>
        <p:spPr/>
        <p:txBody>
          <a:bodyPr/>
          <a:lstStyle>
            <a:lvl1pPr>
              <a:defRPr/>
            </a:lvl1pPr>
          </a:lstStyle>
          <a:p>
            <a:pPr>
              <a:defRPr/>
            </a:pPr>
            <a:fld id="{4D372E97-B449-4458-819D-D867552FE4C7}" type="slidenum">
              <a:rPr lang="en-US" altLang="zh-TW"/>
              <a:pPr>
                <a:defRPr/>
              </a:pPr>
              <a:t>‹#›</a:t>
            </a:fld>
            <a:endParaRPr lang="en-US" altLang="zh-TW"/>
          </a:p>
        </p:txBody>
      </p:sp>
    </p:spTree>
    <p:extLst>
      <p:ext uri="{BB962C8B-B14F-4D97-AF65-F5344CB8AC3E}">
        <p14:creationId xmlns:p14="http://schemas.microsoft.com/office/powerpoint/2010/main" val="3324683384"/>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p:txBody>
          <a:bodyPr/>
          <a:lstStyle>
            <a:lvl1pPr>
              <a:defRPr/>
            </a:lvl1pPr>
          </a:lstStyle>
          <a:p>
            <a:pPr>
              <a:defRPr/>
            </a:pPr>
            <a:r>
              <a:rPr lang="en-US" altLang="zh-TW"/>
              <a:t>www.themegallery.com</a:t>
            </a:r>
          </a:p>
        </p:txBody>
      </p:sp>
      <p:sp>
        <p:nvSpPr>
          <p:cNvPr id="7" name="Rectangle 6"/>
          <p:cNvSpPr>
            <a:spLocks noGrp="1" noChangeArrowheads="1"/>
          </p:cNvSpPr>
          <p:nvPr>
            <p:ph type="sldNum" sz="quarter" idx="12"/>
          </p:nvPr>
        </p:nvSpPr>
        <p:spPr/>
        <p:txBody>
          <a:bodyPr/>
          <a:lstStyle>
            <a:lvl1pPr>
              <a:defRPr/>
            </a:lvl1pPr>
          </a:lstStyle>
          <a:p>
            <a:pPr>
              <a:defRPr/>
            </a:pPr>
            <a:fld id="{D83F15B7-C246-4766-A7D7-A2BF91DD0943}" type="slidenum">
              <a:rPr lang="en-US" altLang="zh-TW"/>
              <a:pPr>
                <a:defRPr/>
              </a:pPr>
              <a:t>‹#›</a:t>
            </a:fld>
            <a:endParaRPr lang="en-US" altLang="zh-TW"/>
          </a:p>
        </p:txBody>
      </p:sp>
    </p:spTree>
    <p:extLst>
      <p:ext uri="{BB962C8B-B14F-4D97-AF65-F5344CB8AC3E}">
        <p14:creationId xmlns:p14="http://schemas.microsoft.com/office/powerpoint/2010/main" val="2158920581"/>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章節標題">
    <p:spTree>
      <p:nvGrpSpPr>
        <p:cNvPr id="1" name=""/>
        <p:cNvGrpSpPr/>
        <p:nvPr/>
      </p:nvGrpSpPr>
      <p:grpSpPr>
        <a:xfrm>
          <a:off x="0" y="0"/>
          <a:ext cx="0" cy="0"/>
          <a:chOff x="0" y="0"/>
          <a:chExt cx="0" cy="0"/>
        </a:xfrm>
      </p:grpSpPr>
      <p:pic>
        <p:nvPicPr>
          <p:cNvPr id="2" name="Picture 26"/>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588" y="5245100"/>
            <a:ext cx="9145588" cy="163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4"/>
          <p:cNvSpPr>
            <a:spLocks noGrp="1" noChangeArrowheads="1"/>
          </p:cNvSpPr>
          <p:nvPr>
            <p:ph type="dt" sz="half" idx="10"/>
          </p:nvPr>
        </p:nvSpPr>
        <p:spPr/>
        <p:txBody>
          <a:bodyPr/>
          <a:lstStyle>
            <a:lvl1pPr>
              <a:defRPr/>
            </a:lvl1pPr>
          </a:lstStyle>
          <a:p>
            <a:pPr>
              <a:defRPr/>
            </a:pPr>
            <a:endParaRPr lang="en-US" altLang="zh-TW"/>
          </a:p>
        </p:txBody>
      </p:sp>
      <p:sp>
        <p:nvSpPr>
          <p:cNvPr id="4" name="Rectangle 5"/>
          <p:cNvSpPr>
            <a:spLocks noGrp="1" noChangeArrowheads="1"/>
          </p:cNvSpPr>
          <p:nvPr>
            <p:ph type="ftr" sz="quarter" idx="11"/>
          </p:nvPr>
        </p:nvSpPr>
        <p:spPr/>
        <p:txBody>
          <a:bodyPr/>
          <a:lstStyle>
            <a:lvl1pPr>
              <a:defRPr/>
            </a:lvl1pPr>
          </a:lstStyle>
          <a:p>
            <a:pPr>
              <a:defRPr/>
            </a:pPr>
            <a:r>
              <a:rPr lang="en-US" altLang="zh-TW"/>
              <a:t>www.themegallery.com</a:t>
            </a:r>
          </a:p>
        </p:txBody>
      </p:sp>
      <p:sp>
        <p:nvSpPr>
          <p:cNvPr id="5" name="Rectangle 6"/>
          <p:cNvSpPr>
            <a:spLocks noGrp="1" noChangeArrowheads="1"/>
          </p:cNvSpPr>
          <p:nvPr>
            <p:ph type="sldNum" sz="quarter" idx="12"/>
          </p:nvPr>
        </p:nvSpPr>
        <p:spPr/>
        <p:txBody>
          <a:bodyPr/>
          <a:lstStyle>
            <a:lvl1pPr>
              <a:defRPr/>
            </a:lvl1pPr>
          </a:lstStyle>
          <a:p>
            <a:pPr>
              <a:defRPr/>
            </a:pPr>
            <a:fld id="{C4946675-9FAE-47F1-95B1-09B72355FD03}" type="slidenum">
              <a:rPr lang="en-US" altLang="zh-TW"/>
              <a:pPr>
                <a:defRPr/>
              </a:pPr>
              <a:t>‹#›</a:t>
            </a:fld>
            <a:endParaRPr lang="en-US" altLang="zh-TW"/>
          </a:p>
        </p:txBody>
      </p:sp>
    </p:spTree>
    <p:extLst>
      <p:ext uri="{BB962C8B-B14F-4D97-AF65-F5344CB8AC3E}">
        <p14:creationId xmlns:p14="http://schemas.microsoft.com/office/powerpoint/2010/main" val="773690173"/>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7"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7" name="Rectangle 6"/>
          <p:cNvSpPr>
            <a:spLocks noGrp="1" noChangeArrowheads="1"/>
          </p:cNvSpPr>
          <p:nvPr>
            <p:ph type="sldNum" sz="quarter" idx="12"/>
          </p:nvPr>
        </p:nvSpPr>
        <p:spPr>
          <a:ln/>
        </p:spPr>
        <p:txBody>
          <a:bodyPr/>
          <a:lstStyle>
            <a:lvl1pPr>
              <a:defRPr/>
            </a:lvl1pPr>
          </a:lstStyle>
          <a:p>
            <a:pPr>
              <a:defRPr/>
            </a:pPr>
            <a:fld id="{80CA543D-5DE1-4446-BF70-78C5F0E10E7D}" type="slidenum">
              <a:rPr lang="en-US" altLang="zh-TW"/>
              <a:pPr>
                <a:defRPr/>
              </a:pPr>
              <a:t>‹#›</a:t>
            </a:fld>
            <a:endParaRPr lang="en-US" altLang="zh-TW"/>
          </a:p>
        </p:txBody>
      </p:sp>
    </p:spTree>
    <p:extLst>
      <p:ext uri="{BB962C8B-B14F-4D97-AF65-F5344CB8AC3E}">
        <p14:creationId xmlns:p14="http://schemas.microsoft.com/office/powerpoint/2010/main" val="3538676191"/>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4"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4" y="2174878"/>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37"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37" y="2174878"/>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8"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9" name="Rectangle 6"/>
          <p:cNvSpPr>
            <a:spLocks noGrp="1" noChangeArrowheads="1"/>
          </p:cNvSpPr>
          <p:nvPr>
            <p:ph type="sldNum" sz="quarter" idx="12"/>
          </p:nvPr>
        </p:nvSpPr>
        <p:spPr>
          <a:ln/>
        </p:spPr>
        <p:txBody>
          <a:bodyPr/>
          <a:lstStyle>
            <a:lvl1pPr>
              <a:defRPr/>
            </a:lvl1pPr>
          </a:lstStyle>
          <a:p>
            <a:pPr>
              <a:defRPr/>
            </a:pPr>
            <a:fld id="{E1205608-7FF5-45BF-B38D-BAC9BC01BC7E}" type="slidenum">
              <a:rPr lang="en-US" altLang="zh-TW"/>
              <a:pPr>
                <a:defRPr/>
              </a:pPr>
              <a:t>‹#›</a:t>
            </a:fld>
            <a:endParaRPr lang="en-US" altLang="zh-TW"/>
          </a:p>
        </p:txBody>
      </p:sp>
    </p:spTree>
    <p:extLst>
      <p:ext uri="{BB962C8B-B14F-4D97-AF65-F5344CB8AC3E}">
        <p14:creationId xmlns:p14="http://schemas.microsoft.com/office/powerpoint/2010/main" val="3249265710"/>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4"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5" name="Rectangle 6"/>
          <p:cNvSpPr>
            <a:spLocks noGrp="1" noChangeArrowheads="1"/>
          </p:cNvSpPr>
          <p:nvPr>
            <p:ph type="sldNum" sz="quarter" idx="12"/>
          </p:nvPr>
        </p:nvSpPr>
        <p:spPr>
          <a:ln/>
        </p:spPr>
        <p:txBody>
          <a:bodyPr/>
          <a:lstStyle>
            <a:lvl1pPr>
              <a:defRPr/>
            </a:lvl1pPr>
          </a:lstStyle>
          <a:p>
            <a:pPr>
              <a:defRPr/>
            </a:pPr>
            <a:fld id="{3AE7EA98-6723-488B-9EE6-E68106C85A2C}" type="slidenum">
              <a:rPr lang="en-US" altLang="zh-TW"/>
              <a:pPr>
                <a:defRPr/>
              </a:pPr>
              <a:t>‹#›</a:t>
            </a:fld>
            <a:endParaRPr lang="en-US" altLang="zh-TW"/>
          </a:p>
        </p:txBody>
      </p:sp>
    </p:spTree>
    <p:extLst>
      <p:ext uri="{BB962C8B-B14F-4D97-AF65-F5344CB8AC3E}">
        <p14:creationId xmlns:p14="http://schemas.microsoft.com/office/powerpoint/2010/main" val="3481656106"/>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3"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4" name="Rectangle 6"/>
          <p:cNvSpPr>
            <a:spLocks noGrp="1" noChangeArrowheads="1"/>
          </p:cNvSpPr>
          <p:nvPr>
            <p:ph type="sldNum" sz="quarter" idx="12"/>
          </p:nvPr>
        </p:nvSpPr>
        <p:spPr>
          <a:ln/>
        </p:spPr>
        <p:txBody>
          <a:bodyPr/>
          <a:lstStyle>
            <a:lvl1pPr>
              <a:defRPr/>
            </a:lvl1pPr>
          </a:lstStyle>
          <a:p>
            <a:pPr>
              <a:defRPr/>
            </a:pPr>
            <a:fld id="{34431150-ACCF-474E-9329-6197B8BF42D8}" type="slidenum">
              <a:rPr lang="en-US" altLang="zh-TW"/>
              <a:pPr>
                <a:defRPr/>
              </a:pPr>
              <a:t>‹#›</a:t>
            </a:fld>
            <a:endParaRPr lang="en-US" altLang="zh-TW"/>
          </a:p>
        </p:txBody>
      </p:sp>
    </p:spTree>
    <p:extLst>
      <p:ext uri="{BB962C8B-B14F-4D97-AF65-F5344CB8AC3E}">
        <p14:creationId xmlns:p14="http://schemas.microsoft.com/office/powerpoint/2010/main" val="343890254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3"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3"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7" name="Rectangle 6"/>
          <p:cNvSpPr>
            <a:spLocks noGrp="1" noChangeArrowheads="1"/>
          </p:cNvSpPr>
          <p:nvPr>
            <p:ph type="sldNum" sz="quarter" idx="12"/>
          </p:nvPr>
        </p:nvSpPr>
        <p:spPr>
          <a:ln/>
        </p:spPr>
        <p:txBody>
          <a:bodyPr/>
          <a:lstStyle>
            <a:lvl1pPr>
              <a:defRPr/>
            </a:lvl1pPr>
          </a:lstStyle>
          <a:p>
            <a:pPr>
              <a:defRPr/>
            </a:pPr>
            <a:fld id="{7F688395-3746-48E0-8808-71DB7EB18CA9}" type="slidenum">
              <a:rPr lang="en-US" altLang="zh-TW"/>
              <a:pPr>
                <a:defRPr/>
              </a:pPr>
              <a:t>‹#›</a:t>
            </a:fld>
            <a:endParaRPr lang="en-US" altLang="zh-TW"/>
          </a:p>
        </p:txBody>
      </p:sp>
    </p:spTree>
    <p:extLst>
      <p:ext uri="{BB962C8B-B14F-4D97-AF65-F5344CB8AC3E}">
        <p14:creationId xmlns:p14="http://schemas.microsoft.com/office/powerpoint/2010/main" val="1109096297"/>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8"/>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7" name="Rectangle 6"/>
          <p:cNvSpPr>
            <a:spLocks noGrp="1" noChangeArrowheads="1"/>
          </p:cNvSpPr>
          <p:nvPr>
            <p:ph type="sldNum" sz="quarter" idx="12"/>
          </p:nvPr>
        </p:nvSpPr>
        <p:spPr>
          <a:ln/>
        </p:spPr>
        <p:txBody>
          <a:bodyPr/>
          <a:lstStyle>
            <a:lvl1pPr>
              <a:defRPr/>
            </a:lvl1pPr>
          </a:lstStyle>
          <a:p>
            <a:pPr>
              <a:defRPr/>
            </a:pPr>
            <a:fld id="{8908BEAE-1E20-4790-AE86-E633DC4AB8FF}" type="slidenum">
              <a:rPr lang="en-US" altLang="zh-TW"/>
              <a:pPr>
                <a:defRPr/>
              </a:pPr>
              <a:t>‹#›</a:t>
            </a:fld>
            <a:endParaRPr lang="en-US" altLang="zh-TW"/>
          </a:p>
        </p:txBody>
      </p:sp>
    </p:spTree>
    <p:extLst>
      <p:ext uri="{BB962C8B-B14F-4D97-AF65-F5344CB8AC3E}">
        <p14:creationId xmlns:p14="http://schemas.microsoft.com/office/powerpoint/2010/main" val="3968531288"/>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5"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6" name="Rectangle 6"/>
          <p:cNvSpPr>
            <a:spLocks noGrp="1" noChangeArrowheads="1"/>
          </p:cNvSpPr>
          <p:nvPr>
            <p:ph type="sldNum" sz="quarter" idx="12"/>
          </p:nvPr>
        </p:nvSpPr>
        <p:spPr>
          <a:ln/>
        </p:spPr>
        <p:txBody>
          <a:bodyPr/>
          <a:lstStyle>
            <a:lvl1pPr>
              <a:defRPr/>
            </a:lvl1pPr>
          </a:lstStyle>
          <a:p>
            <a:pPr>
              <a:defRPr/>
            </a:pPr>
            <a:fld id="{54BE8D25-123C-4846-9E29-DBA4B39FEC4C}" type="slidenum">
              <a:rPr lang="en-US" altLang="zh-TW"/>
              <a:pPr>
                <a:defRPr/>
              </a:pPr>
              <a:t>‹#›</a:t>
            </a:fld>
            <a:endParaRPr lang="en-US" altLang="zh-TW"/>
          </a:p>
        </p:txBody>
      </p:sp>
    </p:spTree>
    <p:extLst>
      <p:ext uri="{BB962C8B-B14F-4D97-AF65-F5344CB8AC3E}">
        <p14:creationId xmlns:p14="http://schemas.microsoft.com/office/powerpoint/2010/main" val="143543047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51"/>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51"/>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5"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6" name="Rectangle 6"/>
          <p:cNvSpPr>
            <a:spLocks noGrp="1" noChangeArrowheads="1"/>
          </p:cNvSpPr>
          <p:nvPr>
            <p:ph type="sldNum" sz="quarter" idx="12"/>
          </p:nvPr>
        </p:nvSpPr>
        <p:spPr>
          <a:ln/>
        </p:spPr>
        <p:txBody>
          <a:bodyPr/>
          <a:lstStyle>
            <a:lvl1pPr>
              <a:defRPr/>
            </a:lvl1pPr>
          </a:lstStyle>
          <a:p>
            <a:pPr>
              <a:defRPr/>
            </a:pPr>
            <a:fld id="{37407FF0-DEC0-4261-9EF1-2ADEB7760A15}" type="slidenum">
              <a:rPr lang="en-US" altLang="zh-TW"/>
              <a:pPr>
                <a:defRPr/>
              </a:pPr>
              <a:t>‹#›</a:t>
            </a:fld>
            <a:endParaRPr lang="en-US" altLang="zh-TW"/>
          </a:p>
        </p:txBody>
      </p:sp>
    </p:spTree>
    <p:extLst>
      <p:ext uri="{BB962C8B-B14F-4D97-AF65-F5344CB8AC3E}">
        <p14:creationId xmlns:p14="http://schemas.microsoft.com/office/powerpoint/2010/main" val="3164513876"/>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tbl" preserve="1">
  <p:cSld name="標題及表格">
    <p:spTree>
      <p:nvGrpSpPr>
        <p:cNvPr id="1" name=""/>
        <p:cNvGrpSpPr/>
        <p:nvPr/>
      </p:nvGrpSpPr>
      <p:grpSpPr>
        <a:xfrm>
          <a:off x="0" y="0"/>
          <a:ext cx="0" cy="0"/>
          <a:chOff x="0" y="0"/>
          <a:chExt cx="0" cy="0"/>
        </a:xfrm>
      </p:grpSpPr>
      <p:sp>
        <p:nvSpPr>
          <p:cNvPr id="2" name="標題 1"/>
          <p:cNvSpPr>
            <a:spLocks noGrp="1"/>
          </p:cNvSpPr>
          <p:nvPr>
            <p:ph type="title"/>
          </p:nvPr>
        </p:nvSpPr>
        <p:spPr>
          <a:xfrm>
            <a:off x="457208" y="274640"/>
            <a:ext cx="8229600" cy="1143000"/>
          </a:xfrm>
        </p:spPr>
        <p:txBody>
          <a:bodyPr/>
          <a:lstStyle/>
          <a:p>
            <a:r>
              <a:rPr lang="zh-TW" altLang="en-US"/>
              <a:t>按一下以編輯母片標題樣式</a:t>
            </a:r>
          </a:p>
        </p:txBody>
      </p:sp>
      <p:sp>
        <p:nvSpPr>
          <p:cNvPr id="3" name="表格版面配置區 2"/>
          <p:cNvSpPr>
            <a:spLocks noGrp="1"/>
          </p:cNvSpPr>
          <p:nvPr>
            <p:ph type="tbl" idx="1"/>
          </p:nvPr>
        </p:nvSpPr>
        <p:spPr>
          <a:xfrm>
            <a:off x="457208" y="1600200"/>
            <a:ext cx="8229600" cy="4525963"/>
          </a:xfrm>
        </p:spPr>
        <p:txBody>
          <a:bodyPr/>
          <a:lstStyle/>
          <a:p>
            <a:pPr lvl="0"/>
            <a:endParaRPr lang="zh-TW" altLang="en-US" noProof="0"/>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5" name="Rectangle 5"/>
          <p:cNvSpPr>
            <a:spLocks noGrp="1" noChangeArrowheads="1"/>
          </p:cNvSpPr>
          <p:nvPr>
            <p:ph type="ftr" sz="quarter" idx="11"/>
          </p:nvPr>
        </p:nvSpPr>
        <p:spPr>
          <a:ln/>
        </p:spPr>
        <p:txBody>
          <a:bodyPr/>
          <a:lstStyle>
            <a:lvl1pPr>
              <a:defRPr/>
            </a:lvl1pPr>
          </a:lstStyle>
          <a:p>
            <a:pPr>
              <a:defRPr/>
            </a:pPr>
            <a:r>
              <a:rPr lang="en-US" altLang="zh-TW"/>
              <a:t>www.themegallery.com</a:t>
            </a:r>
          </a:p>
        </p:txBody>
      </p:sp>
      <p:sp>
        <p:nvSpPr>
          <p:cNvPr id="6" name="Rectangle 6"/>
          <p:cNvSpPr>
            <a:spLocks noGrp="1" noChangeArrowheads="1"/>
          </p:cNvSpPr>
          <p:nvPr>
            <p:ph type="sldNum" sz="quarter" idx="12"/>
          </p:nvPr>
        </p:nvSpPr>
        <p:spPr>
          <a:ln/>
        </p:spPr>
        <p:txBody>
          <a:bodyPr/>
          <a:lstStyle>
            <a:lvl1pPr>
              <a:defRPr/>
            </a:lvl1pPr>
          </a:lstStyle>
          <a:p>
            <a:pPr>
              <a:defRPr/>
            </a:pPr>
            <a:fld id="{7D77CADA-731F-41DA-9729-E2C74F36E131}" type="slidenum">
              <a:rPr lang="en-US" altLang="zh-TW"/>
              <a:pPr>
                <a:defRPr/>
              </a:pPr>
              <a:t>‹#›</a:t>
            </a:fld>
            <a:endParaRPr lang="en-US" altLang="zh-TW"/>
          </a:p>
        </p:txBody>
      </p:sp>
    </p:spTree>
    <p:extLst>
      <p:ext uri="{BB962C8B-B14F-4D97-AF65-F5344CB8AC3E}">
        <p14:creationId xmlns:p14="http://schemas.microsoft.com/office/powerpoint/2010/main" val="3757681878"/>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標題投影片">
    <p:spTree>
      <p:nvGrpSpPr>
        <p:cNvPr id="1" name=""/>
        <p:cNvGrpSpPr/>
        <p:nvPr/>
      </p:nvGrpSpPr>
      <p:grpSpPr>
        <a:xfrm>
          <a:off x="0" y="0"/>
          <a:ext cx="0" cy="0"/>
          <a:chOff x="0" y="0"/>
          <a:chExt cx="0" cy="0"/>
        </a:xfrm>
      </p:grpSpPr>
      <p:pic>
        <p:nvPicPr>
          <p:cNvPr id="2" name="Picture 26"/>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588" y="5245100"/>
            <a:ext cx="9145588" cy="163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矩形 2"/>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4" name="Picture 25"/>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47B4FF27-613D-4DF0-9BF9-1E577E279DA3}" type="slidenum">
              <a:rPr lang="en-US" altLang="zh-TW"/>
              <a:pPr>
                <a:defRPr/>
              </a:pPr>
              <a:t>‹#›</a:t>
            </a:fld>
            <a:endParaRPr lang="en-US" altLang="zh-TW"/>
          </a:p>
        </p:txBody>
      </p:sp>
    </p:spTree>
    <p:extLst>
      <p:ext uri="{BB962C8B-B14F-4D97-AF65-F5344CB8AC3E}">
        <p14:creationId xmlns:p14="http://schemas.microsoft.com/office/powerpoint/2010/main" val="8669165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05570607-3921-491C-BC2E-AD38DD1EB189}" type="slidenum">
              <a:rPr lang="en-US" altLang="zh-TW"/>
              <a:pPr>
                <a:defRPr/>
              </a:pPr>
              <a:t>‹#›</a:t>
            </a:fld>
            <a:endParaRPr lang="en-US" altLang="zh-TW"/>
          </a:p>
        </p:txBody>
      </p:sp>
    </p:spTree>
    <p:extLst>
      <p:ext uri="{BB962C8B-B14F-4D97-AF65-F5344CB8AC3E}">
        <p14:creationId xmlns:p14="http://schemas.microsoft.com/office/powerpoint/2010/main" val="2268460421"/>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章節標題">
    <p:spTree>
      <p:nvGrpSpPr>
        <p:cNvPr id="1" name=""/>
        <p:cNvGrpSpPr/>
        <p:nvPr/>
      </p:nvGrpSpPr>
      <p:grpSpPr>
        <a:xfrm>
          <a:off x="0" y="0"/>
          <a:ext cx="0" cy="0"/>
          <a:chOff x="0" y="0"/>
          <a:chExt cx="0" cy="0"/>
        </a:xfrm>
      </p:grpSpPr>
      <p:pic>
        <p:nvPicPr>
          <p:cNvPr id="2" name="Picture 26"/>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588" y="5245100"/>
            <a:ext cx="9145588" cy="163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4"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5"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DCDCB623-8BA6-411F-A26C-0AD968AF4ECD}" type="slidenum">
              <a:rPr lang="en-US" altLang="zh-TW"/>
              <a:pPr>
                <a:defRPr/>
              </a:pPr>
              <a:t>‹#›</a:t>
            </a:fld>
            <a:endParaRPr lang="en-US" altLang="zh-TW"/>
          </a:p>
        </p:txBody>
      </p:sp>
    </p:spTree>
    <p:extLst>
      <p:ext uri="{BB962C8B-B14F-4D97-AF65-F5344CB8AC3E}">
        <p14:creationId xmlns:p14="http://schemas.microsoft.com/office/powerpoint/2010/main" val="2497852577"/>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7"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597BFF00-E06A-4380-AD48-F092BE2F92AE}" type="slidenum">
              <a:rPr lang="en-US" altLang="zh-TW"/>
              <a:pPr>
                <a:defRPr/>
              </a:pPr>
              <a:t>‹#›</a:t>
            </a:fld>
            <a:endParaRPr lang="en-US" altLang="zh-TW"/>
          </a:p>
        </p:txBody>
      </p:sp>
    </p:spTree>
    <p:extLst>
      <p:ext uri="{BB962C8B-B14F-4D97-AF65-F5344CB8AC3E}">
        <p14:creationId xmlns:p14="http://schemas.microsoft.com/office/powerpoint/2010/main" val="2035989919"/>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4"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4" y="2174878"/>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37"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37" y="2174878"/>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8"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9"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4012142B-78BD-45CE-9A45-AF6857FCFD44}" type="slidenum">
              <a:rPr lang="en-US" altLang="zh-TW"/>
              <a:pPr>
                <a:defRPr/>
              </a:pPr>
              <a:t>‹#›</a:t>
            </a:fld>
            <a:endParaRPr lang="en-US" altLang="zh-TW"/>
          </a:p>
        </p:txBody>
      </p:sp>
    </p:spTree>
    <p:extLst>
      <p:ext uri="{BB962C8B-B14F-4D97-AF65-F5344CB8AC3E}">
        <p14:creationId xmlns:p14="http://schemas.microsoft.com/office/powerpoint/2010/main" val="2356833285"/>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4"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5"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132DE7C2-B29F-4CD4-BC11-07864DA1A6A1}" type="slidenum">
              <a:rPr lang="en-US" altLang="zh-TW"/>
              <a:pPr>
                <a:defRPr/>
              </a:pPr>
              <a:t>‹#›</a:t>
            </a:fld>
            <a:endParaRPr lang="en-US" altLang="zh-TW"/>
          </a:p>
        </p:txBody>
      </p:sp>
    </p:spTree>
    <p:extLst>
      <p:ext uri="{BB962C8B-B14F-4D97-AF65-F5344CB8AC3E}">
        <p14:creationId xmlns:p14="http://schemas.microsoft.com/office/powerpoint/2010/main" val="40684694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3"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4"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9F68BFC5-AB7B-4CA2-AC7C-D10C101065DC}" type="slidenum">
              <a:rPr lang="en-US" altLang="zh-TW"/>
              <a:pPr>
                <a:defRPr/>
              </a:pPr>
              <a:t>‹#›</a:t>
            </a:fld>
            <a:endParaRPr lang="en-US" altLang="zh-TW"/>
          </a:p>
        </p:txBody>
      </p:sp>
    </p:spTree>
    <p:extLst>
      <p:ext uri="{BB962C8B-B14F-4D97-AF65-F5344CB8AC3E}">
        <p14:creationId xmlns:p14="http://schemas.microsoft.com/office/powerpoint/2010/main" val="1648843241"/>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3"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3"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5E766357-971F-4C6A-BFAF-C2BD72D7790D}" type="slidenum">
              <a:rPr lang="en-US" altLang="zh-TW"/>
              <a:pPr>
                <a:defRPr/>
              </a:pPr>
              <a:t>‹#›</a:t>
            </a:fld>
            <a:endParaRPr lang="en-US" altLang="zh-TW"/>
          </a:p>
        </p:txBody>
      </p:sp>
    </p:spTree>
    <p:extLst>
      <p:ext uri="{BB962C8B-B14F-4D97-AF65-F5344CB8AC3E}">
        <p14:creationId xmlns:p14="http://schemas.microsoft.com/office/powerpoint/2010/main" val="218192423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8"/>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6"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7"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D5124743-24B1-4B1A-871F-08B1C3C48E8A}" type="slidenum">
              <a:rPr lang="en-US" altLang="zh-TW"/>
              <a:pPr>
                <a:defRPr/>
              </a:pPr>
              <a:t>‹#›</a:t>
            </a:fld>
            <a:endParaRPr lang="en-US" altLang="zh-TW"/>
          </a:p>
        </p:txBody>
      </p:sp>
    </p:spTree>
    <p:extLst>
      <p:ext uri="{BB962C8B-B14F-4D97-AF65-F5344CB8AC3E}">
        <p14:creationId xmlns:p14="http://schemas.microsoft.com/office/powerpoint/2010/main" val="3888232707"/>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5"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6"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DD697053-5B54-4A46-90E3-2B5939B83836}" type="slidenum">
              <a:rPr lang="en-US" altLang="zh-TW"/>
              <a:pPr>
                <a:defRPr/>
              </a:pPr>
              <a:t>‹#›</a:t>
            </a:fld>
            <a:endParaRPr lang="en-US" altLang="zh-TW"/>
          </a:p>
        </p:txBody>
      </p:sp>
    </p:spTree>
    <p:extLst>
      <p:ext uri="{BB962C8B-B14F-4D97-AF65-F5344CB8AC3E}">
        <p14:creationId xmlns:p14="http://schemas.microsoft.com/office/powerpoint/2010/main" val="629030487"/>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51"/>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51"/>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5"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6"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E22EFAFA-7108-41F7-88E3-08D179F68040}" type="slidenum">
              <a:rPr lang="en-US" altLang="zh-TW"/>
              <a:pPr>
                <a:defRPr/>
              </a:pPr>
              <a:t>‹#›</a:t>
            </a:fld>
            <a:endParaRPr lang="en-US" altLang="zh-TW"/>
          </a:p>
        </p:txBody>
      </p:sp>
    </p:spTree>
    <p:extLst>
      <p:ext uri="{BB962C8B-B14F-4D97-AF65-F5344CB8AC3E}">
        <p14:creationId xmlns:p14="http://schemas.microsoft.com/office/powerpoint/2010/main" val="2575608898"/>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tbl" preserve="1">
  <p:cSld name="標題及表格">
    <p:spTree>
      <p:nvGrpSpPr>
        <p:cNvPr id="1" name=""/>
        <p:cNvGrpSpPr/>
        <p:nvPr/>
      </p:nvGrpSpPr>
      <p:grpSpPr>
        <a:xfrm>
          <a:off x="0" y="0"/>
          <a:ext cx="0" cy="0"/>
          <a:chOff x="0" y="0"/>
          <a:chExt cx="0" cy="0"/>
        </a:xfrm>
      </p:grpSpPr>
      <p:sp>
        <p:nvSpPr>
          <p:cNvPr id="2" name="標題 1"/>
          <p:cNvSpPr>
            <a:spLocks noGrp="1"/>
          </p:cNvSpPr>
          <p:nvPr>
            <p:ph type="title"/>
          </p:nvPr>
        </p:nvSpPr>
        <p:spPr>
          <a:xfrm>
            <a:off x="457208" y="274640"/>
            <a:ext cx="8229600" cy="1143000"/>
          </a:xfrm>
        </p:spPr>
        <p:txBody>
          <a:bodyPr/>
          <a:lstStyle/>
          <a:p>
            <a:r>
              <a:rPr lang="zh-TW" altLang="en-US"/>
              <a:t>按一下以編輯母片標題樣式</a:t>
            </a:r>
          </a:p>
        </p:txBody>
      </p:sp>
      <p:sp>
        <p:nvSpPr>
          <p:cNvPr id="3" name="表格版面配置區 2"/>
          <p:cNvSpPr>
            <a:spLocks noGrp="1"/>
          </p:cNvSpPr>
          <p:nvPr>
            <p:ph type="tbl" idx="1"/>
          </p:nvPr>
        </p:nvSpPr>
        <p:spPr>
          <a:xfrm>
            <a:off x="457208" y="1600200"/>
            <a:ext cx="8229600" cy="4525963"/>
          </a:xfrm>
        </p:spPr>
        <p:txBody>
          <a:bodyPr/>
          <a:lstStyle/>
          <a:p>
            <a:pPr lvl="0"/>
            <a:endParaRPr lang="zh-TW" altLang="en-US" noProof="0"/>
          </a:p>
        </p:txBody>
      </p:sp>
      <p:sp>
        <p:nvSpPr>
          <p:cNvPr id="4" name="Rectangle 4"/>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5" name="Rectangle 5"/>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6" name="Rectangle 6"/>
          <p:cNvSpPr>
            <a:spLocks noGrp="1" noChangeArrowheads="1"/>
          </p:cNvSpPr>
          <p:nvPr>
            <p:ph type="sldNum" sz="quarter" idx="12"/>
          </p:nvPr>
        </p:nvSpPr>
        <p:spPr/>
        <p:txBody>
          <a:bodyPr/>
          <a:lstStyle>
            <a:lvl1pPr fontAlgn="auto">
              <a:spcBef>
                <a:spcPts val="0"/>
              </a:spcBef>
              <a:spcAft>
                <a:spcPts val="0"/>
              </a:spcAft>
              <a:defRPr kumimoji="0"/>
            </a:lvl1pPr>
          </a:lstStyle>
          <a:p>
            <a:pPr>
              <a:defRPr/>
            </a:pPr>
            <a:fld id="{BF40CA98-3CF0-4C85-8F78-8687074AA5E3}" type="slidenum">
              <a:rPr lang="en-US" altLang="zh-TW"/>
              <a:pPr>
                <a:defRPr/>
              </a:pPr>
              <a:t>‹#›</a:t>
            </a:fld>
            <a:endParaRPr lang="en-US" altLang="zh-TW"/>
          </a:p>
        </p:txBody>
      </p:sp>
    </p:spTree>
    <p:extLst>
      <p:ext uri="{BB962C8B-B14F-4D97-AF65-F5344CB8AC3E}">
        <p14:creationId xmlns:p14="http://schemas.microsoft.com/office/powerpoint/2010/main" val="2152940893"/>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TW" altLang="en-US"/>
              <a:t>按一下以編輯母片副標題樣式</a:t>
            </a:r>
          </a:p>
        </p:txBody>
      </p:sp>
      <p:sp>
        <p:nvSpPr>
          <p:cNvPr id="4" name="Rectangle 4"/>
          <p:cNvSpPr>
            <a:spLocks noGrp="1" noChangeArrowheads="1"/>
          </p:cNvSpPr>
          <p:nvPr>
            <p:ph type="dt" sz="half" idx="10"/>
          </p:nvPr>
        </p:nvSpPr>
        <p:spPr/>
        <p:txBody>
          <a:bodyPr/>
          <a:lstStyle>
            <a:lvl1pPr>
              <a:defRPr>
                <a:ea typeface="標楷體" pitchFamily="65" charset="-120"/>
              </a:defRPr>
            </a:lvl1pPr>
          </a:lstStyle>
          <a:p>
            <a:pPr>
              <a:defRPr/>
            </a:pPr>
            <a:fld id="{365A2796-D111-40BC-AFA6-E8D8B915612E}" type="datetime1">
              <a:rPr lang="zh-TW" altLang="en-US"/>
              <a:pPr>
                <a:defRPr/>
              </a:pPr>
              <a:t>2026/5/16</a:t>
            </a:fld>
            <a:endParaRPr lang="en-US" altLang="zh-TW"/>
          </a:p>
        </p:txBody>
      </p:sp>
      <p:sp>
        <p:nvSpPr>
          <p:cNvPr id="5"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6" name="Rectangle 6"/>
          <p:cNvSpPr>
            <a:spLocks noGrp="1" noChangeArrowheads="1"/>
          </p:cNvSpPr>
          <p:nvPr>
            <p:ph type="sldNum" sz="quarter" idx="12"/>
          </p:nvPr>
        </p:nvSpPr>
        <p:spPr/>
        <p:txBody>
          <a:bodyPr/>
          <a:lstStyle>
            <a:lvl1pPr>
              <a:defRPr>
                <a:ea typeface="標楷體" pitchFamily="65" charset="-120"/>
              </a:defRPr>
            </a:lvl1pPr>
          </a:lstStyle>
          <a:p>
            <a:pPr>
              <a:defRPr/>
            </a:pPr>
            <a:fld id="{77A67B12-C8C2-4950-8118-2A39511B5109}" type="slidenum">
              <a:rPr lang="en-US" altLang="zh-TW"/>
              <a:pPr>
                <a:defRPr/>
              </a:pPr>
              <a:t>‹#›</a:t>
            </a:fld>
            <a:endParaRPr lang="en-US" altLang="zh-TW" dirty="0"/>
          </a:p>
        </p:txBody>
      </p:sp>
    </p:spTree>
    <p:extLst>
      <p:ext uri="{BB962C8B-B14F-4D97-AF65-F5344CB8AC3E}">
        <p14:creationId xmlns:p14="http://schemas.microsoft.com/office/powerpoint/2010/main" val="2522156334"/>
      </p:ext>
    </p:extLst>
  </p:cSld>
  <p:clrMapOvr>
    <a:masterClrMapping/>
  </p:clrMapOvr>
  <p:transition spd="slow">
    <p:randomBar dir="vert"/>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p:txBody>
          <a:bodyPr/>
          <a:lstStyle>
            <a:lvl1pPr>
              <a:defRPr>
                <a:ea typeface="標楷體" pitchFamily="65" charset="-120"/>
              </a:defRPr>
            </a:lvl1pPr>
          </a:lstStyle>
          <a:p>
            <a:pPr>
              <a:defRPr/>
            </a:pPr>
            <a:fld id="{68419458-7953-4B74-9D6F-500CAB3D4891}" type="datetime1">
              <a:rPr lang="zh-TW" altLang="en-US"/>
              <a:pPr>
                <a:defRPr/>
              </a:pPr>
              <a:t>2026/5/16</a:t>
            </a:fld>
            <a:endParaRPr lang="en-US" altLang="zh-TW"/>
          </a:p>
        </p:txBody>
      </p:sp>
      <p:sp>
        <p:nvSpPr>
          <p:cNvPr id="5"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6" name="Rectangle 6"/>
          <p:cNvSpPr>
            <a:spLocks noGrp="1" noChangeArrowheads="1"/>
          </p:cNvSpPr>
          <p:nvPr>
            <p:ph type="sldNum" sz="quarter" idx="12"/>
          </p:nvPr>
        </p:nvSpPr>
        <p:spPr/>
        <p:txBody>
          <a:bodyPr/>
          <a:lstStyle>
            <a:lvl1pPr>
              <a:defRPr>
                <a:ea typeface="標楷體" pitchFamily="65" charset="-120"/>
              </a:defRPr>
            </a:lvl1pPr>
          </a:lstStyle>
          <a:p>
            <a:pPr>
              <a:defRPr/>
            </a:pPr>
            <a:fld id="{878B5385-C1BC-4D0F-837B-264411E7A517}" type="slidenum">
              <a:rPr lang="en-US" altLang="zh-TW"/>
              <a:pPr>
                <a:defRPr/>
              </a:pPr>
              <a:t>‹#›</a:t>
            </a:fld>
            <a:endParaRPr lang="en-US" altLang="zh-TW" dirty="0"/>
          </a:p>
        </p:txBody>
      </p:sp>
    </p:spTree>
    <p:extLst>
      <p:ext uri="{BB962C8B-B14F-4D97-AF65-F5344CB8AC3E}">
        <p14:creationId xmlns:p14="http://schemas.microsoft.com/office/powerpoint/2010/main" val="2504686643"/>
      </p:ext>
    </p:extLst>
  </p:cSld>
  <p:clrMapOvr>
    <a:masterClrMapping/>
  </p:clrMapOvr>
  <p:transition spd="slow">
    <p:randomBar dir="vert"/>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4" name="Rectangle 4"/>
          <p:cNvSpPr>
            <a:spLocks noGrp="1" noChangeArrowheads="1"/>
          </p:cNvSpPr>
          <p:nvPr>
            <p:ph type="dt" sz="half" idx="10"/>
          </p:nvPr>
        </p:nvSpPr>
        <p:spPr/>
        <p:txBody>
          <a:bodyPr/>
          <a:lstStyle>
            <a:lvl1pPr>
              <a:defRPr>
                <a:ea typeface="標楷體" pitchFamily="65" charset="-120"/>
              </a:defRPr>
            </a:lvl1pPr>
          </a:lstStyle>
          <a:p>
            <a:pPr>
              <a:defRPr/>
            </a:pPr>
            <a:fld id="{D8BDF110-BC06-4EFB-BE8E-1B699CE0A3CD}" type="datetime1">
              <a:rPr lang="zh-TW" altLang="en-US"/>
              <a:pPr>
                <a:defRPr/>
              </a:pPr>
              <a:t>2026/5/16</a:t>
            </a:fld>
            <a:endParaRPr lang="en-US" altLang="zh-TW"/>
          </a:p>
        </p:txBody>
      </p:sp>
      <p:sp>
        <p:nvSpPr>
          <p:cNvPr id="5"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6" name="Rectangle 6"/>
          <p:cNvSpPr>
            <a:spLocks noGrp="1" noChangeArrowheads="1"/>
          </p:cNvSpPr>
          <p:nvPr>
            <p:ph type="sldNum" sz="quarter" idx="12"/>
          </p:nvPr>
        </p:nvSpPr>
        <p:spPr/>
        <p:txBody>
          <a:bodyPr/>
          <a:lstStyle>
            <a:lvl1pPr>
              <a:defRPr>
                <a:ea typeface="標楷體" pitchFamily="65" charset="-120"/>
              </a:defRPr>
            </a:lvl1pPr>
          </a:lstStyle>
          <a:p>
            <a:pPr>
              <a:defRPr/>
            </a:pPr>
            <a:fld id="{376E790A-0D82-4DD9-9469-C252B38C9A87}" type="slidenum">
              <a:rPr lang="en-US" altLang="zh-TW"/>
              <a:pPr>
                <a:defRPr/>
              </a:pPr>
              <a:t>‹#›</a:t>
            </a:fld>
            <a:endParaRPr lang="en-US" altLang="zh-TW" dirty="0"/>
          </a:p>
        </p:txBody>
      </p:sp>
    </p:spTree>
    <p:extLst>
      <p:ext uri="{BB962C8B-B14F-4D97-AF65-F5344CB8AC3E}">
        <p14:creationId xmlns:p14="http://schemas.microsoft.com/office/powerpoint/2010/main" val="2267568846"/>
      </p:ext>
    </p:extLst>
  </p:cSld>
  <p:clrMapOvr>
    <a:masterClrMapping/>
  </p:clrMapOvr>
  <p:transition spd="slow">
    <p:randomBar dir="vert"/>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Rectangle 4"/>
          <p:cNvSpPr>
            <a:spLocks noGrp="1" noChangeArrowheads="1"/>
          </p:cNvSpPr>
          <p:nvPr>
            <p:ph type="dt" sz="half" idx="10"/>
          </p:nvPr>
        </p:nvSpPr>
        <p:spPr/>
        <p:txBody>
          <a:bodyPr/>
          <a:lstStyle>
            <a:lvl1pPr>
              <a:defRPr>
                <a:ea typeface="標楷體" pitchFamily="65" charset="-120"/>
              </a:defRPr>
            </a:lvl1pPr>
          </a:lstStyle>
          <a:p>
            <a:pPr>
              <a:defRPr/>
            </a:pPr>
            <a:fld id="{12B08B1C-7F3E-4A23-86D0-80FE528A3349}" type="datetime1">
              <a:rPr lang="zh-TW" altLang="en-US"/>
              <a:pPr>
                <a:defRPr/>
              </a:pPr>
              <a:t>2026/5/16</a:t>
            </a:fld>
            <a:endParaRPr lang="en-US" altLang="zh-TW"/>
          </a:p>
        </p:txBody>
      </p:sp>
      <p:sp>
        <p:nvSpPr>
          <p:cNvPr id="6"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7" name="Rectangle 6"/>
          <p:cNvSpPr>
            <a:spLocks noGrp="1" noChangeArrowheads="1"/>
          </p:cNvSpPr>
          <p:nvPr>
            <p:ph type="sldNum" sz="quarter" idx="12"/>
          </p:nvPr>
        </p:nvSpPr>
        <p:spPr/>
        <p:txBody>
          <a:bodyPr/>
          <a:lstStyle>
            <a:lvl1pPr>
              <a:defRPr>
                <a:ea typeface="標楷體" pitchFamily="65" charset="-120"/>
              </a:defRPr>
            </a:lvl1pPr>
          </a:lstStyle>
          <a:p>
            <a:pPr>
              <a:defRPr/>
            </a:pPr>
            <a:fld id="{C2D05F0B-EC60-4205-BA38-EA28823EAE1C}" type="slidenum">
              <a:rPr lang="en-US" altLang="zh-TW"/>
              <a:pPr>
                <a:defRPr/>
              </a:pPr>
              <a:t>‹#›</a:t>
            </a:fld>
            <a:endParaRPr lang="en-US" altLang="zh-TW" dirty="0"/>
          </a:p>
        </p:txBody>
      </p:sp>
    </p:spTree>
    <p:extLst>
      <p:ext uri="{BB962C8B-B14F-4D97-AF65-F5344CB8AC3E}">
        <p14:creationId xmlns:p14="http://schemas.microsoft.com/office/powerpoint/2010/main" val="2941208492"/>
      </p:ext>
    </p:extLst>
  </p:cSld>
  <p:clrMapOvr>
    <a:masterClrMapping/>
  </p:clrMapOvr>
  <p:transition spd="slow">
    <p:randomBar dir="vert"/>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Rectangle 4"/>
          <p:cNvSpPr>
            <a:spLocks noGrp="1" noChangeArrowheads="1"/>
          </p:cNvSpPr>
          <p:nvPr>
            <p:ph type="dt" sz="half" idx="10"/>
          </p:nvPr>
        </p:nvSpPr>
        <p:spPr/>
        <p:txBody>
          <a:bodyPr/>
          <a:lstStyle>
            <a:lvl1pPr>
              <a:defRPr>
                <a:ea typeface="標楷體" pitchFamily="65" charset="-120"/>
              </a:defRPr>
            </a:lvl1pPr>
          </a:lstStyle>
          <a:p>
            <a:pPr>
              <a:defRPr/>
            </a:pPr>
            <a:fld id="{E6BBF622-936C-46A3-8ACF-51B3BBE0DBAC}" type="datetime1">
              <a:rPr lang="zh-TW" altLang="en-US"/>
              <a:pPr>
                <a:defRPr/>
              </a:pPr>
              <a:t>2026/5/16</a:t>
            </a:fld>
            <a:endParaRPr lang="en-US" altLang="zh-TW"/>
          </a:p>
        </p:txBody>
      </p:sp>
      <p:sp>
        <p:nvSpPr>
          <p:cNvPr id="8"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9" name="Rectangle 6"/>
          <p:cNvSpPr>
            <a:spLocks noGrp="1" noChangeArrowheads="1"/>
          </p:cNvSpPr>
          <p:nvPr>
            <p:ph type="sldNum" sz="quarter" idx="12"/>
          </p:nvPr>
        </p:nvSpPr>
        <p:spPr/>
        <p:txBody>
          <a:bodyPr/>
          <a:lstStyle>
            <a:lvl1pPr>
              <a:defRPr>
                <a:ea typeface="標楷體" pitchFamily="65" charset="-120"/>
              </a:defRPr>
            </a:lvl1pPr>
          </a:lstStyle>
          <a:p>
            <a:pPr>
              <a:defRPr/>
            </a:pPr>
            <a:fld id="{F56F119D-0A85-4562-9C30-6CA12D6E4A84}" type="slidenum">
              <a:rPr lang="en-US" altLang="zh-TW"/>
              <a:pPr>
                <a:defRPr/>
              </a:pPr>
              <a:t>‹#›</a:t>
            </a:fld>
            <a:endParaRPr lang="en-US" altLang="zh-TW" dirty="0"/>
          </a:p>
        </p:txBody>
      </p:sp>
    </p:spTree>
    <p:extLst>
      <p:ext uri="{BB962C8B-B14F-4D97-AF65-F5344CB8AC3E}">
        <p14:creationId xmlns:p14="http://schemas.microsoft.com/office/powerpoint/2010/main" val="3674603606"/>
      </p:ext>
    </p:extLst>
  </p:cSld>
  <p:clrMapOvr>
    <a:masterClrMapping/>
  </p:clrMapOvr>
  <p:transition spd="slow">
    <p:randomBar dir="vert"/>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Rectangle 4"/>
          <p:cNvSpPr>
            <a:spLocks noGrp="1" noChangeArrowheads="1"/>
          </p:cNvSpPr>
          <p:nvPr>
            <p:ph type="dt" sz="half" idx="10"/>
          </p:nvPr>
        </p:nvSpPr>
        <p:spPr/>
        <p:txBody>
          <a:bodyPr/>
          <a:lstStyle>
            <a:lvl1pPr>
              <a:defRPr>
                <a:ea typeface="標楷體" pitchFamily="65" charset="-120"/>
              </a:defRPr>
            </a:lvl1pPr>
          </a:lstStyle>
          <a:p>
            <a:pPr>
              <a:defRPr/>
            </a:pPr>
            <a:fld id="{AA970223-0248-4F60-BEC2-C8B2E2DF82E0}" type="datetime1">
              <a:rPr lang="zh-TW" altLang="en-US"/>
              <a:pPr>
                <a:defRPr/>
              </a:pPr>
              <a:t>2026/5/16</a:t>
            </a:fld>
            <a:endParaRPr lang="en-US" altLang="zh-TW"/>
          </a:p>
        </p:txBody>
      </p:sp>
      <p:sp>
        <p:nvSpPr>
          <p:cNvPr id="4"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5" name="Rectangle 6"/>
          <p:cNvSpPr>
            <a:spLocks noGrp="1" noChangeArrowheads="1"/>
          </p:cNvSpPr>
          <p:nvPr>
            <p:ph type="sldNum" sz="quarter" idx="12"/>
          </p:nvPr>
        </p:nvSpPr>
        <p:spPr/>
        <p:txBody>
          <a:bodyPr/>
          <a:lstStyle>
            <a:lvl1pPr>
              <a:defRPr>
                <a:ea typeface="標楷體" pitchFamily="65" charset="-120"/>
              </a:defRPr>
            </a:lvl1pPr>
          </a:lstStyle>
          <a:p>
            <a:pPr>
              <a:defRPr/>
            </a:pPr>
            <a:fld id="{D841FA3A-3897-4556-ADAD-FD5DA497D072}" type="slidenum">
              <a:rPr lang="en-US" altLang="zh-TW"/>
              <a:pPr>
                <a:defRPr/>
              </a:pPr>
              <a:t>‹#›</a:t>
            </a:fld>
            <a:endParaRPr lang="en-US" altLang="zh-TW" dirty="0"/>
          </a:p>
        </p:txBody>
      </p:sp>
    </p:spTree>
    <p:extLst>
      <p:ext uri="{BB962C8B-B14F-4D97-AF65-F5344CB8AC3E}">
        <p14:creationId xmlns:p14="http://schemas.microsoft.com/office/powerpoint/2010/main" val="3418731980"/>
      </p:ext>
    </p:extLst>
  </p:cSld>
  <p:clrMapOvr>
    <a:masterClrMapping/>
  </p:clrMapOvr>
  <p:transition spd="slow">
    <p:randomBar dir="vert"/>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ea typeface="標楷體" pitchFamily="65" charset="-120"/>
              </a:defRPr>
            </a:lvl1pPr>
          </a:lstStyle>
          <a:p>
            <a:pPr>
              <a:defRPr/>
            </a:pPr>
            <a:fld id="{DA3E881C-6DBE-4B01-BE7C-0BF44C518AFB}" type="datetime1">
              <a:rPr lang="zh-TW" altLang="en-US"/>
              <a:pPr>
                <a:defRPr/>
              </a:pPr>
              <a:t>2026/5/16</a:t>
            </a:fld>
            <a:endParaRPr lang="en-US" altLang="zh-TW"/>
          </a:p>
        </p:txBody>
      </p:sp>
      <p:sp>
        <p:nvSpPr>
          <p:cNvPr id="3"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4" name="Rectangle 6"/>
          <p:cNvSpPr>
            <a:spLocks noGrp="1" noChangeArrowheads="1"/>
          </p:cNvSpPr>
          <p:nvPr>
            <p:ph type="sldNum" sz="quarter" idx="12"/>
          </p:nvPr>
        </p:nvSpPr>
        <p:spPr/>
        <p:txBody>
          <a:bodyPr/>
          <a:lstStyle>
            <a:lvl1pPr>
              <a:defRPr>
                <a:ea typeface="標楷體" pitchFamily="65" charset="-120"/>
              </a:defRPr>
            </a:lvl1pPr>
          </a:lstStyle>
          <a:p>
            <a:pPr>
              <a:defRPr/>
            </a:pPr>
            <a:fld id="{EF849DAD-069D-4EDA-BE1C-C9201CCD02BF}" type="slidenum">
              <a:rPr lang="en-US" altLang="zh-TW"/>
              <a:pPr>
                <a:defRPr/>
              </a:pPr>
              <a:t>‹#›</a:t>
            </a:fld>
            <a:endParaRPr lang="en-US" altLang="zh-TW" dirty="0"/>
          </a:p>
        </p:txBody>
      </p:sp>
    </p:spTree>
    <p:extLst>
      <p:ext uri="{BB962C8B-B14F-4D97-AF65-F5344CB8AC3E}">
        <p14:creationId xmlns:p14="http://schemas.microsoft.com/office/powerpoint/2010/main" val="1517143751"/>
      </p:ext>
    </p:extLst>
  </p:cSld>
  <p:clrMapOvr>
    <a:masterClrMapping/>
  </p:clrMapOvr>
  <p:transition spd="slow">
    <p:randomBar dir="vert"/>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4"/>
          <p:cNvSpPr>
            <a:spLocks noGrp="1" noChangeArrowheads="1"/>
          </p:cNvSpPr>
          <p:nvPr>
            <p:ph type="dt" sz="half" idx="10"/>
          </p:nvPr>
        </p:nvSpPr>
        <p:spPr/>
        <p:txBody>
          <a:bodyPr/>
          <a:lstStyle>
            <a:lvl1pPr>
              <a:defRPr>
                <a:ea typeface="標楷體" pitchFamily="65" charset="-120"/>
              </a:defRPr>
            </a:lvl1pPr>
          </a:lstStyle>
          <a:p>
            <a:pPr>
              <a:defRPr/>
            </a:pPr>
            <a:fld id="{54E858F8-15DC-4871-91A0-C2EFE74A5DAD}" type="datetime1">
              <a:rPr lang="zh-TW" altLang="en-US"/>
              <a:pPr>
                <a:defRPr/>
              </a:pPr>
              <a:t>2026/5/16</a:t>
            </a:fld>
            <a:endParaRPr lang="en-US" altLang="zh-TW"/>
          </a:p>
        </p:txBody>
      </p:sp>
      <p:sp>
        <p:nvSpPr>
          <p:cNvPr id="6"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7" name="Rectangle 6"/>
          <p:cNvSpPr>
            <a:spLocks noGrp="1" noChangeArrowheads="1"/>
          </p:cNvSpPr>
          <p:nvPr>
            <p:ph type="sldNum" sz="quarter" idx="12"/>
          </p:nvPr>
        </p:nvSpPr>
        <p:spPr/>
        <p:txBody>
          <a:bodyPr/>
          <a:lstStyle>
            <a:lvl1pPr>
              <a:defRPr>
                <a:ea typeface="標楷體" pitchFamily="65" charset="-120"/>
              </a:defRPr>
            </a:lvl1pPr>
          </a:lstStyle>
          <a:p>
            <a:pPr>
              <a:defRPr/>
            </a:pPr>
            <a:fld id="{B54FBD09-E09E-47FF-8848-AFF3FCE3B289}" type="slidenum">
              <a:rPr lang="en-US" altLang="zh-TW"/>
              <a:pPr>
                <a:defRPr/>
              </a:pPr>
              <a:t>‹#›</a:t>
            </a:fld>
            <a:endParaRPr lang="en-US" altLang="zh-TW" dirty="0"/>
          </a:p>
        </p:txBody>
      </p:sp>
    </p:spTree>
    <p:extLst>
      <p:ext uri="{BB962C8B-B14F-4D97-AF65-F5344CB8AC3E}">
        <p14:creationId xmlns:p14="http://schemas.microsoft.com/office/powerpoint/2010/main" val="2623424937"/>
      </p:ext>
    </p:extLst>
  </p:cSld>
  <p:clrMapOvr>
    <a:masterClrMapping/>
  </p:clrMapOvr>
  <p:transition spd="slow">
    <p:randomBar dir="vert"/>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4"/>
          <p:cNvSpPr>
            <a:spLocks noGrp="1" noChangeArrowheads="1"/>
          </p:cNvSpPr>
          <p:nvPr>
            <p:ph type="dt" sz="half" idx="10"/>
          </p:nvPr>
        </p:nvSpPr>
        <p:spPr/>
        <p:txBody>
          <a:bodyPr/>
          <a:lstStyle>
            <a:lvl1pPr>
              <a:defRPr>
                <a:ea typeface="標楷體" pitchFamily="65" charset="-120"/>
              </a:defRPr>
            </a:lvl1pPr>
          </a:lstStyle>
          <a:p>
            <a:pPr>
              <a:defRPr/>
            </a:pPr>
            <a:fld id="{6A8A7320-93BC-4CE1-B5FE-0CAF51C7F304}" type="datetime1">
              <a:rPr lang="zh-TW" altLang="en-US"/>
              <a:pPr>
                <a:defRPr/>
              </a:pPr>
              <a:t>2026/5/16</a:t>
            </a:fld>
            <a:endParaRPr lang="en-US" altLang="zh-TW"/>
          </a:p>
        </p:txBody>
      </p:sp>
      <p:sp>
        <p:nvSpPr>
          <p:cNvPr id="6"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7" name="Rectangle 6"/>
          <p:cNvSpPr>
            <a:spLocks noGrp="1" noChangeArrowheads="1"/>
          </p:cNvSpPr>
          <p:nvPr>
            <p:ph type="sldNum" sz="quarter" idx="12"/>
          </p:nvPr>
        </p:nvSpPr>
        <p:spPr/>
        <p:txBody>
          <a:bodyPr/>
          <a:lstStyle>
            <a:lvl1pPr>
              <a:defRPr>
                <a:ea typeface="標楷體" pitchFamily="65" charset="-120"/>
              </a:defRPr>
            </a:lvl1pPr>
          </a:lstStyle>
          <a:p>
            <a:pPr>
              <a:defRPr/>
            </a:pPr>
            <a:fld id="{B4C07ADD-69A3-4A39-8502-7B926B97B741}" type="slidenum">
              <a:rPr lang="en-US" altLang="zh-TW"/>
              <a:pPr>
                <a:defRPr/>
              </a:pPr>
              <a:t>‹#›</a:t>
            </a:fld>
            <a:endParaRPr lang="en-US" altLang="zh-TW" dirty="0"/>
          </a:p>
        </p:txBody>
      </p:sp>
    </p:spTree>
    <p:extLst>
      <p:ext uri="{BB962C8B-B14F-4D97-AF65-F5344CB8AC3E}">
        <p14:creationId xmlns:p14="http://schemas.microsoft.com/office/powerpoint/2010/main" val="4055853107"/>
      </p:ext>
    </p:extLst>
  </p:cSld>
  <p:clrMapOvr>
    <a:masterClrMapping/>
  </p:clrMapOvr>
  <p:transition spd="slow">
    <p:randomBar dir="vert"/>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p:txBody>
          <a:bodyPr/>
          <a:lstStyle>
            <a:lvl1pPr>
              <a:defRPr>
                <a:ea typeface="標楷體" pitchFamily="65" charset="-120"/>
              </a:defRPr>
            </a:lvl1pPr>
          </a:lstStyle>
          <a:p>
            <a:pPr>
              <a:defRPr/>
            </a:pPr>
            <a:fld id="{48D60979-A91F-40F2-A691-1FBAF5F6BE38}" type="datetime1">
              <a:rPr lang="zh-TW" altLang="en-US"/>
              <a:pPr>
                <a:defRPr/>
              </a:pPr>
              <a:t>2026/5/16</a:t>
            </a:fld>
            <a:endParaRPr lang="en-US" altLang="zh-TW"/>
          </a:p>
        </p:txBody>
      </p:sp>
      <p:sp>
        <p:nvSpPr>
          <p:cNvPr id="5"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6" name="Rectangle 6"/>
          <p:cNvSpPr>
            <a:spLocks noGrp="1" noChangeArrowheads="1"/>
          </p:cNvSpPr>
          <p:nvPr>
            <p:ph type="sldNum" sz="quarter" idx="12"/>
          </p:nvPr>
        </p:nvSpPr>
        <p:spPr/>
        <p:txBody>
          <a:bodyPr/>
          <a:lstStyle>
            <a:lvl1pPr>
              <a:defRPr>
                <a:ea typeface="標楷體" pitchFamily="65" charset="-120"/>
              </a:defRPr>
            </a:lvl1pPr>
          </a:lstStyle>
          <a:p>
            <a:pPr>
              <a:defRPr/>
            </a:pPr>
            <a:fld id="{EFF69E9E-CE25-4175-9DFD-FFE8616F068F}" type="slidenum">
              <a:rPr lang="en-US" altLang="zh-TW"/>
              <a:pPr>
                <a:defRPr/>
              </a:pPr>
              <a:t>‹#›</a:t>
            </a:fld>
            <a:endParaRPr lang="en-US" altLang="zh-TW" dirty="0"/>
          </a:p>
        </p:txBody>
      </p:sp>
    </p:spTree>
    <p:extLst>
      <p:ext uri="{BB962C8B-B14F-4D97-AF65-F5344CB8AC3E}">
        <p14:creationId xmlns:p14="http://schemas.microsoft.com/office/powerpoint/2010/main" val="3264244332"/>
      </p:ext>
    </p:extLst>
  </p:cSld>
  <p:clrMapOvr>
    <a:masterClrMapping/>
  </p:clrMapOvr>
  <p:transition spd="slow">
    <p:randomBar dir="vert"/>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p:txBody>
          <a:bodyPr/>
          <a:lstStyle>
            <a:lvl1pPr>
              <a:defRPr>
                <a:ea typeface="標楷體" pitchFamily="65" charset="-120"/>
              </a:defRPr>
            </a:lvl1pPr>
          </a:lstStyle>
          <a:p>
            <a:pPr>
              <a:defRPr/>
            </a:pPr>
            <a:fld id="{34992A60-EAF0-41A6-96BC-24FD8D7A2E4F}" type="datetime1">
              <a:rPr lang="zh-TW" altLang="en-US"/>
              <a:pPr>
                <a:defRPr/>
              </a:pPr>
              <a:t>2026/5/16</a:t>
            </a:fld>
            <a:endParaRPr lang="en-US" altLang="zh-TW"/>
          </a:p>
        </p:txBody>
      </p:sp>
      <p:sp>
        <p:nvSpPr>
          <p:cNvPr id="5"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6" name="Rectangle 6"/>
          <p:cNvSpPr>
            <a:spLocks noGrp="1" noChangeArrowheads="1"/>
          </p:cNvSpPr>
          <p:nvPr>
            <p:ph type="sldNum" sz="quarter" idx="12"/>
          </p:nvPr>
        </p:nvSpPr>
        <p:spPr/>
        <p:txBody>
          <a:bodyPr/>
          <a:lstStyle>
            <a:lvl1pPr>
              <a:defRPr>
                <a:ea typeface="標楷體" pitchFamily="65" charset="-120"/>
              </a:defRPr>
            </a:lvl1pPr>
          </a:lstStyle>
          <a:p>
            <a:pPr>
              <a:defRPr/>
            </a:pPr>
            <a:fld id="{1D7101B9-F171-49C0-A137-8ECB3FEA9D0A}" type="slidenum">
              <a:rPr lang="en-US" altLang="zh-TW"/>
              <a:pPr>
                <a:defRPr/>
              </a:pPr>
              <a:t>‹#›</a:t>
            </a:fld>
            <a:endParaRPr lang="en-US" altLang="zh-TW" dirty="0"/>
          </a:p>
        </p:txBody>
      </p:sp>
    </p:spTree>
    <p:extLst>
      <p:ext uri="{BB962C8B-B14F-4D97-AF65-F5344CB8AC3E}">
        <p14:creationId xmlns:p14="http://schemas.microsoft.com/office/powerpoint/2010/main" val="3544492305"/>
      </p:ext>
    </p:extLst>
  </p:cSld>
  <p:clrMapOvr>
    <a:masterClrMapping/>
  </p:clrMapOvr>
  <p:transition spd="slow">
    <p:randomBar dir="vert"/>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bl" preserve="1">
  <p:cSld name="標題及表格">
    <p:spTree>
      <p:nvGrpSpPr>
        <p:cNvPr id="1" name=""/>
        <p:cNvGrpSpPr/>
        <p:nvPr/>
      </p:nvGrpSpPr>
      <p:grpSpPr>
        <a:xfrm>
          <a:off x="0" y="0"/>
          <a:ext cx="0" cy="0"/>
          <a:chOff x="0" y="0"/>
          <a:chExt cx="0" cy="0"/>
        </a:xfrm>
      </p:grpSpPr>
      <p:sp>
        <p:nvSpPr>
          <p:cNvPr id="2" name="標題 1"/>
          <p:cNvSpPr>
            <a:spLocks noGrp="1"/>
          </p:cNvSpPr>
          <p:nvPr>
            <p:ph type="title"/>
          </p:nvPr>
        </p:nvSpPr>
        <p:spPr>
          <a:xfrm>
            <a:off x="457200" y="274638"/>
            <a:ext cx="8229600" cy="1143000"/>
          </a:xfrm>
        </p:spPr>
        <p:txBody>
          <a:bodyPr/>
          <a:lstStyle/>
          <a:p>
            <a:r>
              <a:rPr lang="zh-TW" altLang="en-US"/>
              <a:t>按一下以編輯母片標題樣式</a:t>
            </a:r>
          </a:p>
        </p:txBody>
      </p:sp>
      <p:sp>
        <p:nvSpPr>
          <p:cNvPr id="3" name="表格版面配置區 2"/>
          <p:cNvSpPr>
            <a:spLocks noGrp="1"/>
          </p:cNvSpPr>
          <p:nvPr>
            <p:ph type="tbl" idx="1"/>
          </p:nvPr>
        </p:nvSpPr>
        <p:spPr>
          <a:xfrm>
            <a:off x="457200" y="1600200"/>
            <a:ext cx="8229600" cy="4525963"/>
          </a:xfrm>
        </p:spPr>
        <p:txBody>
          <a:bodyPr/>
          <a:lstStyle/>
          <a:p>
            <a:pPr lvl="0"/>
            <a:endParaRPr lang="zh-TW" altLang="en-US" noProof="0"/>
          </a:p>
        </p:txBody>
      </p:sp>
      <p:sp>
        <p:nvSpPr>
          <p:cNvPr id="4" name="Rectangle 4"/>
          <p:cNvSpPr>
            <a:spLocks noGrp="1" noChangeArrowheads="1"/>
          </p:cNvSpPr>
          <p:nvPr>
            <p:ph type="dt" sz="half" idx="10"/>
          </p:nvPr>
        </p:nvSpPr>
        <p:spPr/>
        <p:txBody>
          <a:bodyPr/>
          <a:lstStyle>
            <a:lvl1pPr>
              <a:defRPr>
                <a:ea typeface="標楷體" pitchFamily="65" charset="-120"/>
              </a:defRPr>
            </a:lvl1pPr>
          </a:lstStyle>
          <a:p>
            <a:pPr>
              <a:defRPr/>
            </a:pPr>
            <a:fld id="{56F0930F-84D8-4C03-8979-53B55A9B7C6C}" type="datetime1">
              <a:rPr lang="zh-TW" altLang="en-US"/>
              <a:pPr>
                <a:defRPr/>
              </a:pPr>
              <a:t>2026/5/16</a:t>
            </a:fld>
            <a:endParaRPr lang="en-US" altLang="zh-TW"/>
          </a:p>
        </p:txBody>
      </p:sp>
      <p:sp>
        <p:nvSpPr>
          <p:cNvPr id="5"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6" name="Rectangle 6"/>
          <p:cNvSpPr>
            <a:spLocks noGrp="1" noChangeArrowheads="1"/>
          </p:cNvSpPr>
          <p:nvPr>
            <p:ph type="sldNum" sz="quarter" idx="12"/>
          </p:nvPr>
        </p:nvSpPr>
        <p:spPr/>
        <p:txBody>
          <a:bodyPr/>
          <a:lstStyle>
            <a:lvl1pPr>
              <a:defRPr>
                <a:ea typeface="標楷體" pitchFamily="65" charset="-120"/>
              </a:defRPr>
            </a:lvl1pPr>
          </a:lstStyle>
          <a:p>
            <a:pPr>
              <a:defRPr/>
            </a:pPr>
            <a:fld id="{4BC6D8A6-927A-43B1-B113-FBD7F06DD57C}" type="slidenum">
              <a:rPr lang="en-US" altLang="zh-TW"/>
              <a:pPr>
                <a:defRPr/>
              </a:pPr>
              <a:t>‹#›</a:t>
            </a:fld>
            <a:endParaRPr lang="en-US" altLang="zh-TW" dirty="0"/>
          </a:p>
        </p:txBody>
      </p:sp>
    </p:spTree>
    <p:extLst>
      <p:ext uri="{BB962C8B-B14F-4D97-AF65-F5344CB8AC3E}">
        <p14:creationId xmlns:p14="http://schemas.microsoft.com/office/powerpoint/2010/main" val="1906381969"/>
      </p:ext>
    </p:extLst>
  </p:cSld>
  <p:clrMapOvr>
    <a:masterClrMapping/>
  </p:clrMapOvr>
  <p:transition spd="slow">
    <p:randomBar dir="vert"/>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objAndTwoObj" preserve="1">
  <p:cSld name="標題，1 個大物件與 2 個小物件">
    <p:spTree>
      <p:nvGrpSpPr>
        <p:cNvPr id="1" name=""/>
        <p:cNvGrpSpPr/>
        <p:nvPr/>
      </p:nvGrpSpPr>
      <p:grpSpPr>
        <a:xfrm>
          <a:off x="0" y="0"/>
          <a:ext cx="0" cy="0"/>
          <a:chOff x="0" y="0"/>
          <a:chExt cx="0" cy="0"/>
        </a:xfrm>
      </p:grpSpPr>
      <p:sp>
        <p:nvSpPr>
          <p:cNvPr id="2" name="標題 1"/>
          <p:cNvSpPr>
            <a:spLocks noGrp="1"/>
          </p:cNvSpPr>
          <p:nvPr>
            <p:ph type="title"/>
          </p:nvPr>
        </p:nvSpPr>
        <p:spPr>
          <a:xfrm>
            <a:off x="457200" y="274638"/>
            <a:ext cx="8229600" cy="1143000"/>
          </a:xfrm>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quarter" idx="2"/>
          </p:nvPr>
        </p:nvSpPr>
        <p:spPr>
          <a:xfrm>
            <a:off x="4648200" y="1600200"/>
            <a:ext cx="4038600" cy="2185988"/>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內容版面配置區 4"/>
          <p:cNvSpPr>
            <a:spLocks noGrp="1"/>
          </p:cNvSpPr>
          <p:nvPr>
            <p:ph sz="quarter" idx="3"/>
          </p:nvPr>
        </p:nvSpPr>
        <p:spPr>
          <a:xfrm>
            <a:off x="4648200" y="3938588"/>
            <a:ext cx="4038600" cy="2187575"/>
          </a:xfrm>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6" name="Rectangle 4"/>
          <p:cNvSpPr>
            <a:spLocks noGrp="1" noChangeArrowheads="1"/>
          </p:cNvSpPr>
          <p:nvPr>
            <p:ph type="dt" sz="half" idx="10"/>
          </p:nvPr>
        </p:nvSpPr>
        <p:spPr/>
        <p:txBody>
          <a:bodyPr/>
          <a:lstStyle>
            <a:lvl1pPr>
              <a:defRPr>
                <a:ea typeface="標楷體" pitchFamily="65" charset="-120"/>
              </a:defRPr>
            </a:lvl1pPr>
          </a:lstStyle>
          <a:p>
            <a:pPr>
              <a:defRPr/>
            </a:pPr>
            <a:fld id="{5EF2C757-AE7D-4DD0-8F21-453961766197}" type="datetime1">
              <a:rPr lang="zh-TW" altLang="en-US"/>
              <a:pPr>
                <a:defRPr/>
              </a:pPr>
              <a:t>2026/5/16</a:t>
            </a:fld>
            <a:endParaRPr lang="en-US" altLang="zh-TW"/>
          </a:p>
        </p:txBody>
      </p:sp>
      <p:sp>
        <p:nvSpPr>
          <p:cNvPr id="7" name="Rectangle 5"/>
          <p:cNvSpPr>
            <a:spLocks noGrp="1" noChangeArrowheads="1"/>
          </p:cNvSpPr>
          <p:nvPr>
            <p:ph type="ftr" sz="quarter" idx="11"/>
          </p:nvPr>
        </p:nvSpPr>
        <p:spPr/>
        <p:txBody>
          <a:bodyPr/>
          <a:lstStyle>
            <a:lvl1pPr>
              <a:defRPr>
                <a:ea typeface="標楷體" pitchFamily="65" charset="-120"/>
              </a:defRPr>
            </a:lvl1pPr>
          </a:lstStyle>
          <a:p>
            <a:pPr>
              <a:defRPr/>
            </a:pPr>
            <a:endParaRPr lang="en-US" altLang="zh-TW"/>
          </a:p>
        </p:txBody>
      </p:sp>
      <p:sp>
        <p:nvSpPr>
          <p:cNvPr id="8" name="Rectangle 6"/>
          <p:cNvSpPr>
            <a:spLocks noGrp="1" noChangeArrowheads="1"/>
          </p:cNvSpPr>
          <p:nvPr>
            <p:ph type="sldNum" sz="quarter" idx="12"/>
          </p:nvPr>
        </p:nvSpPr>
        <p:spPr/>
        <p:txBody>
          <a:bodyPr/>
          <a:lstStyle>
            <a:lvl1pPr>
              <a:defRPr>
                <a:ea typeface="標楷體" pitchFamily="65" charset="-120"/>
              </a:defRPr>
            </a:lvl1pPr>
          </a:lstStyle>
          <a:p>
            <a:pPr>
              <a:defRPr/>
            </a:pPr>
            <a:fld id="{9F2EEB22-2CCC-46EB-9949-ED44D0CB8601}" type="slidenum">
              <a:rPr lang="en-US" altLang="zh-TW"/>
              <a:pPr>
                <a:defRPr/>
              </a:pPr>
              <a:t>‹#›</a:t>
            </a:fld>
            <a:endParaRPr lang="en-US" altLang="zh-TW" dirty="0"/>
          </a:p>
        </p:txBody>
      </p:sp>
    </p:spTree>
    <p:extLst>
      <p:ext uri="{BB962C8B-B14F-4D97-AF65-F5344CB8AC3E}">
        <p14:creationId xmlns:p14="http://schemas.microsoft.com/office/powerpoint/2010/main" val="4242917967"/>
      </p:ext>
    </p:extLst>
  </p:cSld>
  <p:clrMapOvr>
    <a:masterClrMapping/>
  </p:clrMapOvr>
  <p:transition spd="slow">
    <p:randomBar dir="vert"/>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a:defRPr/>
            </a:lvl1pPr>
          </a:lstStyle>
          <a:p>
            <a:pPr>
              <a:defRPr/>
            </a:pPr>
            <a:fld id="{9101D74C-1318-4EBF-AC70-C5F7C51128C6}" type="datetime1">
              <a:rPr lang="zh-TW" altLang="en-US"/>
              <a:pPr>
                <a:defRPr/>
              </a:pPr>
              <a:t>2026/5/16</a:t>
            </a:fld>
            <a:endParaRPr lang="en-US" altLang="zh-TW"/>
          </a:p>
        </p:txBody>
      </p:sp>
      <p:sp>
        <p:nvSpPr>
          <p:cNvPr id="6" name="Rectangle 5"/>
          <p:cNvSpPr>
            <a:spLocks noGrp="1" noChangeArrowheads="1"/>
          </p:cNvSpPr>
          <p:nvPr>
            <p:ph type="ftr" sz="quarter" idx="11"/>
          </p:nvPr>
        </p:nvSpPr>
        <p:spPr/>
        <p:txBody>
          <a:bodyPr/>
          <a:lstStyle>
            <a:lvl1pPr>
              <a:defRPr/>
            </a:lvl1pPr>
          </a:lstStyle>
          <a:p>
            <a:pPr>
              <a:defRPr/>
            </a:pPr>
            <a:endParaRPr lang="en-US" altLang="zh-TW"/>
          </a:p>
        </p:txBody>
      </p:sp>
      <p:sp>
        <p:nvSpPr>
          <p:cNvPr id="7" name="Rectangle 6"/>
          <p:cNvSpPr>
            <a:spLocks noGrp="1" noChangeArrowheads="1"/>
          </p:cNvSpPr>
          <p:nvPr>
            <p:ph type="sldNum" sz="quarter" idx="12"/>
          </p:nvPr>
        </p:nvSpPr>
        <p:spPr/>
        <p:txBody>
          <a:bodyPr/>
          <a:lstStyle>
            <a:lvl1pPr>
              <a:defRPr/>
            </a:lvl1pPr>
          </a:lstStyle>
          <a:p>
            <a:pPr>
              <a:defRPr/>
            </a:pPr>
            <a:fld id="{5ADFC8C7-821E-42E2-9DB0-51944A9F638D}" type="slidenum">
              <a:rPr lang="en-US" altLang="zh-TW"/>
              <a:pPr>
                <a:defRPr/>
              </a:pPr>
              <a:t>‹#›</a:t>
            </a:fld>
            <a:endParaRPr lang="en-US" altLang="zh-TW" dirty="0"/>
          </a:p>
        </p:txBody>
      </p:sp>
    </p:spTree>
    <p:extLst>
      <p:ext uri="{BB962C8B-B14F-4D97-AF65-F5344CB8AC3E}">
        <p14:creationId xmlns:p14="http://schemas.microsoft.com/office/powerpoint/2010/main" val="2858932359"/>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4" name="日期版面配置區 3">
            <a:extLst>
              <a:ext uri="{FF2B5EF4-FFF2-40B4-BE49-F238E27FC236}">
                <a16:creationId xmlns:a16="http://schemas.microsoft.com/office/drawing/2014/main" id="{FEDAC7D1-8138-0C7B-5EF3-00A72261F67E}"/>
              </a:ext>
            </a:extLst>
          </p:cNvPr>
          <p:cNvSpPr>
            <a:spLocks noGrp="1"/>
          </p:cNvSpPr>
          <p:nvPr>
            <p:ph type="dt" sz="half" idx="10"/>
          </p:nvPr>
        </p:nvSpPr>
        <p:spPr/>
        <p:txBody>
          <a:bodyPr/>
          <a:lstStyle>
            <a:lvl1pPr>
              <a:defRPr/>
            </a:lvl1pPr>
          </a:lstStyle>
          <a:p>
            <a:pPr>
              <a:defRPr/>
            </a:pPr>
            <a:fld id="{62072CA9-7FD0-4DFA-9BBD-90B6E748DCF1}" type="datetimeFigureOut">
              <a:rPr lang="zh-TW" altLang="en-US"/>
              <a:pPr>
                <a:defRPr/>
              </a:pPr>
              <a:t>2026/5/16</a:t>
            </a:fld>
            <a:endParaRPr lang="zh-TW" altLang="en-US"/>
          </a:p>
        </p:txBody>
      </p:sp>
      <p:sp>
        <p:nvSpPr>
          <p:cNvPr id="5" name="頁尾版面配置區 4">
            <a:extLst>
              <a:ext uri="{FF2B5EF4-FFF2-40B4-BE49-F238E27FC236}">
                <a16:creationId xmlns:a16="http://schemas.microsoft.com/office/drawing/2014/main" id="{B5FC3C00-586B-BCB2-D034-C663F4E8AB11}"/>
              </a:ext>
            </a:extLst>
          </p:cNvPr>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a:extLst>
              <a:ext uri="{FF2B5EF4-FFF2-40B4-BE49-F238E27FC236}">
                <a16:creationId xmlns:a16="http://schemas.microsoft.com/office/drawing/2014/main" id="{53FE489F-8A7B-55F5-867E-327AC37BA404}"/>
              </a:ext>
            </a:extLst>
          </p:cNvPr>
          <p:cNvSpPr>
            <a:spLocks noGrp="1"/>
          </p:cNvSpPr>
          <p:nvPr>
            <p:ph type="sldNum" sz="quarter" idx="12"/>
          </p:nvPr>
        </p:nvSpPr>
        <p:spPr/>
        <p:txBody>
          <a:bodyPr/>
          <a:lstStyle>
            <a:lvl1pPr>
              <a:defRPr/>
            </a:lvl1pPr>
          </a:lstStyle>
          <a:p>
            <a:fld id="{8EFED330-40F7-440C-A777-C9911C136F69}" type="slidenum">
              <a:rPr lang="zh-TW" altLang="en-US"/>
              <a:pPr/>
              <a:t>‹#›</a:t>
            </a:fld>
            <a:endParaRPr lang="zh-TW" altLang="en-US"/>
          </a:p>
        </p:txBody>
      </p:sp>
    </p:spTree>
    <p:extLst>
      <p:ext uri="{BB962C8B-B14F-4D97-AF65-F5344CB8AC3E}">
        <p14:creationId xmlns:p14="http://schemas.microsoft.com/office/powerpoint/2010/main" val="269541324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a:extLst>
              <a:ext uri="{FF2B5EF4-FFF2-40B4-BE49-F238E27FC236}">
                <a16:creationId xmlns:a16="http://schemas.microsoft.com/office/drawing/2014/main" id="{54DAD4D2-4DE4-B57A-8BDB-C39564015C29}"/>
              </a:ext>
            </a:extLst>
          </p:cNvPr>
          <p:cNvSpPr>
            <a:spLocks noGrp="1"/>
          </p:cNvSpPr>
          <p:nvPr>
            <p:ph type="dt" sz="half" idx="10"/>
          </p:nvPr>
        </p:nvSpPr>
        <p:spPr/>
        <p:txBody>
          <a:bodyPr/>
          <a:lstStyle>
            <a:lvl1pPr>
              <a:defRPr/>
            </a:lvl1pPr>
          </a:lstStyle>
          <a:p>
            <a:pPr>
              <a:defRPr/>
            </a:pPr>
            <a:fld id="{C772E4F8-47D2-46F4-B662-53874962B39D}" type="datetimeFigureOut">
              <a:rPr lang="zh-TW" altLang="en-US"/>
              <a:pPr>
                <a:defRPr/>
              </a:pPr>
              <a:t>2026/5/16</a:t>
            </a:fld>
            <a:endParaRPr lang="zh-TW" altLang="en-US"/>
          </a:p>
        </p:txBody>
      </p:sp>
      <p:sp>
        <p:nvSpPr>
          <p:cNvPr id="5" name="頁尾版面配置區 4">
            <a:extLst>
              <a:ext uri="{FF2B5EF4-FFF2-40B4-BE49-F238E27FC236}">
                <a16:creationId xmlns:a16="http://schemas.microsoft.com/office/drawing/2014/main" id="{06E78FA4-31F9-1460-A70D-A7364C1E829C}"/>
              </a:ext>
            </a:extLst>
          </p:cNvPr>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a:extLst>
              <a:ext uri="{FF2B5EF4-FFF2-40B4-BE49-F238E27FC236}">
                <a16:creationId xmlns:a16="http://schemas.microsoft.com/office/drawing/2014/main" id="{44E8676B-09E4-BAC0-1370-C421ECDBF177}"/>
              </a:ext>
            </a:extLst>
          </p:cNvPr>
          <p:cNvSpPr>
            <a:spLocks noGrp="1"/>
          </p:cNvSpPr>
          <p:nvPr>
            <p:ph type="sldNum" sz="quarter" idx="12"/>
          </p:nvPr>
        </p:nvSpPr>
        <p:spPr/>
        <p:txBody>
          <a:bodyPr/>
          <a:lstStyle>
            <a:lvl1pPr>
              <a:defRPr/>
            </a:lvl1pPr>
          </a:lstStyle>
          <a:p>
            <a:fld id="{E69A3490-20E1-4B60-BF72-FD966C7145CD}" type="slidenum">
              <a:rPr lang="zh-TW" altLang="en-US"/>
              <a:pPr/>
              <a:t>‹#›</a:t>
            </a:fld>
            <a:endParaRPr lang="zh-TW" altLang="en-US"/>
          </a:p>
        </p:txBody>
      </p:sp>
    </p:spTree>
    <p:extLst>
      <p:ext uri="{BB962C8B-B14F-4D97-AF65-F5344CB8AC3E}">
        <p14:creationId xmlns:p14="http://schemas.microsoft.com/office/powerpoint/2010/main" val="991054151"/>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secHead" preserve="1">
  <p:cSld name="區段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4" name="日期版面配置區 3">
            <a:extLst>
              <a:ext uri="{FF2B5EF4-FFF2-40B4-BE49-F238E27FC236}">
                <a16:creationId xmlns:a16="http://schemas.microsoft.com/office/drawing/2014/main" id="{B4F64114-F515-0864-AB53-C9782F415384}"/>
              </a:ext>
            </a:extLst>
          </p:cNvPr>
          <p:cNvSpPr>
            <a:spLocks noGrp="1"/>
          </p:cNvSpPr>
          <p:nvPr>
            <p:ph type="dt" sz="half" idx="10"/>
          </p:nvPr>
        </p:nvSpPr>
        <p:spPr/>
        <p:txBody>
          <a:bodyPr/>
          <a:lstStyle>
            <a:lvl1pPr>
              <a:defRPr/>
            </a:lvl1pPr>
          </a:lstStyle>
          <a:p>
            <a:pPr>
              <a:defRPr/>
            </a:pPr>
            <a:fld id="{CDB83DC5-4C7E-4389-902F-C19A2EBA49D6}" type="datetimeFigureOut">
              <a:rPr lang="zh-TW" altLang="en-US"/>
              <a:pPr>
                <a:defRPr/>
              </a:pPr>
              <a:t>2026/5/16</a:t>
            </a:fld>
            <a:endParaRPr lang="zh-TW" altLang="en-US"/>
          </a:p>
        </p:txBody>
      </p:sp>
      <p:sp>
        <p:nvSpPr>
          <p:cNvPr id="5" name="頁尾版面配置區 4">
            <a:extLst>
              <a:ext uri="{FF2B5EF4-FFF2-40B4-BE49-F238E27FC236}">
                <a16:creationId xmlns:a16="http://schemas.microsoft.com/office/drawing/2014/main" id="{F08E37E9-CB92-D86B-F9D1-20FE048D2605}"/>
              </a:ext>
            </a:extLst>
          </p:cNvPr>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a:extLst>
              <a:ext uri="{FF2B5EF4-FFF2-40B4-BE49-F238E27FC236}">
                <a16:creationId xmlns:a16="http://schemas.microsoft.com/office/drawing/2014/main" id="{D0603382-2620-7602-9CA1-ED76ADEE1078}"/>
              </a:ext>
            </a:extLst>
          </p:cNvPr>
          <p:cNvSpPr>
            <a:spLocks noGrp="1"/>
          </p:cNvSpPr>
          <p:nvPr>
            <p:ph type="sldNum" sz="quarter" idx="12"/>
          </p:nvPr>
        </p:nvSpPr>
        <p:spPr/>
        <p:txBody>
          <a:bodyPr/>
          <a:lstStyle>
            <a:lvl1pPr>
              <a:defRPr/>
            </a:lvl1pPr>
          </a:lstStyle>
          <a:p>
            <a:fld id="{E1031C1C-638D-43F6-A081-C6908C613C32}" type="slidenum">
              <a:rPr lang="zh-TW" altLang="en-US"/>
              <a:pPr/>
              <a:t>‹#›</a:t>
            </a:fld>
            <a:endParaRPr lang="zh-TW" altLang="en-US"/>
          </a:p>
        </p:txBody>
      </p:sp>
    </p:spTree>
    <p:extLst>
      <p:ext uri="{BB962C8B-B14F-4D97-AF65-F5344CB8AC3E}">
        <p14:creationId xmlns:p14="http://schemas.microsoft.com/office/powerpoint/2010/main" val="411457532"/>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日期版面配置區 3">
            <a:extLst>
              <a:ext uri="{FF2B5EF4-FFF2-40B4-BE49-F238E27FC236}">
                <a16:creationId xmlns:a16="http://schemas.microsoft.com/office/drawing/2014/main" id="{BB81888C-D8C4-8B1A-7F90-7FF53FDF3295}"/>
              </a:ext>
            </a:extLst>
          </p:cNvPr>
          <p:cNvSpPr>
            <a:spLocks noGrp="1"/>
          </p:cNvSpPr>
          <p:nvPr>
            <p:ph type="dt" sz="half" idx="10"/>
          </p:nvPr>
        </p:nvSpPr>
        <p:spPr/>
        <p:txBody>
          <a:bodyPr/>
          <a:lstStyle>
            <a:lvl1pPr>
              <a:defRPr/>
            </a:lvl1pPr>
          </a:lstStyle>
          <a:p>
            <a:pPr>
              <a:defRPr/>
            </a:pPr>
            <a:fld id="{2E1672F2-0E5D-40CA-B7AD-BE25719CE4AF}" type="datetimeFigureOut">
              <a:rPr lang="zh-TW" altLang="en-US"/>
              <a:pPr>
                <a:defRPr/>
              </a:pPr>
              <a:t>2026/5/16</a:t>
            </a:fld>
            <a:endParaRPr lang="zh-TW" altLang="en-US"/>
          </a:p>
        </p:txBody>
      </p:sp>
      <p:sp>
        <p:nvSpPr>
          <p:cNvPr id="6" name="頁尾版面配置區 4">
            <a:extLst>
              <a:ext uri="{FF2B5EF4-FFF2-40B4-BE49-F238E27FC236}">
                <a16:creationId xmlns:a16="http://schemas.microsoft.com/office/drawing/2014/main" id="{ABD79420-C6DF-584E-912E-7969D4C70A0D}"/>
              </a:ext>
            </a:extLst>
          </p:cNvPr>
          <p:cNvSpPr>
            <a:spLocks noGrp="1"/>
          </p:cNvSpPr>
          <p:nvPr>
            <p:ph type="ftr" sz="quarter" idx="11"/>
          </p:nvPr>
        </p:nvSpPr>
        <p:spPr/>
        <p:txBody>
          <a:bodyPr/>
          <a:lstStyle>
            <a:lvl1pPr>
              <a:defRPr/>
            </a:lvl1pPr>
          </a:lstStyle>
          <a:p>
            <a:pPr>
              <a:defRPr/>
            </a:pPr>
            <a:endParaRPr lang="zh-TW" altLang="en-US"/>
          </a:p>
        </p:txBody>
      </p:sp>
      <p:sp>
        <p:nvSpPr>
          <p:cNvPr id="7" name="投影片編號版面配置區 5">
            <a:extLst>
              <a:ext uri="{FF2B5EF4-FFF2-40B4-BE49-F238E27FC236}">
                <a16:creationId xmlns:a16="http://schemas.microsoft.com/office/drawing/2014/main" id="{57CD7570-5E73-1AFD-DE74-AAE824D4E149}"/>
              </a:ext>
            </a:extLst>
          </p:cNvPr>
          <p:cNvSpPr>
            <a:spLocks noGrp="1"/>
          </p:cNvSpPr>
          <p:nvPr>
            <p:ph type="sldNum" sz="quarter" idx="12"/>
          </p:nvPr>
        </p:nvSpPr>
        <p:spPr/>
        <p:txBody>
          <a:bodyPr/>
          <a:lstStyle>
            <a:lvl1pPr>
              <a:defRPr/>
            </a:lvl1pPr>
          </a:lstStyle>
          <a:p>
            <a:fld id="{6C205FE6-FAFC-4027-AE1C-EB2D70D87ACC}" type="slidenum">
              <a:rPr lang="zh-TW" altLang="en-US"/>
              <a:pPr/>
              <a:t>‹#›</a:t>
            </a:fld>
            <a:endParaRPr lang="zh-TW" altLang="en-US"/>
          </a:p>
        </p:txBody>
      </p:sp>
    </p:spTree>
    <p:extLst>
      <p:ext uri="{BB962C8B-B14F-4D97-AF65-F5344CB8AC3E}">
        <p14:creationId xmlns:p14="http://schemas.microsoft.com/office/powerpoint/2010/main" val="2253054598"/>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日期版面配置區 3">
            <a:extLst>
              <a:ext uri="{FF2B5EF4-FFF2-40B4-BE49-F238E27FC236}">
                <a16:creationId xmlns:a16="http://schemas.microsoft.com/office/drawing/2014/main" id="{3F6D767E-604E-7A45-6D69-69DAE0759A9B}"/>
              </a:ext>
            </a:extLst>
          </p:cNvPr>
          <p:cNvSpPr>
            <a:spLocks noGrp="1"/>
          </p:cNvSpPr>
          <p:nvPr>
            <p:ph type="dt" sz="half" idx="10"/>
          </p:nvPr>
        </p:nvSpPr>
        <p:spPr/>
        <p:txBody>
          <a:bodyPr/>
          <a:lstStyle>
            <a:lvl1pPr>
              <a:defRPr/>
            </a:lvl1pPr>
          </a:lstStyle>
          <a:p>
            <a:pPr>
              <a:defRPr/>
            </a:pPr>
            <a:fld id="{2114F0EA-0D16-4189-8EEA-B6BD648CA242}" type="datetimeFigureOut">
              <a:rPr lang="zh-TW" altLang="en-US"/>
              <a:pPr>
                <a:defRPr/>
              </a:pPr>
              <a:t>2026/5/16</a:t>
            </a:fld>
            <a:endParaRPr lang="zh-TW" altLang="en-US"/>
          </a:p>
        </p:txBody>
      </p:sp>
      <p:sp>
        <p:nvSpPr>
          <p:cNvPr id="8" name="頁尾版面配置區 4">
            <a:extLst>
              <a:ext uri="{FF2B5EF4-FFF2-40B4-BE49-F238E27FC236}">
                <a16:creationId xmlns:a16="http://schemas.microsoft.com/office/drawing/2014/main" id="{9673D827-FCDC-D6BC-C392-A7EEA2C1E7BA}"/>
              </a:ext>
            </a:extLst>
          </p:cNvPr>
          <p:cNvSpPr>
            <a:spLocks noGrp="1"/>
          </p:cNvSpPr>
          <p:nvPr>
            <p:ph type="ftr" sz="quarter" idx="11"/>
          </p:nvPr>
        </p:nvSpPr>
        <p:spPr/>
        <p:txBody>
          <a:bodyPr/>
          <a:lstStyle>
            <a:lvl1pPr>
              <a:defRPr/>
            </a:lvl1pPr>
          </a:lstStyle>
          <a:p>
            <a:pPr>
              <a:defRPr/>
            </a:pPr>
            <a:endParaRPr lang="zh-TW" altLang="en-US"/>
          </a:p>
        </p:txBody>
      </p:sp>
      <p:sp>
        <p:nvSpPr>
          <p:cNvPr id="9" name="投影片編號版面配置區 5">
            <a:extLst>
              <a:ext uri="{FF2B5EF4-FFF2-40B4-BE49-F238E27FC236}">
                <a16:creationId xmlns:a16="http://schemas.microsoft.com/office/drawing/2014/main" id="{62CC1DBC-BE17-8354-2048-772CC6A60644}"/>
              </a:ext>
            </a:extLst>
          </p:cNvPr>
          <p:cNvSpPr>
            <a:spLocks noGrp="1"/>
          </p:cNvSpPr>
          <p:nvPr>
            <p:ph type="sldNum" sz="quarter" idx="12"/>
          </p:nvPr>
        </p:nvSpPr>
        <p:spPr/>
        <p:txBody>
          <a:bodyPr/>
          <a:lstStyle>
            <a:lvl1pPr>
              <a:defRPr/>
            </a:lvl1pPr>
          </a:lstStyle>
          <a:p>
            <a:fld id="{4EEADE7C-9CB8-45A7-A52D-4E1793560E89}" type="slidenum">
              <a:rPr lang="zh-TW" altLang="en-US"/>
              <a:pPr/>
              <a:t>‹#›</a:t>
            </a:fld>
            <a:endParaRPr lang="zh-TW" altLang="en-US"/>
          </a:p>
        </p:txBody>
      </p:sp>
    </p:spTree>
    <p:extLst>
      <p:ext uri="{BB962C8B-B14F-4D97-AF65-F5344CB8AC3E}">
        <p14:creationId xmlns:p14="http://schemas.microsoft.com/office/powerpoint/2010/main" val="267204997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日期版面配置區 3">
            <a:extLst>
              <a:ext uri="{FF2B5EF4-FFF2-40B4-BE49-F238E27FC236}">
                <a16:creationId xmlns:a16="http://schemas.microsoft.com/office/drawing/2014/main" id="{9D1568D5-98C8-25F8-DC0A-730D6B46E2C8}"/>
              </a:ext>
            </a:extLst>
          </p:cNvPr>
          <p:cNvSpPr>
            <a:spLocks noGrp="1"/>
          </p:cNvSpPr>
          <p:nvPr>
            <p:ph type="dt" sz="half" idx="10"/>
          </p:nvPr>
        </p:nvSpPr>
        <p:spPr/>
        <p:txBody>
          <a:bodyPr/>
          <a:lstStyle>
            <a:lvl1pPr>
              <a:defRPr/>
            </a:lvl1pPr>
          </a:lstStyle>
          <a:p>
            <a:pPr>
              <a:defRPr/>
            </a:pPr>
            <a:fld id="{3279FC73-3351-4432-8754-51EDBA4D032E}" type="datetimeFigureOut">
              <a:rPr lang="zh-TW" altLang="en-US"/>
              <a:pPr>
                <a:defRPr/>
              </a:pPr>
              <a:t>2026/5/16</a:t>
            </a:fld>
            <a:endParaRPr lang="zh-TW" altLang="en-US"/>
          </a:p>
        </p:txBody>
      </p:sp>
      <p:sp>
        <p:nvSpPr>
          <p:cNvPr id="4" name="頁尾版面配置區 4">
            <a:extLst>
              <a:ext uri="{FF2B5EF4-FFF2-40B4-BE49-F238E27FC236}">
                <a16:creationId xmlns:a16="http://schemas.microsoft.com/office/drawing/2014/main" id="{9801639D-1097-EF00-F978-C8D791B2D42D}"/>
              </a:ext>
            </a:extLst>
          </p:cNvPr>
          <p:cNvSpPr>
            <a:spLocks noGrp="1"/>
          </p:cNvSpPr>
          <p:nvPr>
            <p:ph type="ftr" sz="quarter" idx="11"/>
          </p:nvPr>
        </p:nvSpPr>
        <p:spPr/>
        <p:txBody>
          <a:bodyPr/>
          <a:lstStyle>
            <a:lvl1pPr>
              <a:defRPr/>
            </a:lvl1pPr>
          </a:lstStyle>
          <a:p>
            <a:pPr>
              <a:defRPr/>
            </a:pPr>
            <a:endParaRPr lang="zh-TW" altLang="en-US"/>
          </a:p>
        </p:txBody>
      </p:sp>
      <p:sp>
        <p:nvSpPr>
          <p:cNvPr id="5" name="投影片編號版面配置區 5">
            <a:extLst>
              <a:ext uri="{FF2B5EF4-FFF2-40B4-BE49-F238E27FC236}">
                <a16:creationId xmlns:a16="http://schemas.microsoft.com/office/drawing/2014/main" id="{55D0B5CB-306C-6426-666C-7EB673538B9B}"/>
              </a:ext>
            </a:extLst>
          </p:cNvPr>
          <p:cNvSpPr>
            <a:spLocks noGrp="1"/>
          </p:cNvSpPr>
          <p:nvPr>
            <p:ph type="sldNum" sz="quarter" idx="12"/>
          </p:nvPr>
        </p:nvSpPr>
        <p:spPr/>
        <p:txBody>
          <a:bodyPr/>
          <a:lstStyle>
            <a:lvl1pPr>
              <a:defRPr/>
            </a:lvl1pPr>
          </a:lstStyle>
          <a:p>
            <a:fld id="{F2D0AC92-2BCF-4CBE-A7F9-E67BB3D1FA7C}" type="slidenum">
              <a:rPr lang="zh-TW" altLang="en-US"/>
              <a:pPr/>
              <a:t>‹#›</a:t>
            </a:fld>
            <a:endParaRPr lang="zh-TW" altLang="en-US"/>
          </a:p>
        </p:txBody>
      </p:sp>
    </p:spTree>
    <p:extLst>
      <p:ext uri="{BB962C8B-B14F-4D97-AF65-F5344CB8AC3E}">
        <p14:creationId xmlns:p14="http://schemas.microsoft.com/office/powerpoint/2010/main" val="2590085028"/>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版面配置區 3">
            <a:extLst>
              <a:ext uri="{FF2B5EF4-FFF2-40B4-BE49-F238E27FC236}">
                <a16:creationId xmlns:a16="http://schemas.microsoft.com/office/drawing/2014/main" id="{D81E6E82-1FAB-E03E-A5BF-465C1BB19FCC}"/>
              </a:ext>
            </a:extLst>
          </p:cNvPr>
          <p:cNvSpPr>
            <a:spLocks noGrp="1"/>
          </p:cNvSpPr>
          <p:nvPr>
            <p:ph type="dt" sz="half" idx="10"/>
          </p:nvPr>
        </p:nvSpPr>
        <p:spPr/>
        <p:txBody>
          <a:bodyPr/>
          <a:lstStyle>
            <a:lvl1pPr>
              <a:defRPr/>
            </a:lvl1pPr>
          </a:lstStyle>
          <a:p>
            <a:pPr>
              <a:defRPr/>
            </a:pPr>
            <a:fld id="{9DCD250A-278A-460A-8965-AAAF78F463E5}" type="datetimeFigureOut">
              <a:rPr lang="zh-TW" altLang="en-US"/>
              <a:pPr>
                <a:defRPr/>
              </a:pPr>
              <a:t>2026/5/16</a:t>
            </a:fld>
            <a:endParaRPr lang="zh-TW" altLang="en-US"/>
          </a:p>
        </p:txBody>
      </p:sp>
      <p:sp>
        <p:nvSpPr>
          <p:cNvPr id="3" name="頁尾版面配置區 4">
            <a:extLst>
              <a:ext uri="{FF2B5EF4-FFF2-40B4-BE49-F238E27FC236}">
                <a16:creationId xmlns:a16="http://schemas.microsoft.com/office/drawing/2014/main" id="{7F795AEE-3B5C-34C2-4F28-58E0FEADAD0A}"/>
              </a:ext>
            </a:extLst>
          </p:cNvPr>
          <p:cNvSpPr>
            <a:spLocks noGrp="1"/>
          </p:cNvSpPr>
          <p:nvPr>
            <p:ph type="ftr" sz="quarter" idx="11"/>
          </p:nvPr>
        </p:nvSpPr>
        <p:spPr/>
        <p:txBody>
          <a:bodyPr/>
          <a:lstStyle>
            <a:lvl1pPr>
              <a:defRPr/>
            </a:lvl1pPr>
          </a:lstStyle>
          <a:p>
            <a:pPr>
              <a:defRPr/>
            </a:pPr>
            <a:endParaRPr lang="zh-TW" altLang="en-US"/>
          </a:p>
        </p:txBody>
      </p:sp>
      <p:sp>
        <p:nvSpPr>
          <p:cNvPr id="4" name="投影片編號版面配置區 5">
            <a:extLst>
              <a:ext uri="{FF2B5EF4-FFF2-40B4-BE49-F238E27FC236}">
                <a16:creationId xmlns:a16="http://schemas.microsoft.com/office/drawing/2014/main" id="{1D9A5183-AD35-C62F-3F70-2F303E610677}"/>
              </a:ext>
            </a:extLst>
          </p:cNvPr>
          <p:cNvSpPr>
            <a:spLocks noGrp="1"/>
          </p:cNvSpPr>
          <p:nvPr>
            <p:ph type="sldNum" sz="quarter" idx="12"/>
          </p:nvPr>
        </p:nvSpPr>
        <p:spPr/>
        <p:txBody>
          <a:bodyPr/>
          <a:lstStyle>
            <a:lvl1pPr>
              <a:defRPr/>
            </a:lvl1pPr>
          </a:lstStyle>
          <a:p>
            <a:fld id="{0527E1D9-1DC8-4B9D-A50A-35328F862ED5}" type="slidenum">
              <a:rPr lang="zh-TW" altLang="en-US"/>
              <a:pPr/>
              <a:t>‹#›</a:t>
            </a:fld>
            <a:endParaRPr lang="zh-TW" altLang="en-US"/>
          </a:p>
        </p:txBody>
      </p:sp>
    </p:spTree>
    <p:extLst>
      <p:ext uri="{BB962C8B-B14F-4D97-AF65-F5344CB8AC3E}">
        <p14:creationId xmlns:p14="http://schemas.microsoft.com/office/powerpoint/2010/main" val="2394883370"/>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a:extLst>
              <a:ext uri="{FF2B5EF4-FFF2-40B4-BE49-F238E27FC236}">
                <a16:creationId xmlns:a16="http://schemas.microsoft.com/office/drawing/2014/main" id="{EA59B7BB-DB6D-4E99-6330-E530B89BE52A}"/>
              </a:ext>
            </a:extLst>
          </p:cNvPr>
          <p:cNvSpPr>
            <a:spLocks noGrp="1"/>
          </p:cNvSpPr>
          <p:nvPr>
            <p:ph type="dt" sz="half" idx="10"/>
          </p:nvPr>
        </p:nvSpPr>
        <p:spPr/>
        <p:txBody>
          <a:bodyPr/>
          <a:lstStyle>
            <a:lvl1pPr>
              <a:defRPr/>
            </a:lvl1pPr>
          </a:lstStyle>
          <a:p>
            <a:pPr>
              <a:defRPr/>
            </a:pPr>
            <a:fld id="{ED95479A-4B96-413A-9E4E-86651B796E82}" type="datetimeFigureOut">
              <a:rPr lang="zh-TW" altLang="en-US"/>
              <a:pPr>
                <a:defRPr/>
              </a:pPr>
              <a:t>2026/5/16</a:t>
            </a:fld>
            <a:endParaRPr lang="zh-TW" altLang="en-US"/>
          </a:p>
        </p:txBody>
      </p:sp>
      <p:sp>
        <p:nvSpPr>
          <p:cNvPr id="6" name="頁尾版面配置區 4">
            <a:extLst>
              <a:ext uri="{FF2B5EF4-FFF2-40B4-BE49-F238E27FC236}">
                <a16:creationId xmlns:a16="http://schemas.microsoft.com/office/drawing/2014/main" id="{1F9D1606-3E12-82D3-2E42-CD6F1F215C9D}"/>
              </a:ext>
            </a:extLst>
          </p:cNvPr>
          <p:cNvSpPr>
            <a:spLocks noGrp="1"/>
          </p:cNvSpPr>
          <p:nvPr>
            <p:ph type="ftr" sz="quarter" idx="11"/>
          </p:nvPr>
        </p:nvSpPr>
        <p:spPr/>
        <p:txBody>
          <a:bodyPr/>
          <a:lstStyle>
            <a:lvl1pPr>
              <a:defRPr/>
            </a:lvl1pPr>
          </a:lstStyle>
          <a:p>
            <a:pPr>
              <a:defRPr/>
            </a:pPr>
            <a:endParaRPr lang="zh-TW" altLang="en-US"/>
          </a:p>
        </p:txBody>
      </p:sp>
      <p:sp>
        <p:nvSpPr>
          <p:cNvPr id="7" name="投影片編號版面配置區 5">
            <a:extLst>
              <a:ext uri="{FF2B5EF4-FFF2-40B4-BE49-F238E27FC236}">
                <a16:creationId xmlns:a16="http://schemas.microsoft.com/office/drawing/2014/main" id="{81E865A5-7CBB-C421-C1C9-C6326D7A7D3E}"/>
              </a:ext>
            </a:extLst>
          </p:cNvPr>
          <p:cNvSpPr>
            <a:spLocks noGrp="1"/>
          </p:cNvSpPr>
          <p:nvPr>
            <p:ph type="sldNum" sz="quarter" idx="12"/>
          </p:nvPr>
        </p:nvSpPr>
        <p:spPr/>
        <p:txBody>
          <a:bodyPr/>
          <a:lstStyle>
            <a:lvl1pPr>
              <a:defRPr/>
            </a:lvl1pPr>
          </a:lstStyle>
          <a:p>
            <a:fld id="{82731C47-1B39-440A-A406-C6B65F9FD6E5}" type="slidenum">
              <a:rPr lang="zh-TW" altLang="en-US"/>
              <a:pPr/>
              <a:t>‹#›</a:t>
            </a:fld>
            <a:endParaRPr lang="zh-TW" altLang="en-US"/>
          </a:p>
        </p:txBody>
      </p:sp>
    </p:spTree>
    <p:extLst>
      <p:ext uri="{BB962C8B-B14F-4D97-AF65-F5344CB8AC3E}">
        <p14:creationId xmlns:p14="http://schemas.microsoft.com/office/powerpoint/2010/main" val="2011331708"/>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日期版面配置區 3">
            <a:extLst>
              <a:ext uri="{FF2B5EF4-FFF2-40B4-BE49-F238E27FC236}">
                <a16:creationId xmlns:a16="http://schemas.microsoft.com/office/drawing/2014/main" id="{36EFC6E3-2D8D-FD98-516C-66BA795BEB71}"/>
              </a:ext>
            </a:extLst>
          </p:cNvPr>
          <p:cNvSpPr>
            <a:spLocks noGrp="1"/>
          </p:cNvSpPr>
          <p:nvPr>
            <p:ph type="dt" sz="half" idx="10"/>
          </p:nvPr>
        </p:nvSpPr>
        <p:spPr/>
        <p:txBody>
          <a:bodyPr/>
          <a:lstStyle>
            <a:lvl1pPr>
              <a:defRPr/>
            </a:lvl1pPr>
          </a:lstStyle>
          <a:p>
            <a:pPr>
              <a:defRPr/>
            </a:pPr>
            <a:fld id="{CE4E2FBA-2853-4A28-A130-1E214542348C}" type="datetimeFigureOut">
              <a:rPr lang="zh-TW" altLang="en-US"/>
              <a:pPr>
                <a:defRPr/>
              </a:pPr>
              <a:t>2026/5/16</a:t>
            </a:fld>
            <a:endParaRPr lang="zh-TW" altLang="en-US"/>
          </a:p>
        </p:txBody>
      </p:sp>
      <p:sp>
        <p:nvSpPr>
          <p:cNvPr id="6" name="頁尾版面配置區 4">
            <a:extLst>
              <a:ext uri="{FF2B5EF4-FFF2-40B4-BE49-F238E27FC236}">
                <a16:creationId xmlns:a16="http://schemas.microsoft.com/office/drawing/2014/main" id="{35FE36EB-00A4-2AE0-D7F7-123F56AB37CC}"/>
              </a:ext>
            </a:extLst>
          </p:cNvPr>
          <p:cNvSpPr>
            <a:spLocks noGrp="1"/>
          </p:cNvSpPr>
          <p:nvPr>
            <p:ph type="ftr" sz="quarter" idx="11"/>
          </p:nvPr>
        </p:nvSpPr>
        <p:spPr/>
        <p:txBody>
          <a:bodyPr/>
          <a:lstStyle>
            <a:lvl1pPr>
              <a:defRPr/>
            </a:lvl1pPr>
          </a:lstStyle>
          <a:p>
            <a:pPr>
              <a:defRPr/>
            </a:pPr>
            <a:endParaRPr lang="zh-TW" altLang="en-US"/>
          </a:p>
        </p:txBody>
      </p:sp>
      <p:sp>
        <p:nvSpPr>
          <p:cNvPr id="7" name="投影片編號版面配置區 5">
            <a:extLst>
              <a:ext uri="{FF2B5EF4-FFF2-40B4-BE49-F238E27FC236}">
                <a16:creationId xmlns:a16="http://schemas.microsoft.com/office/drawing/2014/main" id="{CE22357B-F53B-463B-9D68-506EED6D30E7}"/>
              </a:ext>
            </a:extLst>
          </p:cNvPr>
          <p:cNvSpPr>
            <a:spLocks noGrp="1"/>
          </p:cNvSpPr>
          <p:nvPr>
            <p:ph type="sldNum" sz="quarter" idx="12"/>
          </p:nvPr>
        </p:nvSpPr>
        <p:spPr/>
        <p:txBody>
          <a:bodyPr/>
          <a:lstStyle>
            <a:lvl1pPr>
              <a:defRPr/>
            </a:lvl1pPr>
          </a:lstStyle>
          <a:p>
            <a:fld id="{970230DD-1E2D-44AD-BE2C-82D96F264B28}" type="slidenum">
              <a:rPr lang="zh-TW" altLang="en-US"/>
              <a:pPr/>
              <a:t>‹#›</a:t>
            </a:fld>
            <a:endParaRPr lang="zh-TW" altLang="en-US"/>
          </a:p>
        </p:txBody>
      </p:sp>
    </p:spTree>
    <p:extLst>
      <p:ext uri="{BB962C8B-B14F-4D97-AF65-F5344CB8AC3E}">
        <p14:creationId xmlns:p14="http://schemas.microsoft.com/office/powerpoint/2010/main" val="3116177373"/>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a:extLst>
              <a:ext uri="{FF2B5EF4-FFF2-40B4-BE49-F238E27FC236}">
                <a16:creationId xmlns:a16="http://schemas.microsoft.com/office/drawing/2014/main" id="{7E6C3B40-3D32-4A7E-5477-8F62265A0CC5}"/>
              </a:ext>
            </a:extLst>
          </p:cNvPr>
          <p:cNvSpPr>
            <a:spLocks noGrp="1"/>
          </p:cNvSpPr>
          <p:nvPr>
            <p:ph type="dt" sz="half" idx="10"/>
          </p:nvPr>
        </p:nvSpPr>
        <p:spPr/>
        <p:txBody>
          <a:bodyPr/>
          <a:lstStyle>
            <a:lvl1pPr>
              <a:defRPr/>
            </a:lvl1pPr>
          </a:lstStyle>
          <a:p>
            <a:pPr>
              <a:defRPr/>
            </a:pPr>
            <a:fld id="{4F29673A-B882-46DF-8D7D-30EA0E641680}" type="datetimeFigureOut">
              <a:rPr lang="zh-TW" altLang="en-US"/>
              <a:pPr>
                <a:defRPr/>
              </a:pPr>
              <a:t>2026/5/16</a:t>
            </a:fld>
            <a:endParaRPr lang="zh-TW" altLang="en-US"/>
          </a:p>
        </p:txBody>
      </p:sp>
      <p:sp>
        <p:nvSpPr>
          <p:cNvPr id="5" name="頁尾版面配置區 4">
            <a:extLst>
              <a:ext uri="{FF2B5EF4-FFF2-40B4-BE49-F238E27FC236}">
                <a16:creationId xmlns:a16="http://schemas.microsoft.com/office/drawing/2014/main" id="{82C21136-7F12-AD51-400E-F87DC1B683DB}"/>
              </a:ext>
            </a:extLst>
          </p:cNvPr>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a:extLst>
              <a:ext uri="{FF2B5EF4-FFF2-40B4-BE49-F238E27FC236}">
                <a16:creationId xmlns:a16="http://schemas.microsoft.com/office/drawing/2014/main" id="{201E3F74-379D-C688-8882-DECE0AEF407E}"/>
              </a:ext>
            </a:extLst>
          </p:cNvPr>
          <p:cNvSpPr>
            <a:spLocks noGrp="1"/>
          </p:cNvSpPr>
          <p:nvPr>
            <p:ph type="sldNum" sz="quarter" idx="12"/>
          </p:nvPr>
        </p:nvSpPr>
        <p:spPr/>
        <p:txBody>
          <a:bodyPr/>
          <a:lstStyle>
            <a:lvl1pPr>
              <a:defRPr/>
            </a:lvl1pPr>
          </a:lstStyle>
          <a:p>
            <a:fld id="{C541A981-DEBB-4BC8-AAFD-8876B0B4711F}" type="slidenum">
              <a:rPr lang="zh-TW" altLang="en-US"/>
              <a:pPr/>
              <a:t>‹#›</a:t>
            </a:fld>
            <a:endParaRPr lang="zh-TW" altLang="en-US"/>
          </a:p>
        </p:txBody>
      </p:sp>
    </p:spTree>
    <p:extLst>
      <p:ext uri="{BB962C8B-B14F-4D97-AF65-F5344CB8AC3E}">
        <p14:creationId xmlns:p14="http://schemas.microsoft.com/office/powerpoint/2010/main" val="947499914"/>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a:extLst>
              <a:ext uri="{FF2B5EF4-FFF2-40B4-BE49-F238E27FC236}">
                <a16:creationId xmlns:a16="http://schemas.microsoft.com/office/drawing/2014/main" id="{2A7CE9A8-FD02-4774-9296-EED5EBBC4131}"/>
              </a:ext>
            </a:extLst>
          </p:cNvPr>
          <p:cNvSpPr>
            <a:spLocks noGrp="1"/>
          </p:cNvSpPr>
          <p:nvPr>
            <p:ph type="dt" sz="half" idx="10"/>
          </p:nvPr>
        </p:nvSpPr>
        <p:spPr/>
        <p:txBody>
          <a:bodyPr/>
          <a:lstStyle>
            <a:lvl1pPr>
              <a:defRPr/>
            </a:lvl1pPr>
          </a:lstStyle>
          <a:p>
            <a:pPr>
              <a:defRPr/>
            </a:pPr>
            <a:fld id="{A874252A-D733-4546-9532-46A8271071E4}" type="datetimeFigureOut">
              <a:rPr lang="zh-TW" altLang="en-US"/>
              <a:pPr>
                <a:defRPr/>
              </a:pPr>
              <a:t>2026/5/16</a:t>
            </a:fld>
            <a:endParaRPr lang="zh-TW" altLang="en-US"/>
          </a:p>
        </p:txBody>
      </p:sp>
      <p:sp>
        <p:nvSpPr>
          <p:cNvPr id="5" name="頁尾版面配置區 4">
            <a:extLst>
              <a:ext uri="{FF2B5EF4-FFF2-40B4-BE49-F238E27FC236}">
                <a16:creationId xmlns:a16="http://schemas.microsoft.com/office/drawing/2014/main" id="{31FDB031-569B-72B1-4A64-F9FA73204811}"/>
              </a:ext>
            </a:extLst>
          </p:cNvPr>
          <p:cNvSpPr>
            <a:spLocks noGrp="1"/>
          </p:cNvSpPr>
          <p:nvPr>
            <p:ph type="ftr" sz="quarter" idx="11"/>
          </p:nvPr>
        </p:nvSpPr>
        <p:spPr/>
        <p:txBody>
          <a:bodyPr/>
          <a:lstStyle>
            <a:lvl1pPr>
              <a:defRPr/>
            </a:lvl1pPr>
          </a:lstStyle>
          <a:p>
            <a:pPr>
              <a:defRPr/>
            </a:pPr>
            <a:endParaRPr lang="zh-TW" altLang="en-US"/>
          </a:p>
        </p:txBody>
      </p:sp>
      <p:sp>
        <p:nvSpPr>
          <p:cNvPr id="6" name="投影片編號版面配置區 5">
            <a:extLst>
              <a:ext uri="{FF2B5EF4-FFF2-40B4-BE49-F238E27FC236}">
                <a16:creationId xmlns:a16="http://schemas.microsoft.com/office/drawing/2014/main" id="{5BFB3C40-5821-BB9D-30A5-3515B67F4028}"/>
              </a:ext>
            </a:extLst>
          </p:cNvPr>
          <p:cNvSpPr>
            <a:spLocks noGrp="1"/>
          </p:cNvSpPr>
          <p:nvPr>
            <p:ph type="sldNum" sz="quarter" idx="12"/>
          </p:nvPr>
        </p:nvSpPr>
        <p:spPr/>
        <p:txBody>
          <a:bodyPr/>
          <a:lstStyle>
            <a:lvl1pPr>
              <a:defRPr/>
            </a:lvl1pPr>
          </a:lstStyle>
          <a:p>
            <a:fld id="{55149F78-44C0-437D-835F-E922E79BAD7D}" type="slidenum">
              <a:rPr lang="zh-TW" altLang="en-US"/>
              <a:pPr/>
              <a:t>‹#›</a:t>
            </a:fld>
            <a:endParaRPr lang="zh-TW" altLang="en-US"/>
          </a:p>
        </p:txBody>
      </p:sp>
    </p:spTree>
    <p:extLst>
      <p:ext uri="{BB962C8B-B14F-4D97-AF65-F5344CB8AC3E}">
        <p14:creationId xmlns:p14="http://schemas.microsoft.com/office/powerpoint/2010/main" val="63023346"/>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_標題及物件">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2D140144-96CD-6AA5-5849-C68D0E953934}"/>
              </a:ext>
            </a:extLst>
          </p:cNvPr>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TW" altLang="en-US">
              <a:solidFill>
                <a:srgbClr val="FFFFFF"/>
              </a:solidFill>
            </a:endParaRPr>
          </a:p>
        </p:txBody>
      </p:sp>
      <p:pic>
        <p:nvPicPr>
          <p:cNvPr id="3" name="Picture 25">
            <a:extLst>
              <a:ext uri="{FF2B5EF4-FFF2-40B4-BE49-F238E27FC236}">
                <a16:creationId xmlns:a16="http://schemas.microsoft.com/office/drawing/2014/main" id="{E30C5496-3BE1-25C8-8B42-4B78ABCA2FD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a:extLst>
              <a:ext uri="{FF2B5EF4-FFF2-40B4-BE49-F238E27FC236}">
                <a16:creationId xmlns:a16="http://schemas.microsoft.com/office/drawing/2014/main" id="{58688D08-430F-89EC-7598-86F107991013}"/>
              </a:ext>
            </a:extLst>
          </p:cNvPr>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TW" altLang="en-US">
              <a:solidFill>
                <a:srgbClr val="FFFFFF"/>
              </a:solidFill>
            </a:endParaRPr>
          </a:p>
        </p:txBody>
      </p:sp>
      <p:sp>
        <p:nvSpPr>
          <p:cNvPr id="5" name="Rectangle 4">
            <a:extLst>
              <a:ext uri="{FF2B5EF4-FFF2-40B4-BE49-F238E27FC236}">
                <a16:creationId xmlns:a16="http://schemas.microsoft.com/office/drawing/2014/main" id="{2AF8B04C-97A9-8B2E-CBC4-1D05806F84E5}"/>
              </a:ext>
            </a:extLst>
          </p:cNvPr>
          <p:cNvSpPr>
            <a:spLocks noGrp="1" noChangeArrowheads="1"/>
          </p:cNvSpPr>
          <p:nvPr>
            <p:ph type="dt" sz="half" idx="10"/>
          </p:nvPr>
        </p:nvSpPr>
        <p:spPr/>
        <p:txBody>
          <a:bodyPr/>
          <a:lstStyle>
            <a:lvl1pPr fontAlgn="auto">
              <a:spcBef>
                <a:spcPts val="0"/>
              </a:spcBef>
              <a:spcAft>
                <a:spcPts val="0"/>
              </a:spcAft>
              <a:defRPr kumimoji="0"/>
            </a:lvl1pPr>
          </a:lstStyle>
          <a:p>
            <a:pPr>
              <a:defRPr/>
            </a:pPr>
            <a:endParaRPr lang="en-US" altLang="zh-TW"/>
          </a:p>
        </p:txBody>
      </p:sp>
      <p:sp>
        <p:nvSpPr>
          <p:cNvPr id="6" name="Rectangle 5">
            <a:extLst>
              <a:ext uri="{FF2B5EF4-FFF2-40B4-BE49-F238E27FC236}">
                <a16:creationId xmlns:a16="http://schemas.microsoft.com/office/drawing/2014/main" id="{83EBADCC-7A36-CF8E-4F26-3FFDF19A8B60}"/>
              </a:ext>
            </a:extLst>
          </p:cNvPr>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7" name="Rectangle 6">
            <a:extLst>
              <a:ext uri="{FF2B5EF4-FFF2-40B4-BE49-F238E27FC236}">
                <a16:creationId xmlns:a16="http://schemas.microsoft.com/office/drawing/2014/main" id="{A40AC181-FFD0-59F4-8891-1BA12F27CA43}"/>
              </a:ext>
            </a:extLst>
          </p:cNvPr>
          <p:cNvSpPr>
            <a:spLocks noGrp="1" noChangeArrowheads="1"/>
          </p:cNvSpPr>
          <p:nvPr>
            <p:ph type="sldNum" sz="quarter" idx="12"/>
          </p:nvPr>
        </p:nvSpPr>
        <p:spPr/>
        <p:txBody>
          <a:bodyPr/>
          <a:lstStyle>
            <a:lvl1pPr>
              <a:defRPr/>
            </a:lvl1pPr>
          </a:lstStyle>
          <a:p>
            <a:fld id="{314CD446-1CCC-4261-991E-7F669782AE14}" type="slidenum">
              <a:rPr lang="en-US" altLang="zh-TW"/>
              <a:pPr/>
              <a:t>‹#›</a:t>
            </a:fld>
            <a:endParaRPr lang="en-US" altLang="zh-TW"/>
          </a:p>
        </p:txBody>
      </p:sp>
    </p:spTree>
    <p:extLst>
      <p:ext uri="{BB962C8B-B14F-4D97-AF65-F5344CB8AC3E}">
        <p14:creationId xmlns:p14="http://schemas.microsoft.com/office/powerpoint/2010/main" val="1514752234"/>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type="title" preserve="1">
  <p:cSld name="標題投影片">
    <p:bg>
      <p:bgPr>
        <a:solidFill>
          <a:srgbClr val="FFFFFF"/>
        </a:solidFill>
        <a:effectLst/>
      </p:bgPr>
    </p:bg>
    <p:spTree>
      <p:nvGrpSpPr>
        <p:cNvPr id="1" name=""/>
        <p:cNvGrpSpPr/>
        <p:nvPr/>
      </p:nvGrpSpPr>
      <p:grpSpPr>
        <a:xfrm>
          <a:off x="0" y="0"/>
          <a:ext cx="0" cy="0"/>
          <a:chOff x="0" y="0"/>
          <a:chExt cx="0" cy="0"/>
        </a:xfrm>
      </p:grpSpPr>
      <p:sp>
        <p:nvSpPr>
          <p:cNvPr id="2" name="Rectangle 1784">
            <a:extLst>
              <a:ext uri="{FF2B5EF4-FFF2-40B4-BE49-F238E27FC236}">
                <a16:creationId xmlns:a16="http://schemas.microsoft.com/office/drawing/2014/main" id="{6B9664C1-7470-AC06-3F5C-32A4BB3C6255}"/>
              </a:ext>
            </a:extLst>
          </p:cNvPr>
          <p:cNvSpPr>
            <a:spLocks noChangeArrowheads="1"/>
          </p:cNvSpPr>
          <p:nvPr userDrawn="1"/>
        </p:nvSpPr>
        <p:spPr bwMode="gray">
          <a:xfrm>
            <a:off x="2978150" y="0"/>
            <a:ext cx="3270250" cy="342900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3" name="Object 164">
            <a:extLst>
              <a:ext uri="{FF2B5EF4-FFF2-40B4-BE49-F238E27FC236}">
                <a16:creationId xmlns:a16="http://schemas.microsoft.com/office/drawing/2014/main" id="{BC4A1931-C55E-30B9-50D1-34CEFD840712}"/>
              </a:ext>
            </a:extLst>
          </p:cNvPr>
          <p:cNvGraphicFramePr>
            <a:graphicFrameLocks noChangeAspect="1"/>
          </p:cNvGraphicFramePr>
          <p:nvPr/>
        </p:nvGraphicFramePr>
        <p:xfrm>
          <a:off x="6227763" y="0"/>
          <a:ext cx="2914650" cy="35734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3" name="Object 164">
                        <a:extLst>
                          <a:ext uri="{FF2B5EF4-FFF2-40B4-BE49-F238E27FC236}">
                            <a16:creationId xmlns:a16="http://schemas.microsoft.com/office/drawing/2014/main" id="{BC4A1931-C55E-30B9-50D1-34CEFD84071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0"/>
                        <a:ext cx="2914650"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 name="Object 165">
            <a:extLst>
              <a:ext uri="{FF2B5EF4-FFF2-40B4-BE49-F238E27FC236}">
                <a16:creationId xmlns:a16="http://schemas.microsoft.com/office/drawing/2014/main" id="{3E19557E-5E92-AB86-8AF3-4AF1DD4C5AB4}"/>
              </a:ext>
            </a:extLst>
          </p:cNvPr>
          <p:cNvGraphicFramePr>
            <a:graphicFrameLocks noChangeAspect="1"/>
          </p:cNvGraphicFramePr>
          <p:nvPr/>
        </p:nvGraphicFramePr>
        <p:xfrm>
          <a:off x="0" y="0"/>
          <a:ext cx="3019425" cy="3573463"/>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4" name="Object 165">
                        <a:extLst>
                          <a:ext uri="{FF2B5EF4-FFF2-40B4-BE49-F238E27FC236}">
                            <a16:creationId xmlns:a16="http://schemas.microsoft.com/office/drawing/2014/main" id="{3E19557E-5E92-AB86-8AF3-4AF1DD4C5AB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3019425" cy="3573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 name="Group 68">
            <a:extLst>
              <a:ext uri="{FF2B5EF4-FFF2-40B4-BE49-F238E27FC236}">
                <a16:creationId xmlns:a16="http://schemas.microsoft.com/office/drawing/2014/main" id="{59773CA7-C8DC-4C8B-E10B-32465348B455}"/>
              </a:ext>
            </a:extLst>
          </p:cNvPr>
          <p:cNvGrpSpPr>
            <a:grpSpLocks/>
          </p:cNvGrpSpPr>
          <p:nvPr userDrawn="1"/>
        </p:nvGrpSpPr>
        <p:grpSpPr bwMode="auto">
          <a:xfrm>
            <a:off x="3348038" y="836613"/>
            <a:ext cx="2509837" cy="2498725"/>
            <a:chOff x="2111" y="670"/>
            <a:chExt cx="1581" cy="1574"/>
          </a:xfrm>
        </p:grpSpPr>
        <p:sp>
          <p:nvSpPr>
            <p:cNvPr id="6" name="Line 69">
              <a:extLst>
                <a:ext uri="{FF2B5EF4-FFF2-40B4-BE49-F238E27FC236}">
                  <a16:creationId xmlns:a16="http://schemas.microsoft.com/office/drawing/2014/main" id="{03F8AF4A-7DB8-1F06-E4FD-7CB1E909CE47}"/>
                </a:ext>
              </a:extLst>
            </p:cNvPr>
            <p:cNvSpPr>
              <a:spLocks noChangeShapeType="1"/>
            </p:cNvSpPr>
            <p:nvPr userDrawn="1"/>
          </p:nvSpPr>
          <p:spPr bwMode="gray">
            <a:xfrm flipH="1">
              <a:off x="3092" y="1532"/>
              <a:ext cx="156"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7" name="Line 70">
              <a:extLst>
                <a:ext uri="{FF2B5EF4-FFF2-40B4-BE49-F238E27FC236}">
                  <a16:creationId xmlns:a16="http://schemas.microsoft.com/office/drawing/2014/main" id="{8DA664DB-7E2C-0BB1-1442-57207D51F0CB}"/>
                </a:ext>
              </a:extLst>
            </p:cNvPr>
            <p:cNvSpPr>
              <a:spLocks noChangeShapeType="1"/>
            </p:cNvSpPr>
            <p:nvPr userDrawn="1"/>
          </p:nvSpPr>
          <p:spPr bwMode="gray">
            <a:xfrm flipH="1" flipV="1">
              <a:off x="3101" y="1523"/>
              <a:ext cx="206"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8" name="Line 71">
              <a:extLst>
                <a:ext uri="{FF2B5EF4-FFF2-40B4-BE49-F238E27FC236}">
                  <a16:creationId xmlns:a16="http://schemas.microsoft.com/office/drawing/2014/main" id="{8083BA10-D865-7346-3B49-43DC7EB49BF6}"/>
                </a:ext>
              </a:extLst>
            </p:cNvPr>
            <p:cNvSpPr>
              <a:spLocks noChangeShapeType="1"/>
            </p:cNvSpPr>
            <p:nvPr userDrawn="1"/>
          </p:nvSpPr>
          <p:spPr bwMode="gray">
            <a:xfrm flipV="1">
              <a:off x="3081" y="1642"/>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9" name="Line 72">
              <a:extLst>
                <a:ext uri="{FF2B5EF4-FFF2-40B4-BE49-F238E27FC236}">
                  <a16:creationId xmlns:a16="http://schemas.microsoft.com/office/drawing/2014/main" id="{EB768097-7AA6-4C78-FEBF-D289F24BFDC4}"/>
                </a:ext>
              </a:extLst>
            </p:cNvPr>
            <p:cNvSpPr>
              <a:spLocks noChangeShapeType="1"/>
            </p:cNvSpPr>
            <p:nvPr userDrawn="1"/>
          </p:nvSpPr>
          <p:spPr bwMode="gray">
            <a:xfrm flipV="1">
              <a:off x="3449" y="1518"/>
              <a:ext cx="7" cy="25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0" name="Line 73">
              <a:extLst>
                <a:ext uri="{FF2B5EF4-FFF2-40B4-BE49-F238E27FC236}">
                  <a16:creationId xmlns:a16="http://schemas.microsoft.com/office/drawing/2014/main" id="{BD1D3F8A-CB90-AB10-A54C-A7AC8611824A}"/>
                </a:ext>
              </a:extLst>
            </p:cNvPr>
            <p:cNvSpPr>
              <a:spLocks noChangeShapeType="1"/>
            </p:cNvSpPr>
            <p:nvPr userDrawn="1"/>
          </p:nvSpPr>
          <p:spPr bwMode="gray">
            <a:xfrm flipH="1">
              <a:off x="3456" y="1273"/>
              <a:ext cx="7"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1" name="Line 74">
              <a:extLst>
                <a:ext uri="{FF2B5EF4-FFF2-40B4-BE49-F238E27FC236}">
                  <a16:creationId xmlns:a16="http://schemas.microsoft.com/office/drawing/2014/main" id="{7E5C96F2-5DE1-6F5A-C094-750A65C0998E}"/>
                </a:ext>
              </a:extLst>
            </p:cNvPr>
            <p:cNvSpPr>
              <a:spLocks noChangeShapeType="1"/>
            </p:cNvSpPr>
            <p:nvPr userDrawn="1"/>
          </p:nvSpPr>
          <p:spPr bwMode="gray">
            <a:xfrm flipV="1">
              <a:off x="299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2" name="Freeform 75">
              <a:extLst>
                <a:ext uri="{FF2B5EF4-FFF2-40B4-BE49-F238E27FC236}">
                  <a16:creationId xmlns:a16="http://schemas.microsoft.com/office/drawing/2014/main" id="{55A8D624-2196-8442-8E1C-24AE3BACC694}"/>
                </a:ext>
              </a:extLst>
            </p:cNvPr>
            <p:cNvSpPr>
              <a:spLocks/>
            </p:cNvSpPr>
            <p:nvPr userDrawn="1"/>
          </p:nvSpPr>
          <p:spPr bwMode="gray">
            <a:xfrm>
              <a:off x="3083" y="1623"/>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13" name="Line 76">
              <a:extLst>
                <a:ext uri="{FF2B5EF4-FFF2-40B4-BE49-F238E27FC236}">
                  <a16:creationId xmlns:a16="http://schemas.microsoft.com/office/drawing/2014/main" id="{93F6571E-C82C-477F-E015-2E8B331D1937}"/>
                </a:ext>
              </a:extLst>
            </p:cNvPr>
            <p:cNvSpPr>
              <a:spLocks noChangeShapeType="1"/>
            </p:cNvSpPr>
            <p:nvPr userDrawn="1"/>
          </p:nvSpPr>
          <p:spPr bwMode="gray">
            <a:xfrm>
              <a:off x="2983" y="1595"/>
              <a:ext cx="209"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4" name="Line 77">
              <a:extLst>
                <a:ext uri="{FF2B5EF4-FFF2-40B4-BE49-F238E27FC236}">
                  <a16:creationId xmlns:a16="http://schemas.microsoft.com/office/drawing/2014/main" id="{F85D08AE-CFB6-167C-1202-CFB379EA7879}"/>
                </a:ext>
              </a:extLst>
            </p:cNvPr>
            <p:cNvSpPr>
              <a:spLocks noChangeShapeType="1"/>
            </p:cNvSpPr>
            <p:nvPr userDrawn="1"/>
          </p:nvSpPr>
          <p:spPr bwMode="gray">
            <a:xfrm>
              <a:off x="2989" y="1588"/>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5" name="Line 78">
              <a:extLst>
                <a:ext uri="{FF2B5EF4-FFF2-40B4-BE49-F238E27FC236}">
                  <a16:creationId xmlns:a16="http://schemas.microsoft.com/office/drawing/2014/main" id="{7D1B2EB9-1F41-5596-CB70-78DED7251281}"/>
                </a:ext>
              </a:extLst>
            </p:cNvPr>
            <p:cNvSpPr>
              <a:spLocks noChangeShapeType="1"/>
            </p:cNvSpPr>
            <p:nvPr userDrawn="1"/>
          </p:nvSpPr>
          <p:spPr bwMode="gray">
            <a:xfrm flipH="1" flipV="1">
              <a:off x="2980" y="1606"/>
              <a:ext cx="208"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6" name="Line 79">
              <a:extLst>
                <a:ext uri="{FF2B5EF4-FFF2-40B4-BE49-F238E27FC236}">
                  <a16:creationId xmlns:a16="http://schemas.microsoft.com/office/drawing/2014/main" id="{80CA114C-B335-8B71-D809-FA7410A66511}"/>
                </a:ext>
              </a:extLst>
            </p:cNvPr>
            <p:cNvSpPr>
              <a:spLocks noChangeShapeType="1"/>
            </p:cNvSpPr>
            <p:nvPr userDrawn="1"/>
          </p:nvSpPr>
          <p:spPr bwMode="gray">
            <a:xfrm>
              <a:off x="2957" y="1842"/>
              <a:ext cx="186"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7" name="Line 80">
              <a:extLst>
                <a:ext uri="{FF2B5EF4-FFF2-40B4-BE49-F238E27FC236}">
                  <a16:creationId xmlns:a16="http://schemas.microsoft.com/office/drawing/2014/main" id="{EF1736FD-4B7D-8F50-6776-52737840AA13}"/>
                </a:ext>
              </a:extLst>
            </p:cNvPr>
            <p:cNvSpPr>
              <a:spLocks noChangeShapeType="1"/>
            </p:cNvSpPr>
            <p:nvPr userDrawn="1"/>
          </p:nvSpPr>
          <p:spPr bwMode="gray">
            <a:xfrm flipH="1" flipV="1">
              <a:off x="2231" y="1408"/>
              <a:ext cx="116"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8" name="Line 81">
              <a:extLst>
                <a:ext uri="{FF2B5EF4-FFF2-40B4-BE49-F238E27FC236}">
                  <a16:creationId xmlns:a16="http://schemas.microsoft.com/office/drawing/2014/main" id="{3F76D3DC-00BE-B085-7EBF-C060A09DB472}"/>
                </a:ext>
              </a:extLst>
            </p:cNvPr>
            <p:cNvSpPr>
              <a:spLocks noChangeShapeType="1"/>
            </p:cNvSpPr>
            <p:nvPr userDrawn="1"/>
          </p:nvSpPr>
          <p:spPr bwMode="gray">
            <a:xfrm flipV="1">
              <a:off x="2284" y="1467"/>
              <a:ext cx="63" cy="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19" name="Line 82">
              <a:extLst>
                <a:ext uri="{FF2B5EF4-FFF2-40B4-BE49-F238E27FC236}">
                  <a16:creationId xmlns:a16="http://schemas.microsoft.com/office/drawing/2014/main" id="{B09FEE21-012E-DA53-A720-A3EF10CE855F}"/>
                </a:ext>
              </a:extLst>
            </p:cNvPr>
            <p:cNvSpPr>
              <a:spLocks noChangeShapeType="1"/>
            </p:cNvSpPr>
            <p:nvPr userDrawn="1"/>
          </p:nvSpPr>
          <p:spPr bwMode="gray">
            <a:xfrm flipH="1" flipV="1">
              <a:off x="2665" y="1564"/>
              <a:ext cx="203"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0" name="Line 83">
              <a:extLst>
                <a:ext uri="{FF2B5EF4-FFF2-40B4-BE49-F238E27FC236}">
                  <a16:creationId xmlns:a16="http://schemas.microsoft.com/office/drawing/2014/main" id="{C42C7B38-29B0-66F4-49D2-9390E6FA5275}"/>
                </a:ext>
              </a:extLst>
            </p:cNvPr>
            <p:cNvSpPr>
              <a:spLocks noChangeShapeType="1"/>
            </p:cNvSpPr>
            <p:nvPr userDrawn="1"/>
          </p:nvSpPr>
          <p:spPr bwMode="gray">
            <a:xfrm flipV="1">
              <a:off x="2642" y="1539"/>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1" name="Line 84">
              <a:extLst>
                <a:ext uri="{FF2B5EF4-FFF2-40B4-BE49-F238E27FC236}">
                  <a16:creationId xmlns:a16="http://schemas.microsoft.com/office/drawing/2014/main" id="{BCDBFA29-23E4-6A05-E08C-015B86F0F741}"/>
                </a:ext>
              </a:extLst>
            </p:cNvPr>
            <p:cNvSpPr>
              <a:spLocks noChangeShapeType="1"/>
            </p:cNvSpPr>
            <p:nvPr userDrawn="1"/>
          </p:nvSpPr>
          <p:spPr bwMode="gray">
            <a:xfrm flipV="1">
              <a:off x="2880" y="1653"/>
              <a:ext cx="1"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2" name="Line 85">
              <a:extLst>
                <a:ext uri="{FF2B5EF4-FFF2-40B4-BE49-F238E27FC236}">
                  <a16:creationId xmlns:a16="http://schemas.microsoft.com/office/drawing/2014/main" id="{CA55AC70-1860-E4C3-40F3-6331D5D6B591}"/>
                </a:ext>
              </a:extLst>
            </p:cNvPr>
            <p:cNvSpPr>
              <a:spLocks noChangeShapeType="1"/>
            </p:cNvSpPr>
            <p:nvPr userDrawn="1"/>
          </p:nvSpPr>
          <p:spPr bwMode="gray">
            <a:xfrm flipV="1">
              <a:off x="2798" y="1721"/>
              <a:ext cx="161"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3" name="Line 86">
              <a:extLst>
                <a:ext uri="{FF2B5EF4-FFF2-40B4-BE49-F238E27FC236}">
                  <a16:creationId xmlns:a16="http://schemas.microsoft.com/office/drawing/2014/main" id="{1346E9C8-F21A-4260-9B62-C46C9CF639A0}"/>
                </a:ext>
              </a:extLst>
            </p:cNvPr>
            <p:cNvSpPr>
              <a:spLocks noChangeShapeType="1"/>
            </p:cNvSpPr>
            <p:nvPr userDrawn="1"/>
          </p:nvSpPr>
          <p:spPr bwMode="gray">
            <a:xfrm>
              <a:off x="2733" y="1506"/>
              <a:ext cx="11"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4" name="Line 87">
              <a:extLst>
                <a:ext uri="{FF2B5EF4-FFF2-40B4-BE49-F238E27FC236}">
                  <a16:creationId xmlns:a16="http://schemas.microsoft.com/office/drawing/2014/main" id="{20FBC1DB-F143-55DE-A698-228940BA67EA}"/>
                </a:ext>
              </a:extLst>
            </p:cNvPr>
            <p:cNvSpPr>
              <a:spLocks noChangeShapeType="1"/>
            </p:cNvSpPr>
            <p:nvPr userDrawn="1"/>
          </p:nvSpPr>
          <p:spPr bwMode="gray">
            <a:xfrm flipV="1">
              <a:off x="2744" y="1509"/>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5" name="Line 88">
              <a:extLst>
                <a:ext uri="{FF2B5EF4-FFF2-40B4-BE49-F238E27FC236}">
                  <a16:creationId xmlns:a16="http://schemas.microsoft.com/office/drawing/2014/main" id="{4E121750-67DC-245A-07BB-6A268006C2B9}"/>
                </a:ext>
              </a:extLst>
            </p:cNvPr>
            <p:cNvSpPr>
              <a:spLocks noChangeShapeType="1"/>
            </p:cNvSpPr>
            <p:nvPr userDrawn="1"/>
          </p:nvSpPr>
          <p:spPr bwMode="gray">
            <a:xfrm flipH="1" flipV="1">
              <a:off x="2452" y="1569"/>
              <a:ext cx="3" cy="25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6" name="Line 89">
              <a:extLst>
                <a:ext uri="{FF2B5EF4-FFF2-40B4-BE49-F238E27FC236}">
                  <a16:creationId xmlns:a16="http://schemas.microsoft.com/office/drawing/2014/main" id="{ACC3EFDC-7E11-44F7-C9FF-690DBBE25429}"/>
                </a:ext>
              </a:extLst>
            </p:cNvPr>
            <p:cNvSpPr>
              <a:spLocks noChangeShapeType="1"/>
            </p:cNvSpPr>
            <p:nvPr userDrawn="1"/>
          </p:nvSpPr>
          <p:spPr bwMode="gray">
            <a:xfrm>
              <a:off x="2142" y="1583"/>
              <a:ext cx="63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7" name="Line 90">
              <a:extLst>
                <a:ext uri="{FF2B5EF4-FFF2-40B4-BE49-F238E27FC236}">
                  <a16:creationId xmlns:a16="http://schemas.microsoft.com/office/drawing/2014/main" id="{DC14D508-A508-CED8-4DC0-D07CCB09F665}"/>
                </a:ext>
              </a:extLst>
            </p:cNvPr>
            <p:cNvSpPr>
              <a:spLocks noChangeShapeType="1"/>
            </p:cNvSpPr>
            <p:nvPr userDrawn="1"/>
          </p:nvSpPr>
          <p:spPr bwMode="gray">
            <a:xfrm flipV="1">
              <a:off x="2564" y="1609"/>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8" name="Line 91">
              <a:extLst>
                <a:ext uri="{FF2B5EF4-FFF2-40B4-BE49-F238E27FC236}">
                  <a16:creationId xmlns:a16="http://schemas.microsoft.com/office/drawing/2014/main" id="{EA917FC1-A44B-56FC-BEF9-46DEC97990BD}"/>
                </a:ext>
              </a:extLst>
            </p:cNvPr>
            <p:cNvSpPr>
              <a:spLocks noChangeShapeType="1"/>
            </p:cNvSpPr>
            <p:nvPr userDrawn="1"/>
          </p:nvSpPr>
          <p:spPr bwMode="gray">
            <a:xfrm flipH="1" flipV="1">
              <a:off x="2551" y="1606"/>
              <a:ext cx="13"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29" name="Line 92">
              <a:extLst>
                <a:ext uri="{FF2B5EF4-FFF2-40B4-BE49-F238E27FC236}">
                  <a16:creationId xmlns:a16="http://schemas.microsoft.com/office/drawing/2014/main" id="{405DEE21-35DA-CEDF-8028-842B05988023}"/>
                </a:ext>
              </a:extLst>
            </p:cNvPr>
            <p:cNvSpPr>
              <a:spLocks noChangeShapeType="1"/>
            </p:cNvSpPr>
            <p:nvPr userDrawn="1"/>
          </p:nvSpPr>
          <p:spPr bwMode="gray">
            <a:xfrm flipH="1" flipV="1">
              <a:off x="2354" y="1534"/>
              <a:ext cx="19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 name="Line 93">
              <a:extLst>
                <a:ext uri="{FF2B5EF4-FFF2-40B4-BE49-F238E27FC236}">
                  <a16:creationId xmlns:a16="http://schemas.microsoft.com/office/drawing/2014/main" id="{33184E0E-1529-23BA-3CBD-2160BC78673F}"/>
                </a:ext>
              </a:extLst>
            </p:cNvPr>
            <p:cNvSpPr>
              <a:spLocks noChangeShapeType="1"/>
            </p:cNvSpPr>
            <p:nvPr userDrawn="1"/>
          </p:nvSpPr>
          <p:spPr bwMode="gray">
            <a:xfrm flipH="1" flipV="1">
              <a:off x="2343" y="1530"/>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 name="Line 94">
              <a:extLst>
                <a:ext uri="{FF2B5EF4-FFF2-40B4-BE49-F238E27FC236}">
                  <a16:creationId xmlns:a16="http://schemas.microsoft.com/office/drawing/2014/main" id="{E10099A9-D352-5F7F-4841-BC94A955A306}"/>
                </a:ext>
              </a:extLst>
            </p:cNvPr>
            <p:cNvSpPr>
              <a:spLocks noChangeShapeType="1"/>
            </p:cNvSpPr>
            <p:nvPr userDrawn="1"/>
          </p:nvSpPr>
          <p:spPr bwMode="gray">
            <a:xfrm flipV="1">
              <a:off x="2343" y="153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 name="Line 95">
              <a:extLst>
                <a:ext uri="{FF2B5EF4-FFF2-40B4-BE49-F238E27FC236}">
                  <a16:creationId xmlns:a16="http://schemas.microsoft.com/office/drawing/2014/main" id="{06EB4CED-87E6-FEE2-96A3-F4FBDFDA01BD}"/>
                </a:ext>
              </a:extLst>
            </p:cNvPr>
            <p:cNvSpPr>
              <a:spLocks noChangeShapeType="1"/>
            </p:cNvSpPr>
            <p:nvPr userDrawn="1"/>
          </p:nvSpPr>
          <p:spPr bwMode="gray">
            <a:xfrm>
              <a:off x="2347" y="1770"/>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 name="Line 96">
              <a:extLst>
                <a:ext uri="{FF2B5EF4-FFF2-40B4-BE49-F238E27FC236}">
                  <a16:creationId xmlns:a16="http://schemas.microsoft.com/office/drawing/2014/main" id="{1F0339AB-5CFC-5806-0988-CBD3CC71BA0E}"/>
                </a:ext>
              </a:extLst>
            </p:cNvPr>
            <p:cNvSpPr>
              <a:spLocks noChangeShapeType="1"/>
            </p:cNvSpPr>
            <p:nvPr userDrawn="1"/>
          </p:nvSpPr>
          <p:spPr bwMode="gray">
            <a:xfrm>
              <a:off x="2347" y="178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 name="Line 97">
              <a:extLst>
                <a:ext uri="{FF2B5EF4-FFF2-40B4-BE49-F238E27FC236}">
                  <a16:creationId xmlns:a16="http://schemas.microsoft.com/office/drawing/2014/main" id="{1B0E28DE-C0F0-3B04-535D-2682B4653BEA}"/>
                </a:ext>
              </a:extLst>
            </p:cNvPr>
            <p:cNvSpPr>
              <a:spLocks noChangeShapeType="1"/>
            </p:cNvSpPr>
            <p:nvPr userDrawn="1"/>
          </p:nvSpPr>
          <p:spPr bwMode="gray">
            <a:xfrm>
              <a:off x="2359" y="1788"/>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 name="Line 98">
              <a:extLst>
                <a:ext uri="{FF2B5EF4-FFF2-40B4-BE49-F238E27FC236}">
                  <a16:creationId xmlns:a16="http://schemas.microsoft.com/office/drawing/2014/main" id="{7A602D1A-62DD-4BD3-A82D-45C7F94A19D1}"/>
                </a:ext>
              </a:extLst>
            </p:cNvPr>
            <p:cNvSpPr>
              <a:spLocks noChangeShapeType="1"/>
            </p:cNvSpPr>
            <p:nvPr userDrawn="1"/>
          </p:nvSpPr>
          <p:spPr bwMode="gray">
            <a:xfrm>
              <a:off x="2555" y="1861"/>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 name="Line 99">
              <a:extLst>
                <a:ext uri="{FF2B5EF4-FFF2-40B4-BE49-F238E27FC236}">
                  <a16:creationId xmlns:a16="http://schemas.microsoft.com/office/drawing/2014/main" id="{DC1A10D7-F77D-1739-9089-FA40E218C2E5}"/>
                </a:ext>
              </a:extLst>
            </p:cNvPr>
            <p:cNvSpPr>
              <a:spLocks noChangeShapeType="1"/>
            </p:cNvSpPr>
            <p:nvPr userDrawn="1"/>
          </p:nvSpPr>
          <p:spPr bwMode="gray">
            <a:xfrm>
              <a:off x="2565" y="185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 name="Line 100">
              <a:extLst>
                <a:ext uri="{FF2B5EF4-FFF2-40B4-BE49-F238E27FC236}">
                  <a16:creationId xmlns:a16="http://schemas.microsoft.com/office/drawing/2014/main" id="{6E008701-76CB-8C1B-16CB-50B840F03C24}"/>
                </a:ext>
              </a:extLst>
            </p:cNvPr>
            <p:cNvSpPr>
              <a:spLocks noChangeShapeType="1"/>
            </p:cNvSpPr>
            <p:nvPr userDrawn="1"/>
          </p:nvSpPr>
          <p:spPr bwMode="gray">
            <a:xfrm flipH="1" flipV="1">
              <a:off x="2656" y="1892"/>
              <a:ext cx="2" cy="1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 name="Line 101">
              <a:extLst>
                <a:ext uri="{FF2B5EF4-FFF2-40B4-BE49-F238E27FC236}">
                  <a16:creationId xmlns:a16="http://schemas.microsoft.com/office/drawing/2014/main" id="{0F7FA452-A476-B0F7-D450-F23C885B0557}"/>
                </a:ext>
              </a:extLst>
            </p:cNvPr>
            <p:cNvSpPr>
              <a:spLocks noChangeShapeType="1"/>
            </p:cNvSpPr>
            <p:nvPr userDrawn="1"/>
          </p:nvSpPr>
          <p:spPr bwMode="gray">
            <a:xfrm flipV="1">
              <a:off x="2576" y="1892"/>
              <a:ext cx="79"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 name="Line 102">
              <a:extLst>
                <a:ext uri="{FF2B5EF4-FFF2-40B4-BE49-F238E27FC236}">
                  <a16:creationId xmlns:a16="http://schemas.microsoft.com/office/drawing/2014/main" id="{589152C1-71DF-A466-A164-7EBB79CA985F}"/>
                </a:ext>
              </a:extLst>
            </p:cNvPr>
            <p:cNvSpPr>
              <a:spLocks noChangeShapeType="1"/>
            </p:cNvSpPr>
            <p:nvPr userDrawn="1"/>
          </p:nvSpPr>
          <p:spPr bwMode="gray">
            <a:xfrm flipH="1" flipV="1">
              <a:off x="2653" y="1312"/>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 name="Line 103">
              <a:extLst>
                <a:ext uri="{FF2B5EF4-FFF2-40B4-BE49-F238E27FC236}">
                  <a16:creationId xmlns:a16="http://schemas.microsoft.com/office/drawing/2014/main" id="{6AD1A4EB-67BE-7957-BB3D-BD5EB303488D}"/>
                </a:ext>
              </a:extLst>
            </p:cNvPr>
            <p:cNvSpPr>
              <a:spLocks noChangeShapeType="1"/>
            </p:cNvSpPr>
            <p:nvPr userDrawn="1"/>
          </p:nvSpPr>
          <p:spPr bwMode="gray">
            <a:xfrm flipV="1">
              <a:off x="2572" y="1434"/>
              <a:ext cx="163" cy="8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 name="Line 104">
              <a:extLst>
                <a:ext uri="{FF2B5EF4-FFF2-40B4-BE49-F238E27FC236}">
                  <a16:creationId xmlns:a16="http://schemas.microsoft.com/office/drawing/2014/main" id="{DC71BACC-5632-5E1B-B7DD-A493F5B561AA}"/>
                </a:ext>
              </a:extLst>
            </p:cNvPr>
            <p:cNvSpPr>
              <a:spLocks noChangeShapeType="1"/>
            </p:cNvSpPr>
            <p:nvPr userDrawn="1"/>
          </p:nvSpPr>
          <p:spPr bwMode="gray">
            <a:xfrm>
              <a:off x="2441" y="1228"/>
              <a:ext cx="200"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 name="Line 105">
              <a:extLst>
                <a:ext uri="{FF2B5EF4-FFF2-40B4-BE49-F238E27FC236}">
                  <a16:creationId xmlns:a16="http://schemas.microsoft.com/office/drawing/2014/main" id="{80F337A4-9AAF-6C6B-0144-592F6D6DEC3C}"/>
                </a:ext>
              </a:extLst>
            </p:cNvPr>
            <p:cNvSpPr>
              <a:spLocks noChangeShapeType="1"/>
            </p:cNvSpPr>
            <p:nvPr userDrawn="1"/>
          </p:nvSpPr>
          <p:spPr bwMode="gray">
            <a:xfrm flipH="1">
              <a:off x="2457" y="1219"/>
              <a:ext cx="166"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 name="Line 106">
              <a:extLst>
                <a:ext uri="{FF2B5EF4-FFF2-40B4-BE49-F238E27FC236}">
                  <a16:creationId xmlns:a16="http://schemas.microsoft.com/office/drawing/2014/main" id="{D1BB30E0-B674-8818-270C-31B1F42D4EAB}"/>
                </a:ext>
              </a:extLst>
            </p:cNvPr>
            <p:cNvSpPr>
              <a:spLocks noChangeShapeType="1"/>
            </p:cNvSpPr>
            <p:nvPr userDrawn="1"/>
          </p:nvSpPr>
          <p:spPr bwMode="gray">
            <a:xfrm>
              <a:off x="2359" y="1864"/>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 name="Line 107">
              <a:extLst>
                <a:ext uri="{FF2B5EF4-FFF2-40B4-BE49-F238E27FC236}">
                  <a16:creationId xmlns:a16="http://schemas.microsoft.com/office/drawing/2014/main" id="{3E263082-7607-FD92-FA12-532B234D064D}"/>
                </a:ext>
              </a:extLst>
            </p:cNvPr>
            <p:cNvSpPr>
              <a:spLocks noChangeShapeType="1"/>
            </p:cNvSpPr>
            <p:nvPr userDrawn="1"/>
          </p:nvSpPr>
          <p:spPr bwMode="gray">
            <a:xfrm>
              <a:off x="2455" y="1824"/>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 name="Line 108">
              <a:extLst>
                <a:ext uri="{FF2B5EF4-FFF2-40B4-BE49-F238E27FC236}">
                  <a16:creationId xmlns:a16="http://schemas.microsoft.com/office/drawing/2014/main" id="{065F7306-828E-699E-E6A0-F99DC153D532}"/>
                </a:ext>
              </a:extLst>
            </p:cNvPr>
            <p:cNvSpPr>
              <a:spLocks noChangeShapeType="1"/>
            </p:cNvSpPr>
            <p:nvPr userDrawn="1"/>
          </p:nvSpPr>
          <p:spPr bwMode="gray">
            <a:xfrm>
              <a:off x="2352" y="1454"/>
              <a:ext cx="199"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 name="Line 109">
              <a:extLst>
                <a:ext uri="{FF2B5EF4-FFF2-40B4-BE49-F238E27FC236}">
                  <a16:creationId xmlns:a16="http://schemas.microsoft.com/office/drawing/2014/main" id="{BE2202AC-894C-A82B-FA13-CA6EFA4B8B67}"/>
                </a:ext>
              </a:extLst>
            </p:cNvPr>
            <p:cNvSpPr>
              <a:spLocks noChangeShapeType="1"/>
            </p:cNvSpPr>
            <p:nvPr userDrawn="1"/>
          </p:nvSpPr>
          <p:spPr bwMode="gray">
            <a:xfrm>
              <a:off x="2448" y="1322"/>
              <a:ext cx="4"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 name="Line 110">
              <a:extLst>
                <a:ext uri="{FF2B5EF4-FFF2-40B4-BE49-F238E27FC236}">
                  <a16:creationId xmlns:a16="http://schemas.microsoft.com/office/drawing/2014/main" id="{3ECC899B-7121-8B39-AAD6-1B88CFFD0298}"/>
                </a:ext>
              </a:extLst>
            </p:cNvPr>
            <p:cNvSpPr>
              <a:spLocks noChangeShapeType="1"/>
            </p:cNvSpPr>
            <p:nvPr userDrawn="1"/>
          </p:nvSpPr>
          <p:spPr bwMode="gray">
            <a:xfrm flipV="1">
              <a:off x="3438" y="1167"/>
              <a:ext cx="32" cy="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8" name="Line 111">
              <a:extLst>
                <a:ext uri="{FF2B5EF4-FFF2-40B4-BE49-F238E27FC236}">
                  <a16:creationId xmlns:a16="http://schemas.microsoft.com/office/drawing/2014/main" id="{049D3289-496D-BBD4-7756-9D1FE92A5C20}"/>
                </a:ext>
              </a:extLst>
            </p:cNvPr>
            <p:cNvSpPr>
              <a:spLocks noChangeShapeType="1"/>
            </p:cNvSpPr>
            <p:nvPr userDrawn="1"/>
          </p:nvSpPr>
          <p:spPr bwMode="gray">
            <a:xfrm flipV="1">
              <a:off x="3548" y="1268"/>
              <a:ext cx="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9" name="Line 112">
              <a:extLst>
                <a:ext uri="{FF2B5EF4-FFF2-40B4-BE49-F238E27FC236}">
                  <a16:creationId xmlns:a16="http://schemas.microsoft.com/office/drawing/2014/main" id="{90ECE831-0E9D-A590-09D6-A4351380C6AA}"/>
                </a:ext>
              </a:extLst>
            </p:cNvPr>
            <p:cNvSpPr>
              <a:spLocks noChangeShapeType="1"/>
            </p:cNvSpPr>
            <p:nvPr userDrawn="1"/>
          </p:nvSpPr>
          <p:spPr bwMode="gray">
            <a:xfrm flipV="1">
              <a:off x="3599" y="1336"/>
              <a:ext cx="18"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0" name="Line 113">
              <a:extLst>
                <a:ext uri="{FF2B5EF4-FFF2-40B4-BE49-F238E27FC236}">
                  <a16:creationId xmlns:a16="http://schemas.microsoft.com/office/drawing/2014/main" id="{A407AA9D-A878-02E8-D19B-42481BB67697}"/>
                </a:ext>
              </a:extLst>
            </p:cNvPr>
            <p:cNvSpPr>
              <a:spLocks noChangeShapeType="1"/>
            </p:cNvSpPr>
            <p:nvPr userDrawn="1"/>
          </p:nvSpPr>
          <p:spPr bwMode="gray">
            <a:xfrm>
              <a:off x="3398" y="1139"/>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1" name="Line 114">
              <a:extLst>
                <a:ext uri="{FF2B5EF4-FFF2-40B4-BE49-F238E27FC236}">
                  <a16:creationId xmlns:a16="http://schemas.microsoft.com/office/drawing/2014/main" id="{FA3ABA6E-4308-7360-CCFD-2F0297636551}"/>
                </a:ext>
              </a:extLst>
            </p:cNvPr>
            <p:cNvSpPr>
              <a:spLocks noChangeShapeType="1"/>
            </p:cNvSpPr>
            <p:nvPr userDrawn="1"/>
          </p:nvSpPr>
          <p:spPr bwMode="gray">
            <a:xfrm flipV="1">
              <a:off x="3408" y="1142"/>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2" name="Line 115">
              <a:extLst>
                <a:ext uri="{FF2B5EF4-FFF2-40B4-BE49-F238E27FC236}">
                  <a16:creationId xmlns:a16="http://schemas.microsoft.com/office/drawing/2014/main" id="{C2FB972C-3AE0-7DDB-071E-4E5F91462304}"/>
                </a:ext>
              </a:extLst>
            </p:cNvPr>
            <p:cNvSpPr>
              <a:spLocks noChangeShapeType="1"/>
            </p:cNvSpPr>
            <p:nvPr userDrawn="1"/>
          </p:nvSpPr>
          <p:spPr bwMode="gray">
            <a:xfrm flipV="1">
              <a:off x="3139" y="1224"/>
              <a:ext cx="4" cy="2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3" name="Line 116">
              <a:extLst>
                <a:ext uri="{FF2B5EF4-FFF2-40B4-BE49-F238E27FC236}">
                  <a16:creationId xmlns:a16="http://schemas.microsoft.com/office/drawing/2014/main" id="{54EE8A4D-010A-0522-BCB6-1463CB18F3C7}"/>
                </a:ext>
              </a:extLst>
            </p:cNvPr>
            <p:cNvSpPr>
              <a:spLocks noChangeShapeType="1"/>
            </p:cNvSpPr>
            <p:nvPr userDrawn="1"/>
          </p:nvSpPr>
          <p:spPr bwMode="gray">
            <a:xfrm>
              <a:off x="3034" y="138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4" name="Line 117">
              <a:extLst>
                <a:ext uri="{FF2B5EF4-FFF2-40B4-BE49-F238E27FC236}">
                  <a16:creationId xmlns:a16="http://schemas.microsoft.com/office/drawing/2014/main" id="{4AC13079-638A-39E2-7A67-DEA64EAC08D1}"/>
                </a:ext>
              </a:extLst>
            </p:cNvPr>
            <p:cNvSpPr>
              <a:spLocks noChangeShapeType="1"/>
            </p:cNvSpPr>
            <p:nvPr userDrawn="1"/>
          </p:nvSpPr>
          <p:spPr bwMode="gray">
            <a:xfrm>
              <a:off x="3034" y="1401"/>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5" name="Line 118">
              <a:extLst>
                <a:ext uri="{FF2B5EF4-FFF2-40B4-BE49-F238E27FC236}">
                  <a16:creationId xmlns:a16="http://schemas.microsoft.com/office/drawing/2014/main" id="{1E37B929-0C70-7952-DE89-25A2E8C805AD}"/>
                </a:ext>
              </a:extLst>
            </p:cNvPr>
            <p:cNvSpPr>
              <a:spLocks noChangeShapeType="1"/>
            </p:cNvSpPr>
            <p:nvPr userDrawn="1"/>
          </p:nvSpPr>
          <p:spPr bwMode="gray">
            <a:xfrm flipV="1">
              <a:off x="3331" y="952"/>
              <a:ext cx="4" cy="19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6" name="Line 119">
              <a:extLst>
                <a:ext uri="{FF2B5EF4-FFF2-40B4-BE49-F238E27FC236}">
                  <a16:creationId xmlns:a16="http://schemas.microsoft.com/office/drawing/2014/main" id="{E41AB86C-27D7-84F1-6F55-BF7C482745B5}"/>
                </a:ext>
              </a:extLst>
            </p:cNvPr>
            <p:cNvSpPr>
              <a:spLocks noChangeShapeType="1"/>
            </p:cNvSpPr>
            <p:nvPr userDrawn="1"/>
          </p:nvSpPr>
          <p:spPr bwMode="gray">
            <a:xfrm flipV="1">
              <a:off x="3309" y="1070"/>
              <a:ext cx="94"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7" name="Line 120">
              <a:extLst>
                <a:ext uri="{FF2B5EF4-FFF2-40B4-BE49-F238E27FC236}">
                  <a16:creationId xmlns:a16="http://schemas.microsoft.com/office/drawing/2014/main" id="{349073F0-0B1B-6DFF-3B8D-DB6CF77D1AFD}"/>
                </a:ext>
              </a:extLst>
            </p:cNvPr>
            <p:cNvSpPr>
              <a:spLocks noChangeShapeType="1"/>
            </p:cNvSpPr>
            <p:nvPr userDrawn="1"/>
          </p:nvSpPr>
          <p:spPr bwMode="gray">
            <a:xfrm flipH="1">
              <a:off x="3284" y="86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8" name="Line 121">
              <a:extLst>
                <a:ext uri="{FF2B5EF4-FFF2-40B4-BE49-F238E27FC236}">
                  <a16:creationId xmlns:a16="http://schemas.microsoft.com/office/drawing/2014/main" id="{557DD438-7764-4858-DD83-9F71DC70C73F}"/>
                </a:ext>
              </a:extLst>
            </p:cNvPr>
            <p:cNvSpPr>
              <a:spLocks noChangeShapeType="1"/>
            </p:cNvSpPr>
            <p:nvPr userDrawn="1"/>
          </p:nvSpPr>
          <p:spPr bwMode="gray">
            <a:xfrm>
              <a:off x="3043" y="1478"/>
              <a:ext cx="82" cy="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59" name="Line 122">
              <a:extLst>
                <a:ext uri="{FF2B5EF4-FFF2-40B4-BE49-F238E27FC236}">
                  <a16:creationId xmlns:a16="http://schemas.microsoft.com/office/drawing/2014/main" id="{367978C8-E3D1-3321-45DC-87D44037EDD3}"/>
                </a:ext>
              </a:extLst>
            </p:cNvPr>
            <p:cNvSpPr>
              <a:spLocks noChangeShapeType="1"/>
            </p:cNvSpPr>
            <p:nvPr userDrawn="1"/>
          </p:nvSpPr>
          <p:spPr bwMode="gray">
            <a:xfrm flipH="1" flipV="1">
              <a:off x="3045" y="1405"/>
              <a:ext cx="105"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60" name="Line 123">
              <a:extLst>
                <a:ext uri="{FF2B5EF4-FFF2-40B4-BE49-F238E27FC236}">
                  <a16:creationId xmlns:a16="http://schemas.microsoft.com/office/drawing/2014/main" id="{439DCFAF-41F8-6215-14FE-B462A82801B2}"/>
                </a:ext>
              </a:extLst>
            </p:cNvPr>
            <p:cNvSpPr>
              <a:spLocks noChangeShapeType="1"/>
            </p:cNvSpPr>
            <p:nvPr userDrawn="1"/>
          </p:nvSpPr>
          <p:spPr bwMode="gray">
            <a:xfrm flipH="1">
              <a:off x="3534" y="1342"/>
              <a:ext cx="42" cy="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61" name="Line 124">
              <a:extLst>
                <a:ext uri="{FF2B5EF4-FFF2-40B4-BE49-F238E27FC236}">
                  <a16:creationId xmlns:a16="http://schemas.microsoft.com/office/drawing/2014/main" id="{08F4B930-746E-9277-0AA1-D106AA423003}"/>
                </a:ext>
              </a:extLst>
            </p:cNvPr>
            <p:cNvSpPr>
              <a:spLocks noChangeShapeType="1"/>
            </p:cNvSpPr>
            <p:nvPr userDrawn="1"/>
          </p:nvSpPr>
          <p:spPr bwMode="gray">
            <a:xfrm flipH="1" flipV="1">
              <a:off x="3533" y="1420"/>
              <a:ext cx="43"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62" name="Line 125">
              <a:extLst>
                <a:ext uri="{FF2B5EF4-FFF2-40B4-BE49-F238E27FC236}">
                  <a16:creationId xmlns:a16="http://schemas.microsoft.com/office/drawing/2014/main" id="{CF565192-455F-5481-D77E-142CF08B90AD}"/>
                </a:ext>
              </a:extLst>
            </p:cNvPr>
            <p:cNvSpPr>
              <a:spLocks noChangeShapeType="1"/>
            </p:cNvSpPr>
            <p:nvPr userDrawn="1"/>
          </p:nvSpPr>
          <p:spPr bwMode="gray">
            <a:xfrm flipV="1">
              <a:off x="3143" y="1488"/>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63" name="Line 126">
              <a:extLst>
                <a:ext uri="{FF2B5EF4-FFF2-40B4-BE49-F238E27FC236}">
                  <a16:creationId xmlns:a16="http://schemas.microsoft.com/office/drawing/2014/main" id="{347B3209-F0E9-EC39-FCF0-3F05892D2868}"/>
                </a:ext>
              </a:extLst>
            </p:cNvPr>
            <p:cNvSpPr>
              <a:spLocks noChangeShapeType="1"/>
            </p:cNvSpPr>
            <p:nvPr userDrawn="1"/>
          </p:nvSpPr>
          <p:spPr bwMode="gray">
            <a:xfrm flipV="1">
              <a:off x="3143" y="1485"/>
              <a:ext cx="8"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72" name="Line 127">
              <a:extLst>
                <a:ext uri="{FF2B5EF4-FFF2-40B4-BE49-F238E27FC236}">
                  <a16:creationId xmlns:a16="http://schemas.microsoft.com/office/drawing/2014/main" id="{A8030671-60A7-EAD0-57A3-52828CDCB613}"/>
                </a:ext>
              </a:extLst>
            </p:cNvPr>
            <p:cNvSpPr>
              <a:spLocks noChangeShapeType="1"/>
            </p:cNvSpPr>
            <p:nvPr userDrawn="1"/>
          </p:nvSpPr>
          <p:spPr bwMode="gray">
            <a:xfrm>
              <a:off x="2980" y="1721"/>
              <a:ext cx="20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73" name="Line 128">
              <a:extLst>
                <a:ext uri="{FF2B5EF4-FFF2-40B4-BE49-F238E27FC236}">
                  <a16:creationId xmlns:a16="http://schemas.microsoft.com/office/drawing/2014/main" id="{90EBDF3A-E8BF-3F91-78F4-6BAADAF8A654}"/>
                </a:ext>
              </a:extLst>
            </p:cNvPr>
            <p:cNvSpPr>
              <a:spLocks noChangeShapeType="1"/>
            </p:cNvSpPr>
            <p:nvPr userDrawn="1"/>
          </p:nvSpPr>
          <p:spPr bwMode="gray">
            <a:xfrm flipV="1">
              <a:off x="3207" y="1502"/>
              <a:ext cx="478" cy="2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76" name="Line 129">
              <a:extLst>
                <a:ext uri="{FF2B5EF4-FFF2-40B4-BE49-F238E27FC236}">
                  <a16:creationId xmlns:a16="http://schemas.microsoft.com/office/drawing/2014/main" id="{348BC7C7-93CA-95DA-0F59-C513C5D7B7EA}"/>
                </a:ext>
              </a:extLst>
            </p:cNvPr>
            <p:cNvSpPr>
              <a:spLocks noChangeShapeType="1"/>
            </p:cNvSpPr>
            <p:nvPr userDrawn="1"/>
          </p:nvSpPr>
          <p:spPr bwMode="gray">
            <a:xfrm flipV="1">
              <a:off x="3538" y="1469"/>
              <a:ext cx="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77" name="Line 130">
              <a:extLst>
                <a:ext uri="{FF2B5EF4-FFF2-40B4-BE49-F238E27FC236}">
                  <a16:creationId xmlns:a16="http://schemas.microsoft.com/office/drawing/2014/main" id="{532BDADB-AF9E-2AF5-7479-A4052D9D018A}"/>
                </a:ext>
              </a:extLst>
            </p:cNvPr>
            <p:cNvSpPr>
              <a:spLocks noChangeShapeType="1"/>
            </p:cNvSpPr>
            <p:nvPr userDrawn="1"/>
          </p:nvSpPr>
          <p:spPr bwMode="gray">
            <a:xfrm flipH="1">
              <a:off x="3529" y="1469"/>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78" name="Line 131">
              <a:extLst>
                <a:ext uri="{FF2B5EF4-FFF2-40B4-BE49-F238E27FC236}">
                  <a16:creationId xmlns:a16="http://schemas.microsoft.com/office/drawing/2014/main" id="{9BBD253C-AD12-7DF9-DD4C-284FE27F2797}"/>
                </a:ext>
              </a:extLst>
            </p:cNvPr>
            <p:cNvSpPr>
              <a:spLocks noChangeShapeType="1"/>
            </p:cNvSpPr>
            <p:nvPr userDrawn="1"/>
          </p:nvSpPr>
          <p:spPr bwMode="gray">
            <a:xfrm flipH="1">
              <a:off x="3380" y="1474"/>
              <a:ext cx="149"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79" name="Line 132">
              <a:extLst>
                <a:ext uri="{FF2B5EF4-FFF2-40B4-BE49-F238E27FC236}">
                  <a16:creationId xmlns:a16="http://schemas.microsoft.com/office/drawing/2014/main" id="{59DC51A0-CF21-7097-55CE-0E38595986F0}"/>
                </a:ext>
              </a:extLst>
            </p:cNvPr>
            <p:cNvSpPr>
              <a:spLocks noChangeShapeType="1"/>
            </p:cNvSpPr>
            <p:nvPr userDrawn="1"/>
          </p:nvSpPr>
          <p:spPr bwMode="gray">
            <a:xfrm flipH="1">
              <a:off x="3372" y="1562"/>
              <a:ext cx="8"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0" name="Line 133">
              <a:extLst>
                <a:ext uri="{FF2B5EF4-FFF2-40B4-BE49-F238E27FC236}">
                  <a16:creationId xmlns:a16="http://schemas.microsoft.com/office/drawing/2014/main" id="{789981C0-6BC8-9266-1C0A-561FCB6EC6FC}"/>
                </a:ext>
              </a:extLst>
            </p:cNvPr>
            <p:cNvSpPr>
              <a:spLocks noChangeShapeType="1"/>
            </p:cNvSpPr>
            <p:nvPr userDrawn="1"/>
          </p:nvSpPr>
          <p:spPr bwMode="gray">
            <a:xfrm flipV="1">
              <a:off x="3372" y="156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1" name="Line 134">
              <a:extLst>
                <a:ext uri="{FF2B5EF4-FFF2-40B4-BE49-F238E27FC236}">
                  <a16:creationId xmlns:a16="http://schemas.microsoft.com/office/drawing/2014/main" id="{691D4ED7-EB3E-65EC-ED3C-E160E299E388}"/>
                </a:ext>
              </a:extLst>
            </p:cNvPr>
            <p:cNvSpPr>
              <a:spLocks noChangeShapeType="1"/>
            </p:cNvSpPr>
            <p:nvPr userDrawn="1"/>
          </p:nvSpPr>
          <p:spPr bwMode="gray">
            <a:xfrm>
              <a:off x="3366" y="1810"/>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2" name="Line 135">
              <a:extLst>
                <a:ext uri="{FF2B5EF4-FFF2-40B4-BE49-F238E27FC236}">
                  <a16:creationId xmlns:a16="http://schemas.microsoft.com/office/drawing/2014/main" id="{FABD81D3-1D70-ACE2-55B4-ABD14651A26A}"/>
                </a:ext>
              </a:extLst>
            </p:cNvPr>
            <p:cNvSpPr>
              <a:spLocks noChangeShapeType="1"/>
            </p:cNvSpPr>
            <p:nvPr userDrawn="1"/>
          </p:nvSpPr>
          <p:spPr bwMode="gray">
            <a:xfrm flipV="1">
              <a:off x="3366" y="1817"/>
              <a:ext cx="7" cy="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3" name="Line 136">
              <a:extLst>
                <a:ext uri="{FF2B5EF4-FFF2-40B4-BE49-F238E27FC236}">
                  <a16:creationId xmlns:a16="http://schemas.microsoft.com/office/drawing/2014/main" id="{9B05EDF5-5726-79EC-4686-00CC27B6FEF0}"/>
                </a:ext>
              </a:extLst>
            </p:cNvPr>
            <p:cNvSpPr>
              <a:spLocks noChangeShapeType="1"/>
            </p:cNvSpPr>
            <p:nvPr userDrawn="1"/>
          </p:nvSpPr>
          <p:spPr bwMode="gray">
            <a:xfrm flipV="1">
              <a:off x="3373" y="1725"/>
              <a:ext cx="149"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4" name="Line 137">
              <a:extLst>
                <a:ext uri="{FF2B5EF4-FFF2-40B4-BE49-F238E27FC236}">
                  <a16:creationId xmlns:a16="http://schemas.microsoft.com/office/drawing/2014/main" id="{248BDFEB-0C4C-CD14-A7D8-396DAD04A45F}"/>
                </a:ext>
              </a:extLst>
            </p:cNvPr>
            <p:cNvSpPr>
              <a:spLocks noChangeShapeType="1"/>
            </p:cNvSpPr>
            <p:nvPr userDrawn="1"/>
          </p:nvSpPr>
          <p:spPr bwMode="gray">
            <a:xfrm flipV="1">
              <a:off x="3522" y="1721"/>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5" name="Line 138">
              <a:extLst>
                <a:ext uri="{FF2B5EF4-FFF2-40B4-BE49-F238E27FC236}">
                  <a16:creationId xmlns:a16="http://schemas.microsoft.com/office/drawing/2014/main" id="{E68DBB5D-E2D4-467C-6339-907DBCD09C72}"/>
                </a:ext>
              </a:extLst>
            </p:cNvPr>
            <p:cNvSpPr>
              <a:spLocks noChangeShapeType="1"/>
            </p:cNvSpPr>
            <p:nvPr userDrawn="1"/>
          </p:nvSpPr>
          <p:spPr bwMode="gray">
            <a:xfrm>
              <a:off x="3531" y="1707"/>
              <a:ext cx="1"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6" name="Line 139">
              <a:extLst>
                <a:ext uri="{FF2B5EF4-FFF2-40B4-BE49-F238E27FC236}">
                  <a16:creationId xmlns:a16="http://schemas.microsoft.com/office/drawing/2014/main" id="{F2E50782-E3EB-263A-A558-9C7315FC038F}"/>
                </a:ext>
              </a:extLst>
            </p:cNvPr>
            <p:cNvSpPr>
              <a:spLocks noChangeShapeType="1"/>
            </p:cNvSpPr>
            <p:nvPr userDrawn="1"/>
          </p:nvSpPr>
          <p:spPr bwMode="gray">
            <a:xfrm flipH="1" flipV="1">
              <a:off x="3279" y="1870"/>
              <a:ext cx="73" cy="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7" name="Line 140">
              <a:extLst>
                <a:ext uri="{FF2B5EF4-FFF2-40B4-BE49-F238E27FC236}">
                  <a16:creationId xmlns:a16="http://schemas.microsoft.com/office/drawing/2014/main" id="{2356DE72-4570-C407-DEDC-79688FBD194E}"/>
                </a:ext>
              </a:extLst>
            </p:cNvPr>
            <p:cNvSpPr>
              <a:spLocks noChangeShapeType="1"/>
            </p:cNvSpPr>
            <p:nvPr userDrawn="1"/>
          </p:nvSpPr>
          <p:spPr bwMode="gray">
            <a:xfrm flipV="1">
              <a:off x="3256" y="1282"/>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8" name="Line 141">
              <a:extLst>
                <a:ext uri="{FF2B5EF4-FFF2-40B4-BE49-F238E27FC236}">
                  <a16:creationId xmlns:a16="http://schemas.microsoft.com/office/drawing/2014/main" id="{2ECB3F9C-C8AD-6C93-8C2D-F18B9FA2F967}"/>
                </a:ext>
              </a:extLst>
            </p:cNvPr>
            <p:cNvSpPr>
              <a:spLocks noChangeShapeType="1"/>
            </p:cNvSpPr>
            <p:nvPr userDrawn="1"/>
          </p:nvSpPr>
          <p:spPr bwMode="gray">
            <a:xfrm flipH="1" flipV="1">
              <a:off x="3155" y="1413"/>
              <a:ext cx="208"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89" name="Line 142">
              <a:extLst>
                <a:ext uri="{FF2B5EF4-FFF2-40B4-BE49-F238E27FC236}">
                  <a16:creationId xmlns:a16="http://schemas.microsoft.com/office/drawing/2014/main" id="{631328E8-A4E6-250A-6266-CB126606372D}"/>
                </a:ext>
              </a:extLst>
            </p:cNvPr>
            <p:cNvSpPr>
              <a:spLocks noChangeShapeType="1"/>
            </p:cNvSpPr>
            <p:nvPr userDrawn="1"/>
          </p:nvSpPr>
          <p:spPr bwMode="gray">
            <a:xfrm flipV="1">
              <a:off x="3270" y="1181"/>
              <a:ext cx="151"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0" name="Line 143">
              <a:extLst>
                <a:ext uri="{FF2B5EF4-FFF2-40B4-BE49-F238E27FC236}">
                  <a16:creationId xmlns:a16="http://schemas.microsoft.com/office/drawing/2014/main" id="{350DD932-F23C-F895-D608-E22B57185A7C}"/>
                </a:ext>
              </a:extLst>
            </p:cNvPr>
            <p:cNvSpPr>
              <a:spLocks noChangeShapeType="1"/>
            </p:cNvSpPr>
            <p:nvPr userDrawn="1"/>
          </p:nvSpPr>
          <p:spPr bwMode="gray">
            <a:xfrm>
              <a:off x="3242" y="1189"/>
              <a:ext cx="208"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1" name="Line 144">
              <a:extLst>
                <a:ext uri="{FF2B5EF4-FFF2-40B4-BE49-F238E27FC236}">
                  <a16:creationId xmlns:a16="http://schemas.microsoft.com/office/drawing/2014/main" id="{B71C70A0-A010-296A-079D-CC3B8A4DEB00}"/>
                </a:ext>
              </a:extLst>
            </p:cNvPr>
            <p:cNvSpPr>
              <a:spLocks noChangeShapeType="1"/>
            </p:cNvSpPr>
            <p:nvPr userDrawn="1"/>
          </p:nvSpPr>
          <p:spPr bwMode="gray">
            <a:xfrm flipV="1">
              <a:off x="3372" y="1803"/>
              <a:ext cx="148"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2" name="Line 145">
              <a:extLst>
                <a:ext uri="{FF2B5EF4-FFF2-40B4-BE49-F238E27FC236}">
                  <a16:creationId xmlns:a16="http://schemas.microsoft.com/office/drawing/2014/main" id="{774C4F72-DC7C-DCC0-1FF4-EC3AAA1853BA}"/>
                </a:ext>
              </a:extLst>
            </p:cNvPr>
            <p:cNvSpPr>
              <a:spLocks noChangeShapeType="1"/>
            </p:cNvSpPr>
            <p:nvPr userDrawn="1"/>
          </p:nvSpPr>
          <p:spPr bwMode="gray">
            <a:xfrm flipH="1">
              <a:off x="3442" y="1770"/>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3" name="Line 146">
              <a:extLst>
                <a:ext uri="{FF2B5EF4-FFF2-40B4-BE49-F238E27FC236}">
                  <a16:creationId xmlns:a16="http://schemas.microsoft.com/office/drawing/2014/main" id="{0BDEE11A-92CA-6C0D-539A-49D5739B6B8D}"/>
                </a:ext>
              </a:extLst>
            </p:cNvPr>
            <p:cNvSpPr>
              <a:spLocks noChangeShapeType="1"/>
            </p:cNvSpPr>
            <p:nvPr userDrawn="1"/>
          </p:nvSpPr>
          <p:spPr bwMode="gray">
            <a:xfrm flipV="1">
              <a:off x="3382" y="1394"/>
              <a:ext cx="151"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4" name="Line 147">
              <a:extLst>
                <a:ext uri="{FF2B5EF4-FFF2-40B4-BE49-F238E27FC236}">
                  <a16:creationId xmlns:a16="http://schemas.microsoft.com/office/drawing/2014/main" id="{6D459CB5-F2A6-F3CD-4BFF-724CDE7871F6}"/>
                </a:ext>
              </a:extLst>
            </p:cNvPr>
            <p:cNvSpPr>
              <a:spLocks noChangeShapeType="1"/>
            </p:cNvSpPr>
            <p:nvPr userDrawn="1"/>
          </p:nvSpPr>
          <p:spPr bwMode="gray">
            <a:xfrm flipH="1" flipV="1">
              <a:off x="2380" y="995"/>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5" name="Line 148">
              <a:extLst>
                <a:ext uri="{FF2B5EF4-FFF2-40B4-BE49-F238E27FC236}">
                  <a16:creationId xmlns:a16="http://schemas.microsoft.com/office/drawing/2014/main" id="{78909284-5310-819E-5CD4-59AC7D12DE8B}"/>
                </a:ext>
              </a:extLst>
            </p:cNvPr>
            <p:cNvSpPr>
              <a:spLocks noChangeShapeType="1"/>
            </p:cNvSpPr>
            <p:nvPr userDrawn="1"/>
          </p:nvSpPr>
          <p:spPr bwMode="gray">
            <a:xfrm flipH="1" flipV="1">
              <a:off x="2291" y="1123"/>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6" name="Line 149">
              <a:extLst>
                <a:ext uri="{FF2B5EF4-FFF2-40B4-BE49-F238E27FC236}">
                  <a16:creationId xmlns:a16="http://schemas.microsoft.com/office/drawing/2014/main" id="{212DF126-243E-C0FE-00ED-C319A0F55DD8}"/>
                </a:ext>
              </a:extLst>
            </p:cNvPr>
            <p:cNvSpPr>
              <a:spLocks noChangeShapeType="1"/>
            </p:cNvSpPr>
            <p:nvPr userDrawn="1"/>
          </p:nvSpPr>
          <p:spPr bwMode="gray">
            <a:xfrm flipV="1">
              <a:off x="2282" y="1196"/>
              <a:ext cx="1" cy="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7" name="Line 150">
              <a:extLst>
                <a:ext uri="{FF2B5EF4-FFF2-40B4-BE49-F238E27FC236}">
                  <a16:creationId xmlns:a16="http://schemas.microsoft.com/office/drawing/2014/main" id="{DDB53BB4-57A9-7853-8E98-2BD5D95ED006}"/>
                </a:ext>
              </a:extLst>
            </p:cNvPr>
            <p:cNvSpPr>
              <a:spLocks noChangeShapeType="1"/>
            </p:cNvSpPr>
            <p:nvPr userDrawn="1"/>
          </p:nvSpPr>
          <p:spPr bwMode="gray">
            <a:xfrm flipH="1">
              <a:off x="2282" y="119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8" name="Line 151">
              <a:extLst>
                <a:ext uri="{FF2B5EF4-FFF2-40B4-BE49-F238E27FC236}">
                  <a16:creationId xmlns:a16="http://schemas.microsoft.com/office/drawing/2014/main" id="{F515DD8E-6DA4-EE65-1BF9-26B848BDD28F}"/>
                </a:ext>
              </a:extLst>
            </p:cNvPr>
            <p:cNvSpPr>
              <a:spLocks noChangeShapeType="1"/>
            </p:cNvSpPr>
            <p:nvPr userDrawn="1"/>
          </p:nvSpPr>
          <p:spPr bwMode="gray">
            <a:xfrm flipV="1">
              <a:off x="2389" y="929"/>
              <a:ext cx="101"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099" name="Line 152">
              <a:extLst>
                <a:ext uri="{FF2B5EF4-FFF2-40B4-BE49-F238E27FC236}">
                  <a16:creationId xmlns:a16="http://schemas.microsoft.com/office/drawing/2014/main" id="{62775940-313B-D49A-7EE1-474E275F32F0}"/>
                </a:ext>
              </a:extLst>
            </p:cNvPr>
            <p:cNvSpPr>
              <a:spLocks noChangeShapeType="1"/>
            </p:cNvSpPr>
            <p:nvPr userDrawn="1"/>
          </p:nvSpPr>
          <p:spPr bwMode="gray">
            <a:xfrm>
              <a:off x="2375" y="910"/>
              <a:ext cx="115" cy="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0" name="Line 153">
              <a:extLst>
                <a:ext uri="{FF2B5EF4-FFF2-40B4-BE49-F238E27FC236}">
                  <a16:creationId xmlns:a16="http://schemas.microsoft.com/office/drawing/2014/main" id="{16B7F3EE-D155-6575-4761-90C86F339E15}"/>
                </a:ext>
              </a:extLst>
            </p:cNvPr>
            <p:cNvSpPr>
              <a:spLocks noChangeShapeType="1"/>
            </p:cNvSpPr>
            <p:nvPr userDrawn="1"/>
          </p:nvSpPr>
          <p:spPr bwMode="gray">
            <a:xfrm>
              <a:off x="2926" y="2031"/>
              <a:ext cx="19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1" name="Line 154">
              <a:extLst>
                <a:ext uri="{FF2B5EF4-FFF2-40B4-BE49-F238E27FC236}">
                  <a16:creationId xmlns:a16="http://schemas.microsoft.com/office/drawing/2014/main" id="{4B36F907-4BE3-A209-7D47-5187F88229A4}"/>
                </a:ext>
              </a:extLst>
            </p:cNvPr>
            <p:cNvSpPr>
              <a:spLocks noChangeShapeType="1"/>
            </p:cNvSpPr>
            <p:nvPr userDrawn="1"/>
          </p:nvSpPr>
          <p:spPr bwMode="gray">
            <a:xfrm flipV="1">
              <a:off x="2982" y="1943"/>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2" name="Line 155">
              <a:extLst>
                <a:ext uri="{FF2B5EF4-FFF2-40B4-BE49-F238E27FC236}">
                  <a16:creationId xmlns:a16="http://schemas.microsoft.com/office/drawing/2014/main" id="{1C8A88D7-8023-36B6-AD95-BC4B231E4526}"/>
                </a:ext>
              </a:extLst>
            </p:cNvPr>
            <p:cNvSpPr>
              <a:spLocks noChangeShapeType="1"/>
            </p:cNvSpPr>
            <p:nvPr userDrawn="1"/>
          </p:nvSpPr>
          <p:spPr bwMode="gray">
            <a:xfrm>
              <a:off x="2905" y="1903"/>
              <a:ext cx="12"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3" name="Line 156">
              <a:extLst>
                <a:ext uri="{FF2B5EF4-FFF2-40B4-BE49-F238E27FC236}">
                  <a16:creationId xmlns:a16="http://schemas.microsoft.com/office/drawing/2014/main" id="{644E51AD-4833-58E8-7273-F04E917095F9}"/>
                </a:ext>
              </a:extLst>
            </p:cNvPr>
            <p:cNvSpPr>
              <a:spLocks noChangeShapeType="1"/>
            </p:cNvSpPr>
            <p:nvPr userDrawn="1"/>
          </p:nvSpPr>
          <p:spPr bwMode="gray">
            <a:xfrm flipH="1">
              <a:off x="2917" y="1901"/>
              <a:ext cx="7"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4" name="Line 157">
              <a:extLst>
                <a:ext uri="{FF2B5EF4-FFF2-40B4-BE49-F238E27FC236}">
                  <a16:creationId xmlns:a16="http://schemas.microsoft.com/office/drawing/2014/main" id="{D07E7009-D157-58FA-F612-BB2B950633EC}"/>
                </a:ext>
              </a:extLst>
            </p:cNvPr>
            <p:cNvSpPr>
              <a:spLocks noChangeShapeType="1"/>
            </p:cNvSpPr>
            <p:nvPr userDrawn="1"/>
          </p:nvSpPr>
          <p:spPr bwMode="gray">
            <a:xfrm flipV="1">
              <a:off x="3143" y="2029"/>
              <a:ext cx="11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5" name="Line 158">
              <a:extLst>
                <a:ext uri="{FF2B5EF4-FFF2-40B4-BE49-F238E27FC236}">
                  <a16:creationId xmlns:a16="http://schemas.microsoft.com/office/drawing/2014/main" id="{E085EC96-FBD8-E13C-F4B7-A9CFE3638168}"/>
                </a:ext>
              </a:extLst>
            </p:cNvPr>
            <p:cNvSpPr>
              <a:spLocks noChangeShapeType="1"/>
            </p:cNvSpPr>
            <p:nvPr userDrawn="1"/>
          </p:nvSpPr>
          <p:spPr bwMode="gray">
            <a:xfrm flipH="1">
              <a:off x="3214" y="2011"/>
              <a:ext cx="2" cy="15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6" name="Line 159">
              <a:extLst>
                <a:ext uri="{FF2B5EF4-FFF2-40B4-BE49-F238E27FC236}">
                  <a16:creationId xmlns:a16="http://schemas.microsoft.com/office/drawing/2014/main" id="{AF6A3FC8-D69B-518B-AAF9-AA83DABD42F2}"/>
                </a:ext>
              </a:extLst>
            </p:cNvPr>
            <p:cNvSpPr>
              <a:spLocks noChangeShapeType="1"/>
            </p:cNvSpPr>
            <p:nvPr userDrawn="1"/>
          </p:nvSpPr>
          <p:spPr bwMode="gray">
            <a:xfrm flipH="1">
              <a:off x="2915" y="2141"/>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7" name="Line 160">
              <a:extLst>
                <a:ext uri="{FF2B5EF4-FFF2-40B4-BE49-F238E27FC236}">
                  <a16:creationId xmlns:a16="http://schemas.microsoft.com/office/drawing/2014/main" id="{781B7BE3-B8AF-9D70-9395-5463B4061362}"/>
                </a:ext>
              </a:extLst>
            </p:cNvPr>
            <p:cNvSpPr>
              <a:spLocks noChangeShapeType="1"/>
            </p:cNvSpPr>
            <p:nvPr userDrawn="1"/>
          </p:nvSpPr>
          <p:spPr bwMode="gray">
            <a:xfrm flipH="1" flipV="1">
              <a:off x="2905" y="214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8" name="Line 161">
              <a:extLst>
                <a:ext uri="{FF2B5EF4-FFF2-40B4-BE49-F238E27FC236}">
                  <a16:creationId xmlns:a16="http://schemas.microsoft.com/office/drawing/2014/main" id="{D1537C0B-A6BD-CB84-A302-9A8EF3A1D8DE}"/>
                </a:ext>
              </a:extLst>
            </p:cNvPr>
            <p:cNvSpPr>
              <a:spLocks noChangeShapeType="1"/>
            </p:cNvSpPr>
            <p:nvPr userDrawn="1"/>
          </p:nvSpPr>
          <p:spPr bwMode="gray">
            <a:xfrm flipH="1">
              <a:off x="2754" y="2032"/>
              <a:ext cx="152"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09" name="Line 162">
              <a:extLst>
                <a:ext uri="{FF2B5EF4-FFF2-40B4-BE49-F238E27FC236}">
                  <a16:creationId xmlns:a16="http://schemas.microsoft.com/office/drawing/2014/main" id="{33B45A8F-B692-4233-5BB7-F92C07F010A2}"/>
                </a:ext>
              </a:extLst>
            </p:cNvPr>
            <p:cNvSpPr>
              <a:spLocks noChangeShapeType="1"/>
            </p:cNvSpPr>
            <p:nvPr userDrawn="1"/>
          </p:nvSpPr>
          <p:spPr bwMode="gray">
            <a:xfrm flipV="1">
              <a:off x="2863" y="1950"/>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0" name="Line 163">
              <a:extLst>
                <a:ext uri="{FF2B5EF4-FFF2-40B4-BE49-F238E27FC236}">
                  <a16:creationId xmlns:a16="http://schemas.microsoft.com/office/drawing/2014/main" id="{F9D74348-4415-19CE-1058-45DC4F848088}"/>
                </a:ext>
              </a:extLst>
            </p:cNvPr>
            <p:cNvSpPr>
              <a:spLocks noChangeShapeType="1"/>
            </p:cNvSpPr>
            <p:nvPr userDrawn="1"/>
          </p:nvSpPr>
          <p:spPr bwMode="gray">
            <a:xfrm>
              <a:off x="2616" y="2081"/>
              <a:ext cx="11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1" name="Line 164">
              <a:extLst>
                <a:ext uri="{FF2B5EF4-FFF2-40B4-BE49-F238E27FC236}">
                  <a16:creationId xmlns:a16="http://schemas.microsoft.com/office/drawing/2014/main" id="{39BC8777-B7B0-55D8-AFC2-4F9389A89E8B}"/>
                </a:ext>
              </a:extLst>
            </p:cNvPr>
            <p:cNvSpPr>
              <a:spLocks noChangeShapeType="1"/>
            </p:cNvSpPr>
            <p:nvPr userDrawn="1"/>
          </p:nvSpPr>
          <p:spPr bwMode="gray">
            <a:xfrm>
              <a:off x="2637" y="2067"/>
              <a:ext cx="2"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2" name="Line 165">
              <a:extLst>
                <a:ext uri="{FF2B5EF4-FFF2-40B4-BE49-F238E27FC236}">
                  <a16:creationId xmlns:a16="http://schemas.microsoft.com/office/drawing/2014/main" id="{D504E88C-51FB-9E4B-F002-CAAA2442C8DD}"/>
                </a:ext>
              </a:extLst>
            </p:cNvPr>
            <p:cNvSpPr>
              <a:spLocks noChangeShapeType="1"/>
            </p:cNvSpPr>
            <p:nvPr userDrawn="1"/>
          </p:nvSpPr>
          <p:spPr bwMode="gray">
            <a:xfrm flipH="1">
              <a:off x="2753" y="1034"/>
              <a:ext cx="159"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3" name="Line 166">
              <a:extLst>
                <a:ext uri="{FF2B5EF4-FFF2-40B4-BE49-F238E27FC236}">
                  <a16:creationId xmlns:a16="http://schemas.microsoft.com/office/drawing/2014/main" id="{7D2001E5-B41C-26B1-FA66-364A9CCE574E}"/>
                </a:ext>
              </a:extLst>
            </p:cNvPr>
            <p:cNvSpPr>
              <a:spLocks noChangeShapeType="1"/>
            </p:cNvSpPr>
            <p:nvPr userDrawn="1"/>
          </p:nvSpPr>
          <p:spPr bwMode="gray">
            <a:xfrm flipV="1">
              <a:off x="2865" y="939"/>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4" name="Line 167">
              <a:extLst>
                <a:ext uri="{FF2B5EF4-FFF2-40B4-BE49-F238E27FC236}">
                  <a16:creationId xmlns:a16="http://schemas.microsoft.com/office/drawing/2014/main" id="{251F7A2B-1121-6EDF-B619-CAB9BBA9F09D}"/>
                </a:ext>
              </a:extLst>
            </p:cNvPr>
            <p:cNvSpPr>
              <a:spLocks noChangeShapeType="1"/>
            </p:cNvSpPr>
            <p:nvPr userDrawn="1"/>
          </p:nvSpPr>
          <p:spPr bwMode="gray">
            <a:xfrm flipV="1">
              <a:off x="3146" y="798"/>
              <a:ext cx="1" cy="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5" name="Line 168">
              <a:extLst>
                <a:ext uri="{FF2B5EF4-FFF2-40B4-BE49-F238E27FC236}">
                  <a16:creationId xmlns:a16="http://schemas.microsoft.com/office/drawing/2014/main" id="{D37AB5CA-C66C-BD9D-4FD6-9026A4F058BE}"/>
                </a:ext>
              </a:extLst>
            </p:cNvPr>
            <p:cNvSpPr>
              <a:spLocks noChangeShapeType="1"/>
            </p:cNvSpPr>
            <p:nvPr userDrawn="1"/>
          </p:nvSpPr>
          <p:spPr bwMode="gray">
            <a:xfrm>
              <a:off x="2786" y="787"/>
              <a:ext cx="222"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6" name="Line 169">
              <a:extLst>
                <a:ext uri="{FF2B5EF4-FFF2-40B4-BE49-F238E27FC236}">
                  <a16:creationId xmlns:a16="http://schemas.microsoft.com/office/drawing/2014/main" id="{3FAE8FCE-2DE3-110A-F983-B8010DD95F16}"/>
                </a:ext>
              </a:extLst>
            </p:cNvPr>
            <p:cNvSpPr>
              <a:spLocks noChangeShapeType="1"/>
            </p:cNvSpPr>
            <p:nvPr userDrawn="1"/>
          </p:nvSpPr>
          <p:spPr bwMode="gray">
            <a:xfrm flipH="1">
              <a:off x="2639" y="700"/>
              <a:ext cx="502" cy="2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7" name="Line 170">
              <a:extLst>
                <a:ext uri="{FF2B5EF4-FFF2-40B4-BE49-F238E27FC236}">
                  <a16:creationId xmlns:a16="http://schemas.microsoft.com/office/drawing/2014/main" id="{4A208A52-74AC-55C1-C96C-1FCCEE2A3C84}"/>
                </a:ext>
              </a:extLst>
            </p:cNvPr>
            <p:cNvSpPr>
              <a:spLocks noChangeShapeType="1"/>
            </p:cNvSpPr>
            <p:nvPr userDrawn="1"/>
          </p:nvSpPr>
          <p:spPr bwMode="gray">
            <a:xfrm>
              <a:off x="2910" y="896"/>
              <a:ext cx="10"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8" name="Line 171">
              <a:extLst>
                <a:ext uri="{FF2B5EF4-FFF2-40B4-BE49-F238E27FC236}">
                  <a16:creationId xmlns:a16="http://schemas.microsoft.com/office/drawing/2014/main" id="{21BD74DC-22C9-3EC3-8B83-FCF8874A4B40}"/>
                </a:ext>
              </a:extLst>
            </p:cNvPr>
            <p:cNvSpPr>
              <a:spLocks noChangeShapeType="1"/>
            </p:cNvSpPr>
            <p:nvPr userDrawn="1"/>
          </p:nvSpPr>
          <p:spPr bwMode="gray">
            <a:xfrm flipV="1">
              <a:off x="2920" y="894"/>
              <a:ext cx="9"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19" name="Line 172">
              <a:extLst>
                <a:ext uri="{FF2B5EF4-FFF2-40B4-BE49-F238E27FC236}">
                  <a16:creationId xmlns:a16="http://schemas.microsoft.com/office/drawing/2014/main" id="{7A877236-9074-274D-94FC-F50C46A06940}"/>
                </a:ext>
              </a:extLst>
            </p:cNvPr>
            <p:cNvSpPr>
              <a:spLocks noChangeShapeType="1"/>
            </p:cNvSpPr>
            <p:nvPr userDrawn="1"/>
          </p:nvSpPr>
          <p:spPr bwMode="gray">
            <a:xfrm flipV="1">
              <a:off x="2929" y="815"/>
              <a:ext cx="156"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0" name="Line 173">
              <a:extLst>
                <a:ext uri="{FF2B5EF4-FFF2-40B4-BE49-F238E27FC236}">
                  <a16:creationId xmlns:a16="http://schemas.microsoft.com/office/drawing/2014/main" id="{5EA045FE-98ED-23F8-6357-6981B35339C2}"/>
                </a:ext>
              </a:extLst>
            </p:cNvPr>
            <p:cNvSpPr>
              <a:spLocks noChangeShapeType="1"/>
            </p:cNvSpPr>
            <p:nvPr userDrawn="1"/>
          </p:nvSpPr>
          <p:spPr bwMode="gray">
            <a:xfrm flipV="1">
              <a:off x="3085" y="812"/>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1" name="Line 174">
              <a:extLst>
                <a:ext uri="{FF2B5EF4-FFF2-40B4-BE49-F238E27FC236}">
                  <a16:creationId xmlns:a16="http://schemas.microsoft.com/office/drawing/2014/main" id="{20AB5B2A-EB8E-CE69-6649-3605A965538A}"/>
                </a:ext>
              </a:extLst>
            </p:cNvPr>
            <p:cNvSpPr>
              <a:spLocks noChangeShapeType="1"/>
            </p:cNvSpPr>
            <p:nvPr userDrawn="1"/>
          </p:nvSpPr>
          <p:spPr bwMode="gray">
            <a:xfrm>
              <a:off x="3081" y="808"/>
              <a:ext cx="13"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2" name="Line 175">
              <a:extLst>
                <a:ext uri="{FF2B5EF4-FFF2-40B4-BE49-F238E27FC236}">
                  <a16:creationId xmlns:a16="http://schemas.microsoft.com/office/drawing/2014/main" id="{1852E9CF-9E1D-7E39-5775-4CC39B1BCB58}"/>
                </a:ext>
              </a:extLst>
            </p:cNvPr>
            <p:cNvSpPr>
              <a:spLocks noChangeShapeType="1"/>
            </p:cNvSpPr>
            <p:nvPr userDrawn="1"/>
          </p:nvSpPr>
          <p:spPr bwMode="gray">
            <a:xfrm flipH="1" flipV="1">
              <a:off x="2873" y="745"/>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3" name="Line 176">
              <a:extLst>
                <a:ext uri="{FF2B5EF4-FFF2-40B4-BE49-F238E27FC236}">
                  <a16:creationId xmlns:a16="http://schemas.microsoft.com/office/drawing/2014/main" id="{2ECE2153-D188-5299-7B67-1A56D6A3C82A}"/>
                </a:ext>
              </a:extLst>
            </p:cNvPr>
            <p:cNvSpPr>
              <a:spLocks noChangeShapeType="1"/>
            </p:cNvSpPr>
            <p:nvPr userDrawn="1"/>
          </p:nvSpPr>
          <p:spPr bwMode="gray">
            <a:xfrm flipH="1">
              <a:off x="2865" y="745"/>
              <a:ext cx="8"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4" name="Line 177">
              <a:extLst>
                <a:ext uri="{FF2B5EF4-FFF2-40B4-BE49-F238E27FC236}">
                  <a16:creationId xmlns:a16="http://schemas.microsoft.com/office/drawing/2014/main" id="{8211B041-BE81-E5EB-C3EA-2896822E6930}"/>
                </a:ext>
              </a:extLst>
            </p:cNvPr>
            <p:cNvSpPr>
              <a:spLocks noChangeShapeType="1"/>
            </p:cNvSpPr>
            <p:nvPr userDrawn="1"/>
          </p:nvSpPr>
          <p:spPr bwMode="gray">
            <a:xfrm flipH="1">
              <a:off x="2707" y="749"/>
              <a:ext cx="15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5" name="Line 178">
              <a:extLst>
                <a:ext uri="{FF2B5EF4-FFF2-40B4-BE49-F238E27FC236}">
                  <a16:creationId xmlns:a16="http://schemas.microsoft.com/office/drawing/2014/main" id="{325E676D-B153-5C1C-F8A9-367BFCBCEA14}"/>
                </a:ext>
              </a:extLst>
            </p:cNvPr>
            <p:cNvSpPr>
              <a:spLocks noChangeShapeType="1"/>
            </p:cNvSpPr>
            <p:nvPr userDrawn="1"/>
          </p:nvSpPr>
          <p:spPr bwMode="gray">
            <a:xfrm flipH="1">
              <a:off x="2698" y="826"/>
              <a:ext cx="9"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6" name="Line 179">
              <a:extLst>
                <a:ext uri="{FF2B5EF4-FFF2-40B4-BE49-F238E27FC236}">
                  <a16:creationId xmlns:a16="http://schemas.microsoft.com/office/drawing/2014/main" id="{8BA8CCAB-275A-A3FB-A5F7-2EFC8425B084}"/>
                </a:ext>
              </a:extLst>
            </p:cNvPr>
            <p:cNvSpPr>
              <a:spLocks noChangeShapeType="1"/>
            </p:cNvSpPr>
            <p:nvPr userDrawn="1"/>
          </p:nvSpPr>
          <p:spPr bwMode="gray">
            <a:xfrm flipH="1" flipV="1">
              <a:off x="2698" y="829"/>
              <a:ext cx="11"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7" name="Line 180">
              <a:extLst>
                <a:ext uri="{FF2B5EF4-FFF2-40B4-BE49-F238E27FC236}">
                  <a16:creationId xmlns:a16="http://schemas.microsoft.com/office/drawing/2014/main" id="{B90DB3BC-AB6D-331F-8E74-0AB2F5AC1479}"/>
                </a:ext>
              </a:extLst>
            </p:cNvPr>
            <p:cNvSpPr>
              <a:spLocks noChangeShapeType="1"/>
            </p:cNvSpPr>
            <p:nvPr userDrawn="1"/>
          </p:nvSpPr>
          <p:spPr bwMode="gray">
            <a:xfrm>
              <a:off x="2532" y="1051"/>
              <a:ext cx="200"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8" name="Line 181">
              <a:extLst>
                <a:ext uri="{FF2B5EF4-FFF2-40B4-BE49-F238E27FC236}">
                  <a16:creationId xmlns:a16="http://schemas.microsoft.com/office/drawing/2014/main" id="{3A2273A3-5D2E-4072-5EE2-C1D38758ABB6}"/>
                </a:ext>
              </a:extLst>
            </p:cNvPr>
            <p:cNvSpPr>
              <a:spLocks noChangeShapeType="1"/>
            </p:cNvSpPr>
            <p:nvPr userDrawn="1"/>
          </p:nvSpPr>
          <p:spPr bwMode="gray">
            <a:xfrm>
              <a:off x="2630" y="966"/>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29" name="Line 182">
              <a:extLst>
                <a:ext uri="{FF2B5EF4-FFF2-40B4-BE49-F238E27FC236}">
                  <a16:creationId xmlns:a16="http://schemas.microsoft.com/office/drawing/2014/main" id="{73E60C7D-5CD1-704B-7F5C-42DF275A85B6}"/>
                </a:ext>
              </a:extLst>
            </p:cNvPr>
            <p:cNvSpPr>
              <a:spLocks noChangeShapeType="1"/>
            </p:cNvSpPr>
            <p:nvPr userDrawn="1"/>
          </p:nvSpPr>
          <p:spPr bwMode="gray">
            <a:xfrm flipH="1">
              <a:off x="2920" y="1154"/>
              <a:ext cx="9"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0" name="Line 183">
              <a:extLst>
                <a:ext uri="{FF2B5EF4-FFF2-40B4-BE49-F238E27FC236}">
                  <a16:creationId xmlns:a16="http://schemas.microsoft.com/office/drawing/2014/main" id="{19108845-FCC4-54FF-1CAF-B40E9D865B30}"/>
                </a:ext>
              </a:extLst>
            </p:cNvPr>
            <p:cNvSpPr>
              <a:spLocks noChangeShapeType="1"/>
            </p:cNvSpPr>
            <p:nvPr userDrawn="1"/>
          </p:nvSpPr>
          <p:spPr bwMode="gray">
            <a:xfrm>
              <a:off x="2908" y="1154"/>
              <a:ext cx="12" cy="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1" name="Line 184">
              <a:extLst>
                <a:ext uri="{FF2B5EF4-FFF2-40B4-BE49-F238E27FC236}">
                  <a16:creationId xmlns:a16="http://schemas.microsoft.com/office/drawing/2014/main" id="{795C050A-C2E2-31A9-1108-B7575D31A836}"/>
                </a:ext>
              </a:extLst>
            </p:cNvPr>
            <p:cNvSpPr>
              <a:spLocks noChangeShapeType="1"/>
            </p:cNvSpPr>
            <p:nvPr userDrawn="1"/>
          </p:nvSpPr>
          <p:spPr bwMode="gray">
            <a:xfrm>
              <a:off x="2494" y="894"/>
              <a:ext cx="50" cy="1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2" name="Line 185">
              <a:extLst>
                <a:ext uri="{FF2B5EF4-FFF2-40B4-BE49-F238E27FC236}">
                  <a16:creationId xmlns:a16="http://schemas.microsoft.com/office/drawing/2014/main" id="{0FF79990-0EC1-562C-F99F-F7AB50C6BCE4}"/>
                </a:ext>
              </a:extLst>
            </p:cNvPr>
            <p:cNvSpPr>
              <a:spLocks noChangeShapeType="1"/>
            </p:cNvSpPr>
            <p:nvPr userDrawn="1"/>
          </p:nvSpPr>
          <p:spPr bwMode="gray">
            <a:xfrm flipH="1" flipV="1">
              <a:off x="2630" y="820"/>
              <a:ext cx="2" cy="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3" name="Line 186">
              <a:extLst>
                <a:ext uri="{FF2B5EF4-FFF2-40B4-BE49-F238E27FC236}">
                  <a16:creationId xmlns:a16="http://schemas.microsoft.com/office/drawing/2014/main" id="{392F33C7-0C75-B944-1973-01246F170F83}"/>
                </a:ext>
              </a:extLst>
            </p:cNvPr>
            <p:cNvSpPr>
              <a:spLocks noChangeShapeType="1"/>
            </p:cNvSpPr>
            <p:nvPr userDrawn="1"/>
          </p:nvSpPr>
          <p:spPr bwMode="gray">
            <a:xfrm>
              <a:off x="2931" y="1032"/>
              <a:ext cx="205"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4" name="Line 187">
              <a:extLst>
                <a:ext uri="{FF2B5EF4-FFF2-40B4-BE49-F238E27FC236}">
                  <a16:creationId xmlns:a16="http://schemas.microsoft.com/office/drawing/2014/main" id="{D39D3958-D179-FE53-06CC-49BB4B2F4376}"/>
                </a:ext>
              </a:extLst>
            </p:cNvPr>
            <p:cNvSpPr>
              <a:spLocks noChangeShapeType="1"/>
            </p:cNvSpPr>
            <p:nvPr userDrawn="1"/>
          </p:nvSpPr>
          <p:spPr bwMode="gray">
            <a:xfrm flipV="1">
              <a:off x="3001" y="838"/>
              <a:ext cx="154"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5" name="Line 188">
              <a:extLst>
                <a:ext uri="{FF2B5EF4-FFF2-40B4-BE49-F238E27FC236}">
                  <a16:creationId xmlns:a16="http://schemas.microsoft.com/office/drawing/2014/main" id="{502B8597-EDC5-F159-39E3-06BCDEDE1438}"/>
                </a:ext>
              </a:extLst>
            </p:cNvPr>
            <p:cNvSpPr>
              <a:spLocks noChangeShapeType="1"/>
            </p:cNvSpPr>
            <p:nvPr userDrawn="1"/>
          </p:nvSpPr>
          <p:spPr bwMode="gray">
            <a:xfrm>
              <a:off x="3008" y="855"/>
              <a:ext cx="21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6" name="Line 189">
              <a:extLst>
                <a:ext uri="{FF2B5EF4-FFF2-40B4-BE49-F238E27FC236}">
                  <a16:creationId xmlns:a16="http://schemas.microsoft.com/office/drawing/2014/main" id="{FC528039-5494-7A7C-DA0B-CA07B85C1F30}"/>
                </a:ext>
              </a:extLst>
            </p:cNvPr>
            <p:cNvSpPr>
              <a:spLocks noChangeShapeType="1"/>
            </p:cNvSpPr>
            <p:nvPr userDrawn="1"/>
          </p:nvSpPr>
          <p:spPr bwMode="gray">
            <a:xfrm flipV="1">
              <a:off x="2639" y="729"/>
              <a:ext cx="157"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7" name="Line 190">
              <a:extLst>
                <a:ext uri="{FF2B5EF4-FFF2-40B4-BE49-F238E27FC236}">
                  <a16:creationId xmlns:a16="http://schemas.microsoft.com/office/drawing/2014/main" id="{B784F00D-AA07-12FB-3325-0B5968011AA4}"/>
                </a:ext>
              </a:extLst>
            </p:cNvPr>
            <p:cNvSpPr>
              <a:spLocks noChangeShapeType="1"/>
            </p:cNvSpPr>
            <p:nvPr userDrawn="1"/>
          </p:nvSpPr>
          <p:spPr bwMode="gray">
            <a:xfrm>
              <a:off x="2581" y="724"/>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8" name="Line 191">
              <a:extLst>
                <a:ext uri="{FF2B5EF4-FFF2-40B4-BE49-F238E27FC236}">
                  <a16:creationId xmlns:a16="http://schemas.microsoft.com/office/drawing/2014/main" id="{40A29106-B705-3BE2-3752-E9C366024C6D}"/>
                </a:ext>
              </a:extLst>
            </p:cNvPr>
            <p:cNvSpPr>
              <a:spLocks noChangeShapeType="1"/>
            </p:cNvSpPr>
            <p:nvPr userDrawn="1"/>
          </p:nvSpPr>
          <p:spPr bwMode="gray">
            <a:xfrm flipV="1">
              <a:off x="3157" y="1015"/>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39" name="Line 192">
              <a:extLst>
                <a:ext uri="{FF2B5EF4-FFF2-40B4-BE49-F238E27FC236}">
                  <a16:creationId xmlns:a16="http://schemas.microsoft.com/office/drawing/2014/main" id="{C87B967D-7ADE-902C-3B71-9181E6E4248B}"/>
                </a:ext>
              </a:extLst>
            </p:cNvPr>
            <p:cNvSpPr>
              <a:spLocks noChangeShapeType="1"/>
            </p:cNvSpPr>
            <p:nvPr userDrawn="1"/>
          </p:nvSpPr>
          <p:spPr bwMode="gray">
            <a:xfrm flipH="1">
              <a:off x="3232" y="938"/>
              <a:ext cx="3"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40" name="Line 193">
              <a:extLst>
                <a:ext uri="{FF2B5EF4-FFF2-40B4-BE49-F238E27FC236}">
                  <a16:creationId xmlns:a16="http://schemas.microsoft.com/office/drawing/2014/main" id="{24D2525F-1CFD-7D15-EA84-A3602D4FA533}"/>
                </a:ext>
              </a:extLst>
            </p:cNvPr>
            <p:cNvSpPr>
              <a:spLocks noChangeShapeType="1"/>
            </p:cNvSpPr>
            <p:nvPr userDrawn="1"/>
          </p:nvSpPr>
          <p:spPr bwMode="gray">
            <a:xfrm flipH="1">
              <a:off x="2216" y="1235"/>
              <a:ext cx="161"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41" name="Line 194">
              <a:extLst>
                <a:ext uri="{FF2B5EF4-FFF2-40B4-BE49-F238E27FC236}">
                  <a16:creationId xmlns:a16="http://schemas.microsoft.com/office/drawing/2014/main" id="{3514B0CA-7BCC-B6C5-71BD-7C4D8B5BA14F}"/>
                </a:ext>
              </a:extLst>
            </p:cNvPr>
            <p:cNvSpPr>
              <a:spLocks noChangeShapeType="1"/>
            </p:cNvSpPr>
            <p:nvPr userDrawn="1"/>
          </p:nvSpPr>
          <p:spPr bwMode="gray">
            <a:xfrm flipH="1" flipV="1">
              <a:off x="2237" y="1226"/>
              <a:ext cx="120"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42" name="Line 195">
              <a:extLst>
                <a:ext uri="{FF2B5EF4-FFF2-40B4-BE49-F238E27FC236}">
                  <a16:creationId xmlns:a16="http://schemas.microsoft.com/office/drawing/2014/main" id="{4451B8A3-6641-D6C9-000C-765DA50E7FA5}"/>
                </a:ext>
              </a:extLst>
            </p:cNvPr>
            <p:cNvSpPr>
              <a:spLocks noChangeShapeType="1"/>
            </p:cNvSpPr>
            <p:nvPr userDrawn="1"/>
          </p:nvSpPr>
          <p:spPr bwMode="gray">
            <a:xfrm flipH="1" flipV="1">
              <a:off x="2207" y="1333"/>
              <a:ext cx="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43" name="Line 196">
              <a:extLst>
                <a:ext uri="{FF2B5EF4-FFF2-40B4-BE49-F238E27FC236}">
                  <a16:creationId xmlns:a16="http://schemas.microsoft.com/office/drawing/2014/main" id="{D5660004-8164-B95E-582C-C18BAE5AE8E9}"/>
                </a:ext>
              </a:extLst>
            </p:cNvPr>
            <p:cNvSpPr>
              <a:spLocks noChangeShapeType="1"/>
            </p:cNvSpPr>
            <p:nvPr userDrawn="1"/>
          </p:nvSpPr>
          <p:spPr bwMode="gray">
            <a:xfrm>
              <a:off x="2118" y="1412"/>
              <a:ext cx="59" cy="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44" name="Line 197">
              <a:extLst>
                <a:ext uri="{FF2B5EF4-FFF2-40B4-BE49-F238E27FC236}">
                  <a16:creationId xmlns:a16="http://schemas.microsoft.com/office/drawing/2014/main" id="{1F389466-638F-93B1-DDC0-8E0F7A04C92C}"/>
                </a:ext>
              </a:extLst>
            </p:cNvPr>
            <p:cNvSpPr>
              <a:spLocks noChangeShapeType="1"/>
            </p:cNvSpPr>
            <p:nvPr userDrawn="1"/>
          </p:nvSpPr>
          <p:spPr bwMode="gray">
            <a:xfrm flipV="1">
              <a:off x="2732" y="1216"/>
              <a:ext cx="85"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45" name="Freeform 198">
              <a:extLst>
                <a:ext uri="{FF2B5EF4-FFF2-40B4-BE49-F238E27FC236}">
                  <a16:creationId xmlns:a16="http://schemas.microsoft.com/office/drawing/2014/main" id="{FF7B1F82-7550-53EA-3A36-3645C143D4EF}"/>
                </a:ext>
              </a:extLst>
            </p:cNvPr>
            <p:cNvSpPr>
              <a:spLocks/>
            </p:cNvSpPr>
            <p:nvPr userDrawn="1"/>
          </p:nvSpPr>
          <p:spPr bwMode="gray">
            <a:xfrm>
              <a:off x="3421" y="1179"/>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46" name="Line 199">
              <a:extLst>
                <a:ext uri="{FF2B5EF4-FFF2-40B4-BE49-F238E27FC236}">
                  <a16:creationId xmlns:a16="http://schemas.microsoft.com/office/drawing/2014/main" id="{1DCC3D48-C750-8EBD-6CFF-FC0D12D2E2E4}"/>
                </a:ext>
              </a:extLst>
            </p:cNvPr>
            <p:cNvSpPr>
              <a:spLocks noChangeShapeType="1"/>
            </p:cNvSpPr>
            <p:nvPr userDrawn="1"/>
          </p:nvSpPr>
          <p:spPr bwMode="gray">
            <a:xfrm>
              <a:off x="3324" y="1147"/>
              <a:ext cx="20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47" name="Line 200">
              <a:extLst>
                <a:ext uri="{FF2B5EF4-FFF2-40B4-BE49-F238E27FC236}">
                  <a16:creationId xmlns:a16="http://schemas.microsoft.com/office/drawing/2014/main" id="{942E3312-FA29-A472-B968-1682CDEC449F}"/>
                </a:ext>
              </a:extLst>
            </p:cNvPr>
            <p:cNvSpPr>
              <a:spLocks noChangeShapeType="1"/>
            </p:cNvSpPr>
            <p:nvPr userDrawn="1"/>
          </p:nvSpPr>
          <p:spPr bwMode="gray">
            <a:xfrm>
              <a:off x="3326" y="1156"/>
              <a:ext cx="20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48" name="Freeform 201">
              <a:extLst>
                <a:ext uri="{FF2B5EF4-FFF2-40B4-BE49-F238E27FC236}">
                  <a16:creationId xmlns:a16="http://schemas.microsoft.com/office/drawing/2014/main" id="{8261F428-574F-4589-BB2E-BA098CB8A78C}"/>
                </a:ext>
              </a:extLst>
            </p:cNvPr>
            <p:cNvSpPr>
              <a:spLocks/>
            </p:cNvSpPr>
            <p:nvPr userDrawn="1"/>
          </p:nvSpPr>
          <p:spPr bwMode="gray">
            <a:xfrm>
              <a:off x="3526" y="1212"/>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49" name="Line 202">
              <a:extLst>
                <a:ext uri="{FF2B5EF4-FFF2-40B4-BE49-F238E27FC236}">
                  <a16:creationId xmlns:a16="http://schemas.microsoft.com/office/drawing/2014/main" id="{90D5AAE0-7C69-A330-B0F6-5308C965213F}"/>
                </a:ext>
              </a:extLst>
            </p:cNvPr>
            <p:cNvSpPr>
              <a:spLocks noChangeShapeType="1"/>
            </p:cNvSpPr>
            <p:nvPr userDrawn="1"/>
          </p:nvSpPr>
          <p:spPr bwMode="gray">
            <a:xfrm flipH="1" flipV="1">
              <a:off x="3317" y="1147"/>
              <a:ext cx="20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50" name="Freeform 203">
              <a:extLst>
                <a:ext uri="{FF2B5EF4-FFF2-40B4-BE49-F238E27FC236}">
                  <a16:creationId xmlns:a16="http://schemas.microsoft.com/office/drawing/2014/main" id="{DE72E376-1085-CF00-90D9-99F070CE2F0C}"/>
                </a:ext>
              </a:extLst>
            </p:cNvPr>
            <p:cNvSpPr>
              <a:spLocks/>
            </p:cNvSpPr>
            <p:nvPr userDrawn="1"/>
          </p:nvSpPr>
          <p:spPr bwMode="gray">
            <a:xfrm>
              <a:off x="3317" y="1146"/>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51" name="Freeform 204">
              <a:extLst>
                <a:ext uri="{FF2B5EF4-FFF2-40B4-BE49-F238E27FC236}">
                  <a16:creationId xmlns:a16="http://schemas.microsoft.com/office/drawing/2014/main" id="{334993C4-5144-3D90-CDB4-9653193052DC}"/>
                </a:ext>
              </a:extLst>
            </p:cNvPr>
            <p:cNvSpPr>
              <a:spLocks/>
            </p:cNvSpPr>
            <p:nvPr userDrawn="1"/>
          </p:nvSpPr>
          <p:spPr bwMode="gray">
            <a:xfrm>
              <a:off x="2144" y="1686"/>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52" name="Freeform 205">
              <a:extLst>
                <a:ext uri="{FF2B5EF4-FFF2-40B4-BE49-F238E27FC236}">
                  <a16:creationId xmlns:a16="http://schemas.microsoft.com/office/drawing/2014/main" id="{3EBFA430-750C-61C4-C15F-05EA4D6FBBD0}"/>
                </a:ext>
              </a:extLst>
            </p:cNvPr>
            <p:cNvSpPr>
              <a:spLocks/>
            </p:cNvSpPr>
            <p:nvPr userDrawn="1"/>
          </p:nvSpPr>
          <p:spPr bwMode="gray">
            <a:xfrm>
              <a:off x="2265" y="1740"/>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53" name="Line 206">
              <a:extLst>
                <a:ext uri="{FF2B5EF4-FFF2-40B4-BE49-F238E27FC236}">
                  <a16:creationId xmlns:a16="http://schemas.microsoft.com/office/drawing/2014/main" id="{5572EC3E-43C9-6867-C330-C540E53D98D8}"/>
                </a:ext>
              </a:extLst>
            </p:cNvPr>
            <p:cNvSpPr>
              <a:spLocks noChangeShapeType="1"/>
            </p:cNvSpPr>
            <p:nvPr userDrawn="1"/>
          </p:nvSpPr>
          <p:spPr bwMode="gray">
            <a:xfrm>
              <a:off x="2149" y="1702"/>
              <a:ext cx="196"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54" name="Line 207">
              <a:extLst>
                <a:ext uri="{FF2B5EF4-FFF2-40B4-BE49-F238E27FC236}">
                  <a16:creationId xmlns:a16="http://schemas.microsoft.com/office/drawing/2014/main" id="{C596327B-0188-0BB8-6308-85ABCE9184B0}"/>
                </a:ext>
              </a:extLst>
            </p:cNvPr>
            <p:cNvSpPr>
              <a:spLocks noChangeShapeType="1"/>
            </p:cNvSpPr>
            <p:nvPr userDrawn="1"/>
          </p:nvSpPr>
          <p:spPr bwMode="gray">
            <a:xfrm>
              <a:off x="2154" y="1702"/>
              <a:ext cx="193"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55" name="Freeform 208">
              <a:extLst>
                <a:ext uri="{FF2B5EF4-FFF2-40B4-BE49-F238E27FC236}">
                  <a16:creationId xmlns:a16="http://schemas.microsoft.com/office/drawing/2014/main" id="{C8F7C826-7004-A8F0-9280-7D440173AD5D}"/>
                </a:ext>
              </a:extLst>
            </p:cNvPr>
            <p:cNvSpPr>
              <a:spLocks/>
            </p:cNvSpPr>
            <p:nvPr userDrawn="1"/>
          </p:nvSpPr>
          <p:spPr bwMode="gray">
            <a:xfrm>
              <a:off x="2345" y="1770"/>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56" name="Line 209">
              <a:extLst>
                <a:ext uri="{FF2B5EF4-FFF2-40B4-BE49-F238E27FC236}">
                  <a16:creationId xmlns:a16="http://schemas.microsoft.com/office/drawing/2014/main" id="{306EAE77-4E39-8B87-18EE-0353CE994106}"/>
                </a:ext>
              </a:extLst>
            </p:cNvPr>
            <p:cNvSpPr>
              <a:spLocks noChangeShapeType="1"/>
            </p:cNvSpPr>
            <p:nvPr userDrawn="1"/>
          </p:nvSpPr>
          <p:spPr bwMode="gray">
            <a:xfrm flipH="1" flipV="1">
              <a:off x="2146" y="1695"/>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57" name="Freeform 210">
              <a:extLst>
                <a:ext uri="{FF2B5EF4-FFF2-40B4-BE49-F238E27FC236}">
                  <a16:creationId xmlns:a16="http://schemas.microsoft.com/office/drawing/2014/main" id="{A46F176E-DB22-181B-0086-8229E650ABD0}"/>
                </a:ext>
              </a:extLst>
            </p:cNvPr>
            <p:cNvSpPr>
              <a:spLocks/>
            </p:cNvSpPr>
            <p:nvPr userDrawn="1"/>
          </p:nvSpPr>
          <p:spPr bwMode="gray">
            <a:xfrm>
              <a:off x="2146" y="1695"/>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58" name="Freeform 211">
              <a:extLst>
                <a:ext uri="{FF2B5EF4-FFF2-40B4-BE49-F238E27FC236}">
                  <a16:creationId xmlns:a16="http://schemas.microsoft.com/office/drawing/2014/main" id="{B89727E8-636D-93EB-1830-61550345A7A7}"/>
                </a:ext>
              </a:extLst>
            </p:cNvPr>
            <p:cNvSpPr>
              <a:spLocks/>
            </p:cNvSpPr>
            <p:nvPr userDrawn="1"/>
          </p:nvSpPr>
          <p:spPr bwMode="gray">
            <a:xfrm>
              <a:off x="2574" y="1863"/>
              <a:ext cx="12" cy="10"/>
            </a:xfrm>
            <a:custGeom>
              <a:avLst/>
              <a:gdLst>
                <a:gd name="T0" fmla="*/ 12 w 12"/>
                <a:gd name="T1" fmla="*/ 1 h 10"/>
                <a:gd name="T2" fmla="*/ 7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59" name="Line 212">
              <a:extLst>
                <a:ext uri="{FF2B5EF4-FFF2-40B4-BE49-F238E27FC236}">
                  <a16:creationId xmlns:a16="http://schemas.microsoft.com/office/drawing/2014/main" id="{B7302B09-65EE-6418-AB81-F6C16E0D2154}"/>
                </a:ext>
              </a:extLst>
            </p:cNvPr>
            <p:cNvSpPr>
              <a:spLocks noChangeShapeType="1"/>
            </p:cNvSpPr>
            <p:nvPr userDrawn="1"/>
          </p:nvSpPr>
          <p:spPr bwMode="gray">
            <a:xfrm flipV="1">
              <a:off x="2574" y="1866"/>
              <a:ext cx="12"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60" name="Freeform 213">
              <a:extLst>
                <a:ext uri="{FF2B5EF4-FFF2-40B4-BE49-F238E27FC236}">
                  <a16:creationId xmlns:a16="http://schemas.microsoft.com/office/drawing/2014/main" id="{FA740EDA-9413-997E-8188-5F69D5007A6A}"/>
                </a:ext>
              </a:extLst>
            </p:cNvPr>
            <p:cNvSpPr>
              <a:spLocks/>
            </p:cNvSpPr>
            <p:nvPr userDrawn="1"/>
          </p:nvSpPr>
          <p:spPr bwMode="gray">
            <a:xfrm>
              <a:off x="2651" y="1885"/>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61" name="Line 214">
              <a:extLst>
                <a:ext uri="{FF2B5EF4-FFF2-40B4-BE49-F238E27FC236}">
                  <a16:creationId xmlns:a16="http://schemas.microsoft.com/office/drawing/2014/main" id="{D11C1D0F-FEF6-44FA-7052-7501CD6E9C13}"/>
                </a:ext>
              </a:extLst>
            </p:cNvPr>
            <p:cNvSpPr>
              <a:spLocks noChangeShapeType="1"/>
            </p:cNvSpPr>
            <p:nvPr userDrawn="1"/>
          </p:nvSpPr>
          <p:spPr bwMode="gray">
            <a:xfrm>
              <a:off x="2574" y="1863"/>
              <a:ext cx="207"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62" name="Line 215">
              <a:extLst>
                <a:ext uri="{FF2B5EF4-FFF2-40B4-BE49-F238E27FC236}">
                  <a16:creationId xmlns:a16="http://schemas.microsoft.com/office/drawing/2014/main" id="{01562A45-C134-69AC-8199-A81BD349DB42}"/>
                </a:ext>
              </a:extLst>
            </p:cNvPr>
            <p:cNvSpPr>
              <a:spLocks noChangeShapeType="1"/>
            </p:cNvSpPr>
            <p:nvPr userDrawn="1"/>
          </p:nvSpPr>
          <p:spPr bwMode="gray">
            <a:xfrm>
              <a:off x="2586" y="1864"/>
              <a:ext cx="202"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63" name="Freeform 216">
              <a:extLst>
                <a:ext uri="{FF2B5EF4-FFF2-40B4-BE49-F238E27FC236}">
                  <a16:creationId xmlns:a16="http://schemas.microsoft.com/office/drawing/2014/main" id="{0C1056A3-03BF-E844-3B6E-88C94BC01929}"/>
                </a:ext>
              </a:extLst>
            </p:cNvPr>
            <p:cNvSpPr>
              <a:spLocks/>
            </p:cNvSpPr>
            <p:nvPr userDrawn="1"/>
          </p:nvSpPr>
          <p:spPr bwMode="gray">
            <a:xfrm>
              <a:off x="2779" y="1933"/>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64" name="Line 217">
              <a:extLst>
                <a:ext uri="{FF2B5EF4-FFF2-40B4-BE49-F238E27FC236}">
                  <a16:creationId xmlns:a16="http://schemas.microsoft.com/office/drawing/2014/main" id="{D6A95031-98D3-89DC-5EE6-E5BB1744371E}"/>
                </a:ext>
              </a:extLst>
            </p:cNvPr>
            <p:cNvSpPr>
              <a:spLocks noChangeShapeType="1"/>
            </p:cNvSpPr>
            <p:nvPr userDrawn="1"/>
          </p:nvSpPr>
          <p:spPr bwMode="gray">
            <a:xfrm flipH="1" flipV="1">
              <a:off x="2565" y="1852"/>
              <a:ext cx="21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65" name="Freeform 218">
              <a:extLst>
                <a:ext uri="{FF2B5EF4-FFF2-40B4-BE49-F238E27FC236}">
                  <a16:creationId xmlns:a16="http://schemas.microsoft.com/office/drawing/2014/main" id="{A42749C8-B031-832A-85BE-2F1E19DBFEA9}"/>
                </a:ext>
              </a:extLst>
            </p:cNvPr>
            <p:cNvSpPr>
              <a:spLocks/>
            </p:cNvSpPr>
            <p:nvPr userDrawn="1"/>
          </p:nvSpPr>
          <p:spPr bwMode="gray">
            <a:xfrm>
              <a:off x="2565" y="1852"/>
              <a:ext cx="21" cy="12"/>
            </a:xfrm>
            <a:custGeom>
              <a:avLst/>
              <a:gdLst>
                <a:gd name="T0" fmla="*/ 21 w 21"/>
                <a:gd name="T1" fmla="*/ 12 h 12"/>
                <a:gd name="T2" fmla="*/ 14 w 21"/>
                <a:gd name="T3" fmla="*/ 12 h 12"/>
                <a:gd name="T4" fmla="*/ 11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66" name="Freeform 219">
              <a:extLst>
                <a:ext uri="{FF2B5EF4-FFF2-40B4-BE49-F238E27FC236}">
                  <a16:creationId xmlns:a16="http://schemas.microsoft.com/office/drawing/2014/main" id="{4E963ED5-148F-641E-4638-AAC8FAE0449E}"/>
                </a:ext>
              </a:extLst>
            </p:cNvPr>
            <p:cNvSpPr>
              <a:spLocks/>
            </p:cNvSpPr>
            <p:nvPr userDrawn="1"/>
          </p:nvSpPr>
          <p:spPr bwMode="gray">
            <a:xfrm>
              <a:off x="2868" y="1884"/>
              <a:ext cx="12" cy="8"/>
            </a:xfrm>
            <a:custGeom>
              <a:avLst/>
              <a:gdLst>
                <a:gd name="T0" fmla="*/ 0 w 12"/>
                <a:gd name="T1" fmla="*/ 8 h 8"/>
                <a:gd name="T2" fmla="*/ 4 w 12"/>
                <a:gd name="T3" fmla="*/ 8 h 8"/>
                <a:gd name="T4" fmla="*/ 5 w 12"/>
                <a:gd name="T5" fmla="*/ 8 h 8"/>
                <a:gd name="T6" fmla="*/ 9 w 12"/>
                <a:gd name="T7" fmla="*/ 7 h 8"/>
                <a:gd name="T8" fmla="*/ 11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67" name="Line 220">
              <a:extLst>
                <a:ext uri="{FF2B5EF4-FFF2-40B4-BE49-F238E27FC236}">
                  <a16:creationId xmlns:a16="http://schemas.microsoft.com/office/drawing/2014/main" id="{134657EA-CF52-1EE4-BB27-89AF1CD4C89F}"/>
                </a:ext>
              </a:extLst>
            </p:cNvPr>
            <p:cNvSpPr>
              <a:spLocks noChangeShapeType="1"/>
            </p:cNvSpPr>
            <p:nvPr userDrawn="1"/>
          </p:nvSpPr>
          <p:spPr bwMode="gray">
            <a:xfrm flipV="1">
              <a:off x="2796" y="1844"/>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68" name="Line 221">
              <a:extLst>
                <a:ext uri="{FF2B5EF4-FFF2-40B4-BE49-F238E27FC236}">
                  <a16:creationId xmlns:a16="http://schemas.microsoft.com/office/drawing/2014/main" id="{BB2DAAF7-0CF5-847C-8063-16378001014C}"/>
                </a:ext>
              </a:extLst>
            </p:cNvPr>
            <p:cNvSpPr>
              <a:spLocks noChangeShapeType="1"/>
            </p:cNvSpPr>
            <p:nvPr userDrawn="1"/>
          </p:nvSpPr>
          <p:spPr bwMode="gray">
            <a:xfrm flipV="1">
              <a:off x="2788" y="1845"/>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69" name="Freeform 222">
              <a:extLst>
                <a:ext uri="{FF2B5EF4-FFF2-40B4-BE49-F238E27FC236}">
                  <a16:creationId xmlns:a16="http://schemas.microsoft.com/office/drawing/2014/main" id="{C54613A6-717D-4FF3-1675-BB0F6F0B9773}"/>
                </a:ext>
              </a:extLst>
            </p:cNvPr>
            <p:cNvSpPr>
              <a:spLocks/>
            </p:cNvSpPr>
            <p:nvPr userDrawn="1"/>
          </p:nvSpPr>
          <p:spPr bwMode="gray">
            <a:xfrm>
              <a:off x="2947" y="1837"/>
              <a:ext cx="12" cy="8"/>
            </a:xfrm>
            <a:custGeom>
              <a:avLst/>
              <a:gdLst>
                <a:gd name="T0" fmla="*/ 0 w 12"/>
                <a:gd name="T1" fmla="*/ 8 h 8"/>
                <a:gd name="T2" fmla="*/ 5 w 12"/>
                <a:gd name="T3" fmla="*/ 8 h 8"/>
                <a:gd name="T4" fmla="*/ 7 w 12"/>
                <a:gd name="T5" fmla="*/ 8 h 8"/>
                <a:gd name="T6" fmla="*/ 10 w 12"/>
                <a:gd name="T7" fmla="*/ 7 h 8"/>
                <a:gd name="T8" fmla="*/ 12 w 12"/>
                <a:gd name="T9" fmla="*/ 3 h 8"/>
                <a:gd name="T10" fmla="*/ 12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70" name="Line 223">
              <a:extLst>
                <a:ext uri="{FF2B5EF4-FFF2-40B4-BE49-F238E27FC236}">
                  <a16:creationId xmlns:a16="http://schemas.microsoft.com/office/drawing/2014/main" id="{A1229627-200E-9BBC-111C-A236BC02BADC}"/>
                </a:ext>
              </a:extLst>
            </p:cNvPr>
            <p:cNvSpPr>
              <a:spLocks noChangeShapeType="1"/>
            </p:cNvSpPr>
            <p:nvPr userDrawn="1"/>
          </p:nvSpPr>
          <p:spPr bwMode="gray">
            <a:xfrm flipH="1">
              <a:off x="2798" y="1837"/>
              <a:ext cx="161"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71" name="Freeform 224">
              <a:extLst>
                <a:ext uri="{FF2B5EF4-FFF2-40B4-BE49-F238E27FC236}">
                  <a16:creationId xmlns:a16="http://schemas.microsoft.com/office/drawing/2014/main" id="{83144300-7744-45FC-2200-780184435E3E}"/>
                </a:ext>
              </a:extLst>
            </p:cNvPr>
            <p:cNvSpPr>
              <a:spLocks/>
            </p:cNvSpPr>
            <p:nvPr userDrawn="1"/>
          </p:nvSpPr>
          <p:spPr bwMode="gray">
            <a:xfrm>
              <a:off x="2788" y="1931"/>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72" name="Freeform 225">
              <a:extLst>
                <a:ext uri="{FF2B5EF4-FFF2-40B4-BE49-F238E27FC236}">
                  <a16:creationId xmlns:a16="http://schemas.microsoft.com/office/drawing/2014/main" id="{CF289E14-6AE2-B802-8D54-6E9074ED4049}"/>
                </a:ext>
              </a:extLst>
            </p:cNvPr>
            <p:cNvSpPr>
              <a:spLocks/>
            </p:cNvSpPr>
            <p:nvPr userDrawn="1"/>
          </p:nvSpPr>
          <p:spPr bwMode="gray">
            <a:xfrm>
              <a:off x="2947" y="1826"/>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73" name="Freeform 226">
              <a:extLst>
                <a:ext uri="{FF2B5EF4-FFF2-40B4-BE49-F238E27FC236}">
                  <a16:creationId xmlns:a16="http://schemas.microsoft.com/office/drawing/2014/main" id="{B6C3E3A5-151C-EFA8-C00B-719B6806BD89}"/>
                </a:ext>
              </a:extLst>
            </p:cNvPr>
            <p:cNvSpPr>
              <a:spLocks/>
            </p:cNvSpPr>
            <p:nvPr userDrawn="1"/>
          </p:nvSpPr>
          <p:spPr bwMode="gray">
            <a:xfrm>
              <a:off x="2342" y="1513"/>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74" name="Line 227">
              <a:extLst>
                <a:ext uri="{FF2B5EF4-FFF2-40B4-BE49-F238E27FC236}">
                  <a16:creationId xmlns:a16="http://schemas.microsoft.com/office/drawing/2014/main" id="{F485581C-3F31-541D-A5F9-9C6D24F6E172}"/>
                </a:ext>
              </a:extLst>
            </p:cNvPr>
            <p:cNvSpPr>
              <a:spLocks noChangeShapeType="1"/>
            </p:cNvSpPr>
            <p:nvPr userDrawn="1"/>
          </p:nvSpPr>
          <p:spPr bwMode="gray">
            <a:xfrm flipH="1" flipV="1">
              <a:off x="2319" y="1366"/>
              <a:ext cx="26" cy="1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75" name="Line 228">
              <a:extLst>
                <a:ext uri="{FF2B5EF4-FFF2-40B4-BE49-F238E27FC236}">
                  <a16:creationId xmlns:a16="http://schemas.microsoft.com/office/drawing/2014/main" id="{5EE2ED45-8ABB-822B-0ECE-80447AF4F92B}"/>
                </a:ext>
              </a:extLst>
            </p:cNvPr>
            <p:cNvSpPr>
              <a:spLocks noChangeShapeType="1"/>
            </p:cNvSpPr>
            <p:nvPr userDrawn="1"/>
          </p:nvSpPr>
          <p:spPr bwMode="gray">
            <a:xfrm flipH="1" flipV="1">
              <a:off x="2314" y="1366"/>
              <a:ext cx="31"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76" name="Freeform 229">
              <a:extLst>
                <a:ext uri="{FF2B5EF4-FFF2-40B4-BE49-F238E27FC236}">
                  <a16:creationId xmlns:a16="http://schemas.microsoft.com/office/drawing/2014/main" id="{18CA1E24-ADC9-E04B-AD15-E87F31C3BE87}"/>
                </a:ext>
              </a:extLst>
            </p:cNvPr>
            <p:cNvSpPr>
              <a:spLocks/>
            </p:cNvSpPr>
            <p:nvPr userDrawn="1"/>
          </p:nvSpPr>
          <p:spPr bwMode="gray">
            <a:xfrm>
              <a:off x="2314" y="1364"/>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77" name="Line 230">
              <a:extLst>
                <a:ext uri="{FF2B5EF4-FFF2-40B4-BE49-F238E27FC236}">
                  <a16:creationId xmlns:a16="http://schemas.microsoft.com/office/drawing/2014/main" id="{FBED701A-0BB8-FB7A-1362-5E2961C6A182}"/>
                </a:ext>
              </a:extLst>
            </p:cNvPr>
            <p:cNvSpPr>
              <a:spLocks noChangeShapeType="1"/>
            </p:cNvSpPr>
            <p:nvPr userDrawn="1"/>
          </p:nvSpPr>
          <p:spPr bwMode="gray">
            <a:xfrm>
              <a:off x="2322" y="1375"/>
              <a:ext cx="23"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78" name="Freeform 231">
              <a:extLst>
                <a:ext uri="{FF2B5EF4-FFF2-40B4-BE49-F238E27FC236}">
                  <a16:creationId xmlns:a16="http://schemas.microsoft.com/office/drawing/2014/main" id="{312E49FA-4626-8561-9BA1-BABC54BD2962}"/>
                </a:ext>
              </a:extLst>
            </p:cNvPr>
            <p:cNvSpPr>
              <a:spLocks/>
            </p:cNvSpPr>
            <p:nvPr userDrawn="1"/>
          </p:nvSpPr>
          <p:spPr bwMode="gray">
            <a:xfrm>
              <a:off x="2221" y="140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79" name="Line 232">
              <a:extLst>
                <a:ext uri="{FF2B5EF4-FFF2-40B4-BE49-F238E27FC236}">
                  <a16:creationId xmlns:a16="http://schemas.microsoft.com/office/drawing/2014/main" id="{868AB922-65B3-74EF-966C-4416CC36A2D7}"/>
                </a:ext>
              </a:extLst>
            </p:cNvPr>
            <p:cNvSpPr>
              <a:spLocks noChangeShapeType="1"/>
            </p:cNvSpPr>
            <p:nvPr userDrawn="1"/>
          </p:nvSpPr>
          <p:spPr bwMode="gray">
            <a:xfrm flipH="1">
              <a:off x="2140" y="1368"/>
              <a:ext cx="165"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80" name="Line 233">
              <a:extLst>
                <a:ext uri="{FF2B5EF4-FFF2-40B4-BE49-F238E27FC236}">
                  <a16:creationId xmlns:a16="http://schemas.microsoft.com/office/drawing/2014/main" id="{B525AE7A-959D-A5AE-C096-D92E9FD193DB}"/>
                </a:ext>
              </a:extLst>
            </p:cNvPr>
            <p:cNvSpPr>
              <a:spLocks noChangeShapeType="1"/>
            </p:cNvSpPr>
            <p:nvPr userDrawn="1"/>
          </p:nvSpPr>
          <p:spPr bwMode="gray">
            <a:xfrm flipH="1">
              <a:off x="2147" y="1366"/>
              <a:ext cx="167"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81" name="Freeform 234">
              <a:extLst>
                <a:ext uri="{FF2B5EF4-FFF2-40B4-BE49-F238E27FC236}">
                  <a16:creationId xmlns:a16="http://schemas.microsoft.com/office/drawing/2014/main" id="{AB377385-FDC5-6D3D-7125-9DD5A9C13E49}"/>
                </a:ext>
              </a:extLst>
            </p:cNvPr>
            <p:cNvSpPr>
              <a:spLocks/>
            </p:cNvSpPr>
            <p:nvPr userDrawn="1"/>
          </p:nvSpPr>
          <p:spPr bwMode="gray">
            <a:xfrm>
              <a:off x="2139" y="1450"/>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82" name="Line 235">
              <a:extLst>
                <a:ext uri="{FF2B5EF4-FFF2-40B4-BE49-F238E27FC236}">
                  <a16:creationId xmlns:a16="http://schemas.microsoft.com/office/drawing/2014/main" id="{4120B671-76B1-45A2-6F82-96089587E8EE}"/>
                </a:ext>
              </a:extLst>
            </p:cNvPr>
            <p:cNvSpPr>
              <a:spLocks noChangeShapeType="1"/>
            </p:cNvSpPr>
            <p:nvPr userDrawn="1"/>
          </p:nvSpPr>
          <p:spPr bwMode="gray">
            <a:xfrm flipV="1">
              <a:off x="2139" y="1375"/>
              <a:ext cx="16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83" name="Freeform 236">
              <a:extLst>
                <a:ext uri="{FF2B5EF4-FFF2-40B4-BE49-F238E27FC236}">
                  <a16:creationId xmlns:a16="http://schemas.microsoft.com/office/drawing/2014/main" id="{BE3ECAE8-753F-ECFD-6AA3-DEA7AF501C02}"/>
                </a:ext>
              </a:extLst>
            </p:cNvPr>
            <p:cNvSpPr>
              <a:spLocks/>
            </p:cNvSpPr>
            <p:nvPr userDrawn="1"/>
          </p:nvSpPr>
          <p:spPr bwMode="gray">
            <a:xfrm>
              <a:off x="2303" y="1366"/>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84" name="Freeform 237">
              <a:extLst>
                <a:ext uri="{FF2B5EF4-FFF2-40B4-BE49-F238E27FC236}">
                  <a16:creationId xmlns:a16="http://schemas.microsoft.com/office/drawing/2014/main" id="{DAB3BF7A-7F98-C587-41F6-FD5BABB8CA74}"/>
                </a:ext>
              </a:extLst>
            </p:cNvPr>
            <p:cNvSpPr>
              <a:spLocks/>
            </p:cNvSpPr>
            <p:nvPr userDrawn="1"/>
          </p:nvSpPr>
          <p:spPr bwMode="gray">
            <a:xfrm>
              <a:off x="2261" y="1495"/>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85" name="Line 238">
              <a:extLst>
                <a:ext uri="{FF2B5EF4-FFF2-40B4-BE49-F238E27FC236}">
                  <a16:creationId xmlns:a16="http://schemas.microsoft.com/office/drawing/2014/main" id="{54DB3331-CC7F-C0C9-7E7B-7B7F941B51E4}"/>
                </a:ext>
              </a:extLst>
            </p:cNvPr>
            <p:cNvSpPr>
              <a:spLocks noChangeShapeType="1"/>
            </p:cNvSpPr>
            <p:nvPr userDrawn="1"/>
          </p:nvSpPr>
          <p:spPr bwMode="gray">
            <a:xfrm>
              <a:off x="2142" y="1459"/>
              <a:ext cx="19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86" name="Line 239">
              <a:extLst>
                <a:ext uri="{FF2B5EF4-FFF2-40B4-BE49-F238E27FC236}">
                  <a16:creationId xmlns:a16="http://schemas.microsoft.com/office/drawing/2014/main" id="{C6AA1F86-6628-92C3-17A5-E530F9DD7097}"/>
                </a:ext>
              </a:extLst>
            </p:cNvPr>
            <p:cNvSpPr>
              <a:spLocks noChangeShapeType="1"/>
            </p:cNvSpPr>
            <p:nvPr userDrawn="1"/>
          </p:nvSpPr>
          <p:spPr bwMode="gray">
            <a:xfrm>
              <a:off x="2147" y="1452"/>
              <a:ext cx="195"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87" name="Freeform 240">
              <a:extLst>
                <a:ext uri="{FF2B5EF4-FFF2-40B4-BE49-F238E27FC236}">
                  <a16:creationId xmlns:a16="http://schemas.microsoft.com/office/drawing/2014/main" id="{8CCF7B33-C2DA-7B23-673A-282CA1036C30}"/>
                </a:ext>
              </a:extLst>
            </p:cNvPr>
            <p:cNvSpPr>
              <a:spLocks/>
            </p:cNvSpPr>
            <p:nvPr userDrawn="1"/>
          </p:nvSpPr>
          <p:spPr bwMode="gray">
            <a:xfrm>
              <a:off x="2340" y="1522"/>
              <a:ext cx="3" cy="21"/>
            </a:xfrm>
            <a:custGeom>
              <a:avLst/>
              <a:gdLst>
                <a:gd name="T0" fmla="*/ 2 w 3"/>
                <a:gd name="T1" fmla="*/ 0 h 21"/>
                <a:gd name="T2" fmla="*/ 0 w 3"/>
                <a:gd name="T3" fmla="*/ 7 h 21"/>
                <a:gd name="T4" fmla="*/ 0 w 3"/>
                <a:gd name="T5" fmla="*/ 14 h 21"/>
                <a:gd name="T6" fmla="*/ 3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88" name="Line 241">
              <a:extLst>
                <a:ext uri="{FF2B5EF4-FFF2-40B4-BE49-F238E27FC236}">
                  <a16:creationId xmlns:a16="http://schemas.microsoft.com/office/drawing/2014/main" id="{B457C082-1D86-5BA7-8F07-CD3EC64F2469}"/>
                </a:ext>
              </a:extLst>
            </p:cNvPr>
            <p:cNvSpPr>
              <a:spLocks noChangeShapeType="1"/>
            </p:cNvSpPr>
            <p:nvPr userDrawn="1"/>
          </p:nvSpPr>
          <p:spPr bwMode="gray">
            <a:xfrm flipH="1" flipV="1">
              <a:off x="2139" y="1469"/>
              <a:ext cx="204"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89" name="Freeform 242">
              <a:extLst>
                <a:ext uri="{FF2B5EF4-FFF2-40B4-BE49-F238E27FC236}">
                  <a16:creationId xmlns:a16="http://schemas.microsoft.com/office/drawing/2014/main" id="{65C9775E-542B-3B96-AFAC-924FE228A743}"/>
                </a:ext>
              </a:extLst>
            </p:cNvPr>
            <p:cNvSpPr>
              <a:spLocks/>
            </p:cNvSpPr>
            <p:nvPr userDrawn="1"/>
          </p:nvSpPr>
          <p:spPr bwMode="gray">
            <a:xfrm>
              <a:off x="2139" y="1452"/>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90" name="Freeform 243">
              <a:extLst>
                <a:ext uri="{FF2B5EF4-FFF2-40B4-BE49-F238E27FC236}">
                  <a16:creationId xmlns:a16="http://schemas.microsoft.com/office/drawing/2014/main" id="{8C2F3AAE-5735-6FD3-F15A-5706E1DDB1BB}"/>
                </a:ext>
              </a:extLst>
            </p:cNvPr>
            <p:cNvSpPr>
              <a:spLocks/>
            </p:cNvSpPr>
            <p:nvPr userDrawn="1"/>
          </p:nvSpPr>
          <p:spPr bwMode="gray">
            <a:xfrm>
              <a:off x="2655" y="1546"/>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91" name="Line 244">
              <a:extLst>
                <a:ext uri="{FF2B5EF4-FFF2-40B4-BE49-F238E27FC236}">
                  <a16:creationId xmlns:a16="http://schemas.microsoft.com/office/drawing/2014/main" id="{70987E4D-3F7A-0E89-33ED-29EBAFBBE4FE}"/>
                </a:ext>
              </a:extLst>
            </p:cNvPr>
            <p:cNvSpPr>
              <a:spLocks noChangeShapeType="1"/>
            </p:cNvSpPr>
            <p:nvPr userDrawn="1"/>
          </p:nvSpPr>
          <p:spPr bwMode="gray">
            <a:xfrm flipH="1">
              <a:off x="2576" y="1511"/>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92" name="Line 245">
              <a:extLst>
                <a:ext uri="{FF2B5EF4-FFF2-40B4-BE49-F238E27FC236}">
                  <a16:creationId xmlns:a16="http://schemas.microsoft.com/office/drawing/2014/main" id="{D5F10ECD-0B1C-EE44-AEC2-7BAF19B7612E}"/>
                </a:ext>
              </a:extLst>
            </p:cNvPr>
            <p:cNvSpPr>
              <a:spLocks noChangeShapeType="1"/>
            </p:cNvSpPr>
            <p:nvPr userDrawn="1"/>
          </p:nvSpPr>
          <p:spPr bwMode="gray">
            <a:xfrm flipH="1">
              <a:off x="2583" y="1518"/>
              <a:ext cx="163"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93" name="Freeform 246">
              <a:extLst>
                <a:ext uri="{FF2B5EF4-FFF2-40B4-BE49-F238E27FC236}">
                  <a16:creationId xmlns:a16="http://schemas.microsoft.com/office/drawing/2014/main" id="{295BAA29-E5E1-A2D9-330B-1AF4C05B7932}"/>
                </a:ext>
              </a:extLst>
            </p:cNvPr>
            <p:cNvSpPr>
              <a:spLocks/>
            </p:cNvSpPr>
            <p:nvPr userDrawn="1"/>
          </p:nvSpPr>
          <p:spPr bwMode="gray">
            <a:xfrm>
              <a:off x="2572" y="1592"/>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94" name="Line 247">
              <a:extLst>
                <a:ext uri="{FF2B5EF4-FFF2-40B4-BE49-F238E27FC236}">
                  <a16:creationId xmlns:a16="http://schemas.microsoft.com/office/drawing/2014/main" id="{1CE1EB87-DD62-4CFF-4C30-F5118095246F}"/>
                </a:ext>
              </a:extLst>
            </p:cNvPr>
            <p:cNvSpPr>
              <a:spLocks noChangeShapeType="1"/>
            </p:cNvSpPr>
            <p:nvPr userDrawn="1"/>
          </p:nvSpPr>
          <p:spPr bwMode="gray">
            <a:xfrm flipV="1">
              <a:off x="2572" y="1502"/>
              <a:ext cx="163"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95" name="Freeform 248">
              <a:extLst>
                <a:ext uri="{FF2B5EF4-FFF2-40B4-BE49-F238E27FC236}">
                  <a16:creationId xmlns:a16="http://schemas.microsoft.com/office/drawing/2014/main" id="{790D55AB-F4C6-2DC6-56A5-296D21C4358E}"/>
                </a:ext>
              </a:extLst>
            </p:cNvPr>
            <p:cNvSpPr>
              <a:spLocks/>
            </p:cNvSpPr>
            <p:nvPr userDrawn="1"/>
          </p:nvSpPr>
          <p:spPr bwMode="gray">
            <a:xfrm>
              <a:off x="2735" y="1502"/>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96" name="Freeform 249">
              <a:extLst>
                <a:ext uri="{FF2B5EF4-FFF2-40B4-BE49-F238E27FC236}">
                  <a16:creationId xmlns:a16="http://schemas.microsoft.com/office/drawing/2014/main" id="{BE21696E-5745-F7B6-84D3-BA0DA19DD55A}"/>
                </a:ext>
              </a:extLst>
            </p:cNvPr>
            <p:cNvSpPr>
              <a:spLocks/>
            </p:cNvSpPr>
            <p:nvPr userDrawn="1"/>
          </p:nvSpPr>
          <p:spPr bwMode="gray">
            <a:xfrm>
              <a:off x="2649" y="1635"/>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197" name="Line 250">
              <a:extLst>
                <a:ext uri="{FF2B5EF4-FFF2-40B4-BE49-F238E27FC236}">
                  <a16:creationId xmlns:a16="http://schemas.microsoft.com/office/drawing/2014/main" id="{E1607F7B-F52C-25D5-952D-3F6F3DFC8F59}"/>
                </a:ext>
              </a:extLst>
            </p:cNvPr>
            <p:cNvSpPr>
              <a:spLocks noChangeShapeType="1"/>
            </p:cNvSpPr>
            <p:nvPr userDrawn="1"/>
          </p:nvSpPr>
          <p:spPr bwMode="gray">
            <a:xfrm>
              <a:off x="2571" y="1614"/>
              <a:ext cx="210"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98" name="Line 251">
              <a:extLst>
                <a:ext uri="{FF2B5EF4-FFF2-40B4-BE49-F238E27FC236}">
                  <a16:creationId xmlns:a16="http://schemas.microsoft.com/office/drawing/2014/main" id="{7F876852-C4D5-4CFB-AC29-55FACB13C152}"/>
                </a:ext>
              </a:extLst>
            </p:cNvPr>
            <p:cNvSpPr>
              <a:spLocks noChangeShapeType="1"/>
            </p:cNvSpPr>
            <p:nvPr userDrawn="1"/>
          </p:nvSpPr>
          <p:spPr bwMode="gray">
            <a:xfrm>
              <a:off x="2583" y="1609"/>
              <a:ext cx="205"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199" name="Freeform 252">
              <a:extLst>
                <a:ext uri="{FF2B5EF4-FFF2-40B4-BE49-F238E27FC236}">
                  <a16:creationId xmlns:a16="http://schemas.microsoft.com/office/drawing/2014/main" id="{0B18450C-C9DE-CBB5-EBB2-0A8A7B0978AC}"/>
                </a:ext>
              </a:extLst>
            </p:cNvPr>
            <p:cNvSpPr>
              <a:spLocks/>
            </p:cNvSpPr>
            <p:nvPr userDrawn="1"/>
          </p:nvSpPr>
          <p:spPr bwMode="gray">
            <a:xfrm>
              <a:off x="2779" y="1683"/>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00" name="Line 253">
              <a:extLst>
                <a:ext uri="{FF2B5EF4-FFF2-40B4-BE49-F238E27FC236}">
                  <a16:creationId xmlns:a16="http://schemas.microsoft.com/office/drawing/2014/main" id="{CC370B69-F04E-8589-01B3-801C0FD8DD8A}"/>
                </a:ext>
              </a:extLst>
            </p:cNvPr>
            <p:cNvSpPr>
              <a:spLocks noChangeShapeType="1"/>
            </p:cNvSpPr>
            <p:nvPr userDrawn="1"/>
          </p:nvSpPr>
          <p:spPr bwMode="gray">
            <a:xfrm flipH="1" flipV="1">
              <a:off x="2564" y="1623"/>
              <a:ext cx="21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01" name="Freeform 254">
              <a:extLst>
                <a:ext uri="{FF2B5EF4-FFF2-40B4-BE49-F238E27FC236}">
                  <a16:creationId xmlns:a16="http://schemas.microsoft.com/office/drawing/2014/main" id="{2F87C7B9-E8DD-3EBB-378F-7AA0673FC76F}"/>
                </a:ext>
              </a:extLst>
            </p:cNvPr>
            <p:cNvSpPr>
              <a:spLocks/>
            </p:cNvSpPr>
            <p:nvPr userDrawn="1"/>
          </p:nvSpPr>
          <p:spPr bwMode="gray">
            <a:xfrm>
              <a:off x="2564" y="1609"/>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02" name="Freeform 255">
              <a:extLst>
                <a:ext uri="{FF2B5EF4-FFF2-40B4-BE49-F238E27FC236}">
                  <a16:creationId xmlns:a16="http://schemas.microsoft.com/office/drawing/2014/main" id="{F65F3C1A-F6FD-17F4-6E7F-ECF97EE27F23}"/>
                </a:ext>
              </a:extLst>
            </p:cNvPr>
            <p:cNvSpPr>
              <a:spLocks/>
            </p:cNvSpPr>
            <p:nvPr userDrawn="1"/>
          </p:nvSpPr>
          <p:spPr bwMode="gray">
            <a:xfrm>
              <a:off x="2868" y="1635"/>
              <a:ext cx="12" cy="18"/>
            </a:xfrm>
            <a:custGeom>
              <a:avLst/>
              <a:gdLst>
                <a:gd name="T0" fmla="*/ 0 w 12"/>
                <a:gd name="T1" fmla="*/ 0 h 18"/>
                <a:gd name="T2" fmla="*/ 5 w 12"/>
                <a:gd name="T3" fmla="*/ 2 h 18"/>
                <a:gd name="T4" fmla="*/ 9 w 12"/>
                <a:gd name="T5" fmla="*/ 7 h 18"/>
                <a:gd name="T6" fmla="*/ 11 w 12"/>
                <a:gd name="T7" fmla="*/ 13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03" name="Line 256">
              <a:extLst>
                <a:ext uri="{FF2B5EF4-FFF2-40B4-BE49-F238E27FC236}">
                  <a16:creationId xmlns:a16="http://schemas.microsoft.com/office/drawing/2014/main" id="{62B97A0A-30C3-FD90-7388-B66A0148AED2}"/>
                </a:ext>
              </a:extLst>
            </p:cNvPr>
            <p:cNvSpPr>
              <a:spLocks noChangeShapeType="1"/>
            </p:cNvSpPr>
            <p:nvPr userDrawn="1"/>
          </p:nvSpPr>
          <p:spPr bwMode="gray">
            <a:xfrm flipV="1">
              <a:off x="2796" y="1597"/>
              <a:ext cx="161"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04" name="Line 257">
              <a:extLst>
                <a:ext uri="{FF2B5EF4-FFF2-40B4-BE49-F238E27FC236}">
                  <a16:creationId xmlns:a16="http://schemas.microsoft.com/office/drawing/2014/main" id="{E8BDB15A-82FA-8B08-BB1F-C89F9A3F14F3}"/>
                </a:ext>
              </a:extLst>
            </p:cNvPr>
            <p:cNvSpPr>
              <a:spLocks noChangeShapeType="1"/>
            </p:cNvSpPr>
            <p:nvPr userDrawn="1"/>
          </p:nvSpPr>
          <p:spPr bwMode="gray">
            <a:xfrm flipV="1">
              <a:off x="2788" y="1590"/>
              <a:ext cx="16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05" name="Freeform 258">
              <a:extLst>
                <a:ext uri="{FF2B5EF4-FFF2-40B4-BE49-F238E27FC236}">
                  <a16:creationId xmlns:a16="http://schemas.microsoft.com/office/drawing/2014/main" id="{6EDEECC0-8D62-46C0-B5E1-ACFE8C05D3A1}"/>
                </a:ext>
              </a:extLst>
            </p:cNvPr>
            <p:cNvSpPr>
              <a:spLocks/>
            </p:cNvSpPr>
            <p:nvPr userDrawn="1"/>
          </p:nvSpPr>
          <p:spPr bwMode="gray">
            <a:xfrm>
              <a:off x="2948" y="1590"/>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06" name="Line 259">
              <a:extLst>
                <a:ext uri="{FF2B5EF4-FFF2-40B4-BE49-F238E27FC236}">
                  <a16:creationId xmlns:a16="http://schemas.microsoft.com/office/drawing/2014/main" id="{0DAA6A83-AF35-43DB-B6CD-8CE324DE748F}"/>
                </a:ext>
              </a:extLst>
            </p:cNvPr>
            <p:cNvSpPr>
              <a:spLocks noChangeShapeType="1"/>
            </p:cNvSpPr>
            <p:nvPr userDrawn="1"/>
          </p:nvSpPr>
          <p:spPr bwMode="gray">
            <a:xfrm flipH="1">
              <a:off x="2798" y="1606"/>
              <a:ext cx="163" cy="9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07" name="Freeform 260">
              <a:extLst>
                <a:ext uri="{FF2B5EF4-FFF2-40B4-BE49-F238E27FC236}">
                  <a16:creationId xmlns:a16="http://schemas.microsoft.com/office/drawing/2014/main" id="{55B16CDB-C8A3-3034-9CCE-5FB9CA204D60}"/>
                </a:ext>
              </a:extLst>
            </p:cNvPr>
            <p:cNvSpPr>
              <a:spLocks/>
            </p:cNvSpPr>
            <p:nvPr userDrawn="1"/>
          </p:nvSpPr>
          <p:spPr bwMode="gray">
            <a:xfrm>
              <a:off x="2788" y="1683"/>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08" name="Freeform 261">
              <a:extLst>
                <a:ext uri="{FF2B5EF4-FFF2-40B4-BE49-F238E27FC236}">
                  <a16:creationId xmlns:a16="http://schemas.microsoft.com/office/drawing/2014/main" id="{BED4D5D2-C928-F910-9FCC-F54A35FD4062}"/>
                </a:ext>
              </a:extLst>
            </p:cNvPr>
            <p:cNvSpPr>
              <a:spLocks/>
            </p:cNvSpPr>
            <p:nvPr userDrawn="1"/>
          </p:nvSpPr>
          <p:spPr bwMode="gray">
            <a:xfrm>
              <a:off x="2821" y="1543"/>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09" name="Line 262">
              <a:extLst>
                <a:ext uri="{FF2B5EF4-FFF2-40B4-BE49-F238E27FC236}">
                  <a16:creationId xmlns:a16="http://schemas.microsoft.com/office/drawing/2014/main" id="{5A57AC86-A6F1-92C7-02D1-0CCDA9CE27A9}"/>
                </a:ext>
              </a:extLst>
            </p:cNvPr>
            <p:cNvSpPr>
              <a:spLocks noChangeShapeType="1"/>
            </p:cNvSpPr>
            <p:nvPr userDrawn="1"/>
          </p:nvSpPr>
          <p:spPr bwMode="gray">
            <a:xfrm flipH="1" flipV="1">
              <a:off x="2747" y="1516"/>
              <a:ext cx="208"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10" name="Line 263">
              <a:extLst>
                <a:ext uri="{FF2B5EF4-FFF2-40B4-BE49-F238E27FC236}">
                  <a16:creationId xmlns:a16="http://schemas.microsoft.com/office/drawing/2014/main" id="{9C653991-A70E-4914-10DA-8428B025BFB3}"/>
                </a:ext>
              </a:extLst>
            </p:cNvPr>
            <p:cNvSpPr>
              <a:spLocks noChangeShapeType="1"/>
            </p:cNvSpPr>
            <p:nvPr userDrawn="1"/>
          </p:nvSpPr>
          <p:spPr bwMode="gray">
            <a:xfrm flipH="1" flipV="1">
              <a:off x="2746" y="1518"/>
              <a:ext cx="202"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11" name="Freeform 264">
              <a:extLst>
                <a:ext uri="{FF2B5EF4-FFF2-40B4-BE49-F238E27FC236}">
                  <a16:creationId xmlns:a16="http://schemas.microsoft.com/office/drawing/2014/main" id="{6D312851-F439-055E-8F1A-51C636253EEF}"/>
                </a:ext>
              </a:extLst>
            </p:cNvPr>
            <p:cNvSpPr>
              <a:spLocks/>
            </p:cNvSpPr>
            <p:nvPr userDrawn="1"/>
          </p:nvSpPr>
          <p:spPr bwMode="gray">
            <a:xfrm>
              <a:off x="2744" y="1516"/>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12" name="Line 265">
              <a:extLst>
                <a:ext uri="{FF2B5EF4-FFF2-40B4-BE49-F238E27FC236}">
                  <a16:creationId xmlns:a16="http://schemas.microsoft.com/office/drawing/2014/main" id="{48BE5414-10AE-AD38-B065-693E988F6278}"/>
                </a:ext>
              </a:extLst>
            </p:cNvPr>
            <p:cNvSpPr>
              <a:spLocks noChangeShapeType="1"/>
            </p:cNvSpPr>
            <p:nvPr userDrawn="1"/>
          </p:nvSpPr>
          <p:spPr bwMode="gray">
            <a:xfrm>
              <a:off x="2744" y="1522"/>
              <a:ext cx="21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13" name="Freeform 266">
              <a:extLst>
                <a:ext uri="{FF2B5EF4-FFF2-40B4-BE49-F238E27FC236}">
                  <a16:creationId xmlns:a16="http://schemas.microsoft.com/office/drawing/2014/main" id="{CD4FC3EB-05CB-1D90-2717-E2685E02E9DE}"/>
                </a:ext>
              </a:extLst>
            </p:cNvPr>
            <p:cNvSpPr>
              <a:spLocks/>
            </p:cNvSpPr>
            <p:nvPr userDrawn="1"/>
          </p:nvSpPr>
          <p:spPr bwMode="gray">
            <a:xfrm>
              <a:off x="2948" y="1588"/>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14" name="Freeform 267">
              <a:extLst>
                <a:ext uri="{FF2B5EF4-FFF2-40B4-BE49-F238E27FC236}">
                  <a16:creationId xmlns:a16="http://schemas.microsoft.com/office/drawing/2014/main" id="{B09C107A-5A13-FF84-2ED6-47238FBC94B5}"/>
                </a:ext>
              </a:extLst>
            </p:cNvPr>
            <p:cNvSpPr>
              <a:spLocks/>
            </p:cNvSpPr>
            <p:nvPr userDrawn="1"/>
          </p:nvSpPr>
          <p:spPr bwMode="gray">
            <a:xfrm>
              <a:off x="2959" y="1719"/>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grpSp>
          <p:nvGrpSpPr>
            <p:cNvPr id="3215" name="Group 268">
              <a:extLst>
                <a:ext uri="{FF2B5EF4-FFF2-40B4-BE49-F238E27FC236}">
                  <a16:creationId xmlns:a16="http://schemas.microsoft.com/office/drawing/2014/main" id="{6D2FB135-E831-CB53-1A22-E5B492E71F36}"/>
                </a:ext>
              </a:extLst>
            </p:cNvPr>
            <p:cNvGrpSpPr>
              <a:grpSpLocks/>
            </p:cNvGrpSpPr>
            <p:nvPr userDrawn="1"/>
          </p:nvGrpSpPr>
          <p:grpSpPr bwMode="auto">
            <a:xfrm>
              <a:off x="2135" y="838"/>
              <a:ext cx="1546" cy="1270"/>
              <a:chOff x="2135" y="838"/>
              <a:chExt cx="1546" cy="1270"/>
            </a:xfrm>
          </p:grpSpPr>
          <p:sp>
            <p:nvSpPr>
              <p:cNvPr id="3672" name="Line 269">
                <a:extLst>
                  <a:ext uri="{FF2B5EF4-FFF2-40B4-BE49-F238E27FC236}">
                    <a16:creationId xmlns:a16="http://schemas.microsoft.com/office/drawing/2014/main" id="{0624F0AD-4B6D-614C-1202-4A217B5A541A}"/>
                  </a:ext>
                </a:extLst>
              </p:cNvPr>
              <p:cNvSpPr>
                <a:spLocks noChangeShapeType="1"/>
              </p:cNvSpPr>
              <p:nvPr userDrawn="1"/>
            </p:nvSpPr>
            <p:spPr bwMode="gray">
              <a:xfrm flipV="1">
                <a:off x="2968" y="1604"/>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73" name="Line 270">
                <a:extLst>
                  <a:ext uri="{FF2B5EF4-FFF2-40B4-BE49-F238E27FC236}">
                    <a16:creationId xmlns:a16="http://schemas.microsoft.com/office/drawing/2014/main" id="{1CB2A2B2-DB9E-44A6-CB40-589EB3469FA7}"/>
                  </a:ext>
                </a:extLst>
              </p:cNvPr>
              <p:cNvSpPr>
                <a:spLocks noChangeShapeType="1"/>
              </p:cNvSpPr>
              <p:nvPr userDrawn="1"/>
            </p:nvSpPr>
            <p:spPr bwMode="gray">
              <a:xfrm flipV="1">
                <a:off x="2959" y="1606"/>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74" name="Freeform 271">
                <a:extLst>
                  <a:ext uri="{FF2B5EF4-FFF2-40B4-BE49-F238E27FC236}">
                    <a16:creationId xmlns:a16="http://schemas.microsoft.com/office/drawing/2014/main" id="{18D4EB15-1725-D967-4FFD-2C5B7AD70819}"/>
                  </a:ext>
                </a:extLst>
              </p:cNvPr>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75" name="Line 272">
                <a:extLst>
                  <a:ext uri="{FF2B5EF4-FFF2-40B4-BE49-F238E27FC236}">
                    <a16:creationId xmlns:a16="http://schemas.microsoft.com/office/drawing/2014/main" id="{088085B8-B37D-651C-74CD-9C73A7C33755}"/>
                  </a:ext>
                </a:extLst>
              </p:cNvPr>
              <p:cNvSpPr>
                <a:spLocks noChangeShapeType="1"/>
              </p:cNvSpPr>
              <p:nvPr userDrawn="1"/>
            </p:nvSpPr>
            <p:spPr bwMode="gray">
              <a:xfrm flipH="1">
                <a:off x="2978" y="1606"/>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76" name="Freeform 273">
                <a:extLst>
                  <a:ext uri="{FF2B5EF4-FFF2-40B4-BE49-F238E27FC236}">
                    <a16:creationId xmlns:a16="http://schemas.microsoft.com/office/drawing/2014/main" id="{C7EE7031-2B0B-EDD2-17AB-34AD8FA743C1}"/>
                  </a:ext>
                </a:extLst>
              </p:cNvPr>
              <p:cNvSpPr>
                <a:spLocks/>
              </p:cNvSpPr>
              <p:nvPr userDrawn="1"/>
            </p:nvSpPr>
            <p:spPr bwMode="gray">
              <a:xfrm>
                <a:off x="2959" y="1833"/>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77" name="Freeform 274">
                <a:extLst>
                  <a:ext uri="{FF2B5EF4-FFF2-40B4-BE49-F238E27FC236}">
                    <a16:creationId xmlns:a16="http://schemas.microsoft.com/office/drawing/2014/main" id="{AB3F2BD3-3BDB-5E54-E3AF-E525EB2A2141}"/>
                  </a:ext>
                </a:extLst>
              </p:cNvPr>
              <p:cNvSpPr>
                <a:spLocks/>
              </p:cNvSpPr>
              <p:nvPr userDrawn="1"/>
            </p:nvSpPr>
            <p:spPr bwMode="gray">
              <a:xfrm>
                <a:off x="2319" y="1366"/>
                <a:ext cx="3" cy="9"/>
              </a:xfrm>
              <a:custGeom>
                <a:avLst/>
                <a:gdLst>
                  <a:gd name="T0" fmla="*/ 3 w 3"/>
                  <a:gd name="T1" fmla="*/ 9 h 9"/>
                  <a:gd name="T2" fmla="*/ 0 w 3"/>
                  <a:gd name="T3" fmla="*/ 7 h 9"/>
                  <a:gd name="T4" fmla="*/ 0 w 3"/>
                  <a:gd name="T5" fmla="*/ 4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78" name="Freeform 275">
                <a:extLst>
                  <a:ext uri="{FF2B5EF4-FFF2-40B4-BE49-F238E27FC236}">
                    <a16:creationId xmlns:a16="http://schemas.microsoft.com/office/drawing/2014/main" id="{E5A95B5B-FA0B-C3DE-5CDD-B794129A7C9F}"/>
                  </a:ext>
                </a:extLst>
              </p:cNvPr>
              <p:cNvSpPr>
                <a:spLocks/>
              </p:cNvSpPr>
              <p:nvPr userDrawn="1"/>
            </p:nvSpPr>
            <p:spPr bwMode="gray">
              <a:xfrm>
                <a:off x="2957" y="1712"/>
                <a:ext cx="19" cy="2"/>
              </a:xfrm>
              <a:custGeom>
                <a:avLst/>
                <a:gdLst>
                  <a:gd name="T0" fmla="*/ 0 w 19"/>
                  <a:gd name="T1" fmla="*/ 0 h 2"/>
                  <a:gd name="T2" fmla="*/ 5 w 19"/>
                  <a:gd name="T3" fmla="*/ 2 h 2"/>
                  <a:gd name="T4" fmla="*/ 11 w 19"/>
                  <a:gd name="T5" fmla="*/ 2 h 2"/>
                  <a:gd name="T6" fmla="*/ 16 w 19"/>
                  <a:gd name="T7" fmla="*/ 2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79" name="Line 276">
                <a:extLst>
                  <a:ext uri="{FF2B5EF4-FFF2-40B4-BE49-F238E27FC236}">
                    <a16:creationId xmlns:a16="http://schemas.microsoft.com/office/drawing/2014/main" id="{A50DAE1F-59F8-03A8-5F2F-C870353DB828}"/>
                  </a:ext>
                </a:extLst>
              </p:cNvPr>
              <p:cNvSpPr>
                <a:spLocks noChangeShapeType="1"/>
              </p:cNvSpPr>
              <p:nvPr userDrawn="1"/>
            </p:nvSpPr>
            <p:spPr bwMode="gray">
              <a:xfrm flipH="1">
                <a:off x="2966" y="1599"/>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80" name="Line 277">
                <a:extLst>
                  <a:ext uri="{FF2B5EF4-FFF2-40B4-BE49-F238E27FC236}">
                    <a16:creationId xmlns:a16="http://schemas.microsoft.com/office/drawing/2014/main" id="{8CE98917-EFBD-7995-111C-35345134E3C3}"/>
                  </a:ext>
                </a:extLst>
              </p:cNvPr>
              <p:cNvSpPr>
                <a:spLocks noChangeShapeType="1"/>
              </p:cNvSpPr>
              <p:nvPr userDrawn="1"/>
            </p:nvSpPr>
            <p:spPr bwMode="gray">
              <a:xfrm flipH="1">
                <a:off x="2955"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81" name="Freeform 278">
                <a:extLst>
                  <a:ext uri="{FF2B5EF4-FFF2-40B4-BE49-F238E27FC236}">
                    <a16:creationId xmlns:a16="http://schemas.microsoft.com/office/drawing/2014/main" id="{A31D5C47-97B3-31AF-1C6A-C851531A91EE}"/>
                  </a:ext>
                </a:extLst>
              </p:cNvPr>
              <p:cNvSpPr>
                <a:spLocks/>
              </p:cNvSpPr>
              <p:nvPr userDrawn="1"/>
            </p:nvSpPr>
            <p:spPr bwMode="gray">
              <a:xfrm>
                <a:off x="2955" y="1826"/>
                <a:ext cx="21" cy="4"/>
              </a:xfrm>
              <a:custGeom>
                <a:avLst/>
                <a:gdLst>
                  <a:gd name="T0" fmla="*/ 0 w 21"/>
                  <a:gd name="T1" fmla="*/ 0 h 4"/>
                  <a:gd name="T2" fmla="*/ 6 w 21"/>
                  <a:gd name="T3" fmla="*/ 2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82" name="Line 279">
                <a:extLst>
                  <a:ext uri="{FF2B5EF4-FFF2-40B4-BE49-F238E27FC236}">
                    <a16:creationId xmlns:a16="http://schemas.microsoft.com/office/drawing/2014/main" id="{3D6F0BA6-1B1A-EEB9-E2B6-94E183CC7CD4}"/>
                  </a:ext>
                </a:extLst>
              </p:cNvPr>
              <p:cNvSpPr>
                <a:spLocks noChangeShapeType="1"/>
              </p:cNvSpPr>
              <p:nvPr userDrawn="1"/>
            </p:nvSpPr>
            <p:spPr bwMode="gray">
              <a:xfrm flipV="1">
                <a:off x="2976" y="1597"/>
                <a:ext cx="2"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83" name="Freeform 280">
                <a:extLst>
                  <a:ext uri="{FF2B5EF4-FFF2-40B4-BE49-F238E27FC236}">
                    <a16:creationId xmlns:a16="http://schemas.microsoft.com/office/drawing/2014/main" id="{CFA8A1AD-9DC4-B4F6-B4E6-8367A3F42C70}"/>
                  </a:ext>
                </a:extLst>
              </p:cNvPr>
              <p:cNvSpPr>
                <a:spLocks/>
              </p:cNvSpPr>
              <p:nvPr userDrawn="1"/>
            </p:nvSpPr>
            <p:spPr bwMode="gray">
              <a:xfrm>
                <a:off x="2957" y="1597"/>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84" name="Freeform 281">
                <a:extLst>
                  <a:ext uri="{FF2B5EF4-FFF2-40B4-BE49-F238E27FC236}">
                    <a16:creationId xmlns:a16="http://schemas.microsoft.com/office/drawing/2014/main" id="{20C9A7D4-AFC4-B60E-DBC7-9D1488F53006}"/>
                  </a:ext>
                </a:extLst>
              </p:cNvPr>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85" name="Freeform 282">
                <a:extLst>
                  <a:ext uri="{FF2B5EF4-FFF2-40B4-BE49-F238E27FC236}">
                    <a16:creationId xmlns:a16="http://schemas.microsoft.com/office/drawing/2014/main" id="{F8A776AB-2A32-505A-8F91-5B7A981E078A}"/>
                  </a:ext>
                </a:extLst>
              </p:cNvPr>
              <p:cNvSpPr>
                <a:spLocks/>
              </p:cNvSpPr>
              <p:nvPr userDrawn="1"/>
            </p:nvSpPr>
            <p:spPr bwMode="gray">
              <a:xfrm>
                <a:off x="2139" y="1574"/>
                <a:ext cx="3" cy="9"/>
              </a:xfrm>
              <a:custGeom>
                <a:avLst/>
                <a:gdLst>
                  <a:gd name="T0" fmla="*/ 1 w 3"/>
                  <a:gd name="T1" fmla="*/ 0 h 9"/>
                  <a:gd name="T2" fmla="*/ 0 w 3"/>
                  <a:gd name="T3" fmla="*/ 2 h 9"/>
                  <a:gd name="T4" fmla="*/ 0 w 3"/>
                  <a:gd name="T5" fmla="*/ 4 h 9"/>
                  <a:gd name="T6" fmla="*/ 0 w 3"/>
                  <a:gd name="T7" fmla="*/ 7 h 9"/>
                  <a:gd name="T8" fmla="*/ 3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86" name="Line 283">
                <a:extLst>
                  <a:ext uri="{FF2B5EF4-FFF2-40B4-BE49-F238E27FC236}">
                    <a16:creationId xmlns:a16="http://schemas.microsoft.com/office/drawing/2014/main" id="{35B982D6-CE2C-3EA1-355D-DABEF7207FF2}"/>
                  </a:ext>
                </a:extLst>
              </p:cNvPr>
              <p:cNvSpPr>
                <a:spLocks noChangeShapeType="1"/>
              </p:cNvSpPr>
              <p:nvPr userDrawn="1"/>
            </p:nvSpPr>
            <p:spPr bwMode="gray">
              <a:xfrm flipH="1" flipV="1">
                <a:off x="2135" y="1466"/>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87" name="Line 284">
                <a:extLst>
                  <a:ext uri="{FF2B5EF4-FFF2-40B4-BE49-F238E27FC236}">
                    <a16:creationId xmlns:a16="http://schemas.microsoft.com/office/drawing/2014/main" id="{4FA3323C-2DA9-ABA4-12AA-E5CA7FB4F3EF}"/>
                  </a:ext>
                </a:extLst>
              </p:cNvPr>
              <p:cNvSpPr>
                <a:spLocks noChangeShapeType="1"/>
              </p:cNvSpPr>
              <p:nvPr userDrawn="1"/>
            </p:nvSpPr>
            <p:spPr bwMode="gray">
              <a:xfrm flipH="1" flipV="1">
                <a:off x="2139" y="1460"/>
                <a:ext cx="5"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88" name="Freeform 285">
                <a:extLst>
                  <a:ext uri="{FF2B5EF4-FFF2-40B4-BE49-F238E27FC236}">
                    <a16:creationId xmlns:a16="http://schemas.microsoft.com/office/drawing/2014/main" id="{6434AC30-7535-0711-D0D6-092C1A89A2D3}"/>
                  </a:ext>
                </a:extLst>
              </p:cNvPr>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89" name="Line 286">
                <a:extLst>
                  <a:ext uri="{FF2B5EF4-FFF2-40B4-BE49-F238E27FC236}">
                    <a16:creationId xmlns:a16="http://schemas.microsoft.com/office/drawing/2014/main" id="{51979DBB-9DC1-0838-FAEB-FC28327C13C5}"/>
                  </a:ext>
                </a:extLst>
              </p:cNvPr>
              <p:cNvSpPr>
                <a:spLocks noChangeShapeType="1"/>
              </p:cNvSpPr>
              <p:nvPr userDrawn="1"/>
            </p:nvSpPr>
            <p:spPr bwMode="gray">
              <a:xfrm>
                <a:off x="2139" y="1469"/>
                <a:ext cx="7" cy="2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90" name="Freeform 287">
                <a:extLst>
                  <a:ext uri="{FF2B5EF4-FFF2-40B4-BE49-F238E27FC236}">
                    <a16:creationId xmlns:a16="http://schemas.microsoft.com/office/drawing/2014/main" id="{1ED36E0A-B9DE-551A-DDA3-3C2ACCEE3836}"/>
                  </a:ext>
                </a:extLst>
              </p:cNvPr>
              <p:cNvSpPr>
                <a:spLocks/>
              </p:cNvSpPr>
              <p:nvPr userDrawn="1"/>
            </p:nvSpPr>
            <p:spPr bwMode="gray">
              <a:xfrm>
                <a:off x="2140" y="1686"/>
                <a:ext cx="6" cy="9"/>
              </a:xfrm>
              <a:custGeom>
                <a:avLst/>
                <a:gdLst>
                  <a:gd name="T0" fmla="*/ 6 w 6"/>
                  <a:gd name="T1" fmla="*/ 9 h 9"/>
                  <a:gd name="T2" fmla="*/ 2 w 6"/>
                  <a:gd name="T3" fmla="*/ 7 h 9"/>
                  <a:gd name="T4" fmla="*/ 0 w 6"/>
                  <a:gd name="T5" fmla="*/ 5 h 9"/>
                  <a:gd name="T6" fmla="*/ 2 w 6"/>
                  <a:gd name="T7" fmla="*/ 2 h 9"/>
                  <a:gd name="T8" fmla="*/ 4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91" name="Freeform 288">
                <a:extLst>
                  <a:ext uri="{FF2B5EF4-FFF2-40B4-BE49-F238E27FC236}">
                    <a16:creationId xmlns:a16="http://schemas.microsoft.com/office/drawing/2014/main" id="{14C656DA-6672-AC43-F52E-C0DB2213E1A4}"/>
                  </a:ext>
                </a:extLst>
              </p:cNvPr>
              <p:cNvSpPr>
                <a:spLocks/>
              </p:cNvSpPr>
              <p:nvPr userDrawn="1"/>
            </p:nvSpPr>
            <p:spPr bwMode="gray">
              <a:xfrm>
                <a:off x="2779" y="1816"/>
                <a:ext cx="19" cy="3"/>
              </a:xfrm>
              <a:custGeom>
                <a:avLst/>
                <a:gdLst>
                  <a:gd name="T0" fmla="*/ 0 w 19"/>
                  <a:gd name="T1" fmla="*/ 1 h 3"/>
                  <a:gd name="T2" fmla="*/ 5 w 19"/>
                  <a:gd name="T3" fmla="*/ 3 h 3"/>
                  <a:gd name="T4" fmla="*/ 10 w 19"/>
                  <a:gd name="T5" fmla="*/ 3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92" name="Line 289">
                <a:extLst>
                  <a:ext uri="{FF2B5EF4-FFF2-40B4-BE49-F238E27FC236}">
                    <a16:creationId xmlns:a16="http://schemas.microsoft.com/office/drawing/2014/main" id="{048D1A19-81F9-CC85-B34C-7681F891960A}"/>
                  </a:ext>
                </a:extLst>
              </p:cNvPr>
              <p:cNvSpPr>
                <a:spLocks noChangeShapeType="1"/>
              </p:cNvSpPr>
              <p:nvPr userDrawn="1"/>
            </p:nvSpPr>
            <p:spPr bwMode="gray">
              <a:xfrm flipV="1">
                <a:off x="2789" y="1702"/>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93" name="Line 290">
                <a:extLst>
                  <a:ext uri="{FF2B5EF4-FFF2-40B4-BE49-F238E27FC236}">
                    <a16:creationId xmlns:a16="http://schemas.microsoft.com/office/drawing/2014/main" id="{C2E5291D-D8D7-4E08-00F7-EBFF8056D917}"/>
                  </a:ext>
                </a:extLst>
              </p:cNvPr>
              <p:cNvSpPr>
                <a:spLocks noChangeShapeType="1"/>
              </p:cNvSpPr>
              <p:nvPr userDrawn="1"/>
            </p:nvSpPr>
            <p:spPr bwMode="gray">
              <a:xfrm flipV="1">
                <a:off x="2779" y="1700"/>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94" name="Freeform 291">
                <a:extLst>
                  <a:ext uri="{FF2B5EF4-FFF2-40B4-BE49-F238E27FC236}">
                    <a16:creationId xmlns:a16="http://schemas.microsoft.com/office/drawing/2014/main" id="{3721E713-2DE1-3900-B336-DFB336D8528F}"/>
                  </a:ext>
                </a:extLst>
              </p:cNvPr>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95" name="Line 292">
                <a:extLst>
                  <a:ext uri="{FF2B5EF4-FFF2-40B4-BE49-F238E27FC236}">
                    <a16:creationId xmlns:a16="http://schemas.microsoft.com/office/drawing/2014/main" id="{7E32EE20-8C63-39FC-049A-9A6A0486E2D9}"/>
                  </a:ext>
                </a:extLst>
              </p:cNvPr>
              <p:cNvSpPr>
                <a:spLocks noChangeShapeType="1"/>
              </p:cNvSpPr>
              <p:nvPr userDrawn="1"/>
            </p:nvSpPr>
            <p:spPr bwMode="gray">
              <a:xfrm>
                <a:off x="2798" y="1698"/>
                <a:ext cx="1"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96" name="Freeform 293">
                <a:extLst>
                  <a:ext uri="{FF2B5EF4-FFF2-40B4-BE49-F238E27FC236}">
                    <a16:creationId xmlns:a16="http://schemas.microsoft.com/office/drawing/2014/main" id="{D4F79ADA-B227-66CF-4EE8-058477906FF0}"/>
                  </a:ext>
                </a:extLst>
              </p:cNvPr>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97" name="Freeform 294">
                <a:extLst>
                  <a:ext uri="{FF2B5EF4-FFF2-40B4-BE49-F238E27FC236}">
                    <a16:creationId xmlns:a16="http://schemas.microsoft.com/office/drawing/2014/main" id="{7EFF4C47-4C6F-F9F2-4AF2-C098EB1DA6BF}"/>
                  </a:ext>
                </a:extLst>
              </p:cNvPr>
              <p:cNvSpPr>
                <a:spLocks/>
              </p:cNvSpPr>
              <p:nvPr userDrawn="1"/>
            </p:nvSpPr>
            <p:spPr bwMode="gray">
              <a:xfrm>
                <a:off x="2356" y="1903"/>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98" name="Line 295">
                <a:extLst>
                  <a:ext uri="{FF2B5EF4-FFF2-40B4-BE49-F238E27FC236}">
                    <a16:creationId xmlns:a16="http://schemas.microsoft.com/office/drawing/2014/main" id="{07774742-971E-023C-7D2F-A5444F9B176D}"/>
                  </a:ext>
                </a:extLst>
              </p:cNvPr>
              <p:cNvSpPr>
                <a:spLocks noChangeShapeType="1"/>
              </p:cNvSpPr>
              <p:nvPr userDrawn="1"/>
            </p:nvSpPr>
            <p:spPr bwMode="gray">
              <a:xfrm>
                <a:off x="2354" y="1789"/>
                <a:ext cx="3"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99" name="Line 296">
                <a:extLst>
                  <a:ext uri="{FF2B5EF4-FFF2-40B4-BE49-F238E27FC236}">
                    <a16:creationId xmlns:a16="http://schemas.microsoft.com/office/drawing/2014/main" id="{2CAAE84C-EFE0-159C-0630-5B0FDAA053AB}"/>
                  </a:ext>
                </a:extLst>
              </p:cNvPr>
              <p:cNvSpPr>
                <a:spLocks noChangeShapeType="1"/>
              </p:cNvSpPr>
              <p:nvPr userDrawn="1"/>
            </p:nvSpPr>
            <p:spPr bwMode="gray">
              <a:xfrm>
                <a:off x="2357" y="1791"/>
                <a:ext cx="4"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00" name="Freeform 297">
                <a:extLst>
                  <a:ext uri="{FF2B5EF4-FFF2-40B4-BE49-F238E27FC236}">
                    <a16:creationId xmlns:a16="http://schemas.microsoft.com/office/drawing/2014/main" id="{E276F7A6-B5AF-1E3F-1E46-CE7E380D6567}"/>
                  </a:ext>
                </a:extLst>
              </p:cNvPr>
              <p:cNvSpPr>
                <a:spLocks/>
              </p:cNvSpPr>
              <p:nvPr userDrawn="1"/>
            </p:nvSpPr>
            <p:spPr bwMode="gray">
              <a:xfrm>
                <a:off x="2357" y="2013"/>
                <a:ext cx="6" cy="11"/>
              </a:xfrm>
              <a:custGeom>
                <a:avLst/>
                <a:gdLst>
                  <a:gd name="T0" fmla="*/ 4 w 6"/>
                  <a:gd name="T1" fmla="*/ 0 h 11"/>
                  <a:gd name="T2" fmla="*/ 2 w 6"/>
                  <a:gd name="T3" fmla="*/ 4 h 11"/>
                  <a:gd name="T4" fmla="*/ 0 w 6"/>
                  <a:gd name="T5" fmla="*/ 5 h 11"/>
                  <a:gd name="T6" fmla="*/ 2 w 6"/>
                  <a:gd name="T7" fmla="*/ 9 h 11"/>
                  <a:gd name="T8" fmla="*/ 6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01" name="Line 298">
                <a:extLst>
                  <a:ext uri="{FF2B5EF4-FFF2-40B4-BE49-F238E27FC236}">
                    <a16:creationId xmlns:a16="http://schemas.microsoft.com/office/drawing/2014/main" id="{AC94027C-965F-BD04-5AE6-671E4A3E8ECF}"/>
                  </a:ext>
                </a:extLst>
              </p:cNvPr>
              <p:cNvSpPr>
                <a:spLocks noChangeShapeType="1"/>
              </p:cNvSpPr>
              <p:nvPr userDrawn="1"/>
            </p:nvSpPr>
            <p:spPr bwMode="gray">
              <a:xfrm flipH="1" flipV="1">
                <a:off x="2359" y="1788"/>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02" name="Freeform 299">
                <a:extLst>
                  <a:ext uri="{FF2B5EF4-FFF2-40B4-BE49-F238E27FC236}">
                    <a16:creationId xmlns:a16="http://schemas.microsoft.com/office/drawing/2014/main" id="{A6B7988E-8338-5109-86AD-52E8ABD29DD4}"/>
                  </a:ext>
                </a:extLst>
              </p:cNvPr>
              <p:cNvSpPr>
                <a:spLocks/>
              </p:cNvSpPr>
              <p:nvPr userDrawn="1"/>
            </p:nvSpPr>
            <p:spPr bwMode="gray">
              <a:xfrm>
                <a:off x="2354" y="1788"/>
                <a:ext cx="5" cy="3"/>
              </a:xfrm>
              <a:custGeom>
                <a:avLst/>
                <a:gdLst>
                  <a:gd name="T0" fmla="*/ 3 w 5"/>
                  <a:gd name="T1" fmla="*/ 3 h 3"/>
                  <a:gd name="T2" fmla="*/ 2 w 5"/>
                  <a:gd name="T3" fmla="*/ 3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03" name="Freeform 300">
                <a:extLst>
                  <a:ext uri="{FF2B5EF4-FFF2-40B4-BE49-F238E27FC236}">
                    <a16:creationId xmlns:a16="http://schemas.microsoft.com/office/drawing/2014/main" id="{1F78EAB4-1821-01F7-EFCF-0FB2C60DF2EA}"/>
                  </a:ext>
                </a:extLst>
              </p:cNvPr>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04" name="Freeform 301">
                <a:extLst>
                  <a:ext uri="{FF2B5EF4-FFF2-40B4-BE49-F238E27FC236}">
                    <a16:creationId xmlns:a16="http://schemas.microsoft.com/office/drawing/2014/main" id="{C5BA9E99-1C5C-0BBB-F123-5B2B050760A9}"/>
                  </a:ext>
                </a:extLst>
              </p:cNvPr>
              <p:cNvSpPr>
                <a:spLocks/>
              </p:cNvSpPr>
              <p:nvPr userDrawn="1"/>
            </p:nvSpPr>
            <p:spPr bwMode="gray">
              <a:xfrm>
                <a:off x="2513"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05" name="Freeform 302">
                <a:extLst>
                  <a:ext uri="{FF2B5EF4-FFF2-40B4-BE49-F238E27FC236}">
                    <a16:creationId xmlns:a16="http://schemas.microsoft.com/office/drawing/2014/main" id="{71BD34C6-D7C6-AEC4-7EFC-5A03F8382D8A}"/>
                  </a:ext>
                </a:extLst>
              </p:cNvPr>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06" name="Line 303">
                <a:extLst>
                  <a:ext uri="{FF2B5EF4-FFF2-40B4-BE49-F238E27FC236}">
                    <a16:creationId xmlns:a16="http://schemas.microsoft.com/office/drawing/2014/main" id="{521FF6B5-D593-22A7-1567-38ED4CCD599F}"/>
                  </a:ext>
                </a:extLst>
              </p:cNvPr>
              <p:cNvSpPr>
                <a:spLocks noChangeShapeType="1"/>
              </p:cNvSpPr>
              <p:nvPr userDrawn="1"/>
            </p:nvSpPr>
            <p:spPr bwMode="gray">
              <a:xfrm flipH="1">
                <a:off x="2350" y="1188"/>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07" name="Line 304">
                <a:extLst>
                  <a:ext uri="{FF2B5EF4-FFF2-40B4-BE49-F238E27FC236}">
                    <a16:creationId xmlns:a16="http://schemas.microsoft.com/office/drawing/2014/main" id="{5060A8F4-F8D3-43BA-95B7-7C8DDD7D2A03}"/>
                  </a:ext>
                </a:extLst>
              </p:cNvPr>
              <p:cNvSpPr>
                <a:spLocks noChangeShapeType="1"/>
              </p:cNvSpPr>
              <p:nvPr userDrawn="1"/>
            </p:nvSpPr>
            <p:spPr bwMode="gray">
              <a:xfrm flipH="1">
                <a:off x="2347" y="1195"/>
                <a:ext cx="166"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08" name="Freeform 305">
                <a:extLst>
                  <a:ext uri="{FF2B5EF4-FFF2-40B4-BE49-F238E27FC236}">
                    <a16:creationId xmlns:a16="http://schemas.microsoft.com/office/drawing/2014/main" id="{51B59CA1-5A60-70C4-917C-CF9312FBEDCB}"/>
                  </a:ext>
                </a:extLst>
              </p:cNvPr>
              <p:cNvSpPr>
                <a:spLocks/>
              </p:cNvSpPr>
              <p:nvPr userDrawn="1"/>
            </p:nvSpPr>
            <p:spPr bwMode="gray">
              <a:xfrm>
                <a:off x="2347" y="1270"/>
                <a:ext cx="10" cy="10"/>
              </a:xfrm>
              <a:custGeom>
                <a:avLst/>
                <a:gdLst>
                  <a:gd name="T0" fmla="*/ 0 w 10"/>
                  <a:gd name="T1" fmla="*/ 10 h 10"/>
                  <a:gd name="T2" fmla="*/ 2 w 10"/>
                  <a:gd name="T3" fmla="*/ 5 h 10"/>
                  <a:gd name="T4" fmla="*/ 3 w 10"/>
                  <a:gd name="T5" fmla="*/ 2 h 10"/>
                  <a:gd name="T6" fmla="*/ 5 w 10"/>
                  <a:gd name="T7" fmla="*/ 0 h 10"/>
                  <a:gd name="T8" fmla="*/ 9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09" name="Line 306">
                <a:extLst>
                  <a:ext uri="{FF2B5EF4-FFF2-40B4-BE49-F238E27FC236}">
                    <a16:creationId xmlns:a16="http://schemas.microsoft.com/office/drawing/2014/main" id="{E6AAF6BA-4A52-3E87-283C-9958DD7D731F}"/>
                  </a:ext>
                </a:extLst>
              </p:cNvPr>
              <p:cNvSpPr>
                <a:spLocks noChangeShapeType="1"/>
              </p:cNvSpPr>
              <p:nvPr userDrawn="1"/>
            </p:nvSpPr>
            <p:spPr bwMode="gray">
              <a:xfrm flipV="1">
                <a:off x="2357" y="1186"/>
                <a:ext cx="166"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10" name="Freeform 307">
                <a:extLst>
                  <a:ext uri="{FF2B5EF4-FFF2-40B4-BE49-F238E27FC236}">
                    <a16:creationId xmlns:a16="http://schemas.microsoft.com/office/drawing/2014/main" id="{9F106405-0846-2851-3867-B5D5424AABBE}"/>
                  </a:ext>
                </a:extLst>
              </p:cNvPr>
              <p:cNvSpPr>
                <a:spLocks/>
              </p:cNvSpPr>
              <p:nvPr userDrawn="1"/>
            </p:nvSpPr>
            <p:spPr bwMode="gray">
              <a:xfrm>
                <a:off x="2513"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11" name="Freeform 308">
                <a:extLst>
                  <a:ext uri="{FF2B5EF4-FFF2-40B4-BE49-F238E27FC236}">
                    <a16:creationId xmlns:a16="http://schemas.microsoft.com/office/drawing/2014/main" id="{549598C5-00E5-2FA0-B31C-2F0DC313A2B6}"/>
                  </a:ext>
                </a:extLst>
              </p:cNvPr>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12" name="Line 309">
                <a:extLst>
                  <a:ext uri="{FF2B5EF4-FFF2-40B4-BE49-F238E27FC236}">
                    <a16:creationId xmlns:a16="http://schemas.microsoft.com/office/drawing/2014/main" id="{01985F2E-8D69-823B-9876-73D9A1DBD739}"/>
                  </a:ext>
                </a:extLst>
              </p:cNvPr>
              <p:cNvSpPr>
                <a:spLocks noChangeShapeType="1"/>
              </p:cNvSpPr>
              <p:nvPr userDrawn="1"/>
            </p:nvSpPr>
            <p:spPr bwMode="gray">
              <a:xfrm>
                <a:off x="2343" y="1284"/>
                <a:ext cx="6"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13" name="Line 310">
                <a:extLst>
                  <a:ext uri="{FF2B5EF4-FFF2-40B4-BE49-F238E27FC236}">
                    <a16:creationId xmlns:a16="http://schemas.microsoft.com/office/drawing/2014/main" id="{71A63FBD-3639-CA05-9424-D3B4379F9B24}"/>
                  </a:ext>
                </a:extLst>
              </p:cNvPr>
              <p:cNvSpPr>
                <a:spLocks noChangeShapeType="1"/>
              </p:cNvSpPr>
              <p:nvPr userDrawn="1"/>
            </p:nvSpPr>
            <p:spPr bwMode="gray">
              <a:xfrm>
                <a:off x="2347" y="1280"/>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14" name="Freeform 311">
                <a:extLst>
                  <a:ext uri="{FF2B5EF4-FFF2-40B4-BE49-F238E27FC236}">
                    <a16:creationId xmlns:a16="http://schemas.microsoft.com/office/drawing/2014/main" id="{C560F276-FBAE-7D30-8345-FDDF9F5D5E90}"/>
                  </a:ext>
                </a:extLst>
              </p:cNvPr>
              <p:cNvSpPr>
                <a:spLocks/>
              </p:cNvSpPr>
              <p:nvPr userDrawn="1"/>
            </p:nvSpPr>
            <p:spPr bwMode="gray">
              <a:xfrm>
                <a:off x="2349" y="1513"/>
                <a:ext cx="5" cy="21"/>
              </a:xfrm>
              <a:custGeom>
                <a:avLst/>
                <a:gdLst>
                  <a:gd name="T0" fmla="*/ 3 w 5"/>
                  <a:gd name="T1" fmla="*/ 0 h 21"/>
                  <a:gd name="T2" fmla="*/ 0 w 5"/>
                  <a:gd name="T3" fmla="*/ 5 h 21"/>
                  <a:gd name="T4" fmla="*/ 0 w 5"/>
                  <a:gd name="T5" fmla="*/ 10 h 21"/>
                  <a:gd name="T6" fmla="*/ 1 w 5"/>
                  <a:gd name="T7" fmla="*/ 16 h 21"/>
                  <a:gd name="T8" fmla="*/ 5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15" name="Line 312">
                <a:extLst>
                  <a:ext uri="{FF2B5EF4-FFF2-40B4-BE49-F238E27FC236}">
                    <a16:creationId xmlns:a16="http://schemas.microsoft.com/office/drawing/2014/main" id="{72D4CBAB-D0EF-FE02-E379-FD1C35A36A3E}"/>
                  </a:ext>
                </a:extLst>
              </p:cNvPr>
              <p:cNvSpPr>
                <a:spLocks noChangeShapeType="1"/>
              </p:cNvSpPr>
              <p:nvPr userDrawn="1"/>
            </p:nvSpPr>
            <p:spPr bwMode="gray">
              <a:xfrm flipH="1" flipV="1">
                <a:off x="2349" y="1287"/>
                <a:ext cx="5"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16" name="Freeform 313">
                <a:extLst>
                  <a:ext uri="{FF2B5EF4-FFF2-40B4-BE49-F238E27FC236}">
                    <a16:creationId xmlns:a16="http://schemas.microsoft.com/office/drawing/2014/main" id="{5CEAE7E2-83EA-92C9-73C7-326ADADEB20E}"/>
                  </a:ext>
                </a:extLst>
              </p:cNvPr>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17" name="Freeform 314">
                <a:extLst>
                  <a:ext uri="{FF2B5EF4-FFF2-40B4-BE49-F238E27FC236}">
                    <a16:creationId xmlns:a16="http://schemas.microsoft.com/office/drawing/2014/main" id="{6F50F473-46EB-D320-B580-B1A12FEE639E}"/>
                  </a:ext>
                </a:extLst>
              </p:cNvPr>
              <p:cNvSpPr>
                <a:spLocks/>
              </p:cNvSpPr>
              <p:nvPr userDrawn="1"/>
            </p:nvSpPr>
            <p:spPr bwMode="gray">
              <a:xfrm>
                <a:off x="2557"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18" name="Line 315">
                <a:extLst>
                  <a:ext uri="{FF2B5EF4-FFF2-40B4-BE49-F238E27FC236}">
                    <a16:creationId xmlns:a16="http://schemas.microsoft.com/office/drawing/2014/main" id="{F6E187DE-0282-31D7-CE6A-F7D2973C6485}"/>
                  </a:ext>
                </a:extLst>
              </p:cNvPr>
              <p:cNvSpPr>
                <a:spLocks noChangeShapeType="1"/>
              </p:cNvSpPr>
              <p:nvPr userDrawn="1"/>
            </p:nvSpPr>
            <p:spPr bwMode="gray">
              <a:xfrm>
                <a:off x="2565" y="1870"/>
                <a:ext cx="2"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19" name="Line 316">
                <a:extLst>
                  <a:ext uri="{FF2B5EF4-FFF2-40B4-BE49-F238E27FC236}">
                    <a16:creationId xmlns:a16="http://schemas.microsoft.com/office/drawing/2014/main" id="{1CDE391F-4A76-1B64-9E9D-933A5C43C476}"/>
                  </a:ext>
                </a:extLst>
              </p:cNvPr>
              <p:cNvSpPr>
                <a:spLocks noChangeShapeType="1"/>
              </p:cNvSpPr>
              <p:nvPr userDrawn="1"/>
            </p:nvSpPr>
            <p:spPr bwMode="gray">
              <a:xfrm>
                <a:off x="2574" y="1873"/>
                <a:ext cx="4"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20" name="Freeform 317">
                <a:extLst>
                  <a:ext uri="{FF2B5EF4-FFF2-40B4-BE49-F238E27FC236}">
                    <a16:creationId xmlns:a16="http://schemas.microsoft.com/office/drawing/2014/main" id="{9F2C05AA-39C9-E631-183C-BC0578058E56}"/>
                  </a:ext>
                </a:extLst>
              </p:cNvPr>
              <p:cNvSpPr>
                <a:spLocks/>
              </p:cNvSpPr>
              <p:nvPr userDrawn="1"/>
            </p:nvSpPr>
            <p:spPr bwMode="gray">
              <a:xfrm>
                <a:off x="2557"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21" name="Line 318">
                <a:extLst>
                  <a:ext uri="{FF2B5EF4-FFF2-40B4-BE49-F238E27FC236}">
                    <a16:creationId xmlns:a16="http://schemas.microsoft.com/office/drawing/2014/main" id="{6978FBE2-2CC4-A657-EFAA-86947B039191}"/>
                  </a:ext>
                </a:extLst>
              </p:cNvPr>
              <p:cNvSpPr>
                <a:spLocks noChangeShapeType="1"/>
              </p:cNvSpPr>
              <p:nvPr userDrawn="1"/>
            </p:nvSpPr>
            <p:spPr bwMode="gray">
              <a:xfrm flipH="1" flipV="1">
                <a:off x="2555" y="1861"/>
                <a:ext cx="2"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22" name="Freeform 319">
                <a:extLst>
                  <a:ext uri="{FF2B5EF4-FFF2-40B4-BE49-F238E27FC236}">
                    <a16:creationId xmlns:a16="http://schemas.microsoft.com/office/drawing/2014/main" id="{257479A0-01A5-1164-A925-FCE8206018D6}"/>
                  </a:ext>
                </a:extLst>
              </p:cNvPr>
              <p:cNvSpPr>
                <a:spLocks/>
              </p:cNvSpPr>
              <p:nvPr userDrawn="1"/>
            </p:nvSpPr>
            <p:spPr bwMode="gray">
              <a:xfrm>
                <a:off x="2555" y="1861"/>
                <a:ext cx="19" cy="12"/>
              </a:xfrm>
              <a:custGeom>
                <a:avLst/>
                <a:gdLst>
                  <a:gd name="T0" fmla="*/ 19 w 19"/>
                  <a:gd name="T1" fmla="*/ 12 h 12"/>
                  <a:gd name="T2" fmla="*/ 12 w 19"/>
                  <a:gd name="T3" fmla="*/ 9 h 12"/>
                  <a:gd name="T4" fmla="*/ 5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23" name="Freeform 320">
                <a:extLst>
                  <a:ext uri="{FF2B5EF4-FFF2-40B4-BE49-F238E27FC236}">
                    <a16:creationId xmlns:a16="http://schemas.microsoft.com/office/drawing/2014/main" id="{AB657D8B-F2A4-7A12-E53F-BE29089EBFEC}"/>
                  </a:ext>
                </a:extLst>
              </p:cNvPr>
              <p:cNvSpPr>
                <a:spLocks/>
              </p:cNvSpPr>
              <p:nvPr userDrawn="1"/>
            </p:nvSpPr>
            <p:spPr bwMode="gray">
              <a:xfrm>
                <a:off x="2646" y="2050"/>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24" name="Line 321">
                <a:extLst>
                  <a:ext uri="{FF2B5EF4-FFF2-40B4-BE49-F238E27FC236}">
                    <a16:creationId xmlns:a16="http://schemas.microsoft.com/office/drawing/2014/main" id="{BFEEE4C3-CE8B-2FE9-073A-42476A637B00}"/>
                  </a:ext>
                </a:extLst>
              </p:cNvPr>
              <p:cNvSpPr>
                <a:spLocks noChangeShapeType="1"/>
              </p:cNvSpPr>
              <p:nvPr userDrawn="1"/>
            </p:nvSpPr>
            <p:spPr bwMode="gray">
              <a:xfrm flipV="1">
                <a:off x="2574" y="2010"/>
                <a:ext cx="159"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25" name="Line 322">
                <a:extLst>
                  <a:ext uri="{FF2B5EF4-FFF2-40B4-BE49-F238E27FC236}">
                    <a16:creationId xmlns:a16="http://schemas.microsoft.com/office/drawing/2014/main" id="{7588E7B2-871C-B255-2AEA-40E28037F116}"/>
                  </a:ext>
                </a:extLst>
              </p:cNvPr>
              <p:cNvSpPr>
                <a:spLocks noChangeShapeType="1"/>
              </p:cNvSpPr>
              <p:nvPr userDrawn="1"/>
            </p:nvSpPr>
            <p:spPr bwMode="gray">
              <a:xfrm flipV="1">
                <a:off x="2578" y="2003"/>
                <a:ext cx="159"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26" name="Freeform 323">
                <a:extLst>
                  <a:ext uri="{FF2B5EF4-FFF2-40B4-BE49-F238E27FC236}">
                    <a16:creationId xmlns:a16="http://schemas.microsoft.com/office/drawing/2014/main" id="{90A2FD0D-6C29-B4F2-DB29-F81FA81C9493}"/>
                  </a:ext>
                </a:extLst>
              </p:cNvPr>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27" name="Line 324">
                <a:extLst>
                  <a:ext uri="{FF2B5EF4-FFF2-40B4-BE49-F238E27FC236}">
                    <a16:creationId xmlns:a16="http://schemas.microsoft.com/office/drawing/2014/main" id="{FF0EC7AB-1B5B-F959-8DD8-9D00B9847411}"/>
                  </a:ext>
                </a:extLst>
              </p:cNvPr>
              <p:cNvSpPr>
                <a:spLocks noChangeShapeType="1"/>
              </p:cNvSpPr>
              <p:nvPr userDrawn="1"/>
            </p:nvSpPr>
            <p:spPr bwMode="gray">
              <a:xfrm flipH="1">
                <a:off x="2565" y="2010"/>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28" name="Freeform 325">
                <a:extLst>
                  <a:ext uri="{FF2B5EF4-FFF2-40B4-BE49-F238E27FC236}">
                    <a16:creationId xmlns:a16="http://schemas.microsoft.com/office/drawing/2014/main" id="{8337EF7E-F79A-F2A1-F6FB-EA4CF4B8BC75}"/>
                  </a:ext>
                </a:extLst>
              </p:cNvPr>
              <p:cNvSpPr>
                <a:spLocks/>
              </p:cNvSpPr>
              <p:nvPr userDrawn="1"/>
            </p:nvSpPr>
            <p:spPr bwMode="gray">
              <a:xfrm>
                <a:off x="2565"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29" name="Line 326">
                <a:extLst>
                  <a:ext uri="{FF2B5EF4-FFF2-40B4-BE49-F238E27FC236}">
                    <a16:creationId xmlns:a16="http://schemas.microsoft.com/office/drawing/2014/main" id="{A20FA867-342D-C369-C10D-E0CF20DB5FF4}"/>
                  </a:ext>
                </a:extLst>
              </p:cNvPr>
              <p:cNvSpPr>
                <a:spLocks noChangeShapeType="1"/>
              </p:cNvSpPr>
              <p:nvPr userDrawn="1"/>
            </p:nvSpPr>
            <p:spPr bwMode="gray">
              <a:xfrm flipV="1">
                <a:off x="2739" y="1924"/>
                <a:ext cx="1" cy="7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30" name="Line 327">
                <a:extLst>
                  <a:ext uri="{FF2B5EF4-FFF2-40B4-BE49-F238E27FC236}">
                    <a16:creationId xmlns:a16="http://schemas.microsoft.com/office/drawing/2014/main" id="{CC043A62-EE4D-A76C-3A86-67C959E2064B}"/>
                  </a:ext>
                </a:extLst>
              </p:cNvPr>
              <p:cNvSpPr>
                <a:spLocks noChangeShapeType="1"/>
              </p:cNvSpPr>
              <p:nvPr userDrawn="1"/>
            </p:nvSpPr>
            <p:spPr bwMode="gray">
              <a:xfrm flipV="1">
                <a:off x="2737" y="1924"/>
                <a:ext cx="1"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31" name="Line 328">
                <a:extLst>
                  <a:ext uri="{FF2B5EF4-FFF2-40B4-BE49-F238E27FC236}">
                    <a16:creationId xmlns:a16="http://schemas.microsoft.com/office/drawing/2014/main" id="{81A49A90-DC61-CE6B-3639-A5281E6466CE}"/>
                  </a:ext>
                </a:extLst>
              </p:cNvPr>
              <p:cNvSpPr>
                <a:spLocks noChangeShapeType="1"/>
              </p:cNvSpPr>
              <p:nvPr userDrawn="1"/>
            </p:nvSpPr>
            <p:spPr bwMode="gray">
              <a:xfrm>
                <a:off x="2733" y="1922"/>
                <a:ext cx="2"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32" name="Freeform 329">
                <a:extLst>
                  <a:ext uri="{FF2B5EF4-FFF2-40B4-BE49-F238E27FC236}">
                    <a16:creationId xmlns:a16="http://schemas.microsoft.com/office/drawing/2014/main" id="{7D3B633C-25A8-0D19-0B93-C0E2178C964C}"/>
                  </a:ext>
                </a:extLst>
              </p:cNvPr>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33" name="Freeform 330">
                <a:extLst>
                  <a:ext uri="{FF2B5EF4-FFF2-40B4-BE49-F238E27FC236}">
                    <a16:creationId xmlns:a16="http://schemas.microsoft.com/office/drawing/2014/main" id="{5F56588F-EC94-C105-DEF7-A41BBD0B07F2}"/>
                  </a:ext>
                </a:extLst>
              </p:cNvPr>
              <p:cNvSpPr>
                <a:spLocks/>
              </p:cNvSpPr>
              <p:nvPr userDrawn="1"/>
            </p:nvSpPr>
            <p:spPr bwMode="gray">
              <a:xfrm>
                <a:off x="2732" y="1377"/>
                <a:ext cx="5" cy="8"/>
              </a:xfrm>
              <a:custGeom>
                <a:avLst/>
                <a:gdLst>
                  <a:gd name="T0" fmla="*/ 3 w 5"/>
                  <a:gd name="T1" fmla="*/ 8 h 8"/>
                  <a:gd name="T2" fmla="*/ 5 w 5"/>
                  <a:gd name="T3" fmla="*/ 7 h 8"/>
                  <a:gd name="T4" fmla="*/ 5 w 5"/>
                  <a:gd name="T5" fmla="*/ 5 h 8"/>
                  <a:gd name="T6" fmla="*/ 3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34" name="Line 331">
                <a:extLst>
                  <a:ext uri="{FF2B5EF4-FFF2-40B4-BE49-F238E27FC236}">
                    <a16:creationId xmlns:a16="http://schemas.microsoft.com/office/drawing/2014/main" id="{9A356D9B-5840-584B-933E-863B89211668}"/>
                  </a:ext>
                </a:extLst>
              </p:cNvPr>
              <p:cNvSpPr>
                <a:spLocks noChangeShapeType="1"/>
              </p:cNvSpPr>
              <p:nvPr userDrawn="1"/>
            </p:nvSpPr>
            <p:spPr bwMode="gray">
              <a:xfrm flipH="1" flipV="1">
                <a:off x="2737" y="1265"/>
                <a:ext cx="2"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35" name="Line 332">
                <a:extLst>
                  <a:ext uri="{FF2B5EF4-FFF2-40B4-BE49-F238E27FC236}">
                    <a16:creationId xmlns:a16="http://schemas.microsoft.com/office/drawing/2014/main" id="{9E23EB82-AEBD-1B6F-BE41-79DA2685A75B}"/>
                  </a:ext>
                </a:extLst>
              </p:cNvPr>
              <p:cNvSpPr>
                <a:spLocks noChangeShapeType="1"/>
              </p:cNvSpPr>
              <p:nvPr userDrawn="1"/>
            </p:nvSpPr>
            <p:spPr bwMode="gray">
              <a:xfrm flipV="1">
                <a:off x="2735" y="1270"/>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36" name="Freeform 333">
                <a:extLst>
                  <a:ext uri="{FF2B5EF4-FFF2-40B4-BE49-F238E27FC236}">
                    <a16:creationId xmlns:a16="http://schemas.microsoft.com/office/drawing/2014/main" id="{1D564104-0107-9133-906C-51BCB4F99825}"/>
                  </a:ext>
                </a:extLst>
              </p:cNvPr>
              <p:cNvSpPr>
                <a:spLocks/>
              </p:cNvSpPr>
              <p:nvPr userDrawn="1"/>
            </p:nvSpPr>
            <p:spPr bwMode="gray">
              <a:xfrm>
                <a:off x="2732" y="1261"/>
                <a:ext cx="5" cy="9"/>
              </a:xfrm>
              <a:custGeom>
                <a:avLst/>
                <a:gdLst>
                  <a:gd name="T0" fmla="*/ 3 w 5"/>
                  <a:gd name="T1" fmla="*/ 9 h 9"/>
                  <a:gd name="T2" fmla="*/ 5 w 5"/>
                  <a:gd name="T3" fmla="*/ 5 h 9"/>
                  <a:gd name="T4" fmla="*/ 5 w 5"/>
                  <a:gd name="T5" fmla="*/ 4 h 9"/>
                  <a:gd name="T6" fmla="*/ 3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37" name="Line 334">
                <a:extLst>
                  <a:ext uri="{FF2B5EF4-FFF2-40B4-BE49-F238E27FC236}">
                    <a16:creationId xmlns:a16="http://schemas.microsoft.com/office/drawing/2014/main" id="{194F6B2D-E4FA-51AB-0BC0-B2D02F76728D}"/>
                  </a:ext>
                </a:extLst>
              </p:cNvPr>
              <p:cNvSpPr>
                <a:spLocks noChangeShapeType="1"/>
              </p:cNvSpPr>
              <p:nvPr userDrawn="1"/>
            </p:nvSpPr>
            <p:spPr bwMode="gray">
              <a:xfrm>
                <a:off x="2732" y="1261"/>
                <a:ext cx="1"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38" name="Freeform 335">
                <a:extLst>
                  <a:ext uri="{FF2B5EF4-FFF2-40B4-BE49-F238E27FC236}">
                    <a16:creationId xmlns:a16="http://schemas.microsoft.com/office/drawing/2014/main" id="{D3231573-1D82-5CE8-D0ED-4A89F1339C07}"/>
                  </a:ext>
                </a:extLst>
              </p:cNvPr>
              <p:cNvSpPr>
                <a:spLocks/>
              </p:cNvSpPr>
              <p:nvPr userDrawn="1"/>
            </p:nvSpPr>
            <p:spPr bwMode="gray">
              <a:xfrm>
                <a:off x="2733" y="1502"/>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39" name="Freeform 336">
                <a:extLst>
                  <a:ext uri="{FF2B5EF4-FFF2-40B4-BE49-F238E27FC236}">
                    <a16:creationId xmlns:a16="http://schemas.microsoft.com/office/drawing/2014/main" id="{3BD3ABB4-2035-16DE-6880-54F797DF59D9}"/>
                  </a:ext>
                </a:extLst>
              </p:cNvPr>
              <p:cNvSpPr>
                <a:spLocks/>
              </p:cNvSpPr>
              <p:nvPr userDrawn="1"/>
            </p:nvSpPr>
            <p:spPr bwMode="gray">
              <a:xfrm>
                <a:off x="2641" y="1296"/>
                <a:ext cx="12" cy="16"/>
              </a:xfrm>
              <a:custGeom>
                <a:avLst/>
                <a:gdLst>
                  <a:gd name="T0" fmla="*/ 12 w 12"/>
                  <a:gd name="T1" fmla="*/ 16 h 16"/>
                  <a:gd name="T2" fmla="*/ 10 w 12"/>
                  <a:gd name="T3" fmla="*/ 11 h 16"/>
                  <a:gd name="T4" fmla="*/ 8 w 12"/>
                  <a:gd name="T5" fmla="*/ 5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40" name="Line 337">
                <a:extLst>
                  <a:ext uri="{FF2B5EF4-FFF2-40B4-BE49-F238E27FC236}">
                    <a16:creationId xmlns:a16="http://schemas.microsoft.com/office/drawing/2014/main" id="{C3A4E049-63A8-098F-57E7-84ABEC088FEA}"/>
                  </a:ext>
                </a:extLst>
              </p:cNvPr>
              <p:cNvSpPr>
                <a:spLocks noChangeShapeType="1"/>
              </p:cNvSpPr>
              <p:nvPr userDrawn="1"/>
            </p:nvSpPr>
            <p:spPr bwMode="gray">
              <a:xfrm flipH="1">
                <a:off x="2567" y="1259"/>
                <a:ext cx="165"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41" name="Line 338">
                <a:extLst>
                  <a:ext uri="{FF2B5EF4-FFF2-40B4-BE49-F238E27FC236}">
                    <a16:creationId xmlns:a16="http://schemas.microsoft.com/office/drawing/2014/main" id="{47D75164-F266-A8D8-40BE-CA7066EBA45B}"/>
                  </a:ext>
                </a:extLst>
              </p:cNvPr>
              <p:cNvSpPr>
                <a:spLocks noChangeShapeType="1"/>
              </p:cNvSpPr>
              <p:nvPr userDrawn="1"/>
            </p:nvSpPr>
            <p:spPr bwMode="gray">
              <a:xfrm flipH="1">
                <a:off x="2571" y="1270"/>
                <a:ext cx="164"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42" name="Freeform 339">
                <a:extLst>
                  <a:ext uri="{FF2B5EF4-FFF2-40B4-BE49-F238E27FC236}">
                    <a16:creationId xmlns:a16="http://schemas.microsoft.com/office/drawing/2014/main" id="{59563640-E822-3F3F-1986-FB24F15C0188}"/>
                  </a:ext>
                </a:extLst>
              </p:cNvPr>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43" name="Line 340">
                <a:extLst>
                  <a:ext uri="{FF2B5EF4-FFF2-40B4-BE49-F238E27FC236}">
                    <a16:creationId xmlns:a16="http://schemas.microsoft.com/office/drawing/2014/main" id="{893DED3A-EF61-8E51-4FC7-431A872DE813}"/>
                  </a:ext>
                </a:extLst>
              </p:cNvPr>
              <p:cNvSpPr>
                <a:spLocks noChangeShapeType="1"/>
              </p:cNvSpPr>
              <p:nvPr userDrawn="1"/>
            </p:nvSpPr>
            <p:spPr bwMode="gray">
              <a:xfrm flipV="1">
                <a:off x="2558" y="1252"/>
                <a:ext cx="165"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44" name="Freeform 341">
                <a:extLst>
                  <a:ext uri="{FF2B5EF4-FFF2-40B4-BE49-F238E27FC236}">
                    <a16:creationId xmlns:a16="http://schemas.microsoft.com/office/drawing/2014/main" id="{DE35A17F-457F-93A0-9A7D-C690ED143B40}"/>
                  </a:ext>
                </a:extLst>
              </p:cNvPr>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45" name="Freeform 342">
                <a:extLst>
                  <a:ext uri="{FF2B5EF4-FFF2-40B4-BE49-F238E27FC236}">
                    <a16:creationId xmlns:a16="http://schemas.microsoft.com/office/drawing/2014/main" id="{CAC0A7D1-AAAF-86D6-6366-3633688CAF4B}"/>
                  </a:ext>
                </a:extLst>
              </p:cNvPr>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46" name="Line 343">
                <a:extLst>
                  <a:ext uri="{FF2B5EF4-FFF2-40B4-BE49-F238E27FC236}">
                    <a16:creationId xmlns:a16="http://schemas.microsoft.com/office/drawing/2014/main" id="{314F4C18-4F8E-A815-ABFC-F91879A08D52}"/>
                  </a:ext>
                </a:extLst>
              </p:cNvPr>
              <p:cNvSpPr>
                <a:spLocks noChangeShapeType="1"/>
              </p:cNvSpPr>
              <p:nvPr userDrawn="1"/>
            </p:nvSpPr>
            <p:spPr bwMode="gray">
              <a:xfrm>
                <a:off x="2560" y="1359"/>
                <a:ext cx="2" cy="24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47" name="Line 344">
                <a:extLst>
                  <a:ext uri="{FF2B5EF4-FFF2-40B4-BE49-F238E27FC236}">
                    <a16:creationId xmlns:a16="http://schemas.microsoft.com/office/drawing/2014/main" id="{F30BE971-E496-D418-CF24-9582A6964997}"/>
                  </a:ext>
                </a:extLst>
              </p:cNvPr>
              <p:cNvSpPr>
                <a:spLocks noChangeShapeType="1"/>
              </p:cNvSpPr>
              <p:nvPr userDrawn="1"/>
            </p:nvSpPr>
            <p:spPr bwMode="gray">
              <a:xfrm>
                <a:off x="2571" y="1356"/>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48" name="Freeform 345">
                <a:extLst>
                  <a:ext uri="{FF2B5EF4-FFF2-40B4-BE49-F238E27FC236}">
                    <a16:creationId xmlns:a16="http://schemas.microsoft.com/office/drawing/2014/main" id="{7031AACA-8CB5-8FFF-AB86-E528B90C3F94}"/>
                  </a:ext>
                </a:extLst>
              </p:cNvPr>
              <p:cNvSpPr>
                <a:spLocks/>
              </p:cNvSpPr>
              <p:nvPr userDrawn="1"/>
            </p:nvSpPr>
            <p:spPr bwMode="gray">
              <a:xfrm>
                <a:off x="2551" y="1592"/>
                <a:ext cx="21" cy="14"/>
              </a:xfrm>
              <a:custGeom>
                <a:avLst/>
                <a:gdLst>
                  <a:gd name="T0" fmla="*/ 21 w 21"/>
                  <a:gd name="T1" fmla="*/ 0 h 14"/>
                  <a:gd name="T2" fmla="*/ 16 w 21"/>
                  <a:gd name="T3" fmla="*/ 5 h 14"/>
                  <a:gd name="T4" fmla="*/ 13 w 21"/>
                  <a:gd name="T5" fmla="*/ 8 h 14"/>
                  <a:gd name="T6" fmla="*/ 7 w 21"/>
                  <a:gd name="T7" fmla="*/ 10 h 14"/>
                  <a:gd name="T8" fmla="*/ 0 w 21"/>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49" name="Line 346">
                <a:extLst>
                  <a:ext uri="{FF2B5EF4-FFF2-40B4-BE49-F238E27FC236}">
                    <a16:creationId xmlns:a16="http://schemas.microsoft.com/office/drawing/2014/main" id="{55E58DAC-F785-ECDE-4CBD-8E8EB43AA40B}"/>
                  </a:ext>
                </a:extLst>
              </p:cNvPr>
              <p:cNvSpPr>
                <a:spLocks noChangeShapeType="1"/>
              </p:cNvSpPr>
              <p:nvPr userDrawn="1"/>
            </p:nvSpPr>
            <p:spPr bwMode="gray">
              <a:xfrm flipH="1" flipV="1">
                <a:off x="2550" y="1357"/>
                <a:ext cx="1" cy="24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50" name="Freeform 347">
                <a:extLst>
                  <a:ext uri="{FF2B5EF4-FFF2-40B4-BE49-F238E27FC236}">
                    <a16:creationId xmlns:a16="http://schemas.microsoft.com/office/drawing/2014/main" id="{5E1D325E-C329-4F2D-09F5-A3E0FF637526}"/>
                  </a:ext>
                </a:extLst>
              </p:cNvPr>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51" name="Freeform 348">
                <a:extLst>
                  <a:ext uri="{FF2B5EF4-FFF2-40B4-BE49-F238E27FC236}">
                    <a16:creationId xmlns:a16="http://schemas.microsoft.com/office/drawing/2014/main" id="{56BDC961-3B23-320A-71C6-953CA014229E}"/>
                  </a:ext>
                </a:extLst>
              </p:cNvPr>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52" name="Freeform 349">
                <a:extLst>
                  <a:ext uri="{FF2B5EF4-FFF2-40B4-BE49-F238E27FC236}">
                    <a16:creationId xmlns:a16="http://schemas.microsoft.com/office/drawing/2014/main" id="{134BE2EC-EBB1-827D-7606-7CDF8ADB831A}"/>
                  </a:ext>
                </a:extLst>
              </p:cNvPr>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53" name="Freeform 350">
                <a:extLst>
                  <a:ext uri="{FF2B5EF4-FFF2-40B4-BE49-F238E27FC236}">
                    <a16:creationId xmlns:a16="http://schemas.microsoft.com/office/drawing/2014/main" id="{98539061-B2B3-71BE-6317-7D27B71E5D9E}"/>
                  </a:ext>
                </a:extLst>
              </p:cNvPr>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54" name="Line 351">
                <a:extLst>
                  <a:ext uri="{FF2B5EF4-FFF2-40B4-BE49-F238E27FC236}">
                    <a16:creationId xmlns:a16="http://schemas.microsoft.com/office/drawing/2014/main" id="{A47AE512-D637-D3A5-BD51-AC161EC99159}"/>
                  </a:ext>
                </a:extLst>
              </p:cNvPr>
              <p:cNvSpPr>
                <a:spLocks noChangeShapeType="1"/>
              </p:cNvSpPr>
              <p:nvPr userDrawn="1"/>
            </p:nvSpPr>
            <p:spPr bwMode="gray">
              <a:xfrm>
                <a:off x="2536" y="1184"/>
                <a:ext cx="199"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55" name="Line 352">
                <a:extLst>
                  <a:ext uri="{FF2B5EF4-FFF2-40B4-BE49-F238E27FC236}">
                    <a16:creationId xmlns:a16="http://schemas.microsoft.com/office/drawing/2014/main" id="{5EE71F21-A713-6529-42F5-4AA301C7AEC6}"/>
                  </a:ext>
                </a:extLst>
              </p:cNvPr>
              <p:cNvSpPr>
                <a:spLocks noChangeShapeType="1"/>
              </p:cNvSpPr>
              <p:nvPr userDrawn="1"/>
            </p:nvSpPr>
            <p:spPr bwMode="gray">
              <a:xfrm>
                <a:off x="2532" y="1195"/>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56" name="Freeform 353">
                <a:extLst>
                  <a:ext uri="{FF2B5EF4-FFF2-40B4-BE49-F238E27FC236}">
                    <a16:creationId xmlns:a16="http://schemas.microsoft.com/office/drawing/2014/main" id="{A66C72B9-8502-1CBE-88D4-A5BA9A47A3C2}"/>
                  </a:ext>
                </a:extLst>
              </p:cNvPr>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57" name="Line 354">
                <a:extLst>
                  <a:ext uri="{FF2B5EF4-FFF2-40B4-BE49-F238E27FC236}">
                    <a16:creationId xmlns:a16="http://schemas.microsoft.com/office/drawing/2014/main" id="{9E67EAC7-7FCE-D972-D417-2454CCDF616C}"/>
                  </a:ext>
                </a:extLst>
              </p:cNvPr>
              <p:cNvSpPr>
                <a:spLocks noChangeShapeType="1"/>
              </p:cNvSpPr>
              <p:nvPr userDrawn="1"/>
            </p:nvSpPr>
            <p:spPr bwMode="gray">
              <a:xfrm flipH="1" flipV="1">
                <a:off x="2543" y="1177"/>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58" name="Freeform 355">
                <a:extLst>
                  <a:ext uri="{FF2B5EF4-FFF2-40B4-BE49-F238E27FC236}">
                    <a16:creationId xmlns:a16="http://schemas.microsoft.com/office/drawing/2014/main" id="{CC462A3B-DEFB-3A1D-912A-999C2C19D12B}"/>
                  </a:ext>
                </a:extLst>
              </p:cNvPr>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59" name="Freeform 356">
                <a:extLst>
                  <a:ext uri="{FF2B5EF4-FFF2-40B4-BE49-F238E27FC236}">
                    <a16:creationId xmlns:a16="http://schemas.microsoft.com/office/drawing/2014/main" id="{47C0A33D-61B9-6093-BEF4-1A2D75232BDA}"/>
                  </a:ext>
                </a:extLst>
              </p:cNvPr>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60" name="Line 357">
                <a:extLst>
                  <a:ext uri="{FF2B5EF4-FFF2-40B4-BE49-F238E27FC236}">
                    <a16:creationId xmlns:a16="http://schemas.microsoft.com/office/drawing/2014/main" id="{4DE198F1-5737-8806-76EC-03CD28DDCF7C}"/>
                  </a:ext>
                </a:extLst>
              </p:cNvPr>
              <p:cNvSpPr>
                <a:spLocks noChangeShapeType="1"/>
              </p:cNvSpPr>
              <p:nvPr userDrawn="1"/>
            </p:nvSpPr>
            <p:spPr bwMode="gray">
              <a:xfrm flipH="1" flipV="1">
                <a:off x="2530" y="1179"/>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61" name="Line 358">
                <a:extLst>
                  <a:ext uri="{FF2B5EF4-FFF2-40B4-BE49-F238E27FC236}">
                    <a16:creationId xmlns:a16="http://schemas.microsoft.com/office/drawing/2014/main" id="{8B6A3E97-0B0F-06BE-BEED-4A4FA0302B97}"/>
                  </a:ext>
                </a:extLst>
              </p:cNvPr>
              <p:cNvSpPr>
                <a:spLocks noChangeShapeType="1"/>
              </p:cNvSpPr>
              <p:nvPr userDrawn="1"/>
            </p:nvSpPr>
            <p:spPr bwMode="gray">
              <a:xfrm flipH="1" flipV="1">
                <a:off x="2523" y="1186"/>
                <a:ext cx="200"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62" name="Freeform 359">
                <a:extLst>
                  <a:ext uri="{FF2B5EF4-FFF2-40B4-BE49-F238E27FC236}">
                    <a16:creationId xmlns:a16="http://schemas.microsoft.com/office/drawing/2014/main" id="{BE18D8CE-DDFC-7362-6D8D-D5F36BB86E4D}"/>
                  </a:ext>
                </a:extLst>
              </p:cNvPr>
              <p:cNvSpPr>
                <a:spLocks/>
              </p:cNvSpPr>
              <p:nvPr userDrawn="1"/>
            </p:nvSpPr>
            <p:spPr bwMode="gray">
              <a:xfrm>
                <a:off x="2523"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63" name="Line 360">
                <a:extLst>
                  <a:ext uri="{FF2B5EF4-FFF2-40B4-BE49-F238E27FC236}">
                    <a16:creationId xmlns:a16="http://schemas.microsoft.com/office/drawing/2014/main" id="{CB4125DE-E8EF-E48B-1330-67F1ACCBA337}"/>
                  </a:ext>
                </a:extLst>
              </p:cNvPr>
              <p:cNvSpPr>
                <a:spLocks noChangeShapeType="1"/>
              </p:cNvSpPr>
              <p:nvPr userDrawn="1"/>
            </p:nvSpPr>
            <p:spPr bwMode="gray">
              <a:xfrm>
                <a:off x="2532" y="1168"/>
                <a:ext cx="200"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64" name="Freeform 361">
                <a:extLst>
                  <a:ext uri="{FF2B5EF4-FFF2-40B4-BE49-F238E27FC236}">
                    <a16:creationId xmlns:a16="http://schemas.microsoft.com/office/drawing/2014/main" id="{A54B4F59-E244-8C02-92E1-3E07F74E8741}"/>
                  </a:ext>
                </a:extLst>
              </p:cNvPr>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65" name="Freeform 362">
                <a:extLst>
                  <a:ext uri="{FF2B5EF4-FFF2-40B4-BE49-F238E27FC236}">
                    <a16:creationId xmlns:a16="http://schemas.microsoft.com/office/drawing/2014/main" id="{9A8E0F73-2AB3-337D-E1B6-1F25E397E74D}"/>
                  </a:ext>
                </a:extLst>
              </p:cNvPr>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66" name="Line 363">
                <a:extLst>
                  <a:ext uri="{FF2B5EF4-FFF2-40B4-BE49-F238E27FC236}">
                    <a16:creationId xmlns:a16="http://schemas.microsoft.com/office/drawing/2014/main" id="{B6F33840-F963-CA4A-B908-AAB107F3985B}"/>
                  </a:ext>
                </a:extLst>
              </p:cNvPr>
              <p:cNvSpPr>
                <a:spLocks noChangeShapeType="1"/>
              </p:cNvSpPr>
              <p:nvPr userDrawn="1"/>
            </p:nvSpPr>
            <p:spPr bwMode="gray">
              <a:xfrm>
                <a:off x="2352" y="1277"/>
                <a:ext cx="199"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67" name="Line 364">
                <a:extLst>
                  <a:ext uri="{FF2B5EF4-FFF2-40B4-BE49-F238E27FC236}">
                    <a16:creationId xmlns:a16="http://schemas.microsoft.com/office/drawing/2014/main" id="{D5E87E92-7FA6-9C87-D9A3-31BD50041777}"/>
                  </a:ext>
                </a:extLst>
              </p:cNvPr>
              <p:cNvSpPr>
                <a:spLocks noChangeShapeType="1"/>
              </p:cNvSpPr>
              <p:nvPr userDrawn="1"/>
            </p:nvSpPr>
            <p:spPr bwMode="gray">
              <a:xfrm>
                <a:off x="2357" y="1270"/>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68" name="Freeform 365">
                <a:extLst>
                  <a:ext uri="{FF2B5EF4-FFF2-40B4-BE49-F238E27FC236}">
                    <a16:creationId xmlns:a16="http://schemas.microsoft.com/office/drawing/2014/main" id="{2683F847-D6EA-23BF-D9F0-4780DD564F73}"/>
                  </a:ext>
                </a:extLst>
              </p:cNvPr>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69" name="Line 366">
                <a:extLst>
                  <a:ext uri="{FF2B5EF4-FFF2-40B4-BE49-F238E27FC236}">
                    <a16:creationId xmlns:a16="http://schemas.microsoft.com/office/drawing/2014/main" id="{B1178D5E-D43F-A2A0-4147-6A595076D54E}"/>
                  </a:ext>
                </a:extLst>
              </p:cNvPr>
              <p:cNvSpPr>
                <a:spLocks noChangeShapeType="1"/>
              </p:cNvSpPr>
              <p:nvPr userDrawn="1"/>
            </p:nvSpPr>
            <p:spPr bwMode="gray">
              <a:xfrm flipH="1" flipV="1">
                <a:off x="2349" y="1287"/>
                <a:ext cx="20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70" name="Freeform 367">
                <a:extLst>
                  <a:ext uri="{FF2B5EF4-FFF2-40B4-BE49-F238E27FC236}">
                    <a16:creationId xmlns:a16="http://schemas.microsoft.com/office/drawing/2014/main" id="{CCAFB005-BEBA-F87D-9E08-6267FD7DC63F}"/>
                  </a:ext>
                </a:extLst>
              </p:cNvPr>
              <p:cNvSpPr>
                <a:spLocks/>
              </p:cNvSpPr>
              <p:nvPr userDrawn="1"/>
            </p:nvSpPr>
            <p:spPr bwMode="gray">
              <a:xfrm>
                <a:off x="2349"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71" name="Freeform 368">
                <a:extLst>
                  <a:ext uri="{FF2B5EF4-FFF2-40B4-BE49-F238E27FC236}">
                    <a16:creationId xmlns:a16="http://schemas.microsoft.com/office/drawing/2014/main" id="{BB88E2CD-0605-719D-D344-9F0EF1E3F90A}"/>
                  </a:ext>
                </a:extLst>
              </p:cNvPr>
              <p:cNvSpPr>
                <a:spLocks/>
              </p:cNvSpPr>
              <p:nvPr userDrawn="1"/>
            </p:nvSpPr>
            <p:spPr bwMode="gray">
              <a:xfrm>
                <a:off x="2459" y="2060"/>
                <a:ext cx="10" cy="9"/>
              </a:xfrm>
              <a:custGeom>
                <a:avLst/>
                <a:gdLst>
                  <a:gd name="T0" fmla="*/ 0 w 10"/>
                  <a:gd name="T1" fmla="*/ 0 h 9"/>
                  <a:gd name="T2" fmla="*/ 2 w 10"/>
                  <a:gd name="T3" fmla="*/ 6 h 9"/>
                  <a:gd name="T4" fmla="*/ 3 w 10"/>
                  <a:gd name="T5" fmla="*/ 7 h 9"/>
                  <a:gd name="T6" fmla="*/ 7 w 10"/>
                  <a:gd name="T7" fmla="*/ 9 h 9"/>
                  <a:gd name="T8" fmla="*/ 1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72" name="Line 369">
                <a:extLst>
                  <a:ext uri="{FF2B5EF4-FFF2-40B4-BE49-F238E27FC236}">
                    <a16:creationId xmlns:a16="http://schemas.microsoft.com/office/drawing/2014/main" id="{C4CF1AC2-C839-DCB6-072A-5F88C533FBAE}"/>
                  </a:ext>
                </a:extLst>
              </p:cNvPr>
              <p:cNvSpPr>
                <a:spLocks noChangeShapeType="1"/>
              </p:cNvSpPr>
              <p:nvPr userDrawn="1"/>
            </p:nvSpPr>
            <p:spPr bwMode="gray">
              <a:xfrm>
                <a:off x="2366"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73" name="Line 370">
                <a:extLst>
                  <a:ext uri="{FF2B5EF4-FFF2-40B4-BE49-F238E27FC236}">
                    <a16:creationId xmlns:a16="http://schemas.microsoft.com/office/drawing/2014/main" id="{AEF9E09C-44D0-585A-E60C-5C97BB3D1FD4}"/>
                  </a:ext>
                </a:extLst>
              </p:cNvPr>
              <p:cNvSpPr>
                <a:spLocks noChangeShapeType="1"/>
              </p:cNvSpPr>
              <p:nvPr userDrawn="1"/>
            </p:nvSpPr>
            <p:spPr bwMode="gray">
              <a:xfrm>
                <a:off x="2363" y="2024"/>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74" name="Freeform 371">
                <a:extLst>
                  <a:ext uri="{FF2B5EF4-FFF2-40B4-BE49-F238E27FC236}">
                    <a16:creationId xmlns:a16="http://schemas.microsoft.com/office/drawing/2014/main" id="{791E8C10-2A6C-FA60-BD14-7A4AD5ACD885}"/>
                  </a:ext>
                </a:extLst>
              </p:cNvPr>
              <p:cNvSpPr>
                <a:spLocks/>
              </p:cNvSpPr>
              <p:nvPr userDrawn="1"/>
            </p:nvSpPr>
            <p:spPr bwMode="gray">
              <a:xfrm>
                <a:off x="2557"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75" name="Line 372">
                <a:extLst>
                  <a:ext uri="{FF2B5EF4-FFF2-40B4-BE49-F238E27FC236}">
                    <a16:creationId xmlns:a16="http://schemas.microsoft.com/office/drawing/2014/main" id="{A959CBD9-6804-9870-259B-97F8A3810430}"/>
                  </a:ext>
                </a:extLst>
              </p:cNvPr>
              <p:cNvSpPr>
                <a:spLocks noChangeShapeType="1"/>
              </p:cNvSpPr>
              <p:nvPr userDrawn="1"/>
            </p:nvSpPr>
            <p:spPr bwMode="gray">
              <a:xfrm flipH="1" flipV="1">
                <a:off x="2371" y="2031"/>
                <a:ext cx="194"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76" name="Freeform 373">
                <a:extLst>
                  <a:ext uri="{FF2B5EF4-FFF2-40B4-BE49-F238E27FC236}">
                    <a16:creationId xmlns:a16="http://schemas.microsoft.com/office/drawing/2014/main" id="{5278EBF3-76CF-C8B4-17BD-60D2E8DF2753}"/>
                  </a:ext>
                </a:extLst>
              </p:cNvPr>
              <p:cNvSpPr>
                <a:spLocks/>
              </p:cNvSpPr>
              <p:nvPr userDrawn="1"/>
            </p:nvSpPr>
            <p:spPr bwMode="gray">
              <a:xfrm>
                <a:off x="2363" y="2024"/>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77" name="Freeform 374">
                <a:extLst>
                  <a:ext uri="{FF2B5EF4-FFF2-40B4-BE49-F238E27FC236}">
                    <a16:creationId xmlns:a16="http://schemas.microsoft.com/office/drawing/2014/main" id="{99F83456-FC23-486F-4812-A80149CD83C7}"/>
                  </a:ext>
                </a:extLst>
              </p:cNvPr>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78" name="Freeform 375">
                <a:extLst>
                  <a:ext uri="{FF2B5EF4-FFF2-40B4-BE49-F238E27FC236}">
                    <a16:creationId xmlns:a16="http://schemas.microsoft.com/office/drawing/2014/main" id="{4BFAB6A7-657E-C487-EA0C-8C935E5E7CC1}"/>
                  </a:ext>
                </a:extLst>
              </p:cNvPr>
              <p:cNvSpPr>
                <a:spLocks/>
              </p:cNvSpPr>
              <p:nvPr userDrawn="1"/>
            </p:nvSpPr>
            <p:spPr bwMode="gray">
              <a:xfrm>
                <a:off x="2835" y="1314"/>
                <a:ext cx="9" cy="15"/>
              </a:xfrm>
              <a:custGeom>
                <a:avLst/>
                <a:gdLst>
                  <a:gd name="T0" fmla="*/ 9 w 9"/>
                  <a:gd name="T1" fmla="*/ 15 h 15"/>
                  <a:gd name="T2" fmla="*/ 5 w 9"/>
                  <a:gd name="T3" fmla="*/ 14 h 15"/>
                  <a:gd name="T4" fmla="*/ 2 w 9"/>
                  <a:gd name="T5" fmla="*/ 10 h 15"/>
                  <a:gd name="T6" fmla="*/ 0 w 9"/>
                  <a:gd name="T7" fmla="*/ 5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79" name="Freeform 376">
                <a:extLst>
                  <a:ext uri="{FF2B5EF4-FFF2-40B4-BE49-F238E27FC236}">
                    <a16:creationId xmlns:a16="http://schemas.microsoft.com/office/drawing/2014/main" id="{18C3727D-CB44-C3F0-A84C-35A5EF5F3109}"/>
                  </a:ext>
                </a:extLst>
              </p:cNvPr>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80" name="Line 377">
                <a:extLst>
                  <a:ext uri="{FF2B5EF4-FFF2-40B4-BE49-F238E27FC236}">
                    <a16:creationId xmlns:a16="http://schemas.microsoft.com/office/drawing/2014/main" id="{A8636454-9709-3BB0-9304-7E8497D783F0}"/>
                  </a:ext>
                </a:extLst>
              </p:cNvPr>
              <p:cNvSpPr>
                <a:spLocks noChangeShapeType="1"/>
              </p:cNvSpPr>
              <p:nvPr userDrawn="1"/>
            </p:nvSpPr>
            <p:spPr bwMode="gray">
              <a:xfrm>
                <a:off x="2838" y="1329"/>
                <a:ext cx="19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81" name="Line 378">
                <a:extLst>
                  <a:ext uri="{FF2B5EF4-FFF2-40B4-BE49-F238E27FC236}">
                    <a16:creationId xmlns:a16="http://schemas.microsoft.com/office/drawing/2014/main" id="{160EC465-2083-0BF7-2F34-0729A19788DE}"/>
                  </a:ext>
                </a:extLst>
              </p:cNvPr>
              <p:cNvSpPr>
                <a:spLocks noChangeShapeType="1"/>
              </p:cNvSpPr>
              <p:nvPr userDrawn="1"/>
            </p:nvSpPr>
            <p:spPr bwMode="gray">
              <a:xfrm>
                <a:off x="2844" y="1329"/>
                <a:ext cx="187"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82" name="Freeform 379">
                <a:extLst>
                  <a:ext uri="{FF2B5EF4-FFF2-40B4-BE49-F238E27FC236}">
                    <a16:creationId xmlns:a16="http://schemas.microsoft.com/office/drawing/2014/main" id="{04A65D9E-4F02-91F3-33C4-C662E5EF7445}"/>
                  </a:ext>
                </a:extLst>
              </p:cNvPr>
              <p:cNvSpPr>
                <a:spLocks/>
              </p:cNvSpPr>
              <p:nvPr userDrawn="1"/>
            </p:nvSpPr>
            <p:spPr bwMode="gray">
              <a:xfrm>
                <a:off x="3031" y="1389"/>
                <a:ext cx="3"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83" name="Line 380">
                <a:extLst>
                  <a:ext uri="{FF2B5EF4-FFF2-40B4-BE49-F238E27FC236}">
                    <a16:creationId xmlns:a16="http://schemas.microsoft.com/office/drawing/2014/main" id="{9F695530-163F-7A60-504D-DAA87AE51966}"/>
                  </a:ext>
                </a:extLst>
              </p:cNvPr>
              <p:cNvSpPr>
                <a:spLocks noChangeShapeType="1"/>
              </p:cNvSpPr>
              <p:nvPr userDrawn="1"/>
            </p:nvSpPr>
            <p:spPr bwMode="gray">
              <a:xfrm flipH="1" flipV="1">
                <a:off x="2837" y="1322"/>
                <a:ext cx="197"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84" name="Freeform 381">
                <a:extLst>
                  <a:ext uri="{FF2B5EF4-FFF2-40B4-BE49-F238E27FC236}">
                    <a16:creationId xmlns:a16="http://schemas.microsoft.com/office/drawing/2014/main" id="{CAD5D64E-4B3D-6357-B789-BFF991669DE5}"/>
                  </a:ext>
                </a:extLst>
              </p:cNvPr>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85" name="Line 382">
                <a:extLst>
                  <a:ext uri="{FF2B5EF4-FFF2-40B4-BE49-F238E27FC236}">
                    <a16:creationId xmlns:a16="http://schemas.microsoft.com/office/drawing/2014/main" id="{FCC5C561-9748-F005-AE3A-4D54D1DE8B62}"/>
                  </a:ext>
                </a:extLst>
              </p:cNvPr>
              <p:cNvSpPr>
                <a:spLocks noChangeShapeType="1"/>
              </p:cNvSpPr>
              <p:nvPr userDrawn="1"/>
            </p:nvSpPr>
            <p:spPr bwMode="gray">
              <a:xfrm flipH="1">
                <a:off x="3370" y="1144"/>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86" name="Line 383">
                <a:extLst>
                  <a:ext uri="{FF2B5EF4-FFF2-40B4-BE49-F238E27FC236}">
                    <a16:creationId xmlns:a16="http://schemas.microsoft.com/office/drawing/2014/main" id="{6C52E271-F5F3-45FB-1196-99DB896F0CB2}"/>
                  </a:ext>
                </a:extLst>
              </p:cNvPr>
              <p:cNvSpPr>
                <a:spLocks noChangeShapeType="1"/>
              </p:cNvSpPr>
              <p:nvPr userDrawn="1"/>
            </p:nvSpPr>
            <p:spPr bwMode="gray">
              <a:xfrm flipH="1">
                <a:off x="3382" y="1149"/>
                <a:ext cx="30" cy="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87" name="Line 384">
                <a:extLst>
                  <a:ext uri="{FF2B5EF4-FFF2-40B4-BE49-F238E27FC236}">
                    <a16:creationId xmlns:a16="http://schemas.microsoft.com/office/drawing/2014/main" id="{2C6F9723-6FAA-04C0-A1D2-153FCB5BF819}"/>
                  </a:ext>
                </a:extLst>
              </p:cNvPr>
              <p:cNvSpPr>
                <a:spLocks noChangeShapeType="1"/>
              </p:cNvSpPr>
              <p:nvPr userDrawn="1"/>
            </p:nvSpPr>
            <p:spPr bwMode="gray">
              <a:xfrm flipV="1">
                <a:off x="3356" y="1133"/>
                <a:ext cx="45" cy="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88" name="Freeform 385">
                <a:extLst>
                  <a:ext uri="{FF2B5EF4-FFF2-40B4-BE49-F238E27FC236}">
                    <a16:creationId xmlns:a16="http://schemas.microsoft.com/office/drawing/2014/main" id="{908F101A-BDA8-5657-1FFE-DCCCF084DDAD}"/>
                  </a:ext>
                </a:extLst>
              </p:cNvPr>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89" name="Freeform 386">
                <a:extLst>
                  <a:ext uri="{FF2B5EF4-FFF2-40B4-BE49-F238E27FC236}">
                    <a16:creationId xmlns:a16="http://schemas.microsoft.com/office/drawing/2014/main" id="{A3381136-1159-8D56-C19C-674BAA25A574}"/>
                  </a:ext>
                </a:extLst>
              </p:cNvPr>
              <p:cNvSpPr>
                <a:spLocks/>
              </p:cNvSpPr>
              <p:nvPr userDrawn="1"/>
            </p:nvSpPr>
            <p:spPr bwMode="gray">
              <a:xfrm>
                <a:off x="3540" y="1252"/>
                <a:ext cx="10" cy="16"/>
              </a:xfrm>
              <a:custGeom>
                <a:avLst/>
                <a:gdLst>
                  <a:gd name="T0" fmla="*/ 0 w 10"/>
                  <a:gd name="T1" fmla="*/ 0 h 16"/>
                  <a:gd name="T2" fmla="*/ 3 w 10"/>
                  <a:gd name="T3" fmla="*/ 2 h 16"/>
                  <a:gd name="T4" fmla="*/ 7 w 10"/>
                  <a:gd name="T5" fmla="*/ 6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90" name="Line 387">
                <a:extLst>
                  <a:ext uri="{FF2B5EF4-FFF2-40B4-BE49-F238E27FC236}">
                    <a16:creationId xmlns:a16="http://schemas.microsoft.com/office/drawing/2014/main" id="{E16A989F-A256-BE0F-72E0-4CA17162405E}"/>
                  </a:ext>
                </a:extLst>
              </p:cNvPr>
              <p:cNvSpPr>
                <a:spLocks noChangeShapeType="1"/>
              </p:cNvSpPr>
              <p:nvPr userDrawn="1"/>
            </p:nvSpPr>
            <p:spPr bwMode="gray">
              <a:xfrm flipV="1">
                <a:off x="3538" y="1217"/>
                <a:ext cx="79"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91" name="Line 388">
                <a:extLst>
                  <a:ext uri="{FF2B5EF4-FFF2-40B4-BE49-F238E27FC236}">
                    <a16:creationId xmlns:a16="http://schemas.microsoft.com/office/drawing/2014/main" id="{358213BE-C7E8-BED0-35F7-9732EC600536}"/>
                  </a:ext>
                </a:extLst>
              </p:cNvPr>
              <p:cNvSpPr>
                <a:spLocks noChangeShapeType="1"/>
              </p:cNvSpPr>
              <p:nvPr userDrawn="1"/>
            </p:nvSpPr>
            <p:spPr bwMode="gray">
              <a:xfrm flipV="1">
                <a:off x="3538" y="1212"/>
                <a:ext cx="72" cy="4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92" name="Freeform 389">
                <a:extLst>
                  <a:ext uri="{FF2B5EF4-FFF2-40B4-BE49-F238E27FC236}">
                    <a16:creationId xmlns:a16="http://schemas.microsoft.com/office/drawing/2014/main" id="{9E587963-79FC-D952-DD93-C856572BB7A3}"/>
                  </a:ext>
                </a:extLst>
              </p:cNvPr>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93" name="Line 390">
                <a:extLst>
                  <a:ext uri="{FF2B5EF4-FFF2-40B4-BE49-F238E27FC236}">
                    <a16:creationId xmlns:a16="http://schemas.microsoft.com/office/drawing/2014/main" id="{7665207A-5D57-DADA-BFD4-48B1C976CD9A}"/>
                  </a:ext>
                </a:extLst>
              </p:cNvPr>
              <p:cNvSpPr>
                <a:spLocks noChangeShapeType="1"/>
              </p:cNvSpPr>
              <p:nvPr userDrawn="1"/>
            </p:nvSpPr>
            <p:spPr bwMode="gray">
              <a:xfrm flipH="1">
                <a:off x="3538" y="1228"/>
                <a:ext cx="82"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94" name="Freeform 391">
                <a:extLst>
                  <a:ext uri="{FF2B5EF4-FFF2-40B4-BE49-F238E27FC236}">
                    <a16:creationId xmlns:a16="http://schemas.microsoft.com/office/drawing/2014/main" id="{AD061E46-43BD-7D65-2855-0553DDA2BA9E}"/>
                  </a:ext>
                </a:extLst>
              </p:cNvPr>
              <p:cNvSpPr>
                <a:spLocks/>
              </p:cNvSpPr>
              <p:nvPr userDrawn="1"/>
            </p:nvSpPr>
            <p:spPr bwMode="gray">
              <a:xfrm>
                <a:off x="3484" y="1172"/>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95" name="Line 392">
                <a:extLst>
                  <a:ext uri="{FF2B5EF4-FFF2-40B4-BE49-F238E27FC236}">
                    <a16:creationId xmlns:a16="http://schemas.microsoft.com/office/drawing/2014/main" id="{897C9A8D-B0CA-8F54-4CCB-58A272536F4D}"/>
                  </a:ext>
                </a:extLst>
              </p:cNvPr>
              <p:cNvSpPr>
                <a:spLocks noChangeShapeType="1"/>
              </p:cNvSpPr>
              <p:nvPr userDrawn="1"/>
            </p:nvSpPr>
            <p:spPr bwMode="gray">
              <a:xfrm flipH="1" flipV="1">
                <a:off x="3412" y="1147"/>
                <a:ext cx="203"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96" name="Line 393">
                <a:extLst>
                  <a:ext uri="{FF2B5EF4-FFF2-40B4-BE49-F238E27FC236}">
                    <a16:creationId xmlns:a16="http://schemas.microsoft.com/office/drawing/2014/main" id="{8FBBE166-333A-A01A-A708-070BC9C42F36}"/>
                  </a:ext>
                </a:extLst>
              </p:cNvPr>
              <p:cNvSpPr>
                <a:spLocks noChangeShapeType="1"/>
              </p:cNvSpPr>
              <p:nvPr userDrawn="1"/>
            </p:nvSpPr>
            <p:spPr bwMode="gray">
              <a:xfrm flipH="1" flipV="1">
                <a:off x="3412" y="1149"/>
                <a:ext cx="198"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97" name="Freeform 394">
                <a:extLst>
                  <a:ext uri="{FF2B5EF4-FFF2-40B4-BE49-F238E27FC236}">
                    <a16:creationId xmlns:a16="http://schemas.microsoft.com/office/drawing/2014/main" id="{7D9AC368-442B-EBFB-BE02-73FAD6F38274}"/>
                  </a:ext>
                </a:extLst>
              </p:cNvPr>
              <p:cNvSpPr>
                <a:spLocks/>
              </p:cNvSpPr>
              <p:nvPr userDrawn="1"/>
            </p:nvSpPr>
            <p:spPr bwMode="gray">
              <a:xfrm>
                <a:off x="3408" y="1149"/>
                <a:ext cx="4" cy="5"/>
              </a:xfrm>
              <a:custGeom>
                <a:avLst/>
                <a:gdLst>
                  <a:gd name="T0" fmla="*/ 4 w 4"/>
                  <a:gd name="T1" fmla="*/ 0 h 5"/>
                  <a:gd name="T2" fmla="*/ 4 w 4"/>
                  <a:gd name="T3" fmla="*/ 0 h 5"/>
                  <a:gd name="T4" fmla="*/ 4 w 4"/>
                  <a:gd name="T5" fmla="*/ 0 h 5"/>
                  <a:gd name="T6" fmla="*/ 2 w 4"/>
                  <a:gd name="T7" fmla="*/ 2 h 5"/>
                  <a:gd name="T8" fmla="*/ 2 w 4"/>
                  <a:gd name="T9" fmla="*/ 4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798" name="Line 395">
                <a:extLst>
                  <a:ext uri="{FF2B5EF4-FFF2-40B4-BE49-F238E27FC236}">
                    <a16:creationId xmlns:a16="http://schemas.microsoft.com/office/drawing/2014/main" id="{52423B92-2D24-D1A0-DDD2-D8646B9ADD58}"/>
                  </a:ext>
                </a:extLst>
              </p:cNvPr>
              <p:cNvSpPr>
                <a:spLocks noChangeShapeType="1"/>
              </p:cNvSpPr>
              <p:nvPr userDrawn="1"/>
            </p:nvSpPr>
            <p:spPr bwMode="gray">
              <a:xfrm>
                <a:off x="3408" y="1154"/>
                <a:ext cx="209"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799" name="Freeform 396">
                <a:extLst>
                  <a:ext uri="{FF2B5EF4-FFF2-40B4-BE49-F238E27FC236}">
                    <a16:creationId xmlns:a16="http://schemas.microsoft.com/office/drawing/2014/main" id="{C2DA101D-5980-601B-BE0E-04C3C2CD5795}"/>
                  </a:ext>
                </a:extLst>
              </p:cNvPr>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00" name="Freeform 397">
                <a:extLst>
                  <a:ext uri="{FF2B5EF4-FFF2-40B4-BE49-F238E27FC236}">
                    <a16:creationId xmlns:a16="http://schemas.microsoft.com/office/drawing/2014/main" id="{D5A316DB-043A-12F6-B7F6-13A00CD68F50}"/>
                  </a:ext>
                </a:extLst>
              </p:cNvPr>
              <p:cNvSpPr>
                <a:spLocks/>
              </p:cNvSpPr>
              <p:nvPr userDrawn="1"/>
            </p:nvSpPr>
            <p:spPr bwMode="gray">
              <a:xfrm>
                <a:off x="3613" y="1329"/>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01" name="Line 398">
                <a:extLst>
                  <a:ext uri="{FF2B5EF4-FFF2-40B4-BE49-F238E27FC236}">
                    <a16:creationId xmlns:a16="http://schemas.microsoft.com/office/drawing/2014/main" id="{6BA2EAC5-A8D2-3805-777F-4015769DABE0}"/>
                  </a:ext>
                </a:extLst>
              </p:cNvPr>
              <p:cNvSpPr>
                <a:spLocks noChangeShapeType="1"/>
              </p:cNvSpPr>
              <p:nvPr userDrawn="1"/>
            </p:nvSpPr>
            <p:spPr bwMode="gray">
              <a:xfrm flipV="1">
                <a:off x="3618" y="1223"/>
                <a:ext cx="4" cy="1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02" name="Line 399">
                <a:extLst>
                  <a:ext uri="{FF2B5EF4-FFF2-40B4-BE49-F238E27FC236}">
                    <a16:creationId xmlns:a16="http://schemas.microsoft.com/office/drawing/2014/main" id="{5EC29CBC-6F8B-A56C-7DC4-77D7CFC147A4}"/>
                  </a:ext>
                </a:extLst>
              </p:cNvPr>
              <p:cNvSpPr>
                <a:spLocks noChangeShapeType="1"/>
              </p:cNvSpPr>
              <p:nvPr userDrawn="1"/>
            </p:nvSpPr>
            <p:spPr bwMode="gray">
              <a:xfrm flipV="1">
                <a:off x="3615" y="1228"/>
                <a:ext cx="5"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03" name="Freeform 400">
                <a:extLst>
                  <a:ext uri="{FF2B5EF4-FFF2-40B4-BE49-F238E27FC236}">
                    <a16:creationId xmlns:a16="http://schemas.microsoft.com/office/drawing/2014/main" id="{F3A13FA2-CB76-AADD-C81F-DA2688099402}"/>
                  </a:ext>
                </a:extLst>
              </p:cNvPr>
              <p:cNvSpPr>
                <a:spLocks/>
              </p:cNvSpPr>
              <p:nvPr userDrawn="1"/>
            </p:nvSpPr>
            <p:spPr bwMode="gray">
              <a:xfrm>
                <a:off x="3617" y="1219"/>
                <a:ext cx="5" cy="9"/>
              </a:xfrm>
              <a:custGeom>
                <a:avLst/>
                <a:gdLst>
                  <a:gd name="T0" fmla="*/ 3 w 5"/>
                  <a:gd name="T1" fmla="*/ 9 h 9"/>
                  <a:gd name="T2" fmla="*/ 5 w 5"/>
                  <a:gd name="T3" fmla="*/ 7 h 9"/>
                  <a:gd name="T4" fmla="*/ 5 w 5"/>
                  <a:gd name="T5" fmla="*/ 5 h 9"/>
                  <a:gd name="T6" fmla="*/ 3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04" name="Line 401">
                <a:extLst>
                  <a:ext uri="{FF2B5EF4-FFF2-40B4-BE49-F238E27FC236}">
                    <a16:creationId xmlns:a16="http://schemas.microsoft.com/office/drawing/2014/main" id="{9CD673AF-ED87-479C-672B-3B030B010FC8}"/>
                  </a:ext>
                </a:extLst>
              </p:cNvPr>
              <p:cNvSpPr>
                <a:spLocks noChangeShapeType="1"/>
              </p:cNvSpPr>
              <p:nvPr userDrawn="1"/>
            </p:nvSpPr>
            <p:spPr bwMode="gray">
              <a:xfrm flipH="1">
                <a:off x="3611" y="1219"/>
                <a:ext cx="6" cy="1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05" name="Freeform 402">
                <a:extLst>
                  <a:ext uri="{FF2B5EF4-FFF2-40B4-BE49-F238E27FC236}">
                    <a16:creationId xmlns:a16="http://schemas.microsoft.com/office/drawing/2014/main" id="{87EF17C0-18F7-7F91-1E03-7C55B8834F07}"/>
                  </a:ext>
                </a:extLst>
              </p:cNvPr>
              <p:cNvSpPr>
                <a:spLocks/>
              </p:cNvSpPr>
              <p:nvPr userDrawn="1"/>
            </p:nvSpPr>
            <p:spPr bwMode="gray">
              <a:xfrm>
                <a:off x="2816" y="1207"/>
                <a:ext cx="19" cy="2"/>
              </a:xfrm>
              <a:custGeom>
                <a:avLst/>
                <a:gdLst>
                  <a:gd name="T0" fmla="*/ 19 w 19"/>
                  <a:gd name="T1" fmla="*/ 0 h 2"/>
                  <a:gd name="T2" fmla="*/ 14 w 19"/>
                  <a:gd name="T3" fmla="*/ 2 h 2"/>
                  <a:gd name="T4" fmla="*/ 10 w 19"/>
                  <a:gd name="T5" fmla="*/ 2 h 2"/>
                  <a:gd name="T6" fmla="*/ 5 w 19"/>
                  <a:gd name="T7" fmla="*/ 2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06" name="Line 403">
                <a:extLst>
                  <a:ext uri="{FF2B5EF4-FFF2-40B4-BE49-F238E27FC236}">
                    <a16:creationId xmlns:a16="http://schemas.microsoft.com/office/drawing/2014/main" id="{5CCBB533-300A-EDC1-DCCA-2FBC9A052C8E}"/>
                  </a:ext>
                </a:extLst>
              </p:cNvPr>
              <p:cNvSpPr>
                <a:spLocks noChangeShapeType="1"/>
              </p:cNvSpPr>
              <p:nvPr userDrawn="1"/>
            </p:nvSpPr>
            <p:spPr bwMode="gray">
              <a:xfrm flipV="1">
                <a:off x="2826" y="1202"/>
                <a:ext cx="1" cy="11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07" name="Line 404">
                <a:extLst>
                  <a:ext uri="{FF2B5EF4-FFF2-40B4-BE49-F238E27FC236}">
                    <a16:creationId xmlns:a16="http://schemas.microsoft.com/office/drawing/2014/main" id="{265EEF0A-34DC-8DB4-CA57-47A0E52CAD01}"/>
                  </a:ext>
                </a:extLst>
              </p:cNvPr>
              <p:cNvSpPr>
                <a:spLocks noChangeShapeType="1"/>
              </p:cNvSpPr>
              <p:nvPr userDrawn="1"/>
            </p:nvSpPr>
            <p:spPr bwMode="gray">
              <a:xfrm flipV="1">
                <a:off x="2835" y="1196"/>
                <a:ext cx="1" cy="1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08" name="Line 405">
                <a:extLst>
                  <a:ext uri="{FF2B5EF4-FFF2-40B4-BE49-F238E27FC236}">
                    <a16:creationId xmlns:a16="http://schemas.microsoft.com/office/drawing/2014/main" id="{442A6723-205B-2CBF-DF20-E2C2C8712969}"/>
                  </a:ext>
                </a:extLst>
              </p:cNvPr>
              <p:cNvSpPr>
                <a:spLocks noChangeShapeType="1"/>
              </p:cNvSpPr>
              <p:nvPr userDrawn="1"/>
            </p:nvSpPr>
            <p:spPr bwMode="gray">
              <a:xfrm>
                <a:off x="2816" y="1207"/>
                <a:ext cx="1" cy="10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09" name="Freeform 406">
                <a:extLst>
                  <a:ext uri="{FF2B5EF4-FFF2-40B4-BE49-F238E27FC236}">
                    <a16:creationId xmlns:a16="http://schemas.microsoft.com/office/drawing/2014/main" id="{780CAD70-8CAE-9F6E-D221-74DB38CA262F}"/>
                  </a:ext>
                </a:extLst>
              </p:cNvPr>
              <p:cNvSpPr>
                <a:spLocks/>
              </p:cNvSpPr>
              <p:nvPr userDrawn="1"/>
            </p:nvSpPr>
            <p:spPr bwMode="gray">
              <a:xfrm>
                <a:off x="2816" y="1314"/>
                <a:ext cx="19" cy="3"/>
              </a:xfrm>
              <a:custGeom>
                <a:avLst/>
                <a:gdLst>
                  <a:gd name="T0" fmla="*/ 19 w 19"/>
                  <a:gd name="T1" fmla="*/ 0 h 3"/>
                  <a:gd name="T2" fmla="*/ 12 w 19"/>
                  <a:gd name="T3" fmla="*/ 3 h 3"/>
                  <a:gd name="T4" fmla="*/ 7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10" name="Freeform 407">
                <a:extLst>
                  <a:ext uri="{FF2B5EF4-FFF2-40B4-BE49-F238E27FC236}">
                    <a16:creationId xmlns:a16="http://schemas.microsoft.com/office/drawing/2014/main" id="{0EB70ACB-EEED-42C0-F230-356E69A79A0F}"/>
                  </a:ext>
                </a:extLst>
              </p:cNvPr>
              <p:cNvSpPr>
                <a:spLocks/>
              </p:cNvSpPr>
              <p:nvPr userDrawn="1"/>
            </p:nvSpPr>
            <p:spPr bwMode="gray">
              <a:xfrm>
                <a:off x="2817"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11" name="Line 408">
                <a:extLst>
                  <a:ext uri="{FF2B5EF4-FFF2-40B4-BE49-F238E27FC236}">
                    <a16:creationId xmlns:a16="http://schemas.microsoft.com/office/drawing/2014/main" id="{BB256782-0E31-29AE-FB08-C404446BB6A8}"/>
                  </a:ext>
                </a:extLst>
              </p:cNvPr>
              <p:cNvSpPr>
                <a:spLocks noChangeShapeType="1"/>
              </p:cNvSpPr>
              <p:nvPr userDrawn="1"/>
            </p:nvSpPr>
            <p:spPr bwMode="gray">
              <a:xfrm>
                <a:off x="2826" y="1202"/>
                <a:ext cx="1" cy="1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12" name="Line 409">
                <a:extLst>
                  <a:ext uri="{FF2B5EF4-FFF2-40B4-BE49-F238E27FC236}">
                    <a16:creationId xmlns:a16="http://schemas.microsoft.com/office/drawing/2014/main" id="{9DDE5E40-877C-0383-5A83-D0389CCE83A6}"/>
                  </a:ext>
                </a:extLst>
              </p:cNvPr>
              <p:cNvSpPr>
                <a:spLocks noChangeShapeType="1"/>
              </p:cNvSpPr>
              <p:nvPr userDrawn="1"/>
            </p:nvSpPr>
            <p:spPr bwMode="gray">
              <a:xfrm>
                <a:off x="2837" y="1196"/>
                <a:ext cx="1" cy="12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13" name="Freeform 410">
                <a:extLst>
                  <a:ext uri="{FF2B5EF4-FFF2-40B4-BE49-F238E27FC236}">
                    <a16:creationId xmlns:a16="http://schemas.microsoft.com/office/drawing/2014/main" id="{AE7AC444-8343-A1E4-1204-392B3CE650F6}"/>
                  </a:ext>
                </a:extLst>
              </p:cNvPr>
              <p:cNvSpPr>
                <a:spLocks/>
              </p:cNvSpPr>
              <p:nvPr userDrawn="1"/>
            </p:nvSpPr>
            <p:spPr bwMode="gray">
              <a:xfrm>
                <a:off x="2817"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14" name="Line 411">
                <a:extLst>
                  <a:ext uri="{FF2B5EF4-FFF2-40B4-BE49-F238E27FC236}">
                    <a16:creationId xmlns:a16="http://schemas.microsoft.com/office/drawing/2014/main" id="{C33253B5-FA31-F0F7-DB68-0CB64D21C6CA}"/>
                  </a:ext>
                </a:extLst>
              </p:cNvPr>
              <p:cNvSpPr>
                <a:spLocks noChangeShapeType="1"/>
              </p:cNvSpPr>
              <p:nvPr userDrawn="1"/>
            </p:nvSpPr>
            <p:spPr bwMode="gray">
              <a:xfrm flipV="1">
                <a:off x="2817" y="1205"/>
                <a:ext cx="1" cy="1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15" name="Freeform 412">
                <a:extLst>
                  <a:ext uri="{FF2B5EF4-FFF2-40B4-BE49-F238E27FC236}">
                    <a16:creationId xmlns:a16="http://schemas.microsoft.com/office/drawing/2014/main" id="{A9CDD9F2-5159-63FC-E52F-7CB4A34709EF}"/>
                  </a:ext>
                </a:extLst>
              </p:cNvPr>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16" name="Line 413">
                <a:extLst>
                  <a:ext uri="{FF2B5EF4-FFF2-40B4-BE49-F238E27FC236}">
                    <a16:creationId xmlns:a16="http://schemas.microsoft.com/office/drawing/2014/main" id="{EBD1BE4A-9012-1E64-AFE7-D69729983682}"/>
                  </a:ext>
                </a:extLst>
              </p:cNvPr>
              <p:cNvSpPr>
                <a:spLocks noChangeShapeType="1"/>
              </p:cNvSpPr>
              <p:nvPr userDrawn="1"/>
            </p:nvSpPr>
            <p:spPr bwMode="gray">
              <a:xfrm flipH="1">
                <a:off x="3038" y="1406"/>
                <a:ext cx="1" cy="1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17" name="Line 414">
                <a:extLst>
                  <a:ext uri="{FF2B5EF4-FFF2-40B4-BE49-F238E27FC236}">
                    <a16:creationId xmlns:a16="http://schemas.microsoft.com/office/drawing/2014/main" id="{97C4AE07-6E91-D91B-7A88-56D891400453}"/>
                  </a:ext>
                </a:extLst>
              </p:cNvPr>
              <p:cNvSpPr>
                <a:spLocks noChangeShapeType="1"/>
              </p:cNvSpPr>
              <p:nvPr userDrawn="1"/>
            </p:nvSpPr>
            <p:spPr bwMode="gray">
              <a:xfrm flipH="1">
                <a:off x="3039" y="1408"/>
                <a:ext cx="2" cy="1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18" name="Line 415">
                <a:extLst>
                  <a:ext uri="{FF2B5EF4-FFF2-40B4-BE49-F238E27FC236}">
                    <a16:creationId xmlns:a16="http://schemas.microsoft.com/office/drawing/2014/main" id="{CB13DC81-D16E-9BCC-BFA2-0546BDEC87A9}"/>
                  </a:ext>
                </a:extLst>
              </p:cNvPr>
              <p:cNvSpPr>
                <a:spLocks noChangeShapeType="1"/>
              </p:cNvSpPr>
              <p:nvPr userDrawn="1"/>
            </p:nvSpPr>
            <p:spPr bwMode="gray">
              <a:xfrm flipV="1">
                <a:off x="3043" y="1405"/>
                <a:ext cx="2" cy="1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19" name="Freeform 416">
                <a:extLst>
                  <a:ext uri="{FF2B5EF4-FFF2-40B4-BE49-F238E27FC236}">
                    <a16:creationId xmlns:a16="http://schemas.microsoft.com/office/drawing/2014/main" id="{400A5EE7-DC97-4930-3314-34770DB851BC}"/>
                  </a:ext>
                </a:extLst>
              </p:cNvPr>
              <p:cNvSpPr>
                <a:spLocks/>
              </p:cNvSpPr>
              <p:nvPr userDrawn="1"/>
            </p:nvSpPr>
            <p:spPr bwMode="gray">
              <a:xfrm>
                <a:off x="3039" y="1405"/>
                <a:ext cx="6" cy="3"/>
              </a:xfrm>
              <a:custGeom>
                <a:avLst/>
                <a:gdLst>
                  <a:gd name="T0" fmla="*/ 2 w 6"/>
                  <a:gd name="T1" fmla="*/ 3 h 3"/>
                  <a:gd name="T2" fmla="*/ 0 w 6"/>
                  <a:gd name="T3" fmla="*/ 3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20" name="Freeform 417">
                <a:extLst>
                  <a:ext uri="{FF2B5EF4-FFF2-40B4-BE49-F238E27FC236}">
                    <a16:creationId xmlns:a16="http://schemas.microsoft.com/office/drawing/2014/main" id="{D90FA1DB-7595-F2F3-BAAE-F330B4275DBB}"/>
                  </a:ext>
                </a:extLst>
              </p:cNvPr>
              <p:cNvSpPr>
                <a:spLocks/>
              </p:cNvSpPr>
              <p:nvPr userDrawn="1"/>
            </p:nvSpPr>
            <p:spPr bwMode="gray">
              <a:xfrm>
                <a:off x="3192"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21" name="Line 418">
                <a:extLst>
                  <a:ext uri="{FF2B5EF4-FFF2-40B4-BE49-F238E27FC236}">
                    <a16:creationId xmlns:a16="http://schemas.microsoft.com/office/drawing/2014/main" id="{51D2A74C-9AFA-E6A2-36F2-6F483E68CDC2}"/>
                  </a:ext>
                </a:extLst>
              </p:cNvPr>
              <p:cNvSpPr>
                <a:spLocks noChangeShapeType="1"/>
              </p:cNvSpPr>
              <p:nvPr userDrawn="1"/>
            </p:nvSpPr>
            <p:spPr bwMode="gray">
              <a:xfrm flipH="1">
                <a:off x="3185" y="840"/>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22" name="Line 419">
                <a:extLst>
                  <a:ext uri="{FF2B5EF4-FFF2-40B4-BE49-F238E27FC236}">
                    <a16:creationId xmlns:a16="http://schemas.microsoft.com/office/drawing/2014/main" id="{600F50C2-A202-480C-15FB-5FDABE1EC229}"/>
                  </a:ext>
                </a:extLst>
              </p:cNvPr>
              <p:cNvSpPr>
                <a:spLocks noChangeShapeType="1"/>
              </p:cNvSpPr>
              <p:nvPr userDrawn="1"/>
            </p:nvSpPr>
            <p:spPr bwMode="gray">
              <a:xfrm flipV="1">
                <a:off x="3188" y="840"/>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23" name="Freeform 420">
                <a:extLst>
                  <a:ext uri="{FF2B5EF4-FFF2-40B4-BE49-F238E27FC236}">
                    <a16:creationId xmlns:a16="http://schemas.microsoft.com/office/drawing/2014/main" id="{A75A1444-1B48-C5B8-A137-B402F1A4DB90}"/>
                  </a:ext>
                </a:extLst>
              </p:cNvPr>
              <p:cNvSpPr>
                <a:spLocks/>
              </p:cNvSpPr>
              <p:nvPr userDrawn="1"/>
            </p:nvSpPr>
            <p:spPr bwMode="gray">
              <a:xfrm>
                <a:off x="3192"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24" name="Freeform 421">
                <a:extLst>
                  <a:ext uri="{FF2B5EF4-FFF2-40B4-BE49-F238E27FC236}">
                    <a16:creationId xmlns:a16="http://schemas.microsoft.com/office/drawing/2014/main" id="{D56DDE21-EBA0-9D86-FD1F-E9B09C324E29}"/>
                  </a:ext>
                </a:extLst>
              </p:cNvPr>
              <p:cNvSpPr>
                <a:spLocks/>
              </p:cNvSpPr>
              <p:nvPr userDrawn="1"/>
            </p:nvSpPr>
            <p:spPr bwMode="gray">
              <a:xfrm>
                <a:off x="3401" y="1016"/>
                <a:ext cx="6" cy="7"/>
              </a:xfrm>
              <a:custGeom>
                <a:avLst/>
                <a:gdLst>
                  <a:gd name="T0" fmla="*/ 2 w 6"/>
                  <a:gd name="T1" fmla="*/ 7 h 7"/>
                  <a:gd name="T2" fmla="*/ 6 w 6"/>
                  <a:gd name="T3" fmla="*/ 7 h 7"/>
                  <a:gd name="T4" fmla="*/ 6 w 6"/>
                  <a:gd name="T5" fmla="*/ 6 h 7"/>
                  <a:gd name="T6" fmla="*/ 4 w 6"/>
                  <a:gd name="T7" fmla="*/ 4 h 7"/>
                  <a:gd name="T8" fmla="*/ 2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25" name="Line 422">
                <a:extLst>
                  <a:ext uri="{FF2B5EF4-FFF2-40B4-BE49-F238E27FC236}">
                    <a16:creationId xmlns:a16="http://schemas.microsoft.com/office/drawing/2014/main" id="{35FC1AA6-DCA3-6E2B-A4EA-05E5CB261F2E}"/>
                  </a:ext>
                </a:extLst>
              </p:cNvPr>
              <p:cNvSpPr>
                <a:spLocks noChangeShapeType="1"/>
              </p:cNvSpPr>
              <p:nvPr userDrawn="1"/>
            </p:nvSpPr>
            <p:spPr bwMode="gray">
              <a:xfrm flipV="1">
                <a:off x="3403" y="910"/>
                <a:ext cx="5" cy="22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26" name="Line 423">
                <a:extLst>
                  <a:ext uri="{FF2B5EF4-FFF2-40B4-BE49-F238E27FC236}">
                    <a16:creationId xmlns:a16="http://schemas.microsoft.com/office/drawing/2014/main" id="{67981D9B-FF27-AA3F-A24D-E761DC4209E4}"/>
                  </a:ext>
                </a:extLst>
              </p:cNvPr>
              <p:cNvSpPr>
                <a:spLocks noChangeShapeType="1"/>
              </p:cNvSpPr>
              <p:nvPr userDrawn="1"/>
            </p:nvSpPr>
            <p:spPr bwMode="gray">
              <a:xfrm flipV="1">
                <a:off x="3401" y="913"/>
                <a:ext cx="6"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27" name="Freeform 424">
                <a:extLst>
                  <a:ext uri="{FF2B5EF4-FFF2-40B4-BE49-F238E27FC236}">
                    <a16:creationId xmlns:a16="http://schemas.microsoft.com/office/drawing/2014/main" id="{977D7B43-9D47-43D1-2092-7415D188E5E7}"/>
                  </a:ext>
                </a:extLst>
              </p:cNvPr>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28" name="Line 425">
                <a:extLst>
                  <a:ext uri="{FF2B5EF4-FFF2-40B4-BE49-F238E27FC236}">
                    <a16:creationId xmlns:a16="http://schemas.microsoft.com/office/drawing/2014/main" id="{952E15BA-1A2E-23CA-D444-B5D0E593AA36}"/>
                  </a:ext>
                </a:extLst>
              </p:cNvPr>
              <p:cNvSpPr>
                <a:spLocks noChangeShapeType="1"/>
              </p:cNvSpPr>
              <p:nvPr userDrawn="1"/>
            </p:nvSpPr>
            <p:spPr bwMode="gray">
              <a:xfrm flipH="1">
                <a:off x="3398" y="906"/>
                <a:ext cx="5"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29" name="Freeform 426">
                <a:extLst>
                  <a:ext uri="{FF2B5EF4-FFF2-40B4-BE49-F238E27FC236}">
                    <a16:creationId xmlns:a16="http://schemas.microsoft.com/office/drawing/2014/main" id="{A9D81997-A9CF-02D2-23BF-4DD522783AB2}"/>
                  </a:ext>
                </a:extLst>
              </p:cNvPr>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30" name="Freeform 427">
                <a:extLst>
                  <a:ext uri="{FF2B5EF4-FFF2-40B4-BE49-F238E27FC236}">
                    <a16:creationId xmlns:a16="http://schemas.microsoft.com/office/drawing/2014/main" id="{640FF358-8B42-AE24-672D-32FE17DEDA45}"/>
                  </a:ext>
                </a:extLst>
              </p:cNvPr>
              <p:cNvSpPr>
                <a:spLocks/>
              </p:cNvSpPr>
              <p:nvPr userDrawn="1"/>
            </p:nvSpPr>
            <p:spPr bwMode="gray">
              <a:xfrm>
                <a:off x="3324" y="936"/>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31" name="Line 428">
                <a:extLst>
                  <a:ext uri="{FF2B5EF4-FFF2-40B4-BE49-F238E27FC236}">
                    <a16:creationId xmlns:a16="http://schemas.microsoft.com/office/drawing/2014/main" id="{0107086F-E123-7493-C58E-47BBA91D005C}"/>
                  </a:ext>
                </a:extLst>
              </p:cNvPr>
              <p:cNvSpPr>
                <a:spLocks noChangeShapeType="1"/>
              </p:cNvSpPr>
              <p:nvPr userDrawn="1"/>
            </p:nvSpPr>
            <p:spPr bwMode="gray">
              <a:xfrm flipH="1">
                <a:off x="3312" y="904"/>
                <a:ext cx="91" cy="4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32" name="Line 429">
                <a:extLst>
                  <a:ext uri="{FF2B5EF4-FFF2-40B4-BE49-F238E27FC236}">
                    <a16:creationId xmlns:a16="http://schemas.microsoft.com/office/drawing/2014/main" id="{5C916274-0A62-B071-5E5C-39216D6946E6}"/>
                  </a:ext>
                </a:extLst>
              </p:cNvPr>
              <p:cNvSpPr>
                <a:spLocks noChangeShapeType="1"/>
              </p:cNvSpPr>
              <p:nvPr userDrawn="1"/>
            </p:nvSpPr>
            <p:spPr bwMode="gray">
              <a:xfrm flipH="1">
                <a:off x="3312" y="913"/>
                <a:ext cx="95"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33" name="Line 430">
                <a:extLst>
                  <a:ext uri="{FF2B5EF4-FFF2-40B4-BE49-F238E27FC236}">
                    <a16:creationId xmlns:a16="http://schemas.microsoft.com/office/drawing/2014/main" id="{9548E5E9-EC02-A388-D6D7-5ABBAB84A8A9}"/>
                  </a:ext>
                </a:extLst>
              </p:cNvPr>
              <p:cNvSpPr>
                <a:spLocks noChangeShapeType="1"/>
              </p:cNvSpPr>
              <p:nvPr userDrawn="1"/>
            </p:nvSpPr>
            <p:spPr bwMode="gray">
              <a:xfrm flipV="1">
                <a:off x="3314" y="897"/>
                <a:ext cx="82"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34" name="Freeform 431">
                <a:extLst>
                  <a:ext uri="{FF2B5EF4-FFF2-40B4-BE49-F238E27FC236}">
                    <a16:creationId xmlns:a16="http://schemas.microsoft.com/office/drawing/2014/main" id="{9ACE531F-2A1B-73DB-C2FD-772715360AD9}"/>
                  </a:ext>
                </a:extLst>
              </p:cNvPr>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35" name="Freeform 432">
                <a:extLst>
                  <a:ext uri="{FF2B5EF4-FFF2-40B4-BE49-F238E27FC236}">
                    <a16:creationId xmlns:a16="http://schemas.microsoft.com/office/drawing/2014/main" id="{9105F957-7B4E-E544-2351-085299E6F640}"/>
                  </a:ext>
                </a:extLst>
              </p:cNvPr>
              <p:cNvSpPr>
                <a:spLocks/>
              </p:cNvSpPr>
              <p:nvPr userDrawn="1"/>
            </p:nvSpPr>
            <p:spPr bwMode="gray">
              <a:xfrm>
                <a:off x="3298" y="868"/>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36" name="Line 433">
                <a:extLst>
                  <a:ext uri="{FF2B5EF4-FFF2-40B4-BE49-F238E27FC236}">
                    <a16:creationId xmlns:a16="http://schemas.microsoft.com/office/drawing/2014/main" id="{EF3052C0-4099-6355-D333-1709D04F7A33}"/>
                  </a:ext>
                </a:extLst>
              </p:cNvPr>
              <p:cNvSpPr>
                <a:spLocks noChangeShapeType="1"/>
              </p:cNvSpPr>
              <p:nvPr userDrawn="1"/>
            </p:nvSpPr>
            <p:spPr bwMode="gray">
              <a:xfrm>
                <a:off x="3207" y="840"/>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37" name="Line 434">
                <a:extLst>
                  <a:ext uri="{FF2B5EF4-FFF2-40B4-BE49-F238E27FC236}">
                    <a16:creationId xmlns:a16="http://schemas.microsoft.com/office/drawing/2014/main" id="{749E56DC-9917-54E9-8BC0-B41EDAE8EA85}"/>
                  </a:ext>
                </a:extLst>
              </p:cNvPr>
              <p:cNvSpPr>
                <a:spLocks noChangeShapeType="1"/>
              </p:cNvSpPr>
              <p:nvPr userDrawn="1"/>
            </p:nvSpPr>
            <p:spPr bwMode="gray">
              <a:xfrm>
                <a:off x="3209" y="847"/>
                <a:ext cx="194"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38" name="Freeform 435">
                <a:extLst>
                  <a:ext uri="{FF2B5EF4-FFF2-40B4-BE49-F238E27FC236}">
                    <a16:creationId xmlns:a16="http://schemas.microsoft.com/office/drawing/2014/main" id="{4F326612-1E81-3461-F3BD-C5C381E73353}"/>
                  </a:ext>
                </a:extLst>
              </p:cNvPr>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39" name="Line 436">
                <a:extLst>
                  <a:ext uri="{FF2B5EF4-FFF2-40B4-BE49-F238E27FC236}">
                    <a16:creationId xmlns:a16="http://schemas.microsoft.com/office/drawing/2014/main" id="{BDDABD3E-4A83-D582-2CE5-30DF8E5A7374}"/>
                  </a:ext>
                </a:extLst>
              </p:cNvPr>
              <p:cNvSpPr>
                <a:spLocks noChangeShapeType="1"/>
              </p:cNvSpPr>
              <p:nvPr userDrawn="1"/>
            </p:nvSpPr>
            <p:spPr bwMode="gray">
              <a:xfrm flipH="1" flipV="1">
                <a:off x="3202" y="840"/>
                <a:ext cx="194"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40" name="Freeform 437">
                <a:extLst>
                  <a:ext uri="{FF2B5EF4-FFF2-40B4-BE49-F238E27FC236}">
                    <a16:creationId xmlns:a16="http://schemas.microsoft.com/office/drawing/2014/main" id="{4341104B-D476-4BEA-2AA0-8B8675585A93}"/>
                  </a:ext>
                </a:extLst>
              </p:cNvPr>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41" name="Freeform 438">
                <a:extLst>
                  <a:ext uri="{FF2B5EF4-FFF2-40B4-BE49-F238E27FC236}">
                    <a16:creationId xmlns:a16="http://schemas.microsoft.com/office/drawing/2014/main" id="{ED5074EF-3A67-F0B1-D5C6-77AB24DCD9BA}"/>
                  </a:ext>
                </a:extLst>
              </p:cNvPr>
              <p:cNvSpPr>
                <a:spLocks/>
              </p:cNvSpPr>
              <p:nvPr userDrawn="1"/>
            </p:nvSpPr>
            <p:spPr bwMode="gray">
              <a:xfrm>
                <a:off x="3345" y="1823"/>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42" name="Freeform 439">
                <a:extLst>
                  <a:ext uri="{FF2B5EF4-FFF2-40B4-BE49-F238E27FC236}">
                    <a16:creationId xmlns:a16="http://schemas.microsoft.com/office/drawing/2014/main" id="{7C328FC6-F082-9D1B-6776-B2C6E7102068}"/>
                  </a:ext>
                </a:extLst>
              </p:cNvPr>
              <p:cNvSpPr>
                <a:spLocks/>
              </p:cNvSpPr>
              <p:nvPr userDrawn="1"/>
            </p:nvSpPr>
            <p:spPr bwMode="gray">
              <a:xfrm>
                <a:off x="2976" y="1826"/>
                <a:ext cx="11" cy="16"/>
              </a:xfrm>
              <a:custGeom>
                <a:avLst/>
                <a:gdLst>
                  <a:gd name="T0" fmla="*/ 11 w 11"/>
                  <a:gd name="T1" fmla="*/ 16 h 16"/>
                  <a:gd name="T2" fmla="*/ 7 w 11"/>
                  <a:gd name="T3" fmla="*/ 14 h 16"/>
                  <a:gd name="T4" fmla="*/ 4 w 11"/>
                  <a:gd name="T5" fmla="*/ 11 h 16"/>
                  <a:gd name="T6" fmla="*/ 0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43" name="Freeform 440">
                <a:extLst>
                  <a:ext uri="{FF2B5EF4-FFF2-40B4-BE49-F238E27FC236}">
                    <a16:creationId xmlns:a16="http://schemas.microsoft.com/office/drawing/2014/main" id="{0A2AB1CC-8C14-6CE1-AC68-968839425A0F}"/>
                  </a:ext>
                </a:extLst>
              </p:cNvPr>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44" name="Line 441">
                <a:extLst>
                  <a:ext uri="{FF2B5EF4-FFF2-40B4-BE49-F238E27FC236}">
                    <a16:creationId xmlns:a16="http://schemas.microsoft.com/office/drawing/2014/main" id="{49CC384D-12B4-A633-61A4-AE43DA5C24B8}"/>
                  </a:ext>
                </a:extLst>
              </p:cNvPr>
              <p:cNvSpPr>
                <a:spLocks noChangeShapeType="1"/>
              </p:cNvSpPr>
              <p:nvPr userDrawn="1"/>
            </p:nvSpPr>
            <p:spPr bwMode="gray">
              <a:xfrm>
                <a:off x="2982" y="1842"/>
                <a:ext cx="204"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45" name="Line 442">
                <a:extLst>
                  <a:ext uri="{FF2B5EF4-FFF2-40B4-BE49-F238E27FC236}">
                    <a16:creationId xmlns:a16="http://schemas.microsoft.com/office/drawing/2014/main" id="{5663E3E6-251D-3174-2C2D-FFD2192AF99C}"/>
                  </a:ext>
                </a:extLst>
              </p:cNvPr>
              <p:cNvSpPr>
                <a:spLocks noChangeShapeType="1"/>
              </p:cNvSpPr>
              <p:nvPr userDrawn="1"/>
            </p:nvSpPr>
            <p:spPr bwMode="gray">
              <a:xfrm>
                <a:off x="2987" y="1842"/>
                <a:ext cx="20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46" name="Freeform 443">
                <a:extLst>
                  <a:ext uri="{FF2B5EF4-FFF2-40B4-BE49-F238E27FC236}">
                    <a16:creationId xmlns:a16="http://schemas.microsoft.com/office/drawing/2014/main" id="{BA95FC25-5EEE-AF99-0BE9-24A3F87B30F9}"/>
                  </a:ext>
                </a:extLst>
              </p:cNvPr>
              <p:cNvSpPr>
                <a:spLocks/>
              </p:cNvSpPr>
              <p:nvPr userDrawn="1"/>
            </p:nvSpPr>
            <p:spPr bwMode="gray">
              <a:xfrm>
                <a:off x="3185" y="1910"/>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47" name="Line 444">
                <a:extLst>
                  <a:ext uri="{FF2B5EF4-FFF2-40B4-BE49-F238E27FC236}">
                    <a16:creationId xmlns:a16="http://schemas.microsoft.com/office/drawing/2014/main" id="{107D4A9A-917B-128E-88CA-17A755E40D1A}"/>
                  </a:ext>
                </a:extLst>
              </p:cNvPr>
              <p:cNvSpPr>
                <a:spLocks noChangeShapeType="1"/>
              </p:cNvSpPr>
              <p:nvPr userDrawn="1"/>
            </p:nvSpPr>
            <p:spPr bwMode="gray">
              <a:xfrm flipH="1" flipV="1">
                <a:off x="2978" y="1835"/>
                <a:ext cx="20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48" name="Freeform 445">
                <a:extLst>
                  <a:ext uri="{FF2B5EF4-FFF2-40B4-BE49-F238E27FC236}">
                    <a16:creationId xmlns:a16="http://schemas.microsoft.com/office/drawing/2014/main" id="{1033D9A9-5AF7-D857-87A3-F615600DD4B9}"/>
                  </a:ext>
                </a:extLst>
              </p:cNvPr>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49" name="Freeform 446">
                <a:extLst>
                  <a:ext uri="{FF2B5EF4-FFF2-40B4-BE49-F238E27FC236}">
                    <a16:creationId xmlns:a16="http://schemas.microsoft.com/office/drawing/2014/main" id="{7543802C-3440-9AE3-DF67-815E9F41ADD1}"/>
                  </a:ext>
                </a:extLst>
              </p:cNvPr>
              <p:cNvSpPr>
                <a:spLocks/>
              </p:cNvSpPr>
              <p:nvPr userDrawn="1"/>
            </p:nvSpPr>
            <p:spPr bwMode="gray">
              <a:xfrm>
                <a:off x="3290" y="1849"/>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50" name="Line 447">
                <a:extLst>
                  <a:ext uri="{FF2B5EF4-FFF2-40B4-BE49-F238E27FC236}">
                    <a16:creationId xmlns:a16="http://schemas.microsoft.com/office/drawing/2014/main" id="{A3C1A55A-0BD0-2136-4E93-72DBC576E9DA}"/>
                  </a:ext>
                </a:extLst>
              </p:cNvPr>
              <p:cNvSpPr>
                <a:spLocks noChangeShapeType="1"/>
              </p:cNvSpPr>
              <p:nvPr userDrawn="1"/>
            </p:nvSpPr>
            <p:spPr bwMode="gray">
              <a:xfrm flipV="1">
                <a:off x="3202" y="1819"/>
                <a:ext cx="156"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51" name="Line 448">
                <a:extLst>
                  <a:ext uri="{FF2B5EF4-FFF2-40B4-BE49-F238E27FC236}">
                    <a16:creationId xmlns:a16="http://schemas.microsoft.com/office/drawing/2014/main" id="{FA52BB2B-1758-F056-1AE5-9C5BB53C1B28}"/>
                  </a:ext>
                </a:extLst>
              </p:cNvPr>
              <p:cNvSpPr>
                <a:spLocks noChangeShapeType="1"/>
              </p:cNvSpPr>
              <p:nvPr userDrawn="1"/>
            </p:nvSpPr>
            <p:spPr bwMode="gray">
              <a:xfrm flipV="1">
                <a:off x="3193" y="1823"/>
                <a:ext cx="152"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52" name="Freeform 449">
                <a:extLst>
                  <a:ext uri="{FF2B5EF4-FFF2-40B4-BE49-F238E27FC236}">
                    <a16:creationId xmlns:a16="http://schemas.microsoft.com/office/drawing/2014/main" id="{6B8EC460-5038-6939-F4A4-148AE1327BA8}"/>
                  </a:ext>
                </a:extLst>
              </p:cNvPr>
              <p:cNvSpPr>
                <a:spLocks/>
              </p:cNvSpPr>
              <p:nvPr userDrawn="1"/>
            </p:nvSpPr>
            <p:spPr bwMode="gray">
              <a:xfrm>
                <a:off x="3345" y="1810"/>
                <a:ext cx="21" cy="13"/>
              </a:xfrm>
              <a:custGeom>
                <a:avLst/>
                <a:gdLst>
                  <a:gd name="T0" fmla="*/ 0 w 21"/>
                  <a:gd name="T1" fmla="*/ 13 h 13"/>
                  <a:gd name="T2" fmla="*/ 7 w 21"/>
                  <a:gd name="T3" fmla="*/ 13 h 13"/>
                  <a:gd name="T4" fmla="*/ 13 w 21"/>
                  <a:gd name="T5" fmla="*/ 9 h 13"/>
                  <a:gd name="T6" fmla="*/ 18 w 21"/>
                  <a:gd name="T7" fmla="*/ 6 h 13"/>
                  <a:gd name="T8" fmla="*/ 21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53" name="Line 450">
                <a:extLst>
                  <a:ext uri="{FF2B5EF4-FFF2-40B4-BE49-F238E27FC236}">
                    <a16:creationId xmlns:a16="http://schemas.microsoft.com/office/drawing/2014/main" id="{23C9D410-529D-EF8A-331C-9375207A0873}"/>
                  </a:ext>
                </a:extLst>
              </p:cNvPr>
              <p:cNvSpPr>
                <a:spLocks noChangeShapeType="1"/>
              </p:cNvSpPr>
              <p:nvPr userDrawn="1"/>
            </p:nvSpPr>
            <p:spPr bwMode="gray">
              <a:xfrm flipH="1">
                <a:off x="3206" y="1810"/>
                <a:ext cx="160" cy="10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54" name="Freeform 451">
                <a:extLst>
                  <a:ext uri="{FF2B5EF4-FFF2-40B4-BE49-F238E27FC236}">
                    <a16:creationId xmlns:a16="http://schemas.microsoft.com/office/drawing/2014/main" id="{3169B3CC-BB3F-2BE2-EEBA-C481CF272896}"/>
                  </a:ext>
                </a:extLst>
              </p:cNvPr>
              <p:cNvSpPr>
                <a:spLocks/>
              </p:cNvSpPr>
              <p:nvPr userDrawn="1"/>
            </p:nvSpPr>
            <p:spPr bwMode="gray">
              <a:xfrm>
                <a:off x="3193" y="1910"/>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55" name="Freeform 452">
                <a:extLst>
                  <a:ext uri="{FF2B5EF4-FFF2-40B4-BE49-F238E27FC236}">
                    <a16:creationId xmlns:a16="http://schemas.microsoft.com/office/drawing/2014/main" id="{84FE6D4D-FF3C-D42E-EB04-32CD15CF26D6}"/>
                  </a:ext>
                </a:extLst>
              </p:cNvPr>
              <p:cNvSpPr>
                <a:spLocks/>
              </p:cNvSpPr>
              <p:nvPr userDrawn="1"/>
            </p:nvSpPr>
            <p:spPr bwMode="gray">
              <a:xfrm>
                <a:off x="3519" y="1711"/>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56" name="Freeform 453">
                <a:extLst>
                  <a:ext uri="{FF2B5EF4-FFF2-40B4-BE49-F238E27FC236}">
                    <a16:creationId xmlns:a16="http://schemas.microsoft.com/office/drawing/2014/main" id="{5E4C72C0-2733-ECE2-FBB1-EEC1752BC880}"/>
                  </a:ext>
                </a:extLst>
              </p:cNvPr>
              <p:cNvSpPr>
                <a:spLocks/>
              </p:cNvSpPr>
              <p:nvPr userDrawn="1"/>
            </p:nvSpPr>
            <p:spPr bwMode="gray">
              <a:xfrm>
                <a:off x="3580" y="1670"/>
                <a:ext cx="12" cy="9"/>
              </a:xfrm>
              <a:custGeom>
                <a:avLst/>
                <a:gdLst>
                  <a:gd name="T0" fmla="*/ 0 w 12"/>
                  <a:gd name="T1" fmla="*/ 9 h 9"/>
                  <a:gd name="T2" fmla="*/ 3 w 12"/>
                  <a:gd name="T3" fmla="*/ 9 h 9"/>
                  <a:gd name="T4" fmla="*/ 9 w 12"/>
                  <a:gd name="T5" fmla="*/ 7 h 9"/>
                  <a:gd name="T6" fmla="*/ 10 w 12"/>
                  <a:gd name="T7" fmla="*/ 4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57" name="Line 454">
                <a:extLst>
                  <a:ext uri="{FF2B5EF4-FFF2-40B4-BE49-F238E27FC236}">
                    <a16:creationId xmlns:a16="http://schemas.microsoft.com/office/drawing/2014/main" id="{4FDD2B0A-D24E-DCE3-6765-B7A71D5FDFDB}"/>
                  </a:ext>
                </a:extLst>
              </p:cNvPr>
              <p:cNvSpPr>
                <a:spLocks noChangeShapeType="1"/>
              </p:cNvSpPr>
              <p:nvPr userDrawn="1"/>
            </p:nvSpPr>
            <p:spPr bwMode="gray">
              <a:xfrm flipV="1">
                <a:off x="3531" y="1621"/>
                <a:ext cx="147"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58" name="Line 455">
                <a:extLst>
                  <a:ext uri="{FF2B5EF4-FFF2-40B4-BE49-F238E27FC236}">
                    <a16:creationId xmlns:a16="http://schemas.microsoft.com/office/drawing/2014/main" id="{E3FE6507-C576-D24E-96FE-47E07F613862}"/>
                  </a:ext>
                </a:extLst>
              </p:cNvPr>
              <p:cNvSpPr>
                <a:spLocks noChangeShapeType="1"/>
              </p:cNvSpPr>
              <p:nvPr userDrawn="1"/>
            </p:nvSpPr>
            <p:spPr bwMode="gray">
              <a:xfrm flipV="1">
                <a:off x="3527" y="1623"/>
                <a:ext cx="142" cy="8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59" name="Freeform 456">
                <a:extLst>
                  <a:ext uri="{FF2B5EF4-FFF2-40B4-BE49-F238E27FC236}">
                    <a16:creationId xmlns:a16="http://schemas.microsoft.com/office/drawing/2014/main" id="{F665C68A-7C00-F71F-E964-3948B2A9830A}"/>
                  </a:ext>
                </a:extLst>
              </p:cNvPr>
              <p:cNvSpPr>
                <a:spLocks/>
              </p:cNvSpPr>
              <p:nvPr userDrawn="1"/>
            </p:nvSpPr>
            <p:spPr bwMode="gray">
              <a:xfrm>
                <a:off x="3669"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60" name="Line 457">
                <a:extLst>
                  <a:ext uri="{FF2B5EF4-FFF2-40B4-BE49-F238E27FC236}">
                    <a16:creationId xmlns:a16="http://schemas.microsoft.com/office/drawing/2014/main" id="{A3288212-C1A4-F4D6-42DF-561AF03910D6}"/>
                  </a:ext>
                </a:extLst>
              </p:cNvPr>
              <p:cNvSpPr>
                <a:spLocks noChangeShapeType="1"/>
              </p:cNvSpPr>
              <p:nvPr userDrawn="1"/>
            </p:nvSpPr>
            <p:spPr bwMode="gray">
              <a:xfrm flipH="1">
                <a:off x="3531" y="1614"/>
                <a:ext cx="150"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61" name="Freeform 458">
                <a:extLst>
                  <a:ext uri="{FF2B5EF4-FFF2-40B4-BE49-F238E27FC236}">
                    <a16:creationId xmlns:a16="http://schemas.microsoft.com/office/drawing/2014/main" id="{05DB5E5B-5ABC-1FAB-02F0-EFB7045DDB8F}"/>
                  </a:ext>
                </a:extLst>
              </p:cNvPr>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62" name="Freeform 459">
                <a:extLst>
                  <a:ext uri="{FF2B5EF4-FFF2-40B4-BE49-F238E27FC236}">
                    <a16:creationId xmlns:a16="http://schemas.microsoft.com/office/drawing/2014/main" id="{4113FF56-1CC3-ED14-446B-540FD57748AB}"/>
                  </a:ext>
                </a:extLst>
              </p:cNvPr>
              <p:cNvSpPr>
                <a:spLocks/>
              </p:cNvSpPr>
              <p:nvPr userDrawn="1"/>
            </p:nvSpPr>
            <p:spPr bwMode="gray">
              <a:xfrm>
                <a:off x="3669" y="1606"/>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63" name="Freeform 460">
                <a:extLst>
                  <a:ext uri="{FF2B5EF4-FFF2-40B4-BE49-F238E27FC236}">
                    <a16:creationId xmlns:a16="http://schemas.microsoft.com/office/drawing/2014/main" id="{57CEACFF-DFAE-6FF8-7C0F-1F0E116BCA48}"/>
                  </a:ext>
                </a:extLst>
              </p:cNvPr>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64" name="Line 461">
                <a:extLst>
                  <a:ext uri="{FF2B5EF4-FFF2-40B4-BE49-F238E27FC236}">
                    <a16:creationId xmlns:a16="http://schemas.microsoft.com/office/drawing/2014/main" id="{D008A473-1D4E-C077-6789-9824FBD4C6C0}"/>
                  </a:ext>
                </a:extLst>
              </p:cNvPr>
              <p:cNvSpPr>
                <a:spLocks noChangeShapeType="1"/>
              </p:cNvSpPr>
              <p:nvPr userDrawn="1"/>
            </p:nvSpPr>
            <p:spPr bwMode="gray">
              <a:xfrm flipH="1" flipV="1">
                <a:off x="3151" y="1490"/>
                <a:ext cx="207"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65" name="Line 462">
                <a:extLst>
                  <a:ext uri="{FF2B5EF4-FFF2-40B4-BE49-F238E27FC236}">
                    <a16:creationId xmlns:a16="http://schemas.microsoft.com/office/drawing/2014/main" id="{BD7D3907-D598-6A78-F2E6-D0E9C18B686E}"/>
                  </a:ext>
                </a:extLst>
              </p:cNvPr>
              <p:cNvSpPr>
                <a:spLocks noChangeShapeType="1"/>
              </p:cNvSpPr>
              <p:nvPr userDrawn="1"/>
            </p:nvSpPr>
            <p:spPr bwMode="gray">
              <a:xfrm flipH="1" flipV="1">
                <a:off x="3144" y="1497"/>
                <a:ext cx="208" cy="7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66" name="Freeform 463">
                <a:extLst>
                  <a:ext uri="{FF2B5EF4-FFF2-40B4-BE49-F238E27FC236}">
                    <a16:creationId xmlns:a16="http://schemas.microsoft.com/office/drawing/2014/main" id="{6FF00136-6702-C5FB-2DB3-72DD76A0F93E}"/>
                  </a:ext>
                </a:extLst>
              </p:cNvPr>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67" name="Line 464">
                <a:extLst>
                  <a:ext uri="{FF2B5EF4-FFF2-40B4-BE49-F238E27FC236}">
                    <a16:creationId xmlns:a16="http://schemas.microsoft.com/office/drawing/2014/main" id="{60404A77-01F1-FFE0-C049-17BF77BC36CC}"/>
                  </a:ext>
                </a:extLst>
              </p:cNvPr>
              <p:cNvSpPr>
                <a:spLocks noChangeShapeType="1"/>
              </p:cNvSpPr>
              <p:nvPr userDrawn="1"/>
            </p:nvSpPr>
            <p:spPr bwMode="gray">
              <a:xfrm>
                <a:off x="3153" y="1480"/>
                <a:ext cx="208" cy="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68" name="Freeform 465">
                <a:extLst>
                  <a:ext uri="{FF2B5EF4-FFF2-40B4-BE49-F238E27FC236}">
                    <a16:creationId xmlns:a16="http://schemas.microsoft.com/office/drawing/2014/main" id="{9987F146-DFD1-D2B8-6B31-79E251568403}"/>
                  </a:ext>
                </a:extLst>
              </p:cNvPr>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69" name="Freeform 466">
                <a:extLst>
                  <a:ext uri="{FF2B5EF4-FFF2-40B4-BE49-F238E27FC236}">
                    <a16:creationId xmlns:a16="http://schemas.microsoft.com/office/drawing/2014/main" id="{3E447B69-C1CF-3598-DCD7-7C0B89273E16}"/>
                  </a:ext>
                </a:extLst>
              </p:cNvPr>
              <p:cNvSpPr>
                <a:spLocks/>
              </p:cNvSpPr>
              <p:nvPr userDrawn="1"/>
            </p:nvSpPr>
            <p:spPr bwMode="gray">
              <a:xfrm>
                <a:off x="3076" y="1530"/>
                <a:ext cx="12" cy="9"/>
              </a:xfrm>
              <a:custGeom>
                <a:avLst/>
                <a:gdLst>
                  <a:gd name="T0" fmla="*/ 12 w 12"/>
                  <a:gd name="T1" fmla="*/ 0 h 9"/>
                  <a:gd name="T2" fmla="*/ 9 w 12"/>
                  <a:gd name="T3" fmla="*/ 0 h 9"/>
                  <a:gd name="T4" fmla="*/ 7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70" name="Line 467">
                <a:extLst>
                  <a:ext uri="{FF2B5EF4-FFF2-40B4-BE49-F238E27FC236}">
                    <a16:creationId xmlns:a16="http://schemas.microsoft.com/office/drawing/2014/main" id="{163050E6-77A1-729D-A7D6-C98FCA038FE8}"/>
                  </a:ext>
                </a:extLst>
              </p:cNvPr>
              <p:cNvSpPr>
                <a:spLocks noChangeShapeType="1"/>
              </p:cNvSpPr>
              <p:nvPr userDrawn="1"/>
            </p:nvSpPr>
            <p:spPr bwMode="gray">
              <a:xfrm flipH="1">
                <a:off x="2982" y="1497"/>
                <a:ext cx="159"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71" name="Line 468">
                <a:extLst>
                  <a:ext uri="{FF2B5EF4-FFF2-40B4-BE49-F238E27FC236}">
                    <a16:creationId xmlns:a16="http://schemas.microsoft.com/office/drawing/2014/main" id="{FFBFF9C8-CC70-4265-509A-CA5ACFEE1CC4}"/>
                  </a:ext>
                </a:extLst>
              </p:cNvPr>
              <p:cNvSpPr>
                <a:spLocks noChangeShapeType="1"/>
              </p:cNvSpPr>
              <p:nvPr userDrawn="1"/>
            </p:nvSpPr>
            <p:spPr bwMode="gray">
              <a:xfrm flipH="1">
                <a:off x="2989" y="1497"/>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grpSp>
        <p:grpSp>
          <p:nvGrpSpPr>
            <p:cNvPr id="3216" name="Group 469">
              <a:extLst>
                <a:ext uri="{FF2B5EF4-FFF2-40B4-BE49-F238E27FC236}">
                  <a16:creationId xmlns:a16="http://schemas.microsoft.com/office/drawing/2014/main" id="{F462A475-C6F9-CBAA-30EC-DED21803895F}"/>
                </a:ext>
              </a:extLst>
            </p:cNvPr>
            <p:cNvGrpSpPr>
              <a:grpSpLocks/>
            </p:cNvGrpSpPr>
            <p:nvPr userDrawn="1"/>
          </p:nvGrpSpPr>
          <p:grpSpPr bwMode="auto">
            <a:xfrm>
              <a:off x="2282" y="873"/>
              <a:ext cx="1410" cy="1369"/>
              <a:chOff x="2282" y="873"/>
              <a:chExt cx="1410" cy="1369"/>
            </a:xfrm>
          </p:grpSpPr>
          <p:sp>
            <p:nvSpPr>
              <p:cNvPr id="3472" name="Freeform 470">
                <a:extLst>
                  <a:ext uri="{FF2B5EF4-FFF2-40B4-BE49-F238E27FC236}">
                    <a16:creationId xmlns:a16="http://schemas.microsoft.com/office/drawing/2014/main" id="{1F30F991-6581-F35A-6745-E10639B27C8E}"/>
                  </a:ext>
                </a:extLst>
              </p:cNvPr>
              <p:cNvSpPr>
                <a:spLocks/>
              </p:cNvSpPr>
              <p:nvPr userDrawn="1"/>
            </p:nvSpPr>
            <p:spPr bwMode="gray">
              <a:xfrm>
                <a:off x="2978" y="1586"/>
                <a:ext cx="11" cy="11"/>
              </a:xfrm>
              <a:custGeom>
                <a:avLst/>
                <a:gdLst>
                  <a:gd name="T0" fmla="*/ 11 w 11"/>
                  <a:gd name="T1" fmla="*/ 2 h 11"/>
                  <a:gd name="T2" fmla="*/ 7 w 11"/>
                  <a:gd name="T3" fmla="*/ 0 h 11"/>
                  <a:gd name="T4" fmla="*/ 4 w 11"/>
                  <a:gd name="T5" fmla="*/ 2 h 11"/>
                  <a:gd name="T6" fmla="*/ 0 w 11"/>
                  <a:gd name="T7" fmla="*/ 6 h 11"/>
                  <a:gd name="T8" fmla="*/ 0 w 11"/>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73" name="Line 471">
                <a:extLst>
                  <a:ext uri="{FF2B5EF4-FFF2-40B4-BE49-F238E27FC236}">
                    <a16:creationId xmlns:a16="http://schemas.microsoft.com/office/drawing/2014/main" id="{DEC39F30-9913-5C76-1E66-97BC14A058C6}"/>
                  </a:ext>
                </a:extLst>
              </p:cNvPr>
              <p:cNvSpPr>
                <a:spLocks noChangeShapeType="1"/>
              </p:cNvSpPr>
              <p:nvPr userDrawn="1"/>
            </p:nvSpPr>
            <p:spPr bwMode="gray">
              <a:xfrm flipV="1">
                <a:off x="2978" y="1502"/>
                <a:ext cx="16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74" name="Freeform 472">
                <a:extLst>
                  <a:ext uri="{FF2B5EF4-FFF2-40B4-BE49-F238E27FC236}">
                    <a16:creationId xmlns:a16="http://schemas.microsoft.com/office/drawing/2014/main" id="{BB66582F-2466-D5BE-B7F6-6CCE0E1F49E3}"/>
                  </a:ext>
                </a:extLst>
              </p:cNvPr>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75" name="Freeform 473">
                <a:extLst>
                  <a:ext uri="{FF2B5EF4-FFF2-40B4-BE49-F238E27FC236}">
                    <a16:creationId xmlns:a16="http://schemas.microsoft.com/office/drawing/2014/main" id="{3451A9B7-9A53-A48C-A01E-EB21B64FA72D}"/>
                  </a:ext>
                </a:extLst>
              </p:cNvPr>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76" name="Freeform 474">
                <a:extLst>
                  <a:ext uri="{FF2B5EF4-FFF2-40B4-BE49-F238E27FC236}">
                    <a16:creationId xmlns:a16="http://schemas.microsoft.com/office/drawing/2014/main" id="{6E410436-1A6E-FF1A-8398-C4CF24511573}"/>
                  </a:ext>
                </a:extLst>
              </p:cNvPr>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77" name="Freeform 475">
                <a:extLst>
                  <a:ext uri="{FF2B5EF4-FFF2-40B4-BE49-F238E27FC236}">
                    <a16:creationId xmlns:a16="http://schemas.microsoft.com/office/drawing/2014/main" id="{F75CF345-4D1B-51FD-60CD-53DD9E6A79A3}"/>
                  </a:ext>
                </a:extLst>
              </p:cNvPr>
              <p:cNvSpPr>
                <a:spLocks/>
              </p:cNvSpPr>
              <p:nvPr userDrawn="1"/>
            </p:nvSpPr>
            <p:spPr bwMode="gray">
              <a:xfrm>
                <a:off x="3295" y="1602"/>
                <a:ext cx="12" cy="18"/>
              </a:xfrm>
              <a:custGeom>
                <a:avLst/>
                <a:gdLst>
                  <a:gd name="T0" fmla="*/ 0 w 12"/>
                  <a:gd name="T1" fmla="*/ 0 h 18"/>
                  <a:gd name="T2" fmla="*/ 5 w 12"/>
                  <a:gd name="T3" fmla="*/ 4 h 18"/>
                  <a:gd name="T4" fmla="*/ 8 w 12"/>
                  <a:gd name="T5" fmla="*/ 7 h 18"/>
                  <a:gd name="T6" fmla="*/ 10 w 12"/>
                  <a:gd name="T7" fmla="*/ 12 h 18"/>
                  <a:gd name="T8" fmla="*/ 12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78" name="Line 476">
                <a:extLst>
                  <a:ext uri="{FF2B5EF4-FFF2-40B4-BE49-F238E27FC236}">
                    <a16:creationId xmlns:a16="http://schemas.microsoft.com/office/drawing/2014/main" id="{D9EED099-69EC-A849-67C4-BD5EC2B6CD92}"/>
                  </a:ext>
                </a:extLst>
              </p:cNvPr>
              <p:cNvSpPr>
                <a:spLocks noChangeShapeType="1"/>
              </p:cNvSpPr>
              <p:nvPr userDrawn="1"/>
            </p:nvSpPr>
            <p:spPr bwMode="gray">
              <a:xfrm flipV="1">
                <a:off x="3206" y="1572"/>
                <a:ext cx="159"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79" name="Line 477">
                <a:extLst>
                  <a:ext uri="{FF2B5EF4-FFF2-40B4-BE49-F238E27FC236}">
                    <a16:creationId xmlns:a16="http://schemas.microsoft.com/office/drawing/2014/main" id="{F876CCB3-F1B6-C636-B3CB-B282D1FF245E}"/>
                  </a:ext>
                </a:extLst>
              </p:cNvPr>
              <p:cNvSpPr>
                <a:spLocks noChangeShapeType="1"/>
              </p:cNvSpPr>
              <p:nvPr userDrawn="1"/>
            </p:nvSpPr>
            <p:spPr bwMode="gray">
              <a:xfrm flipV="1">
                <a:off x="3197" y="1569"/>
                <a:ext cx="155" cy="9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80" name="Freeform 478">
                <a:extLst>
                  <a:ext uri="{FF2B5EF4-FFF2-40B4-BE49-F238E27FC236}">
                    <a16:creationId xmlns:a16="http://schemas.microsoft.com/office/drawing/2014/main" id="{BE6DC4FE-7409-8BA5-28CA-1921D744558E}"/>
                  </a:ext>
                </a:extLst>
              </p:cNvPr>
              <p:cNvSpPr>
                <a:spLocks/>
              </p:cNvSpPr>
              <p:nvPr userDrawn="1"/>
            </p:nvSpPr>
            <p:spPr bwMode="gray">
              <a:xfrm>
                <a:off x="3352" y="1569"/>
                <a:ext cx="20" cy="12"/>
              </a:xfrm>
              <a:custGeom>
                <a:avLst/>
                <a:gdLst>
                  <a:gd name="T0" fmla="*/ 0 w 20"/>
                  <a:gd name="T1" fmla="*/ 0 h 12"/>
                  <a:gd name="T2" fmla="*/ 6 w 20"/>
                  <a:gd name="T3" fmla="*/ 0 h 12"/>
                  <a:gd name="T4" fmla="*/ 11 w 20"/>
                  <a:gd name="T5" fmla="*/ 2 h 12"/>
                  <a:gd name="T6" fmla="*/ 16 w 20"/>
                  <a:gd name="T7" fmla="*/ 7 h 12"/>
                  <a:gd name="T8" fmla="*/ 20 w 20"/>
                  <a:gd name="T9" fmla="*/ 12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81" name="Line 479">
                <a:extLst>
                  <a:ext uri="{FF2B5EF4-FFF2-40B4-BE49-F238E27FC236}">
                    <a16:creationId xmlns:a16="http://schemas.microsoft.com/office/drawing/2014/main" id="{50A4A8DC-ED22-1739-BA57-36DCE9168F51}"/>
                  </a:ext>
                </a:extLst>
              </p:cNvPr>
              <p:cNvSpPr>
                <a:spLocks noChangeShapeType="1"/>
              </p:cNvSpPr>
              <p:nvPr userDrawn="1"/>
            </p:nvSpPr>
            <p:spPr bwMode="gray">
              <a:xfrm flipH="1">
                <a:off x="3209" y="1581"/>
                <a:ext cx="163"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82" name="Freeform 480">
                <a:extLst>
                  <a:ext uri="{FF2B5EF4-FFF2-40B4-BE49-F238E27FC236}">
                    <a16:creationId xmlns:a16="http://schemas.microsoft.com/office/drawing/2014/main" id="{546F55D6-F957-F8B8-3030-B8C0C459CC9F}"/>
                  </a:ext>
                </a:extLst>
              </p:cNvPr>
              <p:cNvSpPr>
                <a:spLocks/>
              </p:cNvSpPr>
              <p:nvPr userDrawn="1"/>
            </p:nvSpPr>
            <p:spPr bwMode="gray">
              <a:xfrm>
                <a:off x="3197" y="1660"/>
                <a:ext cx="12" cy="17"/>
              </a:xfrm>
              <a:custGeom>
                <a:avLst/>
                <a:gdLst>
                  <a:gd name="T0" fmla="*/ 12 w 12"/>
                  <a:gd name="T1" fmla="*/ 17 h 17"/>
                  <a:gd name="T2" fmla="*/ 10 w 12"/>
                  <a:gd name="T3" fmla="*/ 12 h 17"/>
                  <a:gd name="T4" fmla="*/ 9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83" name="Freeform 481">
                <a:extLst>
                  <a:ext uri="{FF2B5EF4-FFF2-40B4-BE49-F238E27FC236}">
                    <a16:creationId xmlns:a16="http://schemas.microsoft.com/office/drawing/2014/main" id="{AEF321FF-6560-680A-B234-DB5EE3D7C38A}"/>
                  </a:ext>
                </a:extLst>
              </p:cNvPr>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84" name="Freeform 482">
                <a:extLst>
                  <a:ext uri="{FF2B5EF4-FFF2-40B4-BE49-F238E27FC236}">
                    <a16:creationId xmlns:a16="http://schemas.microsoft.com/office/drawing/2014/main" id="{5D429918-D9DA-317D-5830-227C0D9CB9D5}"/>
                  </a:ext>
                </a:extLst>
              </p:cNvPr>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85" name="Line 483">
                <a:extLst>
                  <a:ext uri="{FF2B5EF4-FFF2-40B4-BE49-F238E27FC236}">
                    <a16:creationId xmlns:a16="http://schemas.microsoft.com/office/drawing/2014/main" id="{C43E5226-3317-A8AD-74DF-524EFB24275F}"/>
                  </a:ext>
                </a:extLst>
              </p:cNvPr>
              <p:cNvSpPr>
                <a:spLocks noChangeShapeType="1"/>
              </p:cNvSpPr>
              <p:nvPr userDrawn="1"/>
            </p:nvSpPr>
            <p:spPr bwMode="gray">
              <a:xfrm flipV="1">
                <a:off x="3538" y="1382"/>
                <a:ext cx="149" cy="8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86" name="Line 484">
                <a:extLst>
                  <a:ext uri="{FF2B5EF4-FFF2-40B4-BE49-F238E27FC236}">
                    <a16:creationId xmlns:a16="http://schemas.microsoft.com/office/drawing/2014/main" id="{847E13D3-2AB7-D534-E88D-EF98DDA9A539}"/>
                  </a:ext>
                </a:extLst>
              </p:cNvPr>
              <p:cNvSpPr>
                <a:spLocks noChangeShapeType="1"/>
              </p:cNvSpPr>
              <p:nvPr userDrawn="1"/>
            </p:nvSpPr>
            <p:spPr bwMode="gray">
              <a:xfrm flipV="1">
                <a:off x="3534" y="1375"/>
                <a:ext cx="144"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87" name="Freeform 485">
                <a:extLst>
                  <a:ext uri="{FF2B5EF4-FFF2-40B4-BE49-F238E27FC236}">
                    <a16:creationId xmlns:a16="http://schemas.microsoft.com/office/drawing/2014/main" id="{B154C264-EA9D-C47E-8311-6C1C1551547A}"/>
                  </a:ext>
                </a:extLst>
              </p:cNvPr>
              <p:cNvSpPr>
                <a:spLocks/>
              </p:cNvSpPr>
              <p:nvPr userDrawn="1"/>
            </p:nvSpPr>
            <p:spPr bwMode="gray">
              <a:xfrm>
                <a:off x="3678" y="1375"/>
                <a:ext cx="12" cy="16"/>
              </a:xfrm>
              <a:custGeom>
                <a:avLst/>
                <a:gdLst>
                  <a:gd name="T0" fmla="*/ 0 w 12"/>
                  <a:gd name="T1" fmla="*/ 0 h 16"/>
                  <a:gd name="T2" fmla="*/ 5 w 12"/>
                  <a:gd name="T3" fmla="*/ 2 h 16"/>
                  <a:gd name="T4" fmla="*/ 9 w 12"/>
                  <a:gd name="T5" fmla="*/ 7 h 16"/>
                  <a:gd name="T6" fmla="*/ 10 w 12"/>
                  <a:gd name="T7" fmla="*/ 10 h 16"/>
                  <a:gd name="T8" fmla="*/ 12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88" name="Line 486">
                <a:extLst>
                  <a:ext uri="{FF2B5EF4-FFF2-40B4-BE49-F238E27FC236}">
                    <a16:creationId xmlns:a16="http://schemas.microsoft.com/office/drawing/2014/main" id="{D873F6CB-9E0B-1DC6-CFB1-97C439F0E5F1}"/>
                  </a:ext>
                </a:extLst>
              </p:cNvPr>
              <p:cNvSpPr>
                <a:spLocks noChangeShapeType="1"/>
              </p:cNvSpPr>
              <p:nvPr userDrawn="1"/>
            </p:nvSpPr>
            <p:spPr bwMode="gray">
              <a:xfrm flipH="1">
                <a:off x="3538" y="1391"/>
                <a:ext cx="152"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89" name="Freeform 487">
                <a:extLst>
                  <a:ext uri="{FF2B5EF4-FFF2-40B4-BE49-F238E27FC236}">
                    <a16:creationId xmlns:a16="http://schemas.microsoft.com/office/drawing/2014/main" id="{A398C313-859A-3DCB-49CC-9C8C017E83CA}"/>
                  </a:ext>
                </a:extLst>
              </p:cNvPr>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90" name="Freeform 488">
                <a:extLst>
                  <a:ext uri="{FF2B5EF4-FFF2-40B4-BE49-F238E27FC236}">
                    <a16:creationId xmlns:a16="http://schemas.microsoft.com/office/drawing/2014/main" id="{DF6A9B23-4EBA-FCD2-D97C-E353FD4A7A45}"/>
                  </a:ext>
                </a:extLst>
              </p:cNvPr>
              <p:cNvSpPr>
                <a:spLocks/>
              </p:cNvSpPr>
              <p:nvPr userDrawn="1"/>
            </p:nvSpPr>
            <p:spPr bwMode="gray">
              <a:xfrm>
                <a:off x="3576" y="1340"/>
                <a:ext cx="7" cy="9"/>
              </a:xfrm>
              <a:custGeom>
                <a:avLst/>
                <a:gdLst>
                  <a:gd name="T0" fmla="*/ 0 w 7"/>
                  <a:gd name="T1" fmla="*/ 2 h 9"/>
                  <a:gd name="T2" fmla="*/ 2 w 7"/>
                  <a:gd name="T3" fmla="*/ 0 h 9"/>
                  <a:gd name="T4" fmla="*/ 4 w 7"/>
                  <a:gd name="T5" fmla="*/ 2 h 9"/>
                  <a:gd name="T6" fmla="*/ 6 w 7"/>
                  <a:gd name="T7" fmla="*/ 2 h 9"/>
                  <a:gd name="T8" fmla="*/ 7 w 7"/>
                  <a:gd name="T9" fmla="*/ 5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91" name="Line 489">
                <a:extLst>
                  <a:ext uri="{FF2B5EF4-FFF2-40B4-BE49-F238E27FC236}">
                    <a16:creationId xmlns:a16="http://schemas.microsoft.com/office/drawing/2014/main" id="{AB5C0C93-12C5-8948-A97C-E00EDFBA2542}"/>
                  </a:ext>
                </a:extLst>
              </p:cNvPr>
              <p:cNvSpPr>
                <a:spLocks noChangeShapeType="1"/>
              </p:cNvSpPr>
              <p:nvPr userDrawn="1"/>
            </p:nvSpPr>
            <p:spPr bwMode="gray">
              <a:xfrm flipH="1" flipV="1">
                <a:off x="3536" y="1328"/>
                <a:ext cx="149"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92" name="Line 490">
                <a:extLst>
                  <a:ext uri="{FF2B5EF4-FFF2-40B4-BE49-F238E27FC236}">
                    <a16:creationId xmlns:a16="http://schemas.microsoft.com/office/drawing/2014/main" id="{953D55D6-3D46-2123-8BCC-2699612540F3}"/>
                  </a:ext>
                </a:extLst>
              </p:cNvPr>
              <p:cNvSpPr>
                <a:spLocks noChangeShapeType="1"/>
              </p:cNvSpPr>
              <p:nvPr userDrawn="1"/>
            </p:nvSpPr>
            <p:spPr bwMode="gray">
              <a:xfrm flipH="1" flipV="1">
                <a:off x="3536" y="1329"/>
                <a:ext cx="142" cy="4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93" name="Line 491">
                <a:extLst>
                  <a:ext uri="{FF2B5EF4-FFF2-40B4-BE49-F238E27FC236}">
                    <a16:creationId xmlns:a16="http://schemas.microsoft.com/office/drawing/2014/main" id="{26366FE0-D5BA-1CC9-D282-AE4111E72A7B}"/>
                  </a:ext>
                </a:extLst>
              </p:cNvPr>
              <p:cNvSpPr>
                <a:spLocks noChangeShapeType="1"/>
              </p:cNvSpPr>
              <p:nvPr userDrawn="1"/>
            </p:nvSpPr>
            <p:spPr bwMode="gray">
              <a:xfrm>
                <a:off x="3536" y="1335"/>
                <a:ext cx="151" cy="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94" name="Freeform 492">
                <a:extLst>
                  <a:ext uri="{FF2B5EF4-FFF2-40B4-BE49-F238E27FC236}">
                    <a16:creationId xmlns:a16="http://schemas.microsoft.com/office/drawing/2014/main" id="{F3D736FE-E7B2-206B-40FF-C5DAA103C203}"/>
                  </a:ext>
                </a:extLst>
              </p:cNvPr>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95" name="Freeform 493">
                <a:extLst>
                  <a:ext uri="{FF2B5EF4-FFF2-40B4-BE49-F238E27FC236}">
                    <a16:creationId xmlns:a16="http://schemas.microsoft.com/office/drawing/2014/main" id="{61034CAC-B6E2-CA9F-16EA-1A27C5CC4B95}"/>
                  </a:ext>
                </a:extLst>
              </p:cNvPr>
              <p:cNvSpPr>
                <a:spLocks/>
              </p:cNvSpPr>
              <p:nvPr userDrawn="1"/>
            </p:nvSpPr>
            <p:spPr bwMode="gray">
              <a:xfrm>
                <a:off x="3186" y="1795"/>
                <a:ext cx="21" cy="1"/>
              </a:xfrm>
              <a:custGeom>
                <a:avLst/>
                <a:gdLst>
                  <a:gd name="T0" fmla="*/ 0 w 21"/>
                  <a:gd name="T1" fmla="*/ 0 h 1"/>
                  <a:gd name="T2" fmla="*/ 6 w 21"/>
                  <a:gd name="T3" fmla="*/ 1 h 1"/>
                  <a:gd name="T4" fmla="*/ 11 w 21"/>
                  <a:gd name="T5" fmla="*/ 1 h 1"/>
                  <a:gd name="T6" fmla="*/ 16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96" name="Line 494">
                <a:extLst>
                  <a:ext uri="{FF2B5EF4-FFF2-40B4-BE49-F238E27FC236}">
                    <a16:creationId xmlns:a16="http://schemas.microsoft.com/office/drawing/2014/main" id="{566DA5F1-A720-BDD9-9432-FEF936E0128A}"/>
                  </a:ext>
                </a:extLst>
              </p:cNvPr>
              <p:cNvSpPr>
                <a:spLocks noChangeShapeType="1"/>
              </p:cNvSpPr>
              <p:nvPr userDrawn="1"/>
            </p:nvSpPr>
            <p:spPr bwMode="gray">
              <a:xfrm flipV="1">
                <a:off x="3195" y="1679"/>
                <a:ext cx="4"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97" name="Line 495">
                <a:extLst>
                  <a:ext uri="{FF2B5EF4-FFF2-40B4-BE49-F238E27FC236}">
                    <a16:creationId xmlns:a16="http://schemas.microsoft.com/office/drawing/2014/main" id="{6BD7A673-67B1-518A-857F-BF2644709879}"/>
                  </a:ext>
                </a:extLst>
              </p:cNvPr>
              <p:cNvSpPr>
                <a:spLocks noChangeShapeType="1"/>
              </p:cNvSpPr>
              <p:nvPr userDrawn="1"/>
            </p:nvSpPr>
            <p:spPr bwMode="gray">
              <a:xfrm flipV="1">
                <a:off x="3185" y="1679"/>
                <a:ext cx="3"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98" name="Freeform 496">
                <a:extLst>
                  <a:ext uri="{FF2B5EF4-FFF2-40B4-BE49-F238E27FC236}">
                    <a16:creationId xmlns:a16="http://schemas.microsoft.com/office/drawing/2014/main" id="{00CDB6B9-0BED-C7EC-26A2-60165B726CF0}"/>
                  </a:ext>
                </a:extLst>
              </p:cNvPr>
              <p:cNvSpPr>
                <a:spLocks/>
              </p:cNvSpPr>
              <p:nvPr userDrawn="1"/>
            </p:nvSpPr>
            <p:spPr bwMode="gray">
              <a:xfrm>
                <a:off x="3188" y="1677"/>
                <a:ext cx="21" cy="4"/>
              </a:xfrm>
              <a:custGeom>
                <a:avLst/>
                <a:gdLst>
                  <a:gd name="T0" fmla="*/ 0 w 21"/>
                  <a:gd name="T1" fmla="*/ 2 h 4"/>
                  <a:gd name="T2" fmla="*/ 5 w 21"/>
                  <a:gd name="T3" fmla="*/ 4 h 4"/>
                  <a:gd name="T4" fmla="*/ 11 w 21"/>
                  <a:gd name="T5" fmla="*/ 4 h 4"/>
                  <a:gd name="T6" fmla="*/ 16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99" name="Line 497">
                <a:extLst>
                  <a:ext uri="{FF2B5EF4-FFF2-40B4-BE49-F238E27FC236}">
                    <a16:creationId xmlns:a16="http://schemas.microsoft.com/office/drawing/2014/main" id="{9E3F2660-CCBB-2042-37FC-C08BD690F2A6}"/>
                  </a:ext>
                </a:extLst>
              </p:cNvPr>
              <p:cNvSpPr>
                <a:spLocks noChangeShapeType="1"/>
              </p:cNvSpPr>
              <p:nvPr userDrawn="1"/>
            </p:nvSpPr>
            <p:spPr bwMode="gray">
              <a:xfrm flipH="1">
                <a:off x="3206" y="1677"/>
                <a:ext cx="3"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00" name="Freeform 498">
                <a:extLst>
                  <a:ext uri="{FF2B5EF4-FFF2-40B4-BE49-F238E27FC236}">
                    <a16:creationId xmlns:a16="http://schemas.microsoft.com/office/drawing/2014/main" id="{3F3A4892-D069-2774-9334-269C80660E9F}"/>
                  </a:ext>
                </a:extLst>
              </p:cNvPr>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01" name="Freeform 499">
                <a:extLst>
                  <a:ext uri="{FF2B5EF4-FFF2-40B4-BE49-F238E27FC236}">
                    <a16:creationId xmlns:a16="http://schemas.microsoft.com/office/drawing/2014/main" id="{F6448915-5CE8-C4A9-D845-F524860871C7}"/>
                  </a:ext>
                </a:extLst>
              </p:cNvPr>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02" name="Line 500">
                <a:extLst>
                  <a:ext uri="{FF2B5EF4-FFF2-40B4-BE49-F238E27FC236}">
                    <a16:creationId xmlns:a16="http://schemas.microsoft.com/office/drawing/2014/main" id="{78148A94-8372-0DB5-B1DB-1B3747B9902B}"/>
                  </a:ext>
                </a:extLst>
              </p:cNvPr>
              <p:cNvSpPr>
                <a:spLocks noChangeShapeType="1"/>
              </p:cNvSpPr>
              <p:nvPr userDrawn="1"/>
            </p:nvSpPr>
            <p:spPr bwMode="gray">
              <a:xfrm flipV="1">
                <a:off x="3683" y="1387"/>
                <a:ext cx="9"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03" name="Line 501">
                <a:extLst>
                  <a:ext uri="{FF2B5EF4-FFF2-40B4-BE49-F238E27FC236}">
                    <a16:creationId xmlns:a16="http://schemas.microsoft.com/office/drawing/2014/main" id="{E9792887-F0E7-ADA2-F648-9EE890E2DE72}"/>
                  </a:ext>
                </a:extLst>
              </p:cNvPr>
              <p:cNvSpPr>
                <a:spLocks noChangeShapeType="1"/>
              </p:cNvSpPr>
              <p:nvPr userDrawn="1"/>
            </p:nvSpPr>
            <p:spPr bwMode="gray">
              <a:xfrm flipV="1">
                <a:off x="3681" y="1391"/>
                <a:ext cx="9" cy="22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04" name="Freeform 502">
                <a:extLst>
                  <a:ext uri="{FF2B5EF4-FFF2-40B4-BE49-F238E27FC236}">
                    <a16:creationId xmlns:a16="http://schemas.microsoft.com/office/drawing/2014/main" id="{0DA6F1FB-AEBA-A538-3ADF-94630302CCF9}"/>
                  </a:ext>
                </a:extLst>
              </p:cNvPr>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05" name="Line 503">
                <a:extLst>
                  <a:ext uri="{FF2B5EF4-FFF2-40B4-BE49-F238E27FC236}">
                    <a16:creationId xmlns:a16="http://schemas.microsoft.com/office/drawing/2014/main" id="{1C3B1F62-3F6A-E75D-A1CB-3327889A16B7}"/>
                  </a:ext>
                </a:extLst>
              </p:cNvPr>
              <p:cNvSpPr>
                <a:spLocks noChangeShapeType="1"/>
              </p:cNvSpPr>
              <p:nvPr userDrawn="1"/>
            </p:nvSpPr>
            <p:spPr bwMode="gray">
              <a:xfrm flipH="1">
                <a:off x="3678" y="1382"/>
                <a:ext cx="9"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06" name="Freeform 504">
                <a:extLst>
                  <a:ext uri="{FF2B5EF4-FFF2-40B4-BE49-F238E27FC236}">
                    <a16:creationId xmlns:a16="http://schemas.microsoft.com/office/drawing/2014/main" id="{BBF2B4B1-1F59-F4DF-6F10-3684879DC3FE}"/>
                  </a:ext>
                </a:extLst>
              </p:cNvPr>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07" name="Freeform 505">
                <a:extLst>
                  <a:ext uri="{FF2B5EF4-FFF2-40B4-BE49-F238E27FC236}">
                    <a16:creationId xmlns:a16="http://schemas.microsoft.com/office/drawing/2014/main" id="{158717DD-B2AE-2439-E10C-A82C5460FC30}"/>
                  </a:ext>
                </a:extLst>
              </p:cNvPr>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08" name="Line 506">
                <a:extLst>
                  <a:ext uri="{FF2B5EF4-FFF2-40B4-BE49-F238E27FC236}">
                    <a16:creationId xmlns:a16="http://schemas.microsoft.com/office/drawing/2014/main" id="{7FA1C294-390B-52ED-DF6F-4996CAB22C5A}"/>
                  </a:ext>
                </a:extLst>
              </p:cNvPr>
              <p:cNvSpPr>
                <a:spLocks noChangeShapeType="1"/>
              </p:cNvSpPr>
              <p:nvPr userDrawn="1"/>
            </p:nvSpPr>
            <p:spPr bwMode="gray">
              <a:xfrm flipH="1">
                <a:off x="3359" y="1826"/>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09" name="Line 507">
                <a:extLst>
                  <a:ext uri="{FF2B5EF4-FFF2-40B4-BE49-F238E27FC236}">
                    <a16:creationId xmlns:a16="http://schemas.microsoft.com/office/drawing/2014/main" id="{D35864E7-566B-F82B-FF98-7E667285C806}"/>
                  </a:ext>
                </a:extLst>
              </p:cNvPr>
              <p:cNvSpPr>
                <a:spLocks noChangeShapeType="1"/>
              </p:cNvSpPr>
              <p:nvPr userDrawn="1"/>
            </p:nvSpPr>
            <p:spPr bwMode="gray">
              <a:xfrm flipH="1">
                <a:off x="3349" y="1831"/>
                <a:ext cx="5" cy="22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10" name="Freeform 508">
                <a:extLst>
                  <a:ext uri="{FF2B5EF4-FFF2-40B4-BE49-F238E27FC236}">
                    <a16:creationId xmlns:a16="http://schemas.microsoft.com/office/drawing/2014/main" id="{9C90AA25-2B72-56F0-0DE0-47A7251DF6C8}"/>
                  </a:ext>
                </a:extLst>
              </p:cNvPr>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11" name="Line 509">
                <a:extLst>
                  <a:ext uri="{FF2B5EF4-FFF2-40B4-BE49-F238E27FC236}">
                    <a16:creationId xmlns:a16="http://schemas.microsoft.com/office/drawing/2014/main" id="{76FFAE78-D33A-D3BC-2786-AD229A7F948F}"/>
                  </a:ext>
                </a:extLst>
              </p:cNvPr>
              <p:cNvSpPr>
                <a:spLocks noChangeShapeType="1"/>
              </p:cNvSpPr>
              <p:nvPr userDrawn="1"/>
            </p:nvSpPr>
            <p:spPr bwMode="gray">
              <a:xfrm flipV="1">
                <a:off x="3368" y="1817"/>
                <a:ext cx="5"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12" name="Freeform 510">
                <a:extLst>
                  <a:ext uri="{FF2B5EF4-FFF2-40B4-BE49-F238E27FC236}">
                    <a16:creationId xmlns:a16="http://schemas.microsoft.com/office/drawing/2014/main" id="{7AB62912-E93A-56B9-6242-F879F1624241}"/>
                  </a:ext>
                </a:extLst>
              </p:cNvPr>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13" name="Freeform 511">
                <a:extLst>
                  <a:ext uri="{FF2B5EF4-FFF2-40B4-BE49-F238E27FC236}">
                    <a16:creationId xmlns:a16="http://schemas.microsoft.com/office/drawing/2014/main" id="{0671A57E-7B84-9A5A-9292-A6D700173304}"/>
                  </a:ext>
                </a:extLst>
              </p:cNvPr>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14" name="Line 512">
                <a:extLst>
                  <a:ext uri="{FF2B5EF4-FFF2-40B4-BE49-F238E27FC236}">
                    <a16:creationId xmlns:a16="http://schemas.microsoft.com/office/drawing/2014/main" id="{DFF67B07-E163-6CE2-ED0C-67919288D101}"/>
                  </a:ext>
                </a:extLst>
              </p:cNvPr>
              <p:cNvSpPr>
                <a:spLocks noChangeShapeType="1"/>
              </p:cNvSpPr>
              <p:nvPr userDrawn="1"/>
            </p:nvSpPr>
            <p:spPr bwMode="gray">
              <a:xfrm flipH="1" flipV="1">
                <a:off x="3150" y="1987"/>
                <a:ext cx="20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15" name="Line 513">
                <a:extLst>
                  <a:ext uri="{FF2B5EF4-FFF2-40B4-BE49-F238E27FC236}">
                    <a16:creationId xmlns:a16="http://schemas.microsoft.com/office/drawing/2014/main" id="{1756C3A2-34D6-C621-80DC-28204A5C64B7}"/>
                  </a:ext>
                </a:extLst>
              </p:cNvPr>
              <p:cNvSpPr>
                <a:spLocks noChangeShapeType="1"/>
              </p:cNvSpPr>
              <p:nvPr userDrawn="1"/>
            </p:nvSpPr>
            <p:spPr bwMode="gray">
              <a:xfrm flipH="1" flipV="1">
                <a:off x="3146" y="198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16" name="Freeform 514">
                <a:extLst>
                  <a:ext uri="{FF2B5EF4-FFF2-40B4-BE49-F238E27FC236}">
                    <a16:creationId xmlns:a16="http://schemas.microsoft.com/office/drawing/2014/main" id="{158E2DEA-44E9-6AEC-E507-EBEBCF235374}"/>
                  </a:ext>
                </a:extLst>
              </p:cNvPr>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17" name="Line 515">
                <a:extLst>
                  <a:ext uri="{FF2B5EF4-FFF2-40B4-BE49-F238E27FC236}">
                    <a16:creationId xmlns:a16="http://schemas.microsoft.com/office/drawing/2014/main" id="{AE046E6A-C101-C1DB-CB1D-82E470161750}"/>
                  </a:ext>
                </a:extLst>
              </p:cNvPr>
              <p:cNvSpPr>
                <a:spLocks noChangeShapeType="1"/>
              </p:cNvSpPr>
              <p:nvPr userDrawn="1"/>
            </p:nvSpPr>
            <p:spPr bwMode="gray">
              <a:xfrm>
                <a:off x="3155" y="1987"/>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18" name="Freeform 516">
                <a:extLst>
                  <a:ext uri="{FF2B5EF4-FFF2-40B4-BE49-F238E27FC236}">
                    <a16:creationId xmlns:a16="http://schemas.microsoft.com/office/drawing/2014/main" id="{BCA89024-270A-CF6F-E4FE-147A7A29C64C}"/>
                  </a:ext>
                </a:extLst>
              </p:cNvPr>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19" name="Freeform 517">
                <a:extLst>
                  <a:ext uri="{FF2B5EF4-FFF2-40B4-BE49-F238E27FC236}">
                    <a16:creationId xmlns:a16="http://schemas.microsoft.com/office/drawing/2014/main" id="{D09AA2E6-7E1F-500E-E4F9-BE7F467E5646}"/>
                  </a:ext>
                </a:extLst>
              </p:cNvPr>
              <p:cNvSpPr>
                <a:spLocks/>
              </p:cNvSpPr>
              <p:nvPr userDrawn="1"/>
            </p:nvSpPr>
            <p:spPr bwMode="gray">
              <a:xfrm>
                <a:off x="3150" y="1357"/>
                <a:ext cx="5" cy="7"/>
              </a:xfrm>
              <a:custGeom>
                <a:avLst/>
                <a:gdLst>
                  <a:gd name="T0" fmla="*/ 5 w 5"/>
                  <a:gd name="T1" fmla="*/ 7 h 7"/>
                  <a:gd name="T2" fmla="*/ 3 w 5"/>
                  <a:gd name="T3" fmla="*/ 7 h 7"/>
                  <a:gd name="T4" fmla="*/ 1 w 5"/>
                  <a:gd name="T5" fmla="*/ 6 h 7"/>
                  <a:gd name="T6" fmla="*/ 0 w 5"/>
                  <a:gd name="T7" fmla="*/ 4 h 7"/>
                  <a:gd name="T8" fmla="*/ 0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20" name="Line 518">
                <a:extLst>
                  <a:ext uri="{FF2B5EF4-FFF2-40B4-BE49-F238E27FC236}">
                    <a16:creationId xmlns:a16="http://schemas.microsoft.com/office/drawing/2014/main" id="{060E9001-4608-D250-A096-B67E1E07BE09}"/>
                  </a:ext>
                </a:extLst>
              </p:cNvPr>
              <p:cNvSpPr>
                <a:spLocks noChangeShapeType="1"/>
              </p:cNvSpPr>
              <p:nvPr userDrawn="1"/>
            </p:nvSpPr>
            <p:spPr bwMode="gray">
              <a:xfrm flipV="1">
                <a:off x="3148" y="1245"/>
                <a:ext cx="3"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21" name="Line 519">
                <a:extLst>
                  <a:ext uri="{FF2B5EF4-FFF2-40B4-BE49-F238E27FC236}">
                    <a16:creationId xmlns:a16="http://schemas.microsoft.com/office/drawing/2014/main" id="{089FB720-5C7E-CEE8-C4EA-D9F6B1A149DE}"/>
                  </a:ext>
                </a:extLst>
              </p:cNvPr>
              <p:cNvSpPr>
                <a:spLocks noChangeShapeType="1"/>
              </p:cNvSpPr>
              <p:nvPr userDrawn="1"/>
            </p:nvSpPr>
            <p:spPr bwMode="gray">
              <a:xfrm flipV="1">
                <a:off x="3153" y="1249"/>
                <a:ext cx="4"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22" name="Freeform 520">
                <a:extLst>
                  <a:ext uri="{FF2B5EF4-FFF2-40B4-BE49-F238E27FC236}">
                    <a16:creationId xmlns:a16="http://schemas.microsoft.com/office/drawing/2014/main" id="{BE73A1AF-9DC3-A3AF-5C3A-A7316343A185}"/>
                  </a:ext>
                </a:extLst>
              </p:cNvPr>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23" name="Line 521">
                <a:extLst>
                  <a:ext uri="{FF2B5EF4-FFF2-40B4-BE49-F238E27FC236}">
                    <a16:creationId xmlns:a16="http://schemas.microsoft.com/office/drawing/2014/main" id="{882AD197-0829-3112-12EF-B31B2573DD11}"/>
                  </a:ext>
                </a:extLst>
              </p:cNvPr>
              <p:cNvSpPr>
                <a:spLocks noChangeShapeType="1"/>
              </p:cNvSpPr>
              <p:nvPr userDrawn="1"/>
            </p:nvSpPr>
            <p:spPr bwMode="gray">
              <a:xfrm flipH="1">
                <a:off x="3151" y="1240"/>
                <a:ext cx="4" cy="2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24" name="Freeform 522">
                <a:extLst>
                  <a:ext uri="{FF2B5EF4-FFF2-40B4-BE49-F238E27FC236}">
                    <a16:creationId xmlns:a16="http://schemas.microsoft.com/office/drawing/2014/main" id="{45D137B1-2163-5385-D7BD-58B9741C2913}"/>
                  </a:ext>
                </a:extLst>
              </p:cNvPr>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25" name="Freeform 523">
                <a:extLst>
                  <a:ext uri="{FF2B5EF4-FFF2-40B4-BE49-F238E27FC236}">
                    <a16:creationId xmlns:a16="http://schemas.microsoft.com/office/drawing/2014/main" id="{B93E6628-2544-0FC7-73E0-2E6215FDEF52}"/>
                  </a:ext>
                </a:extLst>
              </p:cNvPr>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26" name="Line 524">
                <a:extLst>
                  <a:ext uri="{FF2B5EF4-FFF2-40B4-BE49-F238E27FC236}">
                    <a16:creationId xmlns:a16="http://schemas.microsoft.com/office/drawing/2014/main" id="{CB3F13F1-DF59-A2AF-886B-466EE82C5DDC}"/>
                  </a:ext>
                </a:extLst>
              </p:cNvPr>
              <p:cNvSpPr>
                <a:spLocks noChangeShapeType="1"/>
              </p:cNvSpPr>
              <p:nvPr userDrawn="1"/>
            </p:nvSpPr>
            <p:spPr bwMode="gray">
              <a:xfrm>
                <a:off x="3160" y="1238"/>
                <a:ext cx="208"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27" name="Line 525">
                <a:extLst>
                  <a:ext uri="{FF2B5EF4-FFF2-40B4-BE49-F238E27FC236}">
                    <a16:creationId xmlns:a16="http://schemas.microsoft.com/office/drawing/2014/main" id="{BFA87EC2-44AB-E8B0-B911-35C984A3BBEE}"/>
                  </a:ext>
                </a:extLst>
              </p:cNvPr>
              <p:cNvSpPr>
                <a:spLocks noChangeShapeType="1"/>
              </p:cNvSpPr>
              <p:nvPr userDrawn="1"/>
            </p:nvSpPr>
            <p:spPr bwMode="gray">
              <a:xfrm>
                <a:off x="3157" y="1249"/>
                <a:ext cx="209"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28" name="Freeform 526">
                <a:extLst>
                  <a:ext uri="{FF2B5EF4-FFF2-40B4-BE49-F238E27FC236}">
                    <a16:creationId xmlns:a16="http://schemas.microsoft.com/office/drawing/2014/main" id="{DE6E6D6C-7D27-67AD-77F9-ADC413DA466F}"/>
                  </a:ext>
                </a:extLst>
              </p:cNvPr>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29" name="Line 527">
                <a:extLst>
                  <a:ext uri="{FF2B5EF4-FFF2-40B4-BE49-F238E27FC236}">
                    <a16:creationId xmlns:a16="http://schemas.microsoft.com/office/drawing/2014/main" id="{532A0BB5-5C75-866D-C08B-9FABD66AC762}"/>
                  </a:ext>
                </a:extLst>
              </p:cNvPr>
              <p:cNvSpPr>
                <a:spLocks noChangeShapeType="1"/>
              </p:cNvSpPr>
              <p:nvPr userDrawn="1"/>
            </p:nvSpPr>
            <p:spPr bwMode="gray">
              <a:xfrm flipH="1" flipV="1">
                <a:off x="3165" y="1231"/>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30" name="Freeform 528">
                <a:extLst>
                  <a:ext uri="{FF2B5EF4-FFF2-40B4-BE49-F238E27FC236}">
                    <a16:creationId xmlns:a16="http://schemas.microsoft.com/office/drawing/2014/main" id="{F8580C53-A1D2-84F5-A0D1-4188396F737B}"/>
                  </a:ext>
                </a:extLst>
              </p:cNvPr>
              <p:cNvSpPr>
                <a:spLocks/>
              </p:cNvSpPr>
              <p:nvPr userDrawn="1"/>
            </p:nvSpPr>
            <p:spPr bwMode="gray">
              <a:xfrm>
                <a:off x="3157" y="1231"/>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31" name="Freeform 529">
                <a:extLst>
                  <a:ext uri="{FF2B5EF4-FFF2-40B4-BE49-F238E27FC236}">
                    <a16:creationId xmlns:a16="http://schemas.microsoft.com/office/drawing/2014/main" id="{804045EC-8D6C-946D-2C46-C2AB9FE8805D}"/>
                  </a:ext>
                </a:extLst>
              </p:cNvPr>
              <p:cNvSpPr>
                <a:spLocks/>
              </p:cNvSpPr>
              <p:nvPr userDrawn="1"/>
            </p:nvSpPr>
            <p:spPr bwMode="gray">
              <a:xfrm>
                <a:off x="3363" y="1433"/>
                <a:ext cx="21" cy="3"/>
              </a:xfrm>
              <a:custGeom>
                <a:avLst/>
                <a:gdLst>
                  <a:gd name="T0" fmla="*/ 0 w 21"/>
                  <a:gd name="T1" fmla="*/ 1 h 3"/>
                  <a:gd name="T2" fmla="*/ 5 w 21"/>
                  <a:gd name="T3" fmla="*/ 3 h 3"/>
                  <a:gd name="T4" fmla="*/ 10 w 21"/>
                  <a:gd name="T5" fmla="*/ 3 h 3"/>
                  <a:gd name="T6" fmla="*/ 16 w 21"/>
                  <a:gd name="T7" fmla="*/ 1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32" name="Line 530">
                <a:extLst>
                  <a:ext uri="{FF2B5EF4-FFF2-40B4-BE49-F238E27FC236}">
                    <a16:creationId xmlns:a16="http://schemas.microsoft.com/office/drawing/2014/main" id="{CD7341E9-F99E-0E18-9BC4-3C8FA2984065}"/>
                  </a:ext>
                </a:extLst>
              </p:cNvPr>
              <p:cNvSpPr>
                <a:spLocks noChangeShapeType="1"/>
              </p:cNvSpPr>
              <p:nvPr userDrawn="1"/>
            </p:nvSpPr>
            <p:spPr bwMode="gray">
              <a:xfrm flipH="1">
                <a:off x="3372" y="1319"/>
                <a:ext cx="5" cy="2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33" name="Line 531">
                <a:extLst>
                  <a:ext uri="{FF2B5EF4-FFF2-40B4-BE49-F238E27FC236}">
                    <a16:creationId xmlns:a16="http://schemas.microsoft.com/office/drawing/2014/main" id="{750162C8-1086-BD7A-058B-2B2B83248D04}"/>
                  </a:ext>
                </a:extLst>
              </p:cNvPr>
              <p:cNvSpPr>
                <a:spLocks noChangeShapeType="1"/>
              </p:cNvSpPr>
              <p:nvPr userDrawn="1"/>
            </p:nvSpPr>
            <p:spPr bwMode="gray">
              <a:xfrm flipH="1">
                <a:off x="3361" y="131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34" name="Freeform 532">
                <a:extLst>
                  <a:ext uri="{FF2B5EF4-FFF2-40B4-BE49-F238E27FC236}">
                    <a16:creationId xmlns:a16="http://schemas.microsoft.com/office/drawing/2014/main" id="{6DC59FE4-0A8A-BA3A-A578-EAB61718DF4D}"/>
                  </a:ext>
                </a:extLst>
              </p:cNvPr>
              <p:cNvSpPr>
                <a:spLocks/>
              </p:cNvSpPr>
              <p:nvPr userDrawn="1"/>
            </p:nvSpPr>
            <p:spPr bwMode="gray">
              <a:xfrm>
                <a:off x="3361" y="1551"/>
                <a:ext cx="19" cy="11"/>
              </a:xfrm>
              <a:custGeom>
                <a:avLst/>
                <a:gdLst>
                  <a:gd name="T0" fmla="*/ 0 w 19"/>
                  <a:gd name="T1" fmla="*/ 0 h 11"/>
                  <a:gd name="T2" fmla="*/ 5 w 19"/>
                  <a:gd name="T3" fmla="*/ 6 h 11"/>
                  <a:gd name="T4" fmla="*/ 12 w 19"/>
                  <a:gd name="T5" fmla="*/ 9 h 11"/>
                  <a:gd name="T6" fmla="*/ 19 w 19"/>
                  <a:gd name="T7" fmla="*/ 11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35" name="Line 533">
                <a:extLst>
                  <a:ext uri="{FF2B5EF4-FFF2-40B4-BE49-F238E27FC236}">
                    <a16:creationId xmlns:a16="http://schemas.microsoft.com/office/drawing/2014/main" id="{1CA4012C-78F3-D692-FA26-291CF4EE613B}"/>
                  </a:ext>
                </a:extLst>
              </p:cNvPr>
              <p:cNvSpPr>
                <a:spLocks noChangeShapeType="1"/>
              </p:cNvSpPr>
              <p:nvPr userDrawn="1"/>
            </p:nvSpPr>
            <p:spPr bwMode="gray">
              <a:xfrm flipV="1">
                <a:off x="3380" y="1315"/>
                <a:ext cx="6" cy="24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36" name="Freeform 534">
                <a:extLst>
                  <a:ext uri="{FF2B5EF4-FFF2-40B4-BE49-F238E27FC236}">
                    <a16:creationId xmlns:a16="http://schemas.microsoft.com/office/drawing/2014/main" id="{759C24F8-CA59-DF29-CADE-0FE7DB945A98}"/>
                  </a:ext>
                </a:extLst>
              </p:cNvPr>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37" name="Freeform 535">
                <a:extLst>
                  <a:ext uri="{FF2B5EF4-FFF2-40B4-BE49-F238E27FC236}">
                    <a16:creationId xmlns:a16="http://schemas.microsoft.com/office/drawing/2014/main" id="{D1583DD1-337E-B155-ACB4-D186D818AAC5}"/>
                  </a:ext>
                </a:extLst>
              </p:cNvPr>
              <p:cNvSpPr>
                <a:spLocks/>
              </p:cNvSpPr>
              <p:nvPr userDrawn="1"/>
            </p:nvSpPr>
            <p:spPr bwMode="gray">
              <a:xfrm>
                <a:off x="3515" y="1840"/>
                <a:ext cx="5" cy="9"/>
              </a:xfrm>
              <a:custGeom>
                <a:avLst/>
                <a:gdLst>
                  <a:gd name="T0" fmla="*/ 0 w 5"/>
                  <a:gd name="T1" fmla="*/ 0 h 9"/>
                  <a:gd name="T2" fmla="*/ 2 w 5"/>
                  <a:gd name="T3" fmla="*/ 2 h 9"/>
                  <a:gd name="T4" fmla="*/ 5 w 5"/>
                  <a:gd name="T5" fmla="*/ 4 h 9"/>
                  <a:gd name="T6" fmla="*/ 5 w 5"/>
                  <a:gd name="T7" fmla="*/ 5 h 9"/>
                  <a:gd name="T8" fmla="*/ 5 w 5"/>
                  <a:gd name="T9" fmla="*/ 7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38" name="Line 536">
                <a:extLst>
                  <a:ext uri="{FF2B5EF4-FFF2-40B4-BE49-F238E27FC236}">
                    <a16:creationId xmlns:a16="http://schemas.microsoft.com/office/drawing/2014/main" id="{3C875AED-3F0B-8A41-F01D-E33E366A38B2}"/>
                  </a:ext>
                </a:extLst>
              </p:cNvPr>
              <p:cNvSpPr>
                <a:spLocks noChangeShapeType="1"/>
              </p:cNvSpPr>
              <p:nvPr userDrawn="1"/>
            </p:nvSpPr>
            <p:spPr bwMode="gray">
              <a:xfrm flipH="1">
                <a:off x="3517" y="1726"/>
                <a:ext cx="7" cy="22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39" name="Line 537">
                <a:extLst>
                  <a:ext uri="{FF2B5EF4-FFF2-40B4-BE49-F238E27FC236}">
                    <a16:creationId xmlns:a16="http://schemas.microsoft.com/office/drawing/2014/main" id="{4134D743-26DC-6601-5AA5-69D900A033AF}"/>
                  </a:ext>
                </a:extLst>
              </p:cNvPr>
              <p:cNvSpPr>
                <a:spLocks noChangeShapeType="1"/>
              </p:cNvSpPr>
              <p:nvPr userDrawn="1"/>
            </p:nvSpPr>
            <p:spPr bwMode="gray">
              <a:xfrm flipH="1">
                <a:off x="3512" y="1728"/>
                <a:ext cx="7"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40" name="Freeform 538">
                <a:extLst>
                  <a:ext uri="{FF2B5EF4-FFF2-40B4-BE49-F238E27FC236}">
                    <a16:creationId xmlns:a16="http://schemas.microsoft.com/office/drawing/2014/main" id="{B36C18B7-F4D4-F0EE-FD6E-7753132F6E9B}"/>
                  </a:ext>
                </a:extLst>
              </p:cNvPr>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41" name="Line 539">
                <a:extLst>
                  <a:ext uri="{FF2B5EF4-FFF2-40B4-BE49-F238E27FC236}">
                    <a16:creationId xmlns:a16="http://schemas.microsoft.com/office/drawing/2014/main" id="{1DCD4A58-325B-1132-5C96-01D87510D1C0}"/>
                  </a:ext>
                </a:extLst>
              </p:cNvPr>
              <p:cNvSpPr>
                <a:spLocks noChangeShapeType="1"/>
              </p:cNvSpPr>
              <p:nvPr userDrawn="1"/>
            </p:nvSpPr>
            <p:spPr bwMode="gray">
              <a:xfrm flipV="1">
                <a:off x="3515" y="1725"/>
                <a:ext cx="7"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42" name="Freeform 540">
                <a:extLst>
                  <a:ext uri="{FF2B5EF4-FFF2-40B4-BE49-F238E27FC236}">
                    <a16:creationId xmlns:a16="http://schemas.microsoft.com/office/drawing/2014/main" id="{674AFADA-9E23-8E34-BD5A-41DDD12B2182}"/>
                  </a:ext>
                </a:extLst>
              </p:cNvPr>
              <p:cNvSpPr>
                <a:spLocks/>
              </p:cNvSpPr>
              <p:nvPr userDrawn="1"/>
            </p:nvSpPr>
            <p:spPr bwMode="gray">
              <a:xfrm>
                <a:off x="3519" y="1725"/>
                <a:ext cx="5" cy="3"/>
              </a:xfrm>
              <a:custGeom>
                <a:avLst/>
                <a:gdLst>
                  <a:gd name="T0" fmla="*/ 0 w 5"/>
                  <a:gd name="T1" fmla="*/ 3 h 3"/>
                  <a:gd name="T2" fmla="*/ 1 w 5"/>
                  <a:gd name="T3" fmla="*/ 3 h 3"/>
                  <a:gd name="T4" fmla="*/ 3 w 5"/>
                  <a:gd name="T5" fmla="*/ 3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43" name="Freeform 541">
                <a:extLst>
                  <a:ext uri="{FF2B5EF4-FFF2-40B4-BE49-F238E27FC236}">
                    <a16:creationId xmlns:a16="http://schemas.microsoft.com/office/drawing/2014/main" id="{FBEBBB70-2079-6B6D-0E21-33F7F321DAAF}"/>
                  </a:ext>
                </a:extLst>
              </p:cNvPr>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44" name="Freeform 542">
                <a:extLst>
                  <a:ext uri="{FF2B5EF4-FFF2-40B4-BE49-F238E27FC236}">
                    <a16:creationId xmlns:a16="http://schemas.microsoft.com/office/drawing/2014/main" id="{9CC92A5C-A504-1DC9-844D-2E29DA7EA63B}"/>
                  </a:ext>
                </a:extLst>
              </p:cNvPr>
              <p:cNvSpPr>
                <a:spLocks/>
              </p:cNvSpPr>
              <p:nvPr userDrawn="1"/>
            </p:nvSpPr>
            <p:spPr bwMode="gray">
              <a:xfrm>
                <a:off x="3307" y="1154"/>
                <a:ext cx="19" cy="2"/>
              </a:xfrm>
              <a:custGeom>
                <a:avLst/>
                <a:gdLst>
                  <a:gd name="T0" fmla="*/ 19 w 19"/>
                  <a:gd name="T1" fmla="*/ 2 h 2"/>
                  <a:gd name="T2" fmla="*/ 14 w 19"/>
                  <a:gd name="T3" fmla="*/ 0 h 2"/>
                  <a:gd name="T4" fmla="*/ 9 w 19"/>
                  <a:gd name="T5" fmla="*/ 0 h 2"/>
                  <a:gd name="T6" fmla="*/ 3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45" name="Freeform 543">
                <a:extLst>
                  <a:ext uri="{FF2B5EF4-FFF2-40B4-BE49-F238E27FC236}">
                    <a16:creationId xmlns:a16="http://schemas.microsoft.com/office/drawing/2014/main" id="{1244A17F-BE47-5E62-0DC8-C94B72BDFE8B}"/>
                  </a:ext>
                </a:extLst>
              </p:cNvPr>
              <p:cNvSpPr>
                <a:spLocks/>
              </p:cNvSpPr>
              <p:nvPr userDrawn="1"/>
            </p:nvSpPr>
            <p:spPr bwMode="gray">
              <a:xfrm>
                <a:off x="2347" y="1774"/>
                <a:ext cx="10" cy="17"/>
              </a:xfrm>
              <a:custGeom>
                <a:avLst/>
                <a:gdLst>
                  <a:gd name="T0" fmla="*/ 0 w 10"/>
                  <a:gd name="T1" fmla="*/ 0 h 17"/>
                  <a:gd name="T2" fmla="*/ 3 w 10"/>
                  <a:gd name="T3" fmla="*/ 3 h 17"/>
                  <a:gd name="T4" fmla="*/ 7 w 10"/>
                  <a:gd name="T5" fmla="*/ 7 h 17"/>
                  <a:gd name="T6" fmla="*/ 9 w 10"/>
                  <a:gd name="T7" fmla="*/ 12 h 17"/>
                  <a:gd name="T8" fmla="*/ 10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46" name="Freeform 544">
                <a:extLst>
                  <a:ext uri="{FF2B5EF4-FFF2-40B4-BE49-F238E27FC236}">
                    <a16:creationId xmlns:a16="http://schemas.microsoft.com/office/drawing/2014/main" id="{BD2332D4-A46F-A2F9-BDEB-11D7C75C6864}"/>
                  </a:ext>
                </a:extLst>
              </p:cNvPr>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47" name="Line 545">
                <a:extLst>
                  <a:ext uri="{FF2B5EF4-FFF2-40B4-BE49-F238E27FC236}">
                    <a16:creationId xmlns:a16="http://schemas.microsoft.com/office/drawing/2014/main" id="{346329BB-8482-A120-3DD9-B1536894204D}"/>
                  </a:ext>
                </a:extLst>
              </p:cNvPr>
              <p:cNvSpPr>
                <a:spLocks noChangeShapeType="1"/>
              </p:cNvSpPr>
              <p:nvPr userDrawn="1"/>
            </p:nvSpPr>
            <p:spPr bwMode="gray">
              <a:xfrm flipH="1">
                <a:off x="3533" y="1226"/>
                <a:ext cx="7"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48" name="Line 546">
                <a:extLst>
                  <a:ext uri="{FF2B5EF4-FFF2-40B4-BE49-F238E27FC236}">
                    <a16:creationId xmlns:a16="http://schemas.microsoft.com/office/drawing/2014/main" id="{42408FDA-230A-FFE5-307B-DE3FF4B94815}"/>
                  </a:ext>
                </a:extLst>
              </p:cNvPr>
              <p:cNvSpPr>
                <a:spLocks noChangeShapeType="1"/>
              </p:cNvSpPr>
              <p:nvPr userDrawn="1"/>
            </p:nvSpPr>
            <p:spPr bwMode="gray">
              <a:xfrm flipH="1">
                <a:off x="3527" y="1221"/>
                <a:ext cx="6" cy="23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49" name="Freeform 547">
                <a:extLst>
                  <a:ext uri="{FF2B5EF4-FFF2-40B4-BE49-F238E27FC236}">
                    <a16:creationId xmlns:a16="http://schemas.microsoft.com/office/drawing/2014/main" id="{FB1C34E6-CFFB-ACCD-B883-9468CB082A8C}"/>
                  </a:ext>
                </a:extLst>
              </p:cNvPr>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50" name="Line 548">
                <a:extLst>
                  <a:ext uri="{FF2B5EF4-FFF2-40B4-BE49-F238E27FC236}">
                    <a16:creationId xmlns:a16="http://schemas.microsoft.com/office/drawing/2014/main" id="{32FC3BAD-D06A-969A-38F3-82AFCD08E5ED}"/>
                  </a:ext>
                </a:extLst>
              </p:cNvPr>
              <p:cNvSpPr>
                <a:spLocks noChangeShapeType="1"/>
              </p:cNvSpPr>
              <p:nvPr userDrawn="1"/>
            </p:nvSpPr>
            <p:spPr bwMode="gray">
              <a:xfrm flipV="1">
                <a:off x="3529" y="1230"/>
                <a:ext cx="7" cy="2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51" name="Freeform 549">
                <a:extLst>
                  <a:ext uri="{FF2B5EF4-FFF2-40B4-BE49-F238E27FC236}">
                    <a16:creationId xmlns:a16="http://schemas.microsoft.com/office/drawing/2014/main" id="{08074427-F26D-B3F4-AA87-0483158D9AF5}"/>
                  </a:ext>
                </a:extLst>
              </p:cNvPr>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52" name="Freeform 550">
                <a:extLst>
                  <a:ext uri="{FF2B5EF4-FFF2-40B4-BE49-F238E27FC236}">
                    <a16:creationId xmlns:a16="http://schemas.microsoft.com/office/drawing/2014/main" id="{FD52C927-37CD-464A-2B3B-C8097C6DAF92}"/>
                  </a:ext>
                </a:extLst>
              </p:cNvPr>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53" name="Freeform 551">
                <a:extLst>
                  <a:ext uri="{FF2B5EF4-FFF2-40B4-BE49-F238E27FC236}">
                    <a16:creationId xmlns:a16="http://schemas.microsoft.com/office/drawing/2014/main" id="{A459B46D-91E4-F331-06C0-C6B01DFF77CD}"/>
                  </a:ext>
                </a:extLst>
              </p:cNvPr>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54" name="Line 552">
                <a:extLst>
                  <a:ext uri="{FF2B5EF4-FFF2-40B4-BE49-F238E27FC236}">
                    <a16:creationId xmlns:a16="http://schemas.microsoft.com/office/drawing/2014/main" id="{E6CB0D0D-D060-052B-B4BF-C68A54658D87}"/>
                  </a:ext>
                </a:extLst>
              </p:cNvPr>
              <p:cNvSpPr>
                <a:spLocks noChangeShapeType="1"/>
              </p:cNvSpPr>
              <p:nvPr userDrawn="1"/>
            </p:nvSpPr>
            <p:spPr bwMode="gray">
              <a:xfrm flipV="1">
                <a:off x="3151" y="1147"/>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55" name="Line 553">
                <a:extLst>
                  <a:ext uri="{FF2B5EF4-FFF2-40B4-BE49-F238E27FC236}">
                    <a16:creationId xmlns:a16="http://schemas.microsoft.com/office/drawing/2014/main" id="{91BD0E06-66D6-5BB7-3020-7945A9C0D1AC}"/>
                  </a:ext>
                </a:extLst>
              </p:cNvPr>
              <p:cNvSpPr>
                <a:spLocks noChangeShapeType="1"/>
              </p:cNvSpPr>
              <p:nvPr userDrawn="1"/>
            </p:nvSpPr>
            <p:spPr bwMode="gray">
              <a:xfrm flipV="1">
                <a:off x="3155" y="1156"/>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56" name="Freeform 554">
                <a:extLst>
                  <a:ext uri="{FF2B5EF4-FFF2-40B4-BE49-F238E27FC236}">
                    <a16:creationId xmlns:a16="http://schemas.microsoft.com/office/drawing/2014/main" id="{80FF464C-DF21-9C01-2DA1-2CD8F2FC3766}"/>
                  </a:ext>
                </a:extLst>
              </p:cNvPr>
              <p:cNvSpPr>
                <a:spLocks/>
              </p:cNvSpPr>
              <p:nvPr userDrawn="1"/>
            </p:nvSpPr>
            <p:spPr bwMode="gray">
              <a:xfrm>
                <a:off x="3295" y="1140"/>
                <a:ext cx="12" cy="16"/>
              </a:xfrm>
              <a:custGeom>
                <a:avLst/>
                <a:gdLst>
                  <a:gd name="T0" fmla="*/ 12 w 12"/>
                  <a:gd name="T1" fmla="*/ 16 h 16"/>
                  <a:gd name="T2" fmla="*/ 10 w 12"/>
                  <a:gd name="T3" fmla="*/ 11 h 16"/>
                  <a:gd name="T4" fmla="*/ 8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57" name="Line 555">
                <a:extLst>
                  <a:ext uri="{FF2B5EF4-FFF2-40B4-BE49-F238E27FC236}">
                    <a16:creationId xmlns:a16="http://schemas.microsoft.com/office/drawing/2014/main" id="{7DB20BD0-2863-161C-4A4A-A274F806DDDA}"/>
                  </a:ext>
                </a:extLst>
              </p:cNvPr>
              <p:cNvSpPr>
                <a:spLocks noChangeShapeType="1"/>
              </p:cNvSpPr>
              <p:nvPr userDrawn="1"/>
            </p:nvSpPr>
            <p:spPr bwMode="gray">
              <a:xfrm flipH="1">
                <a:off x="3143" y="1140"/>
                <a:ext cx="152"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58" name="Freeform 556">
                <a:extLst>
                  <a:ext uri="{FF2B5EF4-FFF2-40B4-BE49-F238E27FC236}">
                    <a16:creationId xmlns:a16="http://schemas.microsoft.com/office/drawing/2014/main" id="{6881F718-E0F7-E15A-344A-392901D26412}"/>
                  </a:ext>
                </a:extLst>
              </p:cNvPr>
              <p:cNvSpPr>
                <a:spLocks/>
              </p:cNvSpPr>
              <p:nvPr userDrawn="1"/>
            </p:nvSpPr>
            <p:spPr bwMode="gray">
              <a:xfrm>
                <a:off x="3143" y="1223"/>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59" name="Freeform 557">
                <a:extLst>
                  <a:ext uri="{FF2B5EF4-FFF2-40B4-BE49-F238E27FC236}">
                    <a16:creationId xmlns:a16="http://schemas.microsoft.com/office/drawing/2014/main" id="{5D354EB2-2103-0E82-03B3-57C07D8C7872}"/>
                  </a:ext>
                </a:extLst>
              </p:cNvPr>
              <p:cNvSpPr>
                <a:spLocks/>
              </p:cNvSpPr>
              <p:nvPr userDrawn="1"/>
            </p:nvSpPr>
            <p:spPr bwMode="gray">
              <a:xfrm>
                <a:off x="3232" y="1172"/>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60" name="Line 558">
                <a:extLst>
                  <a:ext uri="{FF2B5EF4-FFF2-40B4-BE49-F238E27FC236}">
                    <a16:creationId xmlns:a16="http://schemas.microsoft.com/office/drawing/2014/main" id="{3D0074FA-EA96-A861-E788-D69F793E7186}"/>
                  </a:ext>
                </a:extLst>
              </p:cNvPr>
              <p:cNvSpPr>
                <a:spLocks noChangeShapeType="1"/>
              </p:cNvSpPr>
              <p:nvPr userDrawn="1"/>
            </p:nvSpPr>
            <p:spPr bwMode="gray">
              <a:xfrm flipH="1">
                <a:off x="3158" y="1140"/>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61" name="Line 559">
                <a:extLst>
                  <a:ext uri="{FF2B5EF4-FFF2-40B4-BE49-F238E27FC236}">
                    <a16:creationId xmlns:a16="http://schemas.microsoft.com/office/drawing/2014/main" id="{4E4D200E-16A2-A2C2-CED2-B7833526D2DC}"/>
                  </a:ext>
                </a:extLst>
              </p:cNvPr>
              <p:cNvSpPr>
                <a:spLocks noChangeShapeType="1"/>
              </p:cNvSpPr>
              <p:nvPr userDrawn="1"/>
            </p:nvSpPr>
            <p:spPr bwMode="gray">
              <a:xfrm flipH="1">
                <a:off x="3165" y="1147"/>
                <a:ext cx="152"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62" name="Freeform 560">
                <a:extLst>
                  <a:ext uri="{FF2B5EF4-FFF2-40B4-BE49-F238E27FC236}">
                    <a16:creationId xmlns:a16="http://schemas.microsoft.com/office/drawing/2014/main" id="{E2E7DFD2-9384-B72A-61E6-EBFE7677E969}"/>
                  </a:ext>
                </a:extLst>
              </p:cNvPr>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63" name="Line 561">
                <a:extLst>
                  <a:ext uri="{FF2B5EF4-FFF2-40B4-BE49-F238E27FC236}">
                    <a16:creationId xmlns:a16="http://schemas.microsoft.com/office/drawing/2014/main" id="{912ACD92-C26C-2EDA-86FB-13723AC67682}"/>
                  </a:ext>
                </a:extLst>
              </p:cNvPr>
              <p:cNvSpPr>
                <a:spLocks noChangeShapeType="1"/>
              </p:cNvSpPr>
              <p:nvPr userDrawn="1"/>
            </p:nvSpPr>
            <p:spPr bwMode="gray">
              <a:xfrm flipV="1">
                <a:off x="3155" y="1132"/>
                <a:ext cx="152"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64" name="Freeform 562">
                <a:extLst>
                  <a:ext uri="{FF2B5EF4-FFF2-40B4-BE49-F238E27FC236}">
                    <a16:creationId xmlns:a16="http://schemas.microsoft.com/office/drawing/2014/main" id="{23D3D24C-3B0A-49ED-EEFD-1E9305A58E36}"/>
                  </a:ext>
                </a:extLst>
              </p:cNvPr>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65" name="Freeform 563">
                <a:extLst>
                  <a:ext uri="{FF2B5EF4-FFF2-40B4-BE49-F238E27FC236}">
                    <a16:creationId xmlns:a16="http://schemas.microsoft.com/office/drawing/2014/main" id="{ECB79973-A5D2-C624-A678-DB6448256644}"/>
                  </a:ext>
                </a:extLst>
              </p:cNvPr>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66" name="Line 564">
                <a:extLst>
                  <a:ext uri="{FF2B5EF4-FFF2-40B4-BE49-F238E27FC236}">
                    <a16:creationId xmlns:a16="http://schemas.microsoft.com/office/drawing/2014/main" id="{312EA238-8296-26FD-39B7-B58CBD15A42F}"/>
                  </a:ext>
                </a:extLst>
              </p:cNvPr>
              <p:cNvSpPr>
                <a:spLocks noChangeShapeType="1"/>
              </p:cNvSpPr>
              <p:nvPr userDrawn="1"/>
            </p:nvSpPr>
            <p:spPr bwMode="gray">
              <a:xfrm flipV="1">
                <a:off x="3384" y="1219"/>
                <a:ext cx="150"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67" name="Line 565">
                <a:extLst>
                  <a:ext uri="{FF2B5EF4-FFF2-40B4-BE49-F238E27FC236}">
                    <a16:creationId xmlns:a16="http://schemas.microsoft.com/office/drawing/2014/main" id="{9F7A120F-8AB7-6C7C-39B9-DC785A797F1C}"/>
                  </a:ext>
                </a:extLst>
              </p:cNvPr>
              <p:cNvSpPr>
                <a:spLocks noChangeShapeType="1"/>
              </p:cNvSpPr>
              <p:nvPr userDrawn="1"/>
            </p:nvSpPr>
            <p:spPr bwMode="gray">
              <a:xfrm flipV="1">
                <a:off x="3375" y="1214"/>
                <a:ext cx="151"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68" name="Freeform 566">
                <a:extLst>
                  <a:ext uri="{FF2B5EF4-FFF2-40B4-BE49-F238E27FC236}">
                    <a16:creationId xmlns:a16="http://schemas.microsoft.com/office/drawing/2014/main" id="{245D4A35-3786-8206-08C3-4676FEF9F689}"/>
                  </a:ext>
                </a:extLst>
              </p:cNvPr>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69" name="Line 567">
                <a:extLst>
                  <a:ext uri="{FF2B5EF4-FFF2-40B4-BE49-F238E27FC236}">
                    <a16:creationId xmlns:a16="http://schemas.microsoft.com/office/drawing/2014/main" id="{4B7BDEB6-BEF5-0974-0DF3-80FC79B52C74}"/>
                  </a:ext>
                </a:extLst>
              </p:cNvPr>
              <p:cNvSpPr>
                <a:spLocks noChangeShapeType="1"/>
              </p:cNvSpPr>
              <p:nvPr userDrawn="1"/>
            </p:nvSpPr>
            <p:spPr bwMode="gray">
              <a:xfrm flipH="1">
                <a:off x="3386" y="1230"/>
                <a:ext cx="150" cy="8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70" name="Freeform 568">
                <a:extLst>
                  <a:ext uri="{FF2B5EF4-FFF2-40B4-BE49-F238E27FC236}">
                    <a16:creationId xmlns:a16="http://schemas.microsoft.com/office/drawing/2014/main" id="{EAA52D56-4AEC-5FDB-938C-AD52501472DA}"/>
                  </a:ext>
                </a:extLst>
              </p:cNvPr>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71" name="Freeform 569">
                <a:extLst>
                  <a:ext uri="{FF2B5EF4-FFF2-40B4-BE49-F238E27FC236}">
                    <a16:creationId xmlns:a16="http://schemas.microsoft.com/office/drawing/2014/main" id="{08C512BC-E7F7-C09A-F93B-96946AE68BA2}"/>
                  </a:ext>
                </a:extLst>
              </p:cNvPr>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72" name="Line 570">
                <a:extLst>
                  <a:ext uri="{FF2B5EF4-FFF2-40B4-BE49-F238E27FC236}">
                    <a16:creationId xmlns:a16="http://schemas.microsoft.com/office/drawing/2014/main" id="{A791C7F6-5D7C-9665-A70D-582EACE8CE60}"/>
                  </a:ext>
                </a:extLst>
              </p:cNvPr>
              <p:cNvSpPr>
                <a:spLocks noChangeShapeType="1"/>
              </p:cNvSpPr>
              <p:nvPr userDrawn="1"/>
            </p:nvSpPr>
            <p:spPr bwMode="gray">
              <a:xfrm flipV="1">
                <a:off x="3365" y="1966"/>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73" name="Line 571">
                <a:extLst>
                  <a:ext uri="{FF2B5EF4-FFF2-40B4-BE49-F238E27FC236}">
                    <a16:creationId xmlns:a16="http://schemas.microsoft.com/office/drawing/2014/main" id="{60C310B8-B216-0B06-1D55-466A429096E8}"/>
                  </a:ext>
                </a:extLst>
              </p:cNvPr>
              <p:cNvSpPr>
                <a:spLocks noChangeShapeType="1"/>
              </p:cNvSpPr>
              <p:nvPr userDrawn="1"/>
            </p:nvSpPr>
            <p:spPr bwMode="gray">
              <a:xfrm flipV="1">
                <a:off x="3368" y="1959"/>
                <a:ext cx="14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74" name="Freeform 572">
                <a:extLst>
                  <a:ext uri="{FF2B5EF4-FFF2-40B4-BE49-F238E27FC236}">
                    <a16:creationId xmlns:a16="http://schemas.microsoft.com/office/drawing/2014/main" id="{E5A69FCE-1EAF-1C32-BA29-0C7DDB40DC63}"/>
                  </a:ext>
                </a:extLst>
              </p:cNvPr>
              <p:cNvSpPr>
                <a:spLocks/>
              </p:cNvSpPr>
              <p:nvPr userDrawn="1"/>
            </p:nvSpPr>
            <p:spPr bwMode="gray">
              <a:xfrm>
                <a:off x="3503" y="1959"/>
                <a:ext cx="12" cy="9"/>
              </a:xfrm>
              <a:custGeom>
                <a:avLst/>
                <a:gdLst>
                  <a:gd name="T0" fmla="*/ 12 w 12"/>
                  <a:gd name="T1" fmla="*/ 0 h 9"/>
                  <a:gd name="T2" fmla="*/ 10 w 12"/>
                  <a:gd name="T3" fmla="*/ 5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75" name="Line 573">
                <a:extLst>
                  <a:ext uri="{FF2B5EF4-FFF2-40B4-BE49-F238E27FC236}">
                    <a16:creationId xmlns:a16="http://schemas.microsoft.com/office/drawing/2014/main" id="{3AAEAB14-51B3-A6CA-538B-E2D23211AF25}"/>
                  </a:ext>
                </a:extLst>
              </p:cNvPr>
              <p:cNvSpPr>
                <a:spLocks noChangeShapeType="1"/>
              </p:cNvSpPr>
              <p:nvPr userDrawn="1"/>
            </p:nvSpPr>
            <p:spPr bwMode="gray">
              <a:xfrm flipH="1">
                <a:off x="3358" y="1968"/>
                <a:ext cx="145"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76" name="Freeform 574">
                <a:extLst>
                  <a:ext uri="{FF2B5EF4-FFF2-40B4-BE49-F238E27FC236}">
                    <a16:creationId xmlns:a16="http://schemas.microsoft.com/office/drawing/2014/main" id="{D082B5C8-F17E-01A0-3A07-2E8D0CC6AFE3}"/>
                  </a:ext>
                </a:extLst>
              </p:cNvPr>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77" name="Freeform 575">
                <a:extLst>
                  <a:ext uri="{FF2B5EF4-FFF2-40B4-BE49-F238E27FC236}">
                    <a16:creationId xmlns:a16="http://schemas.microsoft.com/office/drawing/2014/main" id="{9CA27C4C-7E7B-6DA1-291B-F57CAF378CD1}"/>
                  </a:ext>
                </a:extLst>
              </p:cNvPr>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78" name="Line 576">
                <a:extLst>
                  <a:ext uri="{FF2B5EF4-FFF2-40B4-BE49-F238E27FC236}">
                    <a16:creationId xmlns:a16="http://schemas.microsoft.com/office/drawing/2014/main" id="{E07A481C-E30D-101B-DBB5-C29B37E3D323}"/>
                  </a:ext>
                </a:extLst>
              </p:cNvPr>
              <p:cNvSpPr>
                <a:spLocks noChangeShapeType="1"/>
              </p:cNvSpPr>
              <p:nvPr userDrawn="1"/>
            </p:nvSpPr>
            <p:spPr bwMode="gray">
              <a:xfrm flipH="1" flipV="1">
                <a:off x="2289" y="1196"/>
                <a:ext cx="124"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79" name="Line 577">
                <a:extLst>
                  <a:ext uri="{FF2B5EF4-FFF2-40B4-BE49-F238E27FC236}">
                    <a16:creationId xmlns:a16="http://schemas.microsoft.com/office/drawing/2014/main" id="{D2950F32-8EA3-B7B6-DECB-42A7786F0005}"/>
                  </a:ext>
                </a:extLst>
              </p:cNvPr>
              <p:cNvSpPr>
                <a:spLocks noChangeShapeType="1"/>
              </p:cNvSpPr>
              <p:nvPr userDrawn="1"/>
            </p:nvSpPr>
            <p:spPr bwMode="gray">
              <a:xfrm flipH="1" flipV="1">
                <a:off x="2293" y="1188"/>
                <a:ext cx="133" cy="4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80" name="Freeform 578">
                <a:extLst>
                  <a:ext uri="{FF2B5EF4-FFF2-40B4-BE49-F238E27FC236}">
                    <a16:creationId xmlns:a16="http://schemas.microsoft.com/office/drawing/2014/main" id="{4892302B-0028-0528-2CE9-733C8BAECAA6}"/>
                  </a:ext>
                </a:extLst>
              </p:cNvPr>
              <p:cNvSpPr>
                <a:spLocks/>
              </p:cNvSpPr>
              <p:nvPr userDrawn="1"/>
            </p:nvSpPr>
            <p:spPr bwMode="gray">
              <a:xfrm>
                <a:off x="2284" y="1188"/>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81" name="Line 579">
                <a:extLst>
                  <a:ext uri="{FF2B5EF4-FFF2-40B4-BE49-F238E27FC236}">
                    <a16:creationId xmlns:a16="http://schemas.microsoft.com/office/drawing/2014/main" id="{91AD0276-B3DE-7293-20D1-F0381728FA1D}"/>
                  </a:ext>
                </a:extLst>
              </p:cNvPr>
              <p:cNvSpPr>
                <a:spLocks noChangeShapeType="1"/>
              </p:cNvSpPr>
              <p:nvPr userDrawn="1"/>
            </p:nvSpPr>
            <p:spPr bwMode="gray">
              <a:xfrm>
                <a:off x="2284" y="1203"/>
                <a:ext cx="119"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82" name="Freeform 580">
                <a:extLst>
                  <a:ext uri="{FF2B5EF4-FFF2-40B4-BE49-F238E27FC236}">
                    <a16:creationId xmlns:a16="http://schemas.microsoft.com/office/drawing/2014/main" id="{9248DC18-9D39-BB55-6CA5-2AC2B7719920}"/>
                  </a:ext>
                </a:extLst>
              </p:cNvPr>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83" name="Line 581">
                <a:extLst>
                  <a:ext uri="{FF2B5EF4-FFF2-40B4-BE49-F238E27FC236}">
                    <a16:creationId xmlns:a16="http://schemas.microsoft.com/office/drawing/2014/main" id="{DE58644E-1CF3-7931-2056-429620442C4D}"/>
                  </a:ext>
                </a:extLst>
              </p:cNvPr>
              <p:cNvSpPr>
                <a:spLocks noChangeShapeType="1"/>
              </p:cNvSpPr>
              <p:nvPr userDrawn="1"/>
            </p:nvSpPr>
            <p:spPr bwMode="gray">
              <a:xfrm flipH="1" flipV="1">
                <a:off x="2282" y="960"/>
                <a:ext cx="5"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84" name="Line 582">
                <a:extLst>
                  <a:ext uri="{FF2B5EF4-FFF2-40B4-BE49-F238E27FC236}">
                    <a16:creationId xmlns:a16="http://schemas.microsoft.com/office/drawing/2014/main" id="{509A77D9-3F78-DAAA-53C0-EB31AC913821}"/>
                  </a:ext>
                </a:extLst>
              </p:cNvPr>
              <p:cNvSpPr>
                <a:spLocks noChangeShapeType="1"/>
              </p:cNvSpPr>
              <p:nvPr userDrawn="1"/>
            </p:nvSpPr>
            <p:spPr bwMode="gray">
              <a:xfrm flipH="1" flipV="1">
                <a:off x="2287" y="966"/>
                <a:ext cx="6" cy="22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85" name="Freeform 583">
                <a:extLst>
                  <a:ext uri="{FF2B5EF4-FFF2-40B4-BE49-F238E27FC236}">
                    <a16:creationId xmlns:a16="http://schemas.microsoft.com/office/drawing/2014/main" id="{76355860-37FE-FA5D-D009-CF19CB014BF7}"/>
                  </a:ext>
                </a:extLst>
              </p:cNvPr>
              <p:cNvSpPr>
                <a:spLocks/>
              </p:cNvSpPr>
              <p:nvPr userDrawn="1"/>
            </p:nvSpPr>
            <p:spPr bwMode="gray">
              <a:xfrm>
                <a:off x="2284" y="957"/>
                <a:ext cx="3" cy="9"/>
              </a:xfrm>
              <a:custGeom>
                <a:avLst/>
                <a:gdLst>
                  <a:gd name="T0" fmla="*/ 3 w 3"/>
                  <a:gd name="T1" fmla="*/ 9 h 9"/>
                  <a:gd name="T2" fmla="*/ 0 w 3"/>
                  <a:gd name="T3" fmla="*/ 7 h 9"/>
                  <a:gd name="T4" fmla="*/ 0 w 3"/>
                  <a:gd name="T5" fmla="*/ 5 h 9"/>
                  <a:gd name="T6" fmla="*/ 0 w 3"/>
                  <a:gd name="T7" fmla="*/ 2 h 9"/>
                  <a:gd name="T8" fmla="*/ 2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86" name="Line 584">
                <a:extLst>
                  <a:ext uri="{FF2B5EF4-FFF2-40B4-BE49-F238E27FC236}">
                    <a16:creationId xmlns:a16="http://schemas.microsoft.com/office/drawing/2014/main" id="{8EC3EA0D-63CD-300F-39EF-9C1093AD8FC3}"/>
                  </a:ext>
                </a:extLst>
              </p:cNvPr>
              <p:cNvSpPr>
                <a:spLocks noChangeShapeType="1"/>
              </p:cNvSpPr>
              <p:nvPr userDrawn="1"/>
            </p:nvSpPr>
            <p:spPr bwMode="gray">
              <a:xfrm>
                <a:off x="2286" y="957"/>
                <a:ext cx="5"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87" name="Freeform 585">
                <a:extLst>
                  <a:ext uri="{FF2B5EF4-FFF2-40B4-BE49-F238E27FC236}">
                    <a16:creationId xmlns:a16="http://schemas.microsoft.com/office/drawing/2014/main" id="{09860348-D001-EB90-16A8-9213BDB65C8B}"/>
                  </a:ext>
                </a:extLst>
              </p:cNvPr>
              <p:cNvSpPr>
                <a:spLocks/>
              </p:cNvSpPr>
              <p:nvPr userDrawn="1"/>
            </p:nvSpPr>
            <p:spPr bwMode="gray">
              <a:xfrm>
                <a:off x="2287" y="1188"/>
                <a:ext cx="6" cy="3"/>
              </a:xfrm>
              <a:custGeom>
                <a:avLst/>
                <a:gdLst>
                  <a:gd name="T0" fmla="*/ 6 w 6"/>
                  <a:gd name="T1" fmla="*/ 0 h 3"/>
                  <a:gd name="T2" fmla="*/ 2 w 6"/>
                  <a:gd name="T3" fmla="*/ 0 h 3"/>
                  <a:gd name="T4" fmla="*/ 0 w 6"/>
                  <a:gd name="T5" fmla="*/ 1 h 3"/>
                  <a:gd name="T6" fmla="*/ 0 w 6"/>
                  <a:gd name="T7" fmla="*/ 1 h 3"/>
                  <a:gd name="T8" fmla="*/ 0 w 6"/>
                  <a:gd name="T9" fmla="*/ 3 h 3"/>
                  <a:gd name="T10" fmla="*/ 2 w 6"/>
                  <a:gd name="T11" fmla="*/ 3 h 3"/>
                  <a:gd name="T12" fmla="*/ 4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88" name="Freeform 586">
                <a:extLst>
                  <a:ext uri="{FF2B5EF4-FFF2-40B4-BE49-F238E27FC236}">
                    <a16:creationId xmlns:a16="http://schemas.microsoft.com/office/drawing/2014/main" id="{679C318A-FD6A-3A1A-F9E3-C141CE74E0B2}"/>
                  </a:ext>
                </a:extLst>
              </p:cNvPr>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89" name="Line 587">
                <a:extLst>
                  <a:ext uri="{FF2B5EF4-FFF2-40B4-BE49-F238E27FC236}">
                    <a16:creationId xmlns:a16="http://schemas.microsoft.com/office/drawing/2014/main" id="{C9F4537C-4A79-51B6-96FA-0E083D59283B}"/>
                  </a:ext>
                </a:extLst>
              </p:cNvPr>
              <p:cNvSpPr>
                <a:spLocks noChangeShapeType="1"/>
              </p:cNvSpPr>
              <p:nvPr userDrawn="1"/>
            </p:nvSpPr>
            <p:spPr bwMode="gray">
              <a:xfrm>
                <a:off x="2289" y="955"/>
                <a:ext cx="189"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90" name="Line 588">
                <a:extLst>
                  <a:ext uri="{FF2B5EF4-FFF2-40B4-BE49-F238E27FC236}">
                    <a16:creationId xmlns:a16="http://schemas.microsoft.com/office/drawing/2014/main" id="{CAF0F2BD-48EA-6395-96BC-0CB0CE4E660E}"/>
                  </a:ext>
                </a:extLst>
              </p:cNvPr>
              <p:cNvSpPr>
                <a:spLocks noChangeShapeType="1"/>
              </p:cNvSpPr>
              <p:nvPr userDrawn="1"/>
            </p:nvSpPr>
            <p:spPr bwMode="gray">
              <a:xfrm>
                <a:off x="2287" y="966"/>
                <a:ext cx="188"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91" name="Freeform 589">
                <a:extLst>
                  <a:ext uri="{FF2B5EF4-FFF2-40B4-BE49-F238E27FC236}">
                    <a16:creationId xmlns:a16="http://schemas.microsoft.com/office/drawing/2014/main" id="{531440AD-11D3-554C-9765-B55143D4E5CF}"/>
                  </a:ext>
                </a:extLst>
              </p:cNvPr>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92" name="Line 590">
                <a:extLst>
                  <a:ext uri="{FF2B5EF4-FFF2-40B4-BE49-F238E27FC236}">
                    <a16:creationId xmlns:a16="http://schemas.microsoft.com/office/drawing/2014/main" id="{800EAF02-40FE-A64B-E794-08FA2DE0808F}"/>
                  </a:ext>
                </a:extLst>
              </p:cNvPr>
              <p:cNvSpPr>
                <a:spLocks noChangeShapeType="1"/>
              </p:cNvSpPr>
              <p:nvPr userDrawn="1"/>
            </p:nvSpPr>
            <p:spPr bwMode="gray">
              <a:xfrm flipH="1" flipV="1">
                <a:off x="2296" y="948"/>
                <a:ext cx="187"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93" name="Freeform 591">
                <a:extLst>
                  <a:ext uri="{FF2B5EF4-FFF2-40B4-BE49-F238E27FC236}">
                    <a16:creationId xmlns:a16="http://schemas.microsoft.com/office/drawing/2014/main" id="{9BED92C1-E2D9-CC87-975C-B2E9B89F4C8B}"/>
                  </a:ext>
                </a:extLst>
              </p:cNvPr>
              <p:cNvSpPr>
                <a:spLocks/>
              </p:cNvSpPr>
              <p:nvPr userDrawn="1"/>
            </p:nvSpPr>
            <p:spPr bwMode="gray">
              <a:xfrm>
                <a:off x="2287"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94" name="Freeform 592">
                <a:extLst>
                  <a:ext uri="{FF2B5EF4-FFF2-40B4-BE49-F238E27FC236}">
                    <a16:creationId xmlns:a16="http://schemas.microsoft.com/office/drawing/2014/main" id="{77922AB0-061D-9D49-EFDF-25FF07734175}"/>
                  </a:ext>
                </a:extLst>
              </p:cNvPr>
              <p:cNvSpPr>
                <a:spLocks/>
              </p:cNvSpPr>
              <p:nvPr userDrawn="1"/>
            </p:nvSpPr>
            <p:spPr bwMode="gray">
              <a:xfrm>
                <a:off x="2476" y="1167"/>
                <a:ext cx="20" cy="1"/>
              </a:xfrm>
              <a:custGeom>
                <a:avLst/>
                <a:gdLst>
                  <a:gd name="T0" fmla="*/ 0 w 20"/>
                  <a:gd name="T1" fmla="*/ 1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95" name="Line 593">
                <a:extLst>
                  <a:ext uri="{FF2B5EF4-FFF2-40B4-BE49-F238E27FC236}">
                    <a16:creationId xmlns:a16="http://schemas.microsoft.com/office/drawing/2014/main" id="{DF124C1C-CEC2-04AC-2F9B-367B154D4B47}"/>
                  </a:ext>
                </a:extLst>
              </p:cNvPr>
              <p:cNvSpPr>
                <a:spLocks noChangeShapeType="1"/>
              </p:cNvSpPr>
              <p:nvPr userDrawn="1"/>
            </p:nvSpPr>
            <p:spPr bwMode="gray">
              <a:xfrm>
                <a:off x="2485" y="1027"/>
                <a:ext cx="4" cy="1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96" name="Line 594">
                <a:extLst>
                  <a:ext uri="{FF2B5EF4-FFF2-40B4-BE49-F238E27FC236}">
                    <a16:creationId xmlns:a16="http://schemas.microsoft.com/office/drawing/2014/main" id="{0C31D7A3-E8E5-80A1-EC04-301C3DE57425}"/>
                  </a:ext>
                </a:extLst>
              </p:cNvPr>
              <p:cNvSpPr>
                <a:spLocks noChangeShapeType="1"/>
              </p:cNvSpPr>
              <p:nvPr userDrawn="1"/>
            </p:nvSpPr>
            <p:spPr bwMode="gray">
              <a:xfrm>
                <a:off x="2475" y="1027"/>
                <a:ext cx="3" cy="1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97" name="Line 595">
                <a:extLst>
                  <a:ext uri="{FF2B5EF4-FFF2-40B4-BE49-F238E27FC236}">
                    <a16:creationId xmlns:a16="http://schemas.microsoft.com/office/drawing/2014/main" id="{0AF96BAB-0273-BC19-3795-3E4A4C44E0AB}"/>
                  </a:ext>
                </a:extLst>
              </p:cNvPr>
              <p:cNvSpPr>
                <a:spLocks noChangeShapeType="1"/>
              </p:cNvSpPr>
              <p:nvPr userDrawn="1"/>
            </p:nvSpPr>
            <p:spPr bwMode="gray">
              <a:xfrm flipH="1" flipV="1">
                <a:off x="2494" y="1025"/>
                <a:ext cx="3" cy="17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598" name="Freeform 596">
                <a:extLst>
                  <a:ext uri="{FF2B5EF4-FFF2-40B4-BE49-F238E27FC236}">
                    <a16:creationId xmlns:a16="http://schemas.microsoft.com/office/drawing/2014/main" id="{4B7E0795-E33A-93F7-9958-7FBBD492D92B}"/>
                  </a:ext>
                </a:extLst>
              </p:cNvPr>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599" name="Freeform 597">
                <a:extLst>
                  <a:ext uri="{FF2B5EF4-FFF2-40B4-BE49-F238E27FC236}">
                    <a16:creationId xmlns:a16="http://schemas.microsoft.com/office/drawing/2014/main" id="{78B91145-1BE8-E99A-C5EC-14A3602390E3}"/>
                  </a:ext>
                </a:extLst>
              </p:cNvPr>
              <p:cNvSpPr>
                <a:spLocks/>
              </p:cNvSpPr>
              <p:nvPr userDrawn="1"/>
            </p:nvSpPr>
            <p:spPr bwMode="gray">
              <a:xfrm>
                <a:off x="2443" y="880"/>
                <a:ext cx="19" cy="2"/>
              </a:xfrm>
              <a:custGeom>
                <a:avLst/>
                <a:gdLst>
                  <a:gd name="T0" fmla="*/ 19 w 19"/>
                  <a:gd name="T1" fmla="*/ 2 h 2"/>
                  <a:gd name="T2" fmla="*/ 12 w 19"/>
                  <a:gd name="T3" fmla="*/ 0 h 2"/>
                  <a:gd name="T4" fmla="*/ 5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00" name="Line 598">
                <a:extLst>
                  <a:ext uri="{FF2B5EF4-FFF2-40B4-BE49-F238E27FC236}">
                    <a16:creationId xmlns:a16="http://schemas.microsoft.com/office/drawing/2014/main" id="{651587E4-57DE-8B8B-2EF0-75FE58A0F18F}"/>
                  </a:ext>
                </a:extLst>
              </p:cNvPr>
              <p:cNvSpPr>
                <a:spLocks noChangeShapeType="1"/>
              </p:cNvSpPr>
              <p:nvPr userDrawn="1"/>
            </p:nvSpPr>
            <p:spPr bwMode="gray">
              <a:xfrm>
                <a:off x="2459" y="873"/>
                <a:ext cx="31"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01" name="Line 599">
                <a:extLst>
                  <a:ext uri="{FF2B5EF4-FFF2-40B4-BE49-F238E27FC236}">
                    <a16:creationId xmlns:a16="http://schemas.microsoft.com/office/drawing/2014/main" id="{9EBBE360-334F-6B9F-FDC1-D0FE8425F350}"/>
                  </a:ext>
                </a:extLst>
              </p:cNvPr>
              <p:cNvSpPr>
                <a:spLocks noChangeShapeType="1"/>
              </p:cNvSpPr>
              <p:nvPr userDrawn="1"/>
            </p:nvSpPr>
            <p:spPr bwMode="gray">
              <a:xfrm>
                <a:off x="2462" y="882"/>
                <a:ext cx="28" cy="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02" name="Line 600">
                <a:extLst>
                  <a:ext uri="{FF2B5EF4-FFF2-40B4-BE49-F238E27FC236}">
                    <a16:creationId xmlns:a16="http://schemas.microsoft.com/office/drawing/2014/main" id="{EDBB30BD-4573-F9D0-E40E-FB46393F5ACC}"/>
                  </a:ext>
                </a:extLst>
              </p:cNvPr>
              <p:cNvSpPr>
                <a:spLocks noChangeShapeType="1"/>
              </p:cNvSpPr>
              <p:nvPr userDrawn="1"/>
            </p:nvSpPr>
            <p:spPr bwMode="gray">
              <a:xfrm flipH="1" flipV="1">
                <a:off x="2454" y="873"/>
                <a:ext cx="36"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03" name="Freeform 601">
                <a:extLst>
                  <a:ext uri="{FF2B5EF4-FFF2-40B4-BE49-F238E27FC236}">
                    <a16:creationId xmlns:a16="http://schemas.microsoft.com/office/drawing/2014/main" id="{E0602B45-095A-6EF6-524B-406A070EE55E}"/>
                  </a:ext>
                </a:extLst>
              </p:cNvPr>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04" name="Freeform 602">
                <a:extLst>
                  <a:ext uri="{FF2B5EF4-FFF2-40B4-BE49-F238E27FC236}">
                    <a16:creationId xmlns:a16="http://schemas.microsoft.com/office/drawing/2014/main" id="{7166EA22-4E15-3A03-19BF-0E3B7DF57126}"/>
                  </a:ext>
                </a:extLst>
              </p:cNvPr>
              <p:cNvSpPr>
                <a:spLocks/>
              </p:cNvSpPr>
              <p:nvPr userDrawn="1"/>
            </p:nvSpPr>
            <p:spPr bwMode="gray">
              <a:xfrm>
                <a:off x="2364" y="910"/>
                <a:ext cx="11" cy="10"/>
              </a:xfrm>
              <a:custGeom>
                <a:avLst/>
                <a:gdLst>
                  <a:gd name="T0" fmla="*/ 0 w 11"/>
                  <a:gd name="T1" fmla="*/ 10 h 10"/>
                  <a:gd name="T2" fmla="*/ 2 w 11"/>
                  <a:gd name="T3" fmla="*/ 5 h 10"/>
                  <a:gd name="T4" fmla="*/ 4 w 11"/>
                  <a:gd name="T5" fmla="*/ 1 h 10"/>
                  <a:gd name="T6" fmla="*/ 6 w 11"/>
                  <a:gd name="T7" fmla="*/ 0 h 10"/>
                  <a:gd name="T8" fmla="*/ 9 w 11"/>
                  <a:gd name="T9" fmla="*/ 0 h 10"/>
                  <a:gd name="T10" fmla="*/ 11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05" name="Line 603">
                <a:extLst>
                  <a:ext uri="{FF2B5EF4-FFF2-40B4-BE49-F238E27FC236}">
                    <a16:creationId xmlns:a16="http://schemas.microsoft.com/office/drawing/2014/main" id="{049B1FFA-E211-5193-568E-32F3C8562A63}"/>
                  </a:ext>
                </a:extLst>
              </p:cNvPr>
              <p:cNvSpPr>
                <a:spLocks noChangeShapeType="1"/>
              </p:cNvSpPr>
              <p:nvPr userDrawn="1"/>
            </p:nvSpPr>
            <p:spPr bwMode="gray">
              <a:xfrm flipV="1">
                <a:off x="2289" y="875"/>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06" name="Line 604">
                <a:extLst>
                  <a:ext uri="{FF2B5EF4-FFF2-40B4-BE49-F238E27FC236}">
                    <a16:creationId xmlns:a16="http://schemas.microsoft.com/office/drawing/2014/main" id="{05903D57-1587-1465-7DF2-C172F68CBAF0}"/>
                  </a:ext>
                </a:extLst>
              </p:cNvPr>
              <p:cNvSpPr>
                <a:spLocks noChangeShapeType="1"/>
              </p:cNvSpPr>
              <p:nvPr userDrawn="1"/>
            </p:nvSpPr>
            <p:spPr bwMode="gray">
              <a:xfrm flipV="1">
                <a:off x="2286" y="882"/>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07" name="Freeform 605">
                <a:extLst>
                  <a:ext uri="{FF2B5EF4-FFF2-40B4-BE49-F238E27FC236}">
                    <a16:creationId xmlns:a16="http://schemas.microsoft.com/office/drawing/2014/main" id="{6183F700-B59D-8EC7-390F-D5AD5E7AA5CD}"/>
                  </a:ext>
                </a:extLst>
              </p:cNvPr>
              <p:cNvSpPr>
                <a:spLocks/>
              </p:cNvSpPr>
              <p:nvPr userDrawn="1"/>
            </p:nvSpPr>
            <p:spPr bwMode="gray">
              <a:xfrm>
                <a:off x="2443" y="873"/>
                <a:ext cx="11" cy="9"/>
              </a:xfrm>
              <a:custGeom>
                <a:avLst/>
                <a:gdLst>
                  <a:gd name="T0" fmla="*/ 0 w 11"/>
                  <a:gd name="T1" fmla="*/ 9 h 9"/>
                  <a:gd name="T2" fmla="*/ 0 w 11"/>
                  <a:gd name="T3" fmla="*/ 5 h 9"/>
                  <a:gd name="T4" fmla="*/ 2 w 11"/>
                  <a:gd name="T5" fmla="*/ 3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08" name="Line 606">
                <a:extLst>
                  <a:ext uri="{FF2B5EF4-FFF2-40B4-BE49-F238E27FC236}">
                    <a16:creationId xmlns:a16="http://schemas.microsoft.com/office/drawing/2014/main" id="{33D3DCD9-4A6B-2CC4-99DD-2373153EF62A}"/>
                  </a:ext>
                </a:extLst>
              </p:cNvPr>
              <p:cNvSpPr>
                <a:spLocks noChangeShapeType="1"/>
              </p:cNvSpPr>
              <p:nvPr userDrawn="1"/>
            </p:nvSpPr>
            <p:spPr bwMode="gray">
              <a:xfrm flipH="1">
                <a:off x="2296" y="873"/>
                <a:ext cx="158"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09" name="Freeform 607">
                <a:extLst>
                  <a:ext uri="{FF2B5EF4-FFF2-40B4-BE49-F238E27FC236}">
                    <a16:creationId xmlns:a16="http://schemas.microsoft.com/office/drawing/2014/main" id="{6FE835C7-9EFB-A6D1-E55A-9EA2A960CAF6}"/>
                  </a:ext>
                </a:extLst>
              </p:cNvPr>
              <p:cNvSpPr>
                <a:spLocks/>
              </p:cNvSpPr>
              <p:nvPr userDrawn="1"/>
            </p:nvSpPr>
            <p:spPr bwMode="gray">
              <a:xfrm>
                <a:off x="2286" y="948"/>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10" name="Freeform 608">
                <a:extLst>
                  <a:ext uri="{FF2B5EF4-FFF2-40B4-BE49-F238E27FC236}">
                    <a16:creationId xmlns:a16="http://schemas.microsoft.com/office/drawing/2014/main" id="{E45E8CE6-CC65-9017-ADC5-E53DDBC96941}"/>
                  </a:ext>
                </a:extLst>
              </p:cNvPr>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11" name="Line 609">
                <a:extLst>
                  <a:ext uri="{FF2B5EF4-FFF2-40B4-BE49-F238E27FC236}">
                    <a16:creationId xmlns:a16="http://schemas.microsoft.com/office/drawing/2014/main" id="{230956D3-448C-D18B-E26C-712094B66EBF}"/>
                  </a:ext>
                </a:extLst>
              </p:cNvPr>
              <p:cNvSpPr>
                <a:spLocks noChangeShapeType="1"/>
              </p:cNvSpPr>
              <p:nvPr userDrawn="1"/>
            </p:nvSpPr>
            <p:spPr bwMode="gray">
              <a:xfrm flipH="1">
                <a:off x="2494" y="1018"/>
                <a:ext cx="14" cy="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12" name="Freeform 610">
                <a:extLst>
                  <a:ext uri="{FF2B5EF4-FFF2-40B4-BE49-F238E27FC236}">
                    <a16:creationId xmlns:a16="http://schemas.microsoft.com/office/drawing/2014/main" id="{FAB6FFD6-D372-21B4-9111-FA043A60FC33}"/>
                  </a:ext>
                </a:extLst>
              </p:cNvPr>
              <p:cNvSpPr>
                <a:spLocks/>
              </p:cNvSpPr>
              <p:nvPr userDrawn="1"/>
            </p:nvSpPr>
            <p:spPr bwMode="gray">
              <a:xfrm>
                <a:off x="2494" y="1016"/>
                <a:ext cx="10" cy="9"/>
              </a:xfrm>
              <a:custGeom>
                <a:avLst/>
                <a:gdLst>
                  <a:gd name="T0" fmla="*/ 0 w 10"/>
                  <a:gd name="T1" fmla="*/ 9 h 9"/>
                  <a:gd name="T2" fmla="*/ 2 w 10"/>
                  <a:gd name="T3" fmla="*/ 6 h 9"/>
                  <a:gd name="T4" fmla="*/ 2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13" name="Freeform 611">
                <a:extLst>
                  <a:ext uri="{FF2B5EF4-FFF2-40B4-BE49-F238E27FC236}">
                    <a16:creationId xmlns:a16="http://schemas.microsoft.com/office/drawing/2014/main" id="{0F9B4848-85D1-0E5D-C9B1-8D541E358C5D}"/>
                  </a:ext>
                </a:extLst>
              </p:cNvPr>
              <p:cNvSpPr>
                <a:spLocks/>
              </p:cNvSpPr>
              <p:nvPr userDrawn="1"/>
            </p:nvSpPr>
            <p:spPr bwMode="gray">
              <a:xfrm>
                <a:off x="2906" y="2029"/>
                <a:ext cx="20" cy="3"/>
              </a:xfrm>
              <a:custGeom>
                <a:avLst/>
                <a:gdLst>
                  <a:gd name="T0" fmla="*/ 20 w 20"/>
                  <a:gd name="T1" fmla="*/ 2 h 3"/>
                  <a:gd name="T2" fmla="*/ 16 w 20"/>
                  <a:gd name="T3" fmla="*/ 0 h 3"/>
                  <a:gd name="T4" fmla="*/ 11 w 20"/>
                  <a:gd name="T5" fmla="*/ 0 h 3"/>
                  <a:gd name="T6" fmla="*/ 6 w 20"/>
                  <a:gd name="T7" fmla="*/ 2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14" name="Line 612">
                <a:extLst>
                  <a:ext uri="{FF2B5EF4-FFF2-40B4-BE49-F238E27FC236}">
                    <a16:creationId xmlns:a16="http://schemas.microsoft.com/office/drawing/2014/main" id="{98542AE6-AF33-DA4B-7A5F-FB92A2A0BD2D}"/>
                  </a:ext>
                </a:extLst>
              </p:cNvPr>
              <p:cNvSpPr>
                <a:spLocks noChangeShapeType="1"/>
              </p:cNvSpPr>
              <p:nvPr userDrawn="1"/>
            </p:nvSpPr>
            <p:spPr bwMode="gray">
              <a:xfrm flipV="1">
                <a:off x="2915" y="1920"/>
                <a:ext cx="2"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15" name="Line 613">
                <a:extLst>
                  <a:ext uri="{FF2B5EF4-FFF2-40B4-BE49-F238E27FC236}">
                    <a16:creationId xmlns:a16="http://schemas.microsoft.com/office/drawing/2014/main" id="{BF7E4E6F-766D-E267-9C1A-25352C25A903}"/>
                  </a:ext>
                </a:extLst>
              </p:cNvPr>
              <p:cNvSpPr>
                <a:spLocks noChangeShapeType="1"/>
              </p:cNvSpPr>
              <p:nvPr userDrawn="1"/>
            </p:nvSpPr>
            <p:spPr bwMode="gray">
              <a:xfrm flipV="1">
                <a:off x="2926" y="1922"/>
                <a:ext cx="1"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16" name="Freeform 614">
                <a:extLst>
                  <a:ext uri="{FF2B5EF4-FFF2-40B4-BE49-F238E27FC236}">
                    <a16:creationId xmlns:a16="http://schemas.microsoft.com/office/drawing/2014/main" id="{7F83250F-77F7-6A60-6456-5A813B464A2E}"/>
                  </a:ext>
                </a:extLst>
              </p:cNvPr>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17" name="Line 615">
                <a:extLst>
                  <a:ext uri="{FF2B5EF4-FFF2-40B4-BE49-F238E27FC236}">
                    <a16:creationId xmlns:a16="http://schemas.microsoft.com/office/drawing/2014/main" id="{AF2117E8-7B38-1A18-0BC0-E030E6026A43}"/>
                  </a:ext>
                </a:extLst>
              </p:cNvPr>
              <p:cNvSpPr>
                <a:spLocks noChangeShapeType="1"/>
              </p:cNvSpPr>
              <p:nvPr userDrawn="1"/>
            </p:nvSpPr>
            <p:spPr bwMode="gray">
              <a:xfrm flipH="1">
                <a:off x="2906" y="1924"/>
                <a:ext cx="2" cy="21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18" name="Freeform 616">
                <a:extLst>
                  <a:ext uri="{FF2B5EF4-FFF2-40B4-BE49-F238E27FC236}">
                    <a16:creationId xmlns:a16="http://schemas.microsoft.com/office/drawing/2014/main" id="{1FC1C8F7-F5BA-0FFB-44C0-46F79E4EC223}"/>
                  </a:ext>
                </a:extLst>
              </p:cNvPr>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19" name="Freeform 617">
                <a:extLst>
                  <a:ext uri="{FF2B5EF4-FFF2-40B4-BE49-F238E27FC236}">
                    <a16:creationId xmlns:a16="http://schemas.microsoft.com/office/drawing/2014/main" id="{C62DE13D-3822-AFEA-3BD1-8623FA355C9D}"/>
                  </a:ext>
                </a:extLst>
              </p:cNvPr>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20" name="Line 618">
                <a:extLst>
                  <a:ext uri="{FF2B5EF4-FFF2-40B4-BE49-F238E27FC236}">
                    <a16:creationId xmlns:a16="http://schemas.microsoft.com/office/drawing/2014/main" id="{599D306E-D73A-9BC2-64CF-6118BBA90E30}"/>
                  </a:ext>
                </a:extLst>
              </p:cNvPr>
              <p:cNvSpPr>
                <a:spLocks noChangeShapeType="1"/>
              </p:cNvSpPr>
              <p:nvPr userDrawn="1"/>
            </p:nvSpPr>
            <p:spPr bwMode="gray">
              <a:xfrm>
                <a:off x="2924" y="1910"/>
                <a:ext cx="203"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21" name="Line 619">
                <a:extLst>
                  <a:ext uri="{FF2B5EF4-FFF2-40B4-BE49-F238E27FC236}">
                    <a16:creationId xmlns:a16="http://schemas.microsoft.com/office/drawing/2014/main" id="{2EFFB800-CBD2-0143-821A-FF00513811CD}"/>
                  </a:ext>
                </a:extLst>
              </p:cNvPr>
              <p:cNvSpPr>
                <a:spLocks noChangeShapeType="1"/>
              </p:cNvSpPr>
              <p:nvPr userDrawn="1"/>
            </p:nvSpPr>
            <p:spPr bwMode="gray">
              <a:xfrm>
                <a:off x="2927" y="1922"/>
                <a:ext cx="196"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22" name="Freeform 620">
                <a:extLst>
                  <a:ext uri="{FF2B5EF4-FFF2-40B4-BE49-F238E27FC236}">
                    <a16:creationId xmlns:a16="http://schemas.microsoft.com/office/drawing/2014/main" id="{8B86A258-2F8E-D42F-50FF-147A34422577}"/>
                  </a:ext>
                </a:extLst>
              </p:cNvPr>
              <p:cNvSpPr>
                <a:spLocks/>
              </p:cNvSpPr>
              <p:nvPr userDrawn="1"/>
            </p:nvSpPr>
            <p:spPr bwMode="gray">
              <a:xfrm>
                <a:off x="3123" y="1978"/>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23" name="Line 621">
                <a:extLst>
                  <a:ext uri="{FF2B5EF4-FFF2-40B4-BE49-F238E27FC236}">
                    <a16:creationId xmlns:a16="http://schemas.microsoft.com/office/drawing/2014/main" id="{81EBF6DC-F425-5F41-04F9-7E09422D2074}"/>
                  </a:ext>
                </a:extLst>
              </p:cNvPr>
              <p:cNvSpPr>
                <a:spLocks noChangeShapeType="1"/>
              </p:cNvSpPr>
              <p:nvPr userDrawn="1"/>
            </p:nvSpPr>
            <p:spPr bwMode="gray">
              <a:xfrm flipH="1" flipV="1">
                <a:off x="2924" y="1901"/>
                <a:ext cx="208"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24" name="Freeform 622">
                <a:extLst>
                  <a:ext uri="{FF2B5EF4-FFF2-40B4-BE49-F238E27FC236}">
                    <a16:creationId xmlns:a16="http://schemas.microsoft.com/office/drawing/2014/main" id="{9415AB6E-D7C9-B3D8-2F11-D5A61B0CDA66}"/>
                  </a:ext>
                </a:extLst>
              </p:cNvPr>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25" name="Freeform 623">
                <a:extLst>
                  <a:ext uri="{FF2B5EF4-FFF2-40B4-BE49-F238E27FC236}">
                    <a16:creationId xmlns:a16="http://schemas.microsoft.com/office/drawing/2014/main" id="{0A8984A5-EEEA-BB5A-32CB-C768DF6E1269}"/>
                  </a:ext>
                </a:extLst>
              </p:cNvPr>
              <p:cNvSpPr>
                <a:spLocks/>
              </p:cNvSpPr>
              <p:nvPr userDrawn="1"/>
            </p:nvSpPr>
            <p:spPr bwMode="gray">
              <a:xfrm>
                <a:off x="3122"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26" name="Line 624">
                <a:extLst>
                  <a:ext uri="{FF2B5EF4-FFF2-40B4-BE49-F238E27FC236}">
                    <a16:creationId xmlns:a16="http://schemas.microsoft.com/office/drawing/2014/main" id="{D7E6872C-7123-AA9D-088B-29BED4914DE0}"/>
                  </a:ext>
                </a:extLst>
              </p:cNvPr>
              <p:cNvSpPr>
                <a:spLocks noChangeShapeType="1"/>
              </p:cNvSpPr>
              <p:nvPr userDrawn="1"/>
            </p:nvSpPr>
            <p:spPr bwMode="gray">
              <a:xfrm flipH="1">
                <a:off x="3130" y="1997"/>
                <a:ext cx="4"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27" name="Line 625">
                <a:extLst>
                  <a:ext uri="{FF2B5EF4-FFF2-40B4-BE49-F238E27FC236}">
                    <a16:creationId xmlns:a16="http://schemas.microsoft.com/office/drawing/2014/main" id="{831CFDCE-D63B-FE45-19CC-D96FC176FFB6}"/>
                  </a:ext>
                </a:extLst>
              </p:cNvPr>
              <p:cNvSpPr>
                <a:spLocks noChangeShapeType="1"/>
              </p:cNvSpPr>
              <p:nvPr userDrawn="1"/>
            </p:nvSpPr>
            <p:spPr bwMode="gray">
              <a:xfrm flipH="1">
                <a:off x="3122" y="1996"/>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28" name="Freeform 626">
                <a:extLst>
                  <a:ext uri="{FF2B5EF4-FFF2-40B4-BE49-F238E27FC236}">
                    <a16:creationId xmlns:a16="http://schemas.microsoft.com/office/drawing/2014/main" id="{702F3D35-65E7-6825-8749-5B21A84A17A2}"/>
                  </a:ext>
                </a:extLst>
              </p:cNvPr>
              <p:cNvSpPr>
                <a:spLocks/>
              </p:cNvSpPr>
              <p:nvPr userDrawn="1"/>
            </p:nvSpPr>
            <p:spPr bwMode="gray">
              <a:xfrm>
                <a:off x="3122" y="2213"/>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29" name="Line 627">
                <a:extLst>
                  <a:ext uri="{FF2B5EF4-FFF2-40B4-BE49-F238E27FC236}">
                    <a16:creationId xmlns:a16="http://schemas.microsoft.com/office/drawing/2014/main" id="{7B4BD5C4-64F2-2A27-1E62-92804D41A366}"/>
                  </a:ext>
                </a:extLst>
              </p:cNvPr>
              <p:cNvSpPr>
                <a:spLocks noChangeShapeType="1"/>
              </p:cNvSpPr>
              <p:nvPr userDrawn="1"/>
            </p:nvSpPr>
            <p:spPr bwMode="gray">
              <a:xfrm flipV="1">
                <a:off x="3141" y="1994"/>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30" name="Freeform 628">
                <a:extLst>
                  <a:ext uri="{FF2B5EF4-FFF2-40B4-BE49-F238E27FC236}">
                    <a16:creationId xmlns:a16="http://schemas.microsoft.com/office/drawing/2014/main" id="{0470305A-BA52-F8F0-506D-5CCC38862A81}"/>
                  </a:ext>
                </a:extLst>
              </p:cNvPr>
              <p:cNvSpPr>
                <a:spLocks/>
              </p:cNvSpPr>
              <p:nvPr userDrawn="1"/>
            </p:nvSpPr>
            <p:spPr bwMode="gray">
              <a:xfrm>
                <a:off x="3123" y="1994"/>
                <a:ext cx="20" cy="3"/>
              </a:xfrm>
              <a:custGeom>
                <a:avLst/>
                <a:gdLst>
                  <a:gd name="T0" fmla="*/ 0 w 20"/>
                  <a:gd name="T1" fmla="*/ 2 h 3"/>
                  <a:gd name="T2" fmla="*/ 6 w 20"/>
                  <a:gd name="T3" fmla="*/ 3 h 3"/>
                  <a:gd name="T4" fmla="*/ 11 w 20"/>
                  <a:gd name="T5" fmla="*/ 3 h 3"/>
                  <a:gd name="T6" fmla="*/ 16 w 20"/>
                  <a:gd name="T7" fmla="*/ 3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31" name="Freeform 629">
                <a:extLst>
                  <a:ext uri="{FF2B5EF4-FFF2-40B4-BE49-F238E27FC236}">
                    <a16:creationId xmlns:a16="http://schemas.microsoft.com/office/drawing/2014/main" id="{33DE6D50-E981-14F9-D461-1C58A28ABC14}"/>
                  </a:ext>
                </a:extLst>
              </p:cNvPr>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32" name="Line 630">
                <a:extLst>
                  <a:ext uri="{FF2B5EF4-FFF2-40B4-BE49-F238E27FC236}">
                    <a16:creationId xmlns:a16="http://schemas.microsoft.com/office/drawing/2014/main" id="{40C5AAE0-B110-C51D-DA3C-3CCD8F482657}"/>
                  </a:ext>
                </a:extLst>
              </p:cNvPr>
              <p:cNvSpPr>
                <a:spLocks noChangeShapeType="1"/>
              </p:cNvSpPr>
              <p:nvPr userDrawn="1"/>
            </p:nvSpPr>
            <p:spPr bwMode="gray">
              <a:xfrm flipH="1" flipV="1">
                <a:off x="2922" y="2143"/>
                <a:ext cx="201"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33" name="Line 631">
                <a:extLst>
                  <a:ext uri="{FF2B5EF4-FFF2-40B4-BE49-F238E27FC236}">
                    <a16:creationId xmlns:a16="http://schemas.microsoft.com/office/drawing/2014/main" id="{4759FE17-742B-2043-86C0-31E3ED0DA4B4}"/>
                  </a:ext>
                </a:extLst>
              </p:cNvPr>
              <p:cNvSpPr>
                <a:spLocks noChangeShapeType="1"/>
              </p:cNvSpPr>
              <p:nvPr userDrawn="1"/>
            </p:nvSpPr>
            <p:spPr bwMode="gray">
              <a:xfrm flipH="1" flipV="1">
                <a:off x="2926" y="2137"/>
                <a:ext cx="196" cy="7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34" name="Freeform 632">
                <a:extLst>
                  <a:ext uri="{FF2B5EF4-FFF2-40B4-BE49-F238E27FC236}">
                    <a16:creationId xmlns:a16="http://schemas.microsoft.com/office/drawing/2014/main" id="{F73168B7-51A9-8F88-89FB-65DA110707ED}"/>
                  </a:ext>
                </a:extLst>
              </p:cNvPr>
              <p:cNvSpPr>
                <a:spLocks/>
              </p:cNvSpPr>
              <p:nvPr userDrawn="1"/>
            </p:nvSpPr>
            <p:spPr bwMode="gray">
              <a:xfrm>
                <a:off x="2922"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35" name="Line 633">
                <a:extLst>
                  <a:ext uri="{FF2B5EF4-FFF2-40B4-BE49-F238E27FC236}">
                    <a16:creationId xmlns:a16="http://schemas.microsoft.com/office/drawing/2014/main" id="{CDCB5205-8384-CB95-1433-42F980959554}"/>
                  </a:ext>
                </a:extLst>
              </p:cNvPr>
              <p:cNvSpPr>
                <a:spLocks noChangeShapeType="1"/>
              </p:cNvSpPr>
              <p:nvPr userDrawn="1"/>
            </p:nvSpPr>
            <p:spPr bwMode="gray">
              <a:xfrm>
                <a:off x="2924" y="2141"/>
                <a:ext cx="205"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36" name="Freeform 634">
                <a:extLst>
                  <a:ext uri="{FF2B5EF4-FFF2-40B4-BE49-F238E27FC236}">
                    <a16:creationId xmlns:a16="http://schemas.microsoft.com/office/drawing/2014/main" id="{E93324BC-0254-2816-EA29-83BDF4CFA4C1}"/>
                  </a:ext>
                </a:extLst>
              </p:cNvPr>
              <p:cNvSpPr>
                <a:spLocks/>
              </p:cNvSpPr>
              <p:nvPr userDrawn="1"/>
            </p:nvSpPr>
            <p:spPr bwMode="gray">
              <a:xfrm>
                <a:off x="3122" y="2213"/>
                <a:ext cx="7" cy="8"/>
              </a:xfrm>
              <a:custGeom>
                <a:avLst/>
                <a:gdLst>
                  <a:gd name="T0" fmla="*/ 7 w 7"/>
                  <a:gd name="T1" fmla="*/ 7 h 8"/>
                  <a:gd name="T2" fmla="*/ 5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37" name="Freeform 635">
                <a:extLst>
                  <a:ext uri="{FF2B5EF4-FFF2-40B4-BE49-F238E27FC236}">
                    <a16:creationId xmlns:a16="http://schemas.microsoft.com/office/drawing/2014/main" id="{9529BC96-3236-BBB7-5E04-F8D265CBFDFA}"/>
                  </a:ext>
                </a:extLst>
              </p:cNvPr>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38" name="Line 636">
                <a:extLst>
                  <a:ext uri="{FF2B5EF4-FFF2-40B4-BE49-F238E27FC236}">
                    <a16:creationId xmlns:a16="http://schemas.microsoft.com/office/drawing/2014/main" id="{D1F5B382-86FA-A95E-E96C-DEAD7511C2D3}"/>
                  </a:ext>
                </a:extLst>
              </p:cNvPr>
              <p:cNvSpPr>
                <a:spLocks noChangeShapeType="1"/>
              </p:cNvSpPr>
              <p:nvPr userDrawn="1"/>
            </p:nvSpPr>
            <p:spPr bwMode="gray">
              <a:xfrm flipH="1">
                <a:off x="3290" y="2039"/>
                <a:ext cx="1"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39" name="Line 637">
                <a:extLst>
                  <a:ext uri="{FF2B5EF4-FFF2-40B4-BE49-F238E27FC236}">
                    <a16:creationId xmlns:a16="http://schemas.microsoft.com/office/drawing/2014/main" id="{BC026606-5FD8-5E8A-44AD-09F567E8DC52}"/>
                  </a:ext>
                </a:extLst>
              </p:cNvPr>
              <p:cNvSpPr>
                <a:spLocks noChangeShapeType="1"/>
              </p:cNvSpPr>
              <p:nvPr userDrawn="1"/>
            </p:nvSpPr>
            <p:spPr bwMode="gray">
              <a:xfrm>
                <a:off x="3284" y="2038"/>
                <a:ext cx="1" cy="7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40" name="Freeform 638">
                <a:extLst>
                  <a:ext uri="{FF2B5EF4-FFF2-40B4-BE49-F238E27FC236}">
                    <a16:creationId xmlns:a16="http://schemas.microsoft.com/office/drawing/2014/main" id="{B38AA315-75F8-ECFC-7C4D-46A02F155F3A}"/>
                  </a:ext>
                </a:extLst>
              </p:cNvPr>
              <p:cNvSpPr>
                <a:spLocks/>
              </p:cNvSpPr>
              <p:nvPr userDrawn="1"/>
            </p:nvSpPr>
            <p:spPr bwMode="gray">
              <a:xfrm>
                <a:off x="3284" y="2108"/>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41" name="Line 639">
                <a:extLst>
                  <a:ext uri="{FF2B5EF4-FFF2-40B4-BE49-F238E27FC236}">
                    <a16:creationId xmlns:a16="http://schemas.microsoft.com/office/drawing/2014/main" id="{B520ACB8-FF79-EB64-8CD4-DD4AE5C9A4A9}"/>
                  </a:ext>
                </a:extLst>
              </p:cNvPr>
              <p:cNvSpPr>
                <a:spLocks noChangeShapeType="1"/>
              </p:cNvSpPr>
              <p:nvPr userDrawn="1"/>
            </p:nvSpPr>
            <p:spPr bwMode="gray">
              <a:xfrm flipV="1">
                <a:off x="3286" y="2038"/>
                <a:ext cx="2"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42" name="Freeform 640">
                <a:extLst>
                  <a:ext uri="{FF2B5EF4-FFF2-40B4-BE49-F238E27FC236}">
                    <a16:creationId xmlns:a16="http://schemas.microsoft.com/office/drawing/2014/main" id="{361B4444-1318-EDAA-8FF9-155F11936A74}"/>
                  </a:ext>
                </a:extLst>
              </p:cNvPr>
              <p:cNvSpPr>
                <a:spLocks/>
              </p:cNvSpPr>
              <p:nvPr userDrawn="1"/>
            </p:nvSpPr>
            <p:spPr bwMode="gray">
              <a:xfrm>
                <a:off x="3276" y="2108"/>
                <a:ext cx="8" cy="17"/>
              </a:xfrm>
              <a:custGeom>
                <a:avLst/>
                <a:gdLst>
                  <a:gd name="T0" fmla="*/ 0 w 8"/>
                  <a:gd name="T1" fmla="*/ 17 h 17"/>
                  <a:gd name="T2" fmla="*/ 3 w 8"/>
                  <a:gd name="T3" fmla="*/ 14 h 17"/>
                  <a:gd name="T4" fmla="*/ 7 w 8"/>
                  <a:gd name="T5" fmla="*/ 10 h 17"/>
                  <a:gd name="T6" fmla="*/ 7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43" name="Freeform 641">
                <a:extLst>
                  <a:ext uri="{FF2B5EF4-FFF2-40B4-BE49-F238E27FC236}">
                    <a16:creationId xmlns:a16="http://schemas.microsoft.com/office/drawing/2014/main" id="{2CEF4423-D042-032A-CD33-9C444E3AFCAA}"/>
                  </a:ext>
                </a:extLst>
              </p:cNvPr>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44" name="Line 642">
                <a:extLst>
                  <a:ext uri="{FF2B5EF4-FFF2-40B4-BE49-F238E27FC236}">
                    <a16:creationId xmlns:a16="http://schemas.microsoft.com/office/drawing/2014/main" id="{C910F99B-B741-C979-F54D-097FA1071091}"/>
                  </a:ext>
                </a:extLst>
              </p:cNvPr>
              <p:cNvSpPr>
                <a:spLocks noChangeShapeType="1"/>
              </p:cNvSpPr>
              <p:nvPr userDrawn="1"/>
            </p:nvSpPr>
            <p:spPr bwMode="gray">
              <a:xfrm flipV="1">
                <a:off x="3137" y="2125"/>
                <a:ext cx="146"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45" name="Line 643">
                <a:extLst>
                  <a:ext uri="{FF2B5EF4-FFF2-40B4-BE49-F238E27FC236}">
                    <a16:creationId xmlns:a16="http://schemas.microsoft.com/office/drawing/2014/main" id="{43182E76-3FD7-752D-4F74-97C79E9E1A01}"/>
                  </a:ext>
                </a:extLst>
              </p:cNvPr>
              <p:cNvSpPr>
                <a:spLocks noChangeShapeType="1"/>
              </p:cNvSpPr>
              <p:nvPr userDrawn="1"/>
            </p:nvSpPr>
            <p:spPr bwMode="gray">
              <a:xfrm flipV="1">
                <a:off x="3141" y="2118"/>
                <a:ext cx="145"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46" name="Freeform 644">
                <a:extLst>
                  <a:ext uri="{FF2B5EF4-FFF2-40B4-BE49-F238E27FC236}">
                    <a16:creationId xmlns:a16="http://schemas.microsoft.com/office/drawing/2014/main" id="{9DD9E87A-4B91-4A27-47A2-E09EBA9F6EF5}"/>
                  </a:ext>
                </a:extLst>
              </p:cNvPr>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47" name="Line 645">
                <a:extLst>
                  <a:ext uri="{FF2B5EF4-FFF2-40B4-BE49-F238E27FC236}">
                    <a16:creationId xmlns:a16="http://schemas.microsoft.com/office/drawing/2014/main" id="{EB6B0B0A-2C58-734B-CB81-52B220749975}"/>
                  </a:ext>
                </a:extLst>
              </p:cNvPr>
              <p:cNvSpPr>
                <a:spLocks noChangeShapeType="1"/>
              </p:cNvSpPr>
              <p:nvPr userDrawn="1"/>
            </p:nvSpPr>
            <p:spPr bwMode="gray">
              <a:xfrm flipH="1">
                <a:off x="3129" y="2125"/>
                <a:ext cx="147"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48" name="Freeform 646">
                <a:extLst>
                  <a:ext uri="{FF2B5EF4-FFF2-40B4-BE49-F238E27FC236}">
                    <a16:creationId xmlns:a16="http://schemas.microsoft.com/office/drawing/2014/main" id="{B68D52D9-21A0-F6DE-DC93-AFDF56B98BF2}"/>
                  </a:ext>
                </a:extLst>
              </p:cNvPr>
              <p:cNvSpPr>
                <a:spLocks/>
              </p:cNvSpPr>
              <p:nvPr userDrawn="1"/>
            </p:nvSpPr>
            <p:spPr bwMode="gray">
              <a:xfrm>
                <a:off x="3129" y="2213"/>
                <a:ext cx="12" cy="8"/>
              </a:xfrm>
              <a:custGeom>
                <a:avLst/>
                <a:gdLst>
                  <a:gd name="T0" fmla="*/ 0 w 12"/>
                  <a:gd name="T1" fmla="*/ 7 h 8"/>
                  <a:gd name="T2" fmla="*/ 5 w 12"/>
                  <a:gd name="T3" fmla="*/ 8 h 8"/>
                  <a:gd name="T4" fmla="*/ 8 w 12"/>
                  <a:gd name="T5" fmla="*/ 7 h 8"/>
                  <a:gd name="T6" fmla="*/ 10 w 12"/>
                  <a:gd name="T7" fmla="*/ 3 h 8"/>
                  <a:gd name="T8" fmla="*/ 12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49" name="Line 647">
                <a:extLst>
                  <a:ext uri="{FF2B5EF4-FFF2-40B4-BE49-F238E27FC236}">
                    <a16:creationId xmlns:a16="http://schemas.microsoft.com/office/drawing/2014/main" id="{509AF54C-CD1E-A4C9-7E50-353D489040E3}"/>
                  </a:ext>
                </a:extLst>
              </p:cNvPr>
              <p:cNvSpPr>
                <a:spLocks noChangeShapeType="1"/>
              </p:cNvSpPr>
              <p:nvPr userDrawn="1"/>
            </p:nvSpPr>
            <p:spPr bwMode="gray">
              <a:xfrm>
                <a:off x="2537" y="2097"/>
                <a:ext cx="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50" name="Line 648">
                <a:extLst>
                  <a:ext uri="{FF2B5EF4-FFF2-40B4-BE49-F238E27FC236}">
                    <a16:creationId xmlns:a16="http://schemas.microsoft.com/office/drawing/2014/main" id="{4E47515E-9A4E-6F5B-9EED-52CC34EA6B6F}"/>
                  </a:ext>
                </a:extLst>
              </p:cNvPr>
              <p:cNvSpPr>
                <a:spLocks noChangeShapeType="1"/>
              </p:cNvSpPr>
              <p:nvPr userDrawn="1"/>
            </p:nvSpPr>
            <p:spPr bwMode="gray">
              <a:xfrm>
                <a:off x="2541" y="2099"/>
                <a:ext cx="1" cy="5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51" name="Freeform 649">
                <a:extLst>
                  <a:ext uri="{FF2B5EF4-FFF2-40B4-BE49-F238E27FC236}">
                    <a16:creationId xmlns:a16="http://schemas.microsoft.com/office/drawing/2014/main" id="{3F0BD9BC-DCEA-DB31-32F5-BD15719BBB7D}"/>
                  </a:ext>
                </a:extLst>
              </p:cNvPr>
              <p:cNvSpPr>
                <a:spLocks/>
              </p:cNvSpPr>
              <p:nvPr userDrawn="1"/>
            </p:nvSpPr>
            <p:spPr bwMode="gray">
              <a:xfrm>
                <a:off x="2539" y="2150"/>
                <a:ext cx="5" cy="10"/>
              </a:xfrm>
              <a:custGeom>
                <a:avLst/>
                <a:gdLst>
                  <a:gd name="T0" fmla="*/ 2 w 5"/>
                  <a:gd name="T1" fmla="*/ 0 h 10"/>
                  <a:gd name="T2" fmla="*/ 0 w 5"/>
                  <a:gd name="T3" fmla="*/ 3 h 10"/>
                  <a:gd name="T4" fmla="*/ 0 w 5"/>
                  <a:gd name="T5" fmla="*/ 5 h 10"/>
                  <a:gd name="T6" fmla="*/ 2 w 5"/>
                  <a:gd name="T7" fmla="*/ 8 h 10"/>
                  <a:gd name="T8" fmla="*/ 5 w 5"/>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52" name="Line 650">
                <a:extLst>
                  <a:ext uri="{FF2B5EF4-FFF2-40B4-BE49-F238E27FC236}">
                    <a16:creationId xmlns:a16="http://schemas.microsoft.com/office/drawing/2014/main" id="{CF99BF8B-8CBA-0B99-C3F0-2B8C73E96495}"/>
                  </a:ext>
                </a:extLst>
              </p:cNvPr>
              <p:cNvSpPr>
                <a:spLocks noChangeShapeType="1"/>
              </p:cNvSpPr>
              <p:nvPr userDrawn="1"/>
            </p:nvSpPr>
            <p:spPr bwMode="gray">
              <a:xfrm flipH="1" flipV="1">
                <a:off x="2543" y="2099"/>
                <a:ext cx="1" cy="6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53" name="Freeform 651">
                <a:extLst>
                  <a:ext uri="{FF2B5EF4-FFF2-40B4-BE49-F238E27FC236}">
                    <a16:creationId xmlns:a16="http://schemas.microsoft.com/office/drawing/2014/main" id="{1562B39A-44CA-A432-D7C3-6A71B916CC9E}"/>
                  </a:ext>
                </a:extLst>
              </p:cNvPr>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54" name="Freeform 652">
                <a:extLst>
                  <a:ext uri="{FF2B5EF4-FFF2-40B4-BE49-F238E27FC236}">
                    <a16:creationId xmlns:a16="http://schemas.microsoft.com/office/drawing/2014/main" id="{5FAB04AB-AFDC-71D9-0310-1CC939FAF2CE}"/>
                  </a:ext>
                </a:extLst>
              </p:cNvPr>
              <p:cNvSpPr>
                <a:spLocks/>
              </p:cNvSpPr>
              <p:nvPr userDrawn="1"/>
            </p:nvSpPr>
            <p:spPr bwMode="gray">
              <a:xfrm>
                <a:off x="2821" y="1954"/>
                <a:ext cx="10" cy="15"/>
              </a:xfrm>
              <a:custGeom>
                <a:avLst/>
                <a:gdLst>
                  <a:gd name="T0" fmla="*/ 10 w 10"/>
                  <a:gd name="T1" fmla="*/ 15 h 15"/>
                  <a:gd name="T2" fmla="*/ 10 w 10"/>
                  <a:gd name="T3" fmla="*/ 10 h 15"/>
                  <a:gd name="T4" fmla="*/ 7 w 10"/>
                  <a:gd name="T5" fmla="*/ 7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55" name="Line 653">
                <a:extLst>
                  <a:ext uri="{FF2B5EF4-FFF2-40B4-BE49-F238E27FC236}">
                    <a16:creationId xmlns:a16="http://schemas.microsoft.com/office/drawing/2014/main" id="{84AE0D94-AA0B-BE14-8B96-59A702FCE33C}"/>
                  </a:ext>
                </a:extLst>
              </p:cNvPr>
              <p:cNvSpPr>
                <a:spLocks noChangeShapeType="1"/>
              </p:cNvSpPr>
              <p:nvPr userDrawn="1"/>
            </p:nvSpPr>
            <p:spPr bwMode="gray">
              <a:xfrm flipH="1">
                <a:off x="2751" y="1912"/>
                <a:ext cx="157" cy="9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56" name="Line 654">
                <a:extLst>
                  <a:ext uri="{FF2B5EF4-FFF2-40B4-BE49-F238E27FC236}">
                    <a16:creationId xmlns:a16="http://schemas.microsoft.com/office/drawing/2014/main" id="{9062E546-96CD-6BAF-FA41-F316D98BD7A9}"/>
                  </a:ext>
                </a:extLst>
              </p:cNvPr>
              <p:cNvSpPr>
                <a:spLocks noChangeShapeType="1"/>
              </p:cNvSpPr>
              <p:nvPr userDrawn="1"/>
            </p:nvSpPr>
            <p:spPr bwMode="gray">
              <a:xfrm flipH="1">
                <a:off x="2754" y="1924"/>
                <a:ext cx="154" cy="9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57" name="Freeform 655">
                <a:extLst>
                  <a:ext uri="{FF2B5EF4-FFF2-40B4-BE49-F238E27FC236}">
                    <a16:creationId xmlns:a16="http://schemas.microsoft.com/office/drawing/2014/main" id="{2FA66063-E541-304D-ECB5-136AF4FEB2D2}"/>
                  </a:ext>
                </a:extLst>
              </p:cNvPr>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58" name="Line 656">
                <a:extLst>
                  <a:ext uri="{FF2B5EF4-FFF2-40B4-BE49-F238E27FC236}">
                    <a16:creationId xmlns:a16="http://schemas.microsoft.com/office/drawing/2014/main" id="{553CACDB-F409-307C-2855-2BE395E3A16B}"/>
                  </a:ext>
                </a:extLst>
              </p:cNvPr>
              <p:cNvSpPr>
                <a:spLocks noChangeShapeType="1"/>
              </p:cNvSpPr>
              <p:nvPr userDrawn="1"/>
            </p:nvSpPr>
            <p:spPr bwMode="gray">
              <a:xfrm flipV="1">
                <a:off x="2744" y="1903"/>
                <a:ext cx="161" cy="9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59" name="Freeform 657">
                <a:extLst>
                  <a:ext uri="{FF2B5EF4-FFF2-40B4-BE49-F238E27FC236}">
                    <a16:creationId xmlns:a16="http://schemas.microsoft.com/office/drawing/2014/main" id="{011D6FEF-EC2B-0EC0-82F3-8764464C4854}"/>
                  </a:ext>
                </a:extLst>
              </p:cNvPr>
              <p:cNvSpPr>
                <a:spLocks/>
              </p:cNvSpPr>
              <p:nvPr userDrawn="1"/>
            </p:nvSpPr>
            <p:spPr bwMode="gray">
              <a:xfrm>
                <a:off x="2905" y="1903"/>
                <a:ext cx="5" cy="21"/>
              </a:xfrm>
              <a:custGeom>
                <a:avLst/>
                <a:gdLst>
                  <a:gd name="T0" fmla="*/ 3 w 5"/>
                  <a:gd name="T1" fmla="*/ 21 h 21"/>
                  <a:gd name="T2" fmla="*/ 5 w 5"/>
                  <a:gd name="T3" fmla="*/ 16 h 21"/>
                  <a:gd name="T4" fmla="*/ 5 w 5"/>
                  <a:gd name="T5" fmla="*/ 10 h 21"/>
                  <a:gd name="T6" fmla="*/ 3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60" name="Freeform 658">
                <a:extLst>
                  <a:ext uri="{FF2B5EF4-FFF2-40B4-BE49-F238E27FC236}">
                    <a16:creationId xmlns:a16="http://schemas.microsoft.com/office/drawing/2014/main" id="{10EFA478-F702-7DD3-1FA0-A6BFD6544DD4}"/>
                  </a:ext>
                </a:extLst>
              </p:cNvPr>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61" name="Line 659">
                <a:extLst>
                  <a:ext uri="{FF2B5EF4-FFF2-40B4-BE49-F238E27FC236}">
                    <a16:creationId xmlns:a16="http://schemas.microsoft.com/office/drawing/2014/main" id="{0894B61C-12C7-C0BB-DD29-0CB7D3C8B80B}"/>
                  </a:ext>
                </a:extLst>
              </p:cNvPr>
              <p:cNvSpPr>
                <a:spLocks noChangeShapeType="1"/>
              </p:cNvSpPr>
              <p:nvPr userDrawn="1"/>
            </p:nvSpPr>
            <p:spPr bwMode="gray">
              <a:xfrm>
                <a:off x="2744" y="2018"/>
                <a:ext cx="2" cy="2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62" name="Line 660">
                <a:extLst>
                  <a:ext uri="{FF2B5EF4-FFF2-40B4-BE49-F238E27FC236}">
                    <a16:creationId xmlns:a16="http://schemas.microsoft.com/office/drawing/2014/main" id="{1A64021F-DB30-B1CA-8E20-EF8BCB1425A2}"/>
                  </a:ext>
                </a:extLst>
              </p:cNvPr>
              <p:cNvSpPr>
                <a:spLocks noChangeShapeType="1"/>
              </p:cNvSpPr>
              <p:nvPr userDrawn="1"/>
            </p:nvSpPr>
            <p:spPr bwMode="gray">
              <a:xfrm>
                <a:off x="2754" y="2017"/>
                <a:ext cx="1" cy="21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63" name="Freeform 661">
                <a:extLst>
                  <a:ext uri="{FF2B5EF4-FFF2-40B4-BE49-F238E27FC236}">
                    <a16:creationId xmlns:a16="http://schemas.microsoft.com/office/drawing/2014/main" id="{988DB7F3-A557-F257-943F-08E6914474C6}"/>
                  </a:ext>
                </a:extLst>
              </p:cNvPr>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64" name="Line 662">
                <a:extLst>
                  <a:ext uri="{FF2B5EF4-FFF2-40B4-BE49-F238E27FC236}">
                    <a16:creationId xmlns:a16="http://schemas.microsoft.com/office/drawing/2014/main" id="{2A7129B8-7BDF-9498-B5DD-0A728E4118A2}"/>
                  </a:ext>
                </a:extLst>
              </p:cNvPr>
              <p:cNvSpPr>
                <a:spLocks noChangeShapeType="1"/>
              </p:cNvSpPr>
              <p:nvPr userDrawn="1"/>
            </p:nvSpPr>
            <p:spPr bwMode="gray">
              <a:xfrm flipV="1">
                <a:off x="2735" y="2017"/>
                <a:ext cx="1" cy="21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65" name="Freeform 663">
                <a:extLst>
                  <a:ext uri="{FF2B5EF4-FFF2-40B4-BE49-F238E27FC236}">
                    <a16:creationId xmlns:a16="http://schemas.microsoft.com/office/drawing/2014/main" id="{D61F076A-CAD5-5304-A587-C72BCF75F3E1}"/>
                  </a:ext>
                </a:extLst>
              </p:cNvPr>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66" name="Freeform 664">
                <a:extLst>
                  <a:ext uri="{FF2B5EF4-FFF2-40B4-BE49-F238E27FC236}">
                    <a16:creationId xmlns:a16="http://schemas.microsoft.com/office/drawing/2014/main" id="{01C8B03F-16FA-68BE-1C1B-1A0122F8A6D3}"/>
                  </a:ext>
                </a:extLst>
              </p:cNvPr>
              <p:cNvSpPr>
                <a:spLocks/>
              </p:cNvSpPr>
              <p:nvPr userDrawn="1"/>
            </p:nvSpPr>
            <p:spPr bwMode="gray">
              <a:xfrm>
                <a:off x="2821" y="2186"/>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67" name="Line 665">
                <a:extLst>
                  <a:ext uri="{FF2B5EF4-FFF2-40B4-BE49-F238E27FC236}">
                    <a16:creationId xmlns:a16="http://schemas.microsoft.com/office/drawing/2014/main" id="{65FF7A15-A5C9-892A-893D-7423B1A67C55}"/>
                  </a:ext>
                </a:extLst>
              </p:cNvPr>
              <p:cNvSpPr>
                <a:spLocks noChangeShapeType="1"/>
              </p:cNvSpPr>
              <p:nvPr userDrawn="1"/>
            </p:nvSpPr>
            <p:spPr bwMode="gray">
              <a:xfrm flipV="1">
                <a:off x="2751" y="2144"/>
                <a:ext cx="157" cy="9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68" name="Line 666">
                <a:extLst>
                  <a:ext uri="{FF2B5EF4-FFF2-40B4-BE49-F238E27FC236}">
                    <a16:creationId xmlns:a16="http://schemas.microsoft.com/office/drawing/2014/main" id="{FFE1D904-E7B7-C63A-E17F-5AE56A1491E7}"/>
                  </a:ext>
                </a:extLst>
              </p:cNvPr>
              <p:cNvSpPr>
                <a:spLocks noChangeShapeType="1"/>
              </p:cNvSpPr>
              <p:nvPr userDrawn="1"/>
            </p:nvSpPr>
            <p:spPr bwMode="gray">
              <a:xfrm flipV="1">
                <a:off x="2754" y="2139"/>
                <a:ext cx="152" cy="9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69" name="Freeform 667">
                <a:extLst>
                  <a:ext uri="{FF2B5EF4-FFF2-40B4-BE49-F238E27FC236}">
                    <a16:creationId xmlns:a16="http://schemas.microsoft.com/office/drawing/2014/main" id="{CF58EB97-E08A-5283-92B9-A2A941048899}"/>
                  </a:ext>
                </a:extLst>
              </p:cNvPr>
              <p:cNvSpPr>
                <a:spLocks/>
              </p:cNvSpPr>
              <p:nvPr userDrawn="1"/>
            </p:nvSpPr>
            <p:spPr bwMode="gray">
              <a:xfrm>
                <a:off x="2905"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670" name="Line 668">
                <a:extLst>
                  <a:ext uri="{FF2B5EF4-FFF2-40B4-BE49-F238E27FC236}">
                    <a16:creationId xmlns:a16="http://schemas.microsoft.com/office/drawing/2014/main" id="{05557C29-DAB3-3F5E-8AD8-78CE0150861D}"/>
                  </a:ext>
                </a:extLst>
              </p:cNvPr>
              <p:cNvSpPr>
                <a:spLocks noChangeShapeType="1"/>
              </p:cNvSpPr>
              <p:nvPr userDrawn="1"/>
            </p:nvSpPr>
            <p:spPr bwMode="gray">
              <a:xfrm flipH="1">
                <a:off x="2744" y="2141"/>
                <a:ext cx="161" cy="10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671" name="Freeform 669">
                <a:extLst>
                  <a:ext uri="{FF2B5EF4-FFF2-40B4-BE49-F238E27FC236}">
                    <a16:creationId xmlns:a16="http://schemas.microsoft.com/office/drawing/2014/main" id="{40759310-C0DF-072A-1112-AEE046DE43EB}"/>
                  </a:ext>
                </a:extLst>
              </p:cNvPr>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grpSp>
        <p:grpSp>
          <p:nvGrpSpPr>
            <p:cNvPr id="3217" name="Group 670">
              <a:extLst>
                <a:ext uri="{FF2B5EF4-FFF2-40B4-BE49-F238E27FC236}">
                  <a16:creationId xmlns:a16="http://schemas.microsoft.com/office/drawing/2014/main" id="{8CD72A6D-F344-52F4-DB32-72845782DABB}"/>
                </a:ext>
              </a:extLst>
            </p:cNvPr>
            <p:cNvGrpSpPr>
              <a:grpSpLocks/>
            </p:cNvGrpSpPr>
            <p:nvPr userDrawn="1"/>
          </p:nvGrpSpPr>
          <p:grpSpPr bwMode="auto">
            <a:xfrm>
              <a:off x="2111" y="670"/>
              <a:ext cx="1572" cy="1574"/>
              <a:chOff x="2111" y="670"/>
              <a:chExt cx="1572" cy="1574"/>
            </a:xfrm>
          </p:grpSpPr>
          <p:sp>
            <p:nvSpPr>
              <p:cNvPr id="3272" name="Freeform 671">
                <a:extLst>
                  <a:ext uri="{FF2B5EF4-FFF2-40B4-BE49-F238E27FC236}">
                    <a16:creationId xmlns:a16="http://schemas.microsoft.com/office/drawing/2014/main" id="{F0F68438-E285-6EAC-17CA-EECD7AA68FFC}"/>
                  </a:ext>
                </a:extLst>
              </p:cNvPr>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73" name="Line 672">
                <a:extLst>
                  <a:ext uri="{FF2B5EF4-FFF2-40B4-BE49-F238E27FC236}">
                    <a16:creationId xmlns:a16="http://schemas.microsoft.com/office/drawing/2014/main" id="{3D1E9861-D4C2-E194-25FA-9282B78F56E2}"/>
                  </a:ext>
                </a:extLst>
              </p:cNvPr>
              <p:cNvSpPr>
                <a:spLocks noChangeShapeType="1"/>
              </p:cNvSpPr>
              <p:nvPr userDrawn="1"/>
            </p:nvSpPr>
            <p:spPr bwMode="gray">
              <a:xfrm>
                <a:off x="2546"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74" name="Line 673">
                <a:extLst>
                  <a:ext uri="{FF2B5EF4-FFF2-40B4-BE49-F238E27FC236}">
                    <a16:creationId xmlns:a16="http://schemas.microsoft.com/office/drawing/2014/main" id="{2062AC68-AB9A-5FD2-7D36-E1F0AF47D49E}"/>
                  </a:ext>
                </a:extLst>
              </p:cNvPr>
              <p:cNvSpPr>
                <a:spLocks noChangeShapeType="1"/>
              </p:cNvSpPr>
              <p:nvPr userDrawn="1"/>
            </p:nvSpPr>
            <p:spPr bwMode="gray">
              <a:xfrm>
                <a:off x="2544" y="2160"/>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75" name="Freeform 674">
                <a:extLst>
                  <a:ext uri="{FF2B5EF4-FFF2-40B4-BE49-F238E27FC236}">
                    <a16:creationId xmlns:a16="http://schemas.microsoft.com/office/drawing/2014/main" id="{B68B872A-E87D-9496-66E2-4F4DB293053A}"/>
                  </a:ext>
                </a:extLst>
              </p:cNvPr>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76" name="Line 675">
                <a:extLst>
                  <a:ext uri="{FF2B5EF4-FFF2-40B4-BE49-F238E27FC236}">
                    <a16:creationId xmlns:a16="http://schemas.microsoft.com/office/drawing/2014/main" id="{75C2B865-1B74-0E15-2B7D-5157211CB175}"/>
                  </a:ext>
                </a:extLst>
              </p:cNvPr>
              <p:cNvSpPr>
                <a:spLocks noChangeShapeType="1"/>
              </p:cNvSpPr>
              <p:nvPr userDrawn="1"/>
            </p:nvSpPr>
            <p:spPr bwMode="gray">
              <a:xfrm flipH="1" flipV="1">
                <a:off x="2553" y="2167"/>
                <a:ext cx="191"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77" name="Freeform 676">
                <a:extLst>
                  <a:ext uri="{FF2B5EF4-FFF2-40B4-BE49-F238E27FC236}">
                    <a16:creationId xmlns:a16="http://schemas.microsoft.com/office/drawing/2014/main" id="{1F27B9F0-4C04-F772-5088-3F097B323BE2}"/>
                  </a:ext>
                </a:extLst>
              </p:cNvPr>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78" name="Freeform 677">
                <a:extLst>
                  <a:ext uri="{FF2B5EF4-FFF2-40B4-BE49-F238E27FC236}">
                    <a16:creationId xmlns:a16="http://schemas.microsoft.com/office/drawing/2014/main" id="{3C63E1FA-B6F2-F648-E61F-591388E8EA97}"/>
                  </a:ext>
                </a:extLst>
              </p:cNvPr>
              <p:cNvSpPr>
                <a:spLocks/>
              </p:cNvSpPr>
              <p:nvPr userDrawn="1"/>
            </p:nvSpPr>
            <p:spPr bwMode="gray">
              <a:xfrm>
                <a:off x="2688" y="840"/>
                <a:ext cx="3" cy="7"/>
              </a:xfrm>
              <a:custGeom>
                <a:avLst/>
                <a:gdLst>
                  <a:gd name="T0" fmla="*/ 2 w 3"/>
                  <a:gd name="T1" fmla="*/ 7 h 7"/>
                  <a:gd name="T2" fmla="*/ 3 w 3"/>
                  <a:gd name="T3" fmla="*/ 5 h 7"/>
                  <a:gd name="T4" fmla="*/ 3 w 3"/>
                  <a:gd name="T5" fmla="*/ 3 h 7"/>
                  <a:gd name="T6" fmla="*/ 3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79" name="Freeform 678">
                <a:extLst>
                  <a:ext uri="{FF2B5EF4-FFF2-40B4-BE49-F238E27FC236}">
                    <a16:creationId xmlns:a16="http://schemas.microsoft.com/office/drawing/2014/main" id="{28C2B54D-6498-BD42-EE09-D256DAAA73CF}"/>
                  </a:ext>
                </a:extLst>
              </p:cNvPr>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80" name="Line 679">
                <a:extLst>
                  <a:ext uri="{FF2B5EF4-FFF2-40B4-BE49-F238E27FC236}">
                    <a16:creationId xmlns:a16="http://schemas.microsoft.com/office/drawing/2014/main" id="{CED41B76-954E-3C4C-5F57-842AF3B499CB}"/>
                  </a:ext>
                </a:extLst>
              </p:cNvPr>
              <p:cNvSpPr>
                <a:spLocks noChangeShapeType="1"/>
              </p:cNvSpPr>
              <p:nvPr userDrawn="1"/>
            </p:nvSpPr>
            <p:spPr bwMode="gray">
              <a:xfrm flipH="1">
                <a:off x="2530" y="836"/>
                <a:ext cx="167"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81" name="Line 680">
                <a:extLst>
                  <a:ext uri="{FF2B5EF4-FFF2-40B4-BE49-F238E27FC236}">
                    <a16:creationId xmlns:a16="http://schemas.microsoft.com/office/drawing/2014/main" id="{899E0D4A-351C-256D-6F03-7B4C66E7CD90}"/>
                  </a:ext>
                </a:extLst>
              </p:cNvPr>
              <p:cNvSpPr>
                <a:spLocks noChangeShapeType="1"/>
              </p:cNvSpPr>
              <p:nvPr userDrawn="1"/>
            </p:nvSpPr>
            <p:spPr bwMode="gray">
              <a:xfrm flipH="1">
                <a:off x="2529" y="847"/>
                <a:ext cx="161"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82" name="Freeform 681">
                <a:extLst>
                  <a:ext uri="{FF2B5EF4-FFF2-40B4-BE49-F238E27FC236}">
                    <a16:creationId xmlns:a16="http://schemas.microsoft.com/office/drawing/2014/main" id="{C58577A5-00DA-89F9-9F2C-13FE263DEE58}"/>
                  </a:ext>
                </a:extLst>
              </p:cNvPr>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83" name="Line 682">
                <a:extLst>
                  <a:ext uri="{FF2B5EF4-FFF2-40B4-BE49-F238E27FC236}">
                    <a16:creationId xmlns:a16="http://schemas.microsoft.com/office/drawing/2014/main" id="{B6501790-E6D9-DB39-AE41-29D65E1F9916}"/>
                  </a:ext>
                </a:extLst>
              </p:cNvPr>
              <p:cNvSpPr>
                <a:spLocks noChangeShapeType="1"/>
              </p:cNvSpPr>
              <p:nvPr userDrawn="1"/>
            </p:nvSpPr>
            <p:spPr bwMode="gray">
              <a:xfrm flipV="1">
                <a:off x="2539" y="833"/>
                <a:ext cx="170" cy="8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84" name="Freeform 683">
                <a:extLst>
                  <a:ext uri="{FF2B5EF4-FFF2-40B4-BE49-F238E27FC236}">
                    <a16:creationId xmlns:a16="http://schemas.microsoft.com/office/drawing/2014/main" id="{D90F96B7-4165-FF5D-B97F-393E78C6BB91}"/>
                  </a:ext>
                </a:extLst>
              </p:cNvPr>
              <p:cNvSpPr>
                <a:spLocks/>
              </p:cNvSpPr>
              <p:nvPr userDrawn="1"/>
            </p:nvSpPr>
            <p:spPr bwMode="gray">
              <a:xfrm>
                <a:off x="2690" y="833"/>
                <a:ext cx="19" cy="14"/>
              </a:xfrm>
              <a:custGeom>
                <a:avLst/>
                <a:gdLst>
                  <a:gd name="T0" fmla="*/ 0 w 19"/>
                  <a:gd name="T1" fmla="*/ 14 h 14"/>
                  <a:gd name="T2" fmla="*/ 3 w 19"/>
                  <a:gd name="T3" fmla="*/ 8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85" name="Freeform 684">
                <a:extLst>
                  <a:ext uri="{FF2B5EF4-FFF2-40B4-BE49-F238E27FC236}">
                    <a16:creationId xmlns:a16="http://schemas.microsoft.com/office/drawing/2014/main" id="{5780CABF-69FD-5536-738B-477080159C41}"/>
                  </a:ext>
                </a:extLst>
              </p:cNvPr>
              <p:cNvSpPr>
                <a:spLocks/>
              </p:cNvSpPr>
              <p:nvPr userDrawn="1"/>
            </p:nvSpPr>
            <p:spPr bwMode="gray">
              <a:xfrm>
                <a:off x="2527" y="1043"/>
                <a:ext cx="5" cy="8"/>
              </a:xfrm>
              <a:custGeom>
                <a:avLst/>
                <a:gdLst>
                  <a:gd name="T0" fmla="*/ 2 w 5"/>
                  <a:gd name="T1" fmla="*/ 0 h 8"/>
                  <a:gd name="T2" fmla="*/ 0 w 5"/>
                  <a:gd name="T3" fmla="*/ 3 h 8"/>
                  <a:gd name="T4" fmla="*/ 0 w 5"/>
                  <a:gd name="T5" fmla="*/ 5 h 8"/>
                  <a:gd name="T6" fmla="*/ 2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86" name="Line 685">
                <a:extLst>
                  <a:ext uri="{FF2B5EF4-FFF2-40B4-BE49-F238E27FC236}">
                    <a16:creationId xmlns:a16="http://schemas.microsoft.com/office/drawing/2014/main" id="{0737DDE1-A728-897D-0EBC-3B5B547422BF}"/>
                  </a:ext>
                </a:extLst>
              </p:cNvPr>
              <p:cNvSpPr>
                <a:spLocks noChangeShapeType="1"/>
              </p:cNvSpPr>
              <p:nvPr userDrawn="1"/>
            </p:nvSpPr>
            <p:spPr bwMode="gray">
              <a:xfrm>
                <a:off x="2525" y="929"/>
                <a:ext cx="2"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87" name="Line 686">
                <a:extLst>
                  <a:ext uri="{FF2B5EF4-FFF2-40B4-BE49-F238E27FC236}">
                    <a16:creationId xmlns:a16="http://schemas.microsoft.com/office/drawing/2014/main" id="{54626F42-3FA1-A17C-385C-779DBD365FBF}"/>
                  </a:ext>
                </a:extLst>
              </p:cNvPr>
              <p:cNvSpPr>
                <a:spLocks noChangeShapeType="1"/>
              </p:cNvSpPr>
              <p:nvPr userDrawn="1"/>
            </p:nvSpPr>
            <p:spPr bwMode="gray">
              <a:xfrm>
                <a:off x="2529" y="925"/>
                <a:ext cx="1"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88" name="Freeform 687">
                <a:extLst>
                  <a:ext uri="{FF2B5EF4-FFF2-40B4-BE49-F238E27FC236}">
                    <a16:creationId xmlns:a16="http://schemas.microsoft.com/office/drawing/2014/main" id="{94221159-7365-9798-081B-A1193EA72EF9}"/>
                  </a:ext>
                </a:extLst>
              </p:cNvPr>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89" name="Line 688">
                <a:extLst>
                  <a:ext uri="{FF2B5EF4-FFF2-40B4-BE49-F238E27FC236}">
                    <a16:creationId xmlns:a16="http://schemas.microsoft.com/office/drawing/2014/main" id="{2C2648FE-FC0C-46CB-A1DB-63EC90C6D838}"/>
                  </a:ext>
                </a:extLst>
              </p:cNvPr>
              <p:cNvSpPr>
                <a:spLocks noChangeShapeType="1"/>
              </p:cNvSpPr>
              <p:nvPr userDrawn="1"/>
            </p:nvSpPr>
            <p:spPr bwMode="gray">
              <a:xfrm flipH="1" flipV="1">
                <a:off x="2530" y="934"/>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90" name="Freeform 689">
                <a:extLst>
                  <a:ext uri="{FF2B5EF4-FFF2-40B4-BE49-F238E27FC236}">
                    <a16:creationId xmlns:a16="http://schemas.microsoft.com/office/drawing/2014/main" id="{946F3811-CCEB-0B30-CD03-3CEA424D168A}"/>
                  </a:ext>
                </a:extLst>
              </p:cNvPr>
              <p:cNvSpPr>
                <a:spLocks/>
              </p:cNvSpPr>
              <p:nvPr userDrawn="1"/>
            </p:nvSpPr>
            <p:spPr bwMode="gray">
              <a:xfrm>
                <a:off x="2525" y="925"/>
                <a:ext cx="5" cy="9"/>
              </a:xfrm>
              <a:custGeom>
                <a:avLst/>
                <a:gdLst>
                  <a:gd name="T0" fmla="*/ 5 w 5"/>
                  <a:gd name="T1" fmla="*/ 9 h 9"/>
                  <a:gd name="T2" fmla="*/ 2 w 5"/>
                  <a:gd name="T3" fmla="*/ 7 h 9"/>
                  <a:gd name="T4" fmla="*/ 0 w 5"/>
                  <a:gd name="T5" fmla="*/ 4 h 9"/>
                  <a:gd name="T6" fmla="*/ 0 w 5"/>
                  <a:gd name="T7" fmla="*/ 2 h 9"/>
                  <a:gd name="T8" fmla="*/ 4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91" name="Freeform 690">
                <a:extLst>
                  <a:ext uri="{FF2B5EF4-FFF2-40B4-BE49-F238E27FC236}">
                    <a16:creationId xmlns:a16="http://schemas.microsoft.com/office/drawing/2014/main" id="{252FAA8D-EA7B-20A4-3CA7-B9EF5ACD288C}"/>
                  </a:ext>
                </a:extLst>
              </p:cNvPr>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92" name="Freeform 691">
                <a:extLst>
                  <a:ext uri="{FF2B5EF4-FFF2-40B4-BE49-F238E27FC236}">
                    <a16:creationId xmlns:a16="http://schemas.microsoft.com/office/drawing/2014/main" id="{3FE46463-EAA1-035A-883F-7768BE778D8E}"/>
                  </a:ext>
                </a:extLst>
              </p:cNvPr>
              <p:cNvSpPr>
                <a:spLocks/>
              </p:cNvSpPr>
              <p:nvPr userDrawn="1"/>
            </p:nvSpPr>
            <p:spPr bwMode="gray">
              <a:xfrm>
                <a:off x="2861" y="754"/>
                <a:ext cx="19" cy="2"/>
              </a:xfrm>
              <a:custGeom>
                <a:avLst/>
                <a:gdLst>
                  <a:gd name="T0" fmla="*/ 19 w 19"/>
                  <a:gd name="T1" fmla="*/ 0 h 2"/>
                  <a:gd name="T2" fmla="*/ 14 w 19"/>
                  <a:gd name="T3" fmla="*/ 2 h 2"/>
                  <a:gd name="T4" fmla="*/ 7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93" name="Freeform 692">
                <a:extLst>
                  <a:ext uri="{FF2B5EF4-FFF2-40B4-BE49-F238E27FC236}">
                    <a16:creationId xmlns:a16="http://schemas.microsoft.com/office/drawing/2014/main" id="{1D8F8A40-3992-1EC4-9F41-617B1F944A97}"/>
                  </a:ext>
                </a:extLst>
              </p:cNvPr>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94" name="Freeform 693">
                <a:extLst>
                  <a:ext uri="{FF2B5EF4-FFF2-40B4-BE49-F238E27FC236}">
                    <a16:creationId xmlns:a16="http://schemas.microsoft.com/office/drawing/2014/main" id="{55D412C8-4193-239A-B3B9-33ED9A07084E}"/>
                  </a:ext>
                </a:extLst>
              </p:cNvPr>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95" name="Line 694">
                <a:extLst>
                  <a:ext uri="{FF2B5EF4-FFF2-40B4-BE49-F238E27FC236}">
                    <a16:creationId xmlns:a16="http://schemas.microsoft.com/office/drawing/2014/main" id="{DFC55F45-591D-BF53-D3BF-91F06CD7CB5D}"/>
                  </a:ext>
                </a:extLst>
              </p:cNvPr>
              <p:cNvSpPr>
                <a:spLocks noChangeShapeType="1"/>
              </p:cNvSpPr>
              <p:nvPr userDrawn="1"/>
            </p:nvSpPr>
            <p:spPr bwMode="gray">
              <a:xfrm flipH="1">
                <a:off x="2880" y="672"/>
                <a:ext cx="156"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96" name="Line 695">
                <a:extLst>
                  <a:ext uri="{FF2B5EF4-FFF2-40B4-BE49-F238E27FC236}">
                    <a16:creationId xmlns:a16="http://schemas.microsoft.com/office/drawing/2014/main" id="{A0735499-4C10-148F-B0D7-5C4BAEAEE674}"/>
                  </a:ext>
                </a:extLst>
              </p:cNvPr>
              <p:cNvSpPr>
                <a:spLocks noChangeShapeType="1"/>
              </p:cNvSpPr>
              <p:nvPr userDrawn="1"/>
            </p:nvSpPr>
            <p:spPr bwMode="gray">
              <a:xfrm flipH="1">
                <a:off x="2880" y="680"/>
                <a:ext cx="15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97" name="Freeform 696">
                <a:extLst>
                  <a:ext uri="{FF2B5EF4-FFF2-40B4-BE49-F238E27FC236}">
                    <a16:creationId xmlns:a16="http://schemas.microsoft.com/office/drawing/2014/main" id="{EAB5CF30-993A-7C67-CA19-4A98040D5EF6}"/>
                  </a:ext>
                </a:extLst>
              </p:cNvPr>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98" name="Line 697">
                <a:extLst>
                  <a:ext uri="{FF2B5EF4-FFF2-40B4-BE49-F238E27FC236}">
                    <a16:creationId xmlns:a16="http://schemas.microsoft.com/office/drawing/2014/main" id="{9B265590-A9EA-BF7F-A4A1-006A97184363}"/>
                  </a:ext>
                </a:extLst>
              </p:cNvPr>
              <p:cNvSpPr>
                <a:spLocks noChangeShapeType="1"/>
              </p:cNvSpPr>
              <p:nvPr userDrawn="1"/>
            </p:nvSpPr>
            <p:spPr bwMode="gray">
              <a:xfrm flipV="1">
                <a:off x="2884" y="670"/>
                <a:ext cx="159"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99" name="Freeform 698">
                <a:extLst>
                  <a:ext uri="{FF2B5EF4-FFF2-40B4-BE49-F238E27FC236}">
                    <a16:creationId xmlns:a16="http://schemas.microsoft.com/office/drawing/2014/main" id="{01C84228-4F09-C8B2-CE97-992823718531}"/>
                  </a:ext>
                </a:extLst>
              </p:cNvPr>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00" name="Freeform 699">
                <a:extLst>
                  <a:ext uri="{FF2B5EF4-FFF2-40B4-BE49-F238E27FC236}">
                    <a16:creationId xmlns:a16="http://schemas.microsoft.com/office/drawing/2014/main" id="{4DD1632B-E335-A67B-4896-EF01565E21EC}"/>
                  </a:ext>
                </a:extLst>
              </p:cNvPr>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01" name="Line 700">
                <a:extLst>
                  <a:ext uri="{FF2B5EF4-FFF2-40B4-BE49-F238E27FC236}">
                    <a16:creationId xmlns:a16="http://schemas.microsoft.com/office/drawing/2014/main" id="{8CD6048F-AAB1-ADDF-83AB-754CBF3F5C16}"/>
                  </a:ext>
                </a:extLst>
              </p:cNvPr>
              <p:cNvSpPr>
                <a:spLocks noChangeShapeType="1"/>
              </p:cNvSpPr>
              <p:nvPr userDrawn="1"/>
            </p:nvSpPr>
            <p:spPr bwMode="gray">
              <a:xfrm flipV="1">
                <a:off x="2920" y="913"/>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02" name="Line 701">
                <a:extLst>
                  <a:ext uri="{FF2B5EF4-FFF2-40B4-BE49-F238E27FC236}">
                    <a16:creationId xmlns:a16="http://schemas.microsoft.com/office/drawing/2014/main" id="{C40A2CBA-EAF9-B04C-F31F-E487F879460E}"/>
                  </a:ext>
                </a:extLst>
              </p:cNvPr>
              <p:cNvSpPr>
                <a:spLocks noChangeShapeType="1"/>
              </p:cNvSpPr>
              <p:nvPr userDrawn="1"/>
            </p:nvSpPr>
            <p:spPr bwMode="gray">
              <a:xfrm flipV="1">
                <a:off x="2912" y="917"/>
                <a:ext cx="1"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03" name="Freeform 702">
                <a:extLst>
                  <a:ext uri="{FF2B5EF4-FFF2-40B4-BE49-F238E27FC236}">
                    <a16:creationId xmlns:a16="http://schemas.microsoft.com/office/drawing/2014/main" id="{4B33C7C2-A494-9BD9-E41B-9D335AB7CD46}"/>
                  </a:ext>
                </a:extLst>
              </p:cNvPr>
              <p:cNvSpPr>
                <a:spLocks/>
              </p:cNvSpPr>
              <p:nvPr userDrawn="1"/>
            </p:nvSpPr>
            <p:spPr bwMode="gray">
              <a:xfrm>
                <a:off x="2912" y="913"/>
                <a:ext cx="21" cy="4"/>
              </a:xfrm>
              <a:custGeom>
                <a:avLst/>
                <a:gdLst>
                  <a:gd name="T0" fmla="*/ 0 w 21"/>
                  <a:gd name="T1" fmla="*/ 4 h 4"/>
                  <a:gd name="T2" fmla="*/ 7 w 21"/>
                  <a:gd name="T3" fmla="*/ 0 h 4"/>
                  <a:gd name="T4" fmla="*/ 14 w 21"/>
                  <a:gd name="T5" fmla="*/ 0 h 4"/>
                  <a:gd name="T6" fmla="*/ 21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04" name="Line 703">
                <a:extLst>
                  <a:ext uri="{FF2B5EF4-FFF2-40B4-BE49-F238E27FC236}">
                    <a16:creationId xmlns:a16="http://schemas.microsoft.com/office/drawing/2014/main" id="{C7096147-9FCD-6743-7F11-90E7BC44540C}"/>
                  </a:ext>
                </a:extLst>
              </p:cNvPr>
              <p:cNvSpPr>
                <a:spLocks noChangeShapeType="1"/>
              </p:cNvSpPr>
              <p:nvPr userDrawn="1"/>
            </p:nvSpPr>
            <p:spPr bwMode="gray">
              <a:xfrm flipH="1">
                <a:off x="2931" y="915"/>
                <a:ext cx="2" cy="23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05" name="Freeform 704">
                <a:extLst>
                  <a:ext uri="{FF2B5EF4-FFF2-40B4-BE49-F238E27FC236}">
                    <a16:creationId xmlns:a16="http://schemas.microsoft.com/office/drawing/2014/main" id="{346C6AF3-1D62-EAC7-D32D-A360E77E3BF1}"/>
                  </a:ext>
                </a:extLst>
              </p:cNvPr>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06" name="Freeform 705">
                <a:extLst>
                  <a:ext uri="{FF2B5EF4-FFF2-40B4-BE49-F238E27FC236}">
                    <a16:creationId xmlns:a16="http://schemas.microsoft.com/office/drawing/2014/main" id="{7867A14C-8707-0681-409A-3410DE055694}"/>
                  </a:ext>
                </a:extLst>
              </p:cNvPr>
              <p:cNvSpPr>
                <a:spLocks/>
              </p:cNvSpPr>
              <p:nvPr userDrawn="1"/>
            </p:nvSpPr>
            <p:spPr bwMode="gray">
              <a:xfrm>
                <a:off x="2842" y="929"/>
                <a:ext cx="12" cy="16"/>
              </a:xfrm>
              <a:custGeom>
                <a:avLst/>
                <a:gdLst>
                  <a:gd name="T0" fmla="*/ 12 w 12"/>
                  <a:gd name="T1" fmla="*/ 16 h 16"/>
                  <a:gd name="T2" fmla="*/ 10 w 12"/>
                  <a:gd name="T3" fmla="*/ 10 h 16"/>
                  <a:gd name="T4" fmla="*/ 9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07" name="Line 706">
                <a:extLst>
                  <a:ext uri="{FF2B5EF4-FFF2-40B4-BE49-F238E27FC236}">
                    <a16:creationId xmlns:a16="http://schemas.microsoft.com/office/drawing/2014/main" id="{18A682FB-F8C2-BB49-2265-9809BE8F4AF7}"/>
                  </a:ext>
                </a:extLst>
              </p:cNvPr>
              <p:cNvSpPr>
                <a:spLocks noChangeShapeType="1"/>
              </p:cNvSpPr>
              <p:nvPr userDrawn="1"/>
            </p:nvSpPr>
            <p:spPr bwMode="gray">
              <a:xfrm flipH="1">
                <a:off x="2749" y="903"/>
                <a:ext cx="164"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08" name="Line 707">
                <a:extLst>
                  <a:ext uri="{FF2B5EF4-FFF2-40B4-BE49-F238E27FC236}">
                    <a16:creationId xmlns:a16="http://schemas.microsoft.com/office/drawing/2014/main" id="{DF69E2AB-7A8E-950C-7ABC-9915AB34099E}"/>
                  </a:ext>
                </a:extLst>
              </p:cNvPr>
              <p:cNvSpPr>
                <a:spLocks noChangeShapeType="1"/>
              </p:cNvSpPr>
              <p:nvPr userDrawn="1"/>
            </p:nvSpPr>
            <p:spPr bwMode="gray">
              <a:xfrm flipH="1">
                <a:off x="2753" y="917"/>
                <a:ext cx="159"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09" name="Freeform 708">
                <a:extLst>
                  <a:ext uri="{FF2B5EF4-FFF2-40B4-BE49-F238E27FC236}">
                    <a16:creationId xmlns:a16="http://schemas.microsoft.com/office/drawing/2014/main" id="{587A617C-259F-E4EF-C6A6-EA35BE36BFEA}"/>
                  </a:ext>
                </a:extLst>
              </p:cNvPr>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10" name="Line 709">
                <a:extLst>
                  <a:ext uri="{FF2B5EF4-FFF2-40B4-BE49-F238E27FC236}">
                    <a16:creationId xmlns:a16="http://schemas.microsoft.com/office/drawing/2014/main" id="{48F1C135-832C-DA33-69DC-AD77A7F86413}"/>
                  </a:ext>
                </a:extLst>
              </p:cNvPr>
              <p:cNvSpPr>
                <a:spLocks noChangeShapeType="1"/>
              </p:cNvSpPr>
              <p:nvPr userDrawn="1"/>
            </p:nvSpPr>
            <p:spPr bwMode="gray">
              <a:xfrm flipV="1">
                <a:off x="2740" y="896"/>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11" name="Freeform 710">
                <a:extLst>
                  <a:ext uri="{FF2B5EF4-FFF2-40B4-BE49-F238E27FC236}">
                    <a16:creationId xmlns:a16="http://schemas.microsoft.com/office/drawing/2014/main" id="{D0B56254-9075-0B6A-96D4-35622BFFB844}"/>
                  </a:ext>
                </a:extLst>
              </p:cNvPr>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12" name="Freeform 711">
                <a:extLst>
                  <a:ext uri="{FF2B5EF4-FFF2-40B4-BE49-F238E27FC236}">
                    <a16:creationId xmlns:a16="http://schemas.microsoft.com/office/drawing/2014/main" id="{B2DCCD29-B53B-E6AC-B2E9-086056576AB8}"/>
                  </a:ext>
                </a:extLst>
              </p:cNvPr>
              <p:cNvSpPr>
                <a:spLocks/>
              </p:cNvSpPr>
              <p:nvPr userDrawn="1"/>
            </p:nvSpPr>
            <p:spPr bwMode="gray">
              <a:xfrm>
                <a:off x="2732" y="1116"/>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13" name="Line 712">
                <a:extLst>
                  <a:ext uri="{FF2B5EF4-FFF2-40B4-BE49-F238E27FC236}">
                    <a16:creationId xmlns:a16="http://schemas.microsoft.com/office/drawing/2014/main" id="{F7EDD9E2-4382-8B36-D4FA-1C1AB68B28E3}"/>
                  </a:ext>
                </a:extLst>
              </p:cNvPr>
              <p:cNvSpPr>
                <a:spLocks noChangeShapeType="1"/>
              </p:cNvSpPr>
              <p:nvPr userDrawn="1"/>
            </p:nvSpPr>
            <p:spPr bwMode="gray">
              <a:xfrm>
                <a:off x="2742" y="999"/>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14" name="Line 713">
                <a:extLst>
                  <a:ext uri="{FF2B5EF4-FFF2-40B4-BE49-F238E27FC236}">
                    <a16:creationId xmlns:a16="http://schemas.microsoft.com/office/drawing/2014/main" id="{323A4B20-E6DA-9F88-4D5D-63F4D452EAFB}"/>
                  </a:ext>
                </a:extLst>
              </p:cNvPr>
              <p:cNvSpPr>
                <a:spLocks noChangeShapeType="1"/>
              </p:cNvSpPr>
              <p:nvPr userDrawn="1"/>
            </p:nvSpPr>
            <p:spPr bwMode="gray">
              <a:xfrm>
                <a:off x="2753" y="997"/>
                <a:ext cx="1"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15" name="Freeform 714">
                <a:extLst>
                  <a:ext uri="{FF2B5EF4-FFF2-40B4-BE49-F238E27FC236}">
                    <a16:creationId xmlns:a16="http://schemas.microsoft.com/office/drawing/2014/main" id="{139B5F3B-819B-93BB-8040-CF123BC14003}"/>
                  </a:ext>
                </a:extLst>
              </p:cNvPr>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16" name="Line 715">
                <a:extLst>
                  <a:ext uri="{FF2B5EF4-FFF2-40B4-BE49-F238E27FC236}">
                    <a16:creationId xmlns:a16="http://schemas.microsoft.com/office/drawing/2014/main" id="{A73868F3-2213-9B8E-96EB-8ACA20ED7772}"/>
                  </a:ext>
                </a:extLst>
              </p:cNvPr>
              <p:cNvSpPr>
                <a:spLocks noChangeShapeType="1"/>
              </p:cNvSpPr>
              <p:nvPr userDrawn="1"/>
            </p:nvSpPr>
            <p:spPr bwMode="gray">
              <a:xfrm flipV="1">
                <a:off x="2732" y="997"/>
                <a:ext cx="1" cy="23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17" name="Freeform 716">
                <a:extLst>
                  <a:ext uri="{FF2B5EF4-FFF2-40B4-BE49-F238E27FC236}">
                    <a16:creationId xmlns:a16="http://schemas.microsoft.com/office/drawing/2014/main" id="{27247E76-36BB-C9A4-12E4-86F621DD5601}"/>
                  </a:ext>
                </a:extLst>
              </p:cNvPr>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18" name="Freeform 717">
                <a:extLst>
                  <a:ext uri="{FF2B5EF4-FFF2-40B4-BE49-F238E27FC236}">
                    <a16:creationId xmlns:a16="http://schemas.microsoft.com/office/drawing/2014/main" id="{09384BE2-41D9-9E25-F559-042B11D8B0B8}"/>
                  </a:ext>
                </a:extLst>
              </p:cNvPr>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19" name="Line 718">
                <a:extLst>
                  <a:ext uri="{FF2B5EF4-FFF2-40B4-BE49-F238E27FC236}">
                    <a16:creationId xmlns:a16="http://schemas.microsoft.com/office/drawing/2014/main" id="{D6FAD511-9FA5-B79C-AB48-C06AFA815949}"/>
                  </a:ext>
                </a:extLst>
              </p:cNvPr>
              <p:cNvSpPr>
                <a:spLocks noChangeShapeType="1"/>
              </p:cNvSpPr>
              <p:nvPr userDrawn="1"/>
            </p:nvSpPr>
            <p:spPr bwMode="gray">
              <a:xfrm flipV="1">
                <a:off x="2749" y="1156"/>
                <a:ext cx="163" cy="8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20" name="Line 719">
                <a:extLst>
                  <a:ext uri="{FF2B5EF4-FFF2-40B4-BE49-F238E27FC236}">
                    <a16:creationId xmlns:a16="http://schemas.microsoft.com/office/drawing/2014/main" id="{A78F60FA-6D8B-ABEB-0DDA-764B1612E7AA}"/>
                  </a:ext>
                </a:extLst>
              </p:cNvPr>
              <p:cNvSpPr>
                <a:spLocks noChangeShapeType="1"/>
              </p:cNvSpPr>
              <p:nvPr userDrawn="1"/>
            </p:nvSpPr>
            <p:spPr bwMode="gray">
              <a:xfrm flipV="1">
                <a:off x="2753" y="1149"/>
                <a:ext cx="159"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21" name="Freeform 720">
                <a:extLst>
                  <a:ext uri="{FF2B5EF4-FFF2-40B4-BE49-F238E27FC236}">
                    <a16:creationId xmlns:a16="http://schemas.microsoft.com/office/drawing/2014/main" id="{DFFCBB93-3919-86E1-15C7-ED4B9522C5B3}"/>
                  </a:ext>
                </a:extLst>
              </p:cNvPr>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22" name="Line 721">
                <a:extLst>
                  <a:ext uri="{FF2B5EF4-FFF2-40B4-BE49-F238E27FC236}">
                    <a16:creationId xmlns:a16="http://schemas.microsoft.com/office/drawing/2014/main" id="{926C467E-ED43-C19F-E72E-7F4457C185F4}"/>
                  </a:ext>
                </a:extLst>
              </p:cNvPr>
              <p:cNvSpPr>
                <a:spLocks noChangeShapeType="1"/>
              </p:cNvSpPr>
              <p:nvPr userDrawn="1"/>
            </p:nvSpPr>
            <p:spPr bwMode="gray">
              <a:xfrm flipH="1">
                <a:off x="2740" y="1154"/>
                <a:ext cx="168" cy="9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23" name="Freeform 722">
                <a:extLst>
                  <a:ext uri="{FF2B5EF4-FFF2-40B4-BE49-F238E27FC236}">
                    <a16:creationId xmlns:a16="http://schemas.microsoft.com/office/drawing/2014/main" id="{60221F46-27AC-8602-F36D-4D27C651A0B7}"/>
                  </a:ext>
                </a:extLst>
              </p:cNvPr>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24" name="Freeform 723">
                <a:extLst>
                  <a:ext uri="{FF2B5EF4-FFF2-40B4-BE49-F238E27FC236}">
                    <a16:creationId xmlns:a16="http://schemas.microsoft.com/office/drawing/2014/main" id="{A614A0D7-6DB5-32F8-422E-E492226FA05F}"/>
                  </a:ext>
                </a:extLst>
              </p:cNvPr>
              <p:cNvSpPr>
                <a:spLocks/>
              </p:cNvSpPr>
              <p:nvPr userDrawn="1"/>
            </p:nvSpPr>
            <p:spPr bwMode="gray">
              <a:xfrm>
                <a:off x="3099" y="820"/>
                <a:ext cx="5" cy="7"/>
              </a:xfrm>
              <a:custGeom>
                <a:avLst/>
                <a:gdLst>
                  <a:gd name="T0" fmla="*/ 3 w 5"/>
                  <a:gd name="T1" fmla="*/ 0 h 7"/>
                  <a:gd name="T2" fmla="*/ 0 w 5"/>
                  <a:gd name="T3" fmla="*/ 2 h 7"/>
                  <a:gd name="T4" fmla="*/ 0 w 5"/>
                  <a:gd name="T5" fmla="*/ 4 h 7"/>
                  <a:gd name="T6" fmla="*/ 2 w 5"/>
                  <a:gd name="T7" fmla="*/ 6 h 7"/>
                  <a:gd name="T8" fmla="*/ 3 w 5"/>
                  <a:gd name="T9" fmla="*/ 7 h 7"/>
                  <a:gd name="T10" fmla="*/ 5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25" name="Line 724">
                <a:extLst>
                  <a:ext uri="{FF2B5EF4-FFF2-40B4-BE49-F238E27FC236}">
                    <a16:creationId xmlns:a16="http://schemas.microsoft.com/office/drawing/2014/main" id="{CC9024E4-3B92-CFBB-968B-11822956BB96}"/>
                  </a:ext>
                </a:extLst>
              </p:cNvPr>
              <p:cNvSpPr>
                <a:spLocks noChangeShapeType="1"/>
              </p:cNvSpPr>
              <p:nvPr userDrawn="1"/>
            </p:nvSpPr>
            <p:spPr bwMode="gray">
              <a:xfrm flipV="1">
                <a:off x="3253" y="742"/>
                <a:ext cx="2" cy="1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26" name="Line 725">
                <a:extLst>
                  <a:ext uri="{FF2B5EF4-FFF2-40B4-BE49-F238E27FC236}">
                    <a16:creationId xmlns:a16="http://schemas.microsoft.com/office/drawing/2014/main" id="{E6859F28-D8B7-1F7B-E22F-8C5ACF8ABC79}"/>
                  </a:ext>
                </a:extLst>
              </p:cNvPr>
              <p:cNvSpPr>
                <a:spLocks noChangeShapeType="1"/>
              </p:cNvSpPr>
              <p:nvPr userDrawn="1"/>
            </p:nvSpPr>
            <p:spPr bwMode="gray">
              <a:xfrm flipV="1">
                <a:off x="3249" y="745"/>
                <a:ext cx="2" cy="10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27" name="Freeform 726">
                <a:extLst>
                  <a:ext uri="{FF2B5EF4-FFF2-40B4-BE49-F238E27FC236}">
                    <a16:creationId xmlns:a16="http://schemas.microsoft.com/office/drawing/2014/main" id="{57FE9C57-2A34-FEB0-C018-0E391BBC3146}"/>
                  </a:ext>
                </a:extLst>
              </p:cNvPr>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28" name="Line 727">
                <a:extLst>
                  <a:ext uri="{FF2B5EF4-FFF2-40B4-BE49-F238E27FC236}">
                    <a16:creationId xmlns:a16="http://schemas.microsoft.com/office/drawing/2014/main" id="{A2D26A37-CE47-604F-ADFE-B506475858E1}"/>
                  </a:ext>
                </a:extLst>
              </p:cNvPr>
              <p:cNvSpPr>
                <a:spLocks noChangeShapeType="1"/>
              </p:cNvSpPr>
              <p:nvPr userDrawn="1"/>
            </p:nvSpPr>
            <p:spPr bwMode="gray">
              <a:xfrm flipH="1">
                <a:off x="3246" y="738"/>
                <a:ext cx="3" cy="1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29" name="Freeform 728">
                <a:extLst>
                  <a:ext uri="{FF2B5EF4-FFF2-40B4-BE49-F238E27FC236}">
                    <a16:creationId xmlns:a16="http://schemas.microsoft.com/office/drawing/2014/main" id="{1858C577-8732-ADF4-71FF-82CC94908888}"/>
                  </a:ext>
                </a:extLst>
              </p:cNvPr>
              <p:cNvSpPr>
                <a:spLocks/>
              </p:cNvSpPr>
              <p:nvPr userDrawn="1"/>
            </p:nvSpPr>
            <p:spPr bwMode="gray">
              <a:xfrm>
                <a:off x="3146" y="777"/>
                <a:ext cx="12" cy="15"/>
              </a:xfrm>
              <a:custGeom>
                <a:avLst/>
                <a:gdLst>
                  <a:gd name="T0" fmla="*/ 12 w 12"/>
                  <a:gd name="T1" fmla="*/ 15 h 15"/>
                  <a:gd name="T2" fmla="*/ 11 w 12"/>
                  <a:gd name="T3" fmla="*/ 10 h 15"/>
                  <a:gd name="T4" fmla="*/ 9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30" name="Line 729">
                <a:extLst>
                  <a:ext uri="{FF2B5EF4-FFF2-40B4-BE49-F238E27FC236}">
                    <a16:creationId xmlns:a16="http://schemas.microsoft.com/office/drawing/2014/main" id="{55C0F0ED-15D4-AA43-F839-7B174DBBAD38}"/>
                  </a:ext>
                </a:extLst>
              </p:cNvPr>
              <p:cNvSpPr>
                <a:spLocks noChangeShapeType="1"/>
              </p:cNvSpPr>
              <p:nvPr userDrawn="1"/>
            </p:nvSpPr>
            <p:spPr bwMode="gray">
              <a:xfrm flipH="1">
                <a:off x="3094" y="735"/>
                <a:ext cx="155"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31" name="Line 730">
                <a:extLst>
                  <a:ext uri="{FF2B5EF4-FFF2-40B4-BE49-F238E27FC236}">
                    <a16:creationId xmlns:a16="http://schemas.microsoft.com/office/drawing/2014/main" id="{9C2415CA-DDCC-C526-B883-42BEBA151B73}"/>
                  </a:ext>
                </a:extLst>
              </p:cNvPr>
              <p:cNvSpPr>
                <a:spLocks noChangeShapeType="1"/>
              </p:cNvSpPr>
              <p:nvPr userDrawn="1"/>
            </p:nvSpPr>
            <p:spPr bwMode="gray">
              <a:xfrm flipH="1">
                <a:off x="3102" y="745"/>
                <a:ext cx="149"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32" name="Freeform 731">
                <a:extLst>
                  <a:ext uri="{FF2B5EF4-FFF2-40B4-BE49-F238E27FC236}">
                    <a16:creationId xmlns:a16="http://schemas.microsoft.com/office/drawing/2014/main" id="{ADE87787-BF8B-DB74-D625-E60ECD17D7CA}"/>
                  </a:ext>
                </a:extLst>
              </p:cNvPr>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33" name="Line 732">
                <a:extLst>
                  <a:ext uri="{FF2B5EF4-FFF2-40B4-BE49-F238E27FC236}">
                    <a16:creationId xmlns:a16="http://schemas.microsoft.com/office/drawing/2014/main" id="{5881E377-A66F-9E66-4ABE-1213EE965DB6}"/>
                  </a:ext>
                </a:extLst>
              </p:cNvPr>
              <p:cNvSpPr>
                <a:spLocks noChangeShapeType="1"/>
              </p:cNvSpPr>
              <p:nvPr userDrawn="1"/>
            </p:nvSpPr>
            <p:spPr bwMode="gray">
              <a:xfrm flipV="1">
                <a:off x="3081" y="729"/>
                <a:ext cx="160" cy="7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34" name="Freeform 733">
                <a:extLst>
                  <a:ext uri="{FF2B5EF4-FFF2-40B4-BE49-F238E27FC236}">
                    <a16:creationId xmlns:a16="http://schemas.microsoft.com/office/drawing/2014/main" id="{9459C80A-565C-AA1A-E950-7165A5545275}"/>
                  </a:ext>
                </a:extLst>
              </p:cNvPr>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35" name="Freeform 734">
                <a:extLst>
                  <a:ext uri="{FF2B5EF4-FFF2-40B4-BE49-F238E27FC236}">
                    <a16:creationId xmlns:a16="http://schemas.microsoft.com/office/drawing/2014/main" id="{6F7FA39F-791B-070F-B39A-C63F986BB183}"/>
                  </a:ext>
                </a:extLst>
              </p:cNvPr>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36" name="Line 735">
                <a:extLst>
                  <a:ext uri="{FF2B5EF4-FFF2-40B4-BE49-F238E27FC236}">
                    <a16:creationId xmlns:a16="http://schemas.microsoft.com/office/drawing/2014/main" id="{45C760D4-AA0E-1AE8-A10F-3B0C864E0936}"/>
                  </a:ext>
                </a:extLst>
              </p:cNvPr>
              <p:cNvSpPr>
                <a:spLocks noChangeShapeType="1"/>
              </p:cNvSpPr>
              <p:nvPr userDrawn="1"/>
            </p:nvSpPr>
            <p:spPr bwMode="gray">
              <a:xfrm>
                <a:off x="3048" y="672"/>
                <a:ext cx="198" cy="5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37" name="Line 736">
                <a:extLst>
                  <a:ext uri="{FF2B5EF4-FFF2-40B4-BE49-F238E27FC236}">
                    <a16:creationId xmlns:a16="http://schemas.microsoft.com/office/drawing/2014/main" id="{3F493BA9-E91E-5C10-05DE-43F5A75FE968}"/>
                  </a:ext>
                </a:extLst>
              </p:cNvPr>
              <p:cNvSpPr>
                <a:spLocks noChangeShapeType="1"/>
              </p:cNvSpPr>
              <p:nvPr userDrawn="1"/>
            </p:nvSpPr>
            <p:spPr bwMode="gray">
              <a:xfrm>
                <a:off x="3052" y="679"/>
                <a:ext cx="197"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38" name="Freeform 737">
                <a:extLst>
                  <a:ext uri="{FF2B5EF4-FFF2-40B4-BE49-F238E27FC236}">
                    <a16:creationId xmlns:a16="http://schemas.microsoft.com/office/drawing/2014/main" id="{37A2E956-B36E-8E83-EE28-0B384DCAB4BA}"/>
                  </a:ext>
                </a:extLst>
              </p:cNvPr>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39" name="Line 738">
                <a:extLst>
                  <a:ext uri="{FF2B5EF4-FFF2-40B4-BE49-F238E27FC236}">
                    <a16:creationId xmlns:a16="http://schemas.microsoft.com/office/drawing/2014/main" id="{4D784182-5DEA-548B-0C7D-75A81BE9A49B}"/>
                  </a:ext>
                </a:extLst>
              </p:cNvPr>
              <p:cNvSpPr>
                <a:spLocks noChangeShapeType="1"/>
              </p:cNvSpPr>
              <p:nvPr userDrawn="1"/>
            </p:nvSpPr>
            <p:spPr bwMode="gray">
              <a:xfrm flipH="1" flipV="1">
                <a:off x="3043" y="670"/>
                <a:ext cx="198" cy="5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40" name="Freeform 739">
                <a:extLst>
                  <a:ext uri="{FF2B5EF4-FFF2-40B4-BE49-F238E27FC236}">
                    <a16:creationId xmlns:a16="http://schemas.microsoft.com/office/drawing/2014/main" id="{7B009D33-B652-3F2C-0327-D881316A1EFE}"/>
                  </a:ext>
                </a:extLst>
              </p:cNvPr>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41" name="Freeform 740">
                <a:extLst>
                  <a:ext uri="{FF2B5EF4-FFF2-40B4-BE49-F238E27FC236}">
                    <a16:creationId xmlns:a16="http://schemas.microsoft.com/office/drawing/2014/main" id="{85E9BB54-411F-92C1-02EF-6B36B03F2942}"/>
                  </a:ext>
                </a:extLst>
              </p:cNvPr>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42" name="Line 741">
                <a:extLst>
                  <a:ext uri="{FF2B5EF4-FFF2-40B4-BE49-F238E27FC236}">
                    <a16:creationId xmlns:a16="http://schemas.microsoft.com/office/drawing/2014/main" id="{8985E9CE-4E00-EFEA-2A9F-7441CD4C54DD}"/>
                  </a:ext>
                </a:extLst>
              </p:cNvPr>
              <p:cNvSpPr>
                <a:spLocks noChangeShapeType="1"/>
              </p:cNvSpPr>
              <p:nvPr userDrawn="1"/>
            </p:nvSpPr>
            <p:spPr bwMode="gray">
              <a:xfrm>
                <a:off x="2532" y="922"/>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43" name="Line 742">
                <a:extLst>
                  <a:ext uri="{FF2B5EF4-FFF2-40B4-BE49-F238E27FC236}">
                    <a16:creationId xmlns:a16="http://schemas.microsoft.com/office/drawing/2014/main" id="{CA33C7DA-60F9-CCB1-DEEC-DB2C200F5D56}"/>
                  </a:ext>
                </a:extLst>
              </p:cNvPr>
              <p:cNvSpPr>
                <a:spLocks noChangeShapeType="1"/>
              </p:cNvSpPr>
              <p:nvPr userDrawn="1"/>
            </p:nvSpPr>
            <p:spPr bwMode="gray">
              <a:xfrm>
                <a:off x="2539" y="915"/>
                <a:ext cx="201"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44" name="Freeform 743">
                <a:extLst>
                  <a:ext uri="{FF2B5EF4-FFF2-40B4-BE49-F238E27FC236}">
                    <a16:creationId xmlns:a16="http://schemas.microsoft.com/office/drawing/2014/main" id="{B6EC6CA9-5A93-4A9C-E720-15F402010D15}"/>
                  </a:ext>
                </a:extLst>
              </p:cNvPr>
              <p:cNvSpPr>
                <a:spLocks/>
              </p:cNvSpPr>
              <p:nvPr userDrawn="1"/>
            </p:nvSpPr>
            <p:spPr bwMode="gray">
              <a:xfrm>
                <a:off x="2732" y="980"/>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45" name="Line 744">
                <a:extLst>
                  <a:ext uri="{FF2B5EF4-FFF2-40B4-BE49-F238E27FC236}">
                    <a16:creationId xmlns:a16="http://schemas.microsoft.com/office/drawing/2014/main" id="{8EC4EBF4-D6A8-9DA9-C45F-ED5D440F2D0B}"/>
                  </a:ext>
                </a:extLst>
              </p:cNvPr>
              <p:cNvSpPr>
                <a:spLocks noChangeShapeType="1"/>
              </p:cNvSpPr>
              <p:nvPr userDrawn="1"/>
            </p:nvSpPr>
            <p:spPr bwMode="gray">
              <a:xfrm flipH="1" flipV="1">
                <a:off x="2530" y="934"/>
                <a:ext cx="202"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46" name="Freeform 745">
                <a:extLst>
                  <a:ext uri="{FF2B5EF4-FFF2-40B4-BE49-F238E27FC236}">
                    <a16:creationId xmlns:a16="http://schemas.microsoft.com/office/drawing/2014/main" id="{36E03390-4C49-3C32-CADC-2F9DA2A25E51}"/>
                  </a:ext>
                </a:extLst>
              </p:cNvPr>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47" name="Line 746">
                <a:extLst>
                  <a:ext uri="{FF2B5EF4-FFF2-40B4-BE49-F238E27FC236}">
                    <a16:creationId xmlns:a16="http://schemas.microsoft.com/office/drawing/2014/main" id="{06ACEE7E-9A14-EA8C-97A8-4C6E914B4391}"/>
                  </a:ext>
                </a:extLst>
              </p:cNvPr>
              <p:cNvSpPr>
                <a:spLocks noChangeShapeType="1"/>
              </p:cNvSpPr>
              <p:nvPr userDrawn="1"/>
            </p:nvSpPr>
            <p:spPr bwMode="gray">
              <a:xfrm flipH="1" flipV="1">
                <a:off x="2503" y="1016"/>
                <a:ext cx="22" cy="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48" name="Line 747">
                <a:extLst>
                  <a:ext uri="{FF2B5EF4-FFF2-40B4-BE49-F238E27FC236}">
                    <a16:creationId xmlns:a16="http://schemas.microsoft.com/office/drawing/2014/main" id="{CF2CBFFE-6F9A-9B67-C97C-3CCE30EB002D}"/>
                  </a:ext>
                </a:extLst>
              </p:cNvPr>
              <p:cNvSpPr>
                <a:spLocks noChangeShapeType="1"/>
              </p:cNvSpPr>
              <p:nvPr userDrawn="1"/>
            </p:nvSpPr>
            <p:spPr bwMode="gray">
              <a:xfrm flipH="1" flipV="1">
                <a:off x="2496" y="1008"/>
                <a:ext cx="29" cy="1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49" name="Freeform 748">
                <a:extLst>
                  <a:ext uri="{FF2B5EF4-FFF2-40B4-BE49-F238E27FC236}">
                    <a16:creationId xmlns:a16="http://schemas.microsoft.com/office/drawing/2014/main" id="{E380892B-B8A7-70D6-58E2-6901EE9C134D}"/>
                  </a:ext>
                </a:extLst>
              </p:cNvPr>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50" name="Freeform 749">
                <a:extLst>
                  <a:ext uri="{FF2B5EF4-FFF2-40B4-BE49-F238E27FC236}">
                    <a16:creationId xmlns:a16="http://schemas.microsoft.com/office/drawing/2014/main" id="{8D9BC807-C7C0-B4F1-61F6-9852D202D629}"/>
                  </a:ext>
                </a:extLst>
              </p:cNvPr>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51" name="Line 750">
                <a:extLst>
                  <a:ext uri="{FF2B5EF4-FFF2-40B4-BE49-F238E27FC236}">
                    <a16:creationId xmlns:a16="http://schemas.microsoft.com/office/drawing/2014/main" id="{3A0C8883-B3CF-2684-0C9C-20DF85DD82EF}"/>
                  </a:ext>
                </a:extLst>
              </p:cNvPr>
              <p:cNvSpPr>
                <a:spLocks noChangeShapeType="1"/>
              </p:cNvSpPr>
              <p:nvPr userDrawn="1"/>
            </p:nvSpPr>
            <p:spPr bwMode="gray">
              <a:xfrm flipH="1" flipV="1">
                <a:off x="2489" y="775"/>
                <a:ext cx="1" cy="22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52" name="Line 751">
                <a:extLst>
                  <a:ext uri="{FF2B5EF4-FFF2-40B4-BE49-F238E27FC236}">
                    <a16:creationId xmlns:a16="http://schemas.microsoft.com/office/drawing/2014/main" id="{53A7AAC4-53D4-A8C7-50DC-703580A11F50}"/>
                  </a:ext>
                </a:extLst>
              </p:cNvPr>
              <p:cNvSpPr>
                <a:spLocks noChangeShapeType="1"/>
              </p:cNvSpPr>
              <p:nvPr userDrawn="1"/>
            </p:nvSpPr>
            <p:spPr bwMode="gray">
              <a:xfrm flipH="1" flipV="1">
                <a:off x="2494" y="778"/>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53" name="Freeform 752">
                <a:extLst>
                  <a:ext uri="{FF2B5EF4-FFF2-40B4-BE49-F238E27FC236}">
                    <a16:creationId xmlns:a16="http://schemas.microsoft.com/office/drawing/2014/main" id="{7C5617BA-C83E-14B2-23B9-EB2C94B4DD73}"/>
                  </a:ext>
                </a:extLst>
              </p:cNvPr>
              <p:cNvSpPr>
                <a:spLocks/>
              </p:cNvSpPr>
              <p:nvPr userDrawn="1"/>
            </p:nvSpPr>
            <p:spPr bwMode="gray">
              <a:xfrm>
                <a:off x="2489" y="771"/>
                <a:ext cx="5" cy="7"/>
              </a:xfrm>
              <a:custGeom>
                <a:avLst/>
                <a:gdLst>
                  <a:gd name="T0" fmla="*/ 5 w 5"/>
                  <a:gd name="T1" fmla="*/ 7 h 7"/>
                  <a:gd name="T2" fmla="*/ 1 w 5"/>
                  <a:gd name="T3" fmla="*/ 6 h 7"/>
                  <a:gd name="T4" fmla="*/ 0 w 5"/>
                  <a:gd name="T5" fmla="*/ 4 h 7"/>
                  <a:gd name="T6" fmla="*/ 0 w 5"/>
                  <a:gd name="T7" fmla="*/ 2 h 7"/>
                  <a:gd name="T8" fmla="*/ 3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54" name="Line 753">
                <a:extLst>
                  <a:ext uri="{FF2B5EF4-FFF2-40B4-BE49-F238E27FC236}">
                    <a16:creationId xmlns:a16="http://schemas.microsoft.com/office/drawing/2014/main" id="{A1AF529D-DFD6-D91E-1152-CFFB15216A16}"/>
                  </a:ext>
                </a:extLst>
              </p:cNvPr>
              <p:cNvSpPr>
                <a:spLocks noChangeShapeType="1"/>
              </p:cNvSpPr>
              <p:nvPr userDrawn="1"/>
            </p:nvSpPr>
            <p:spPr bwMode="gray">
              <a:xfrm>
                <a:off x="2492" y="771"/>
                <a:ext cx="2" cy="2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55" name="Freeform 754">
                <a:extLst>
                  <a:ext uri="{FF2B5EF4-FFF2-40B4-BE49-F238E27FC236}">
                    <a16:creationId xmlns:a16="http://schemas.microsoft.com/office/drawing/2014/main" id="{222485BD-F406-4842-728B-1FEBD006C1F7}"/>
                  </a:ext>
                </a:extLst>
              </p:cNvPr>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56" name="Freeform 755">
                <a:extLst>
                  <a:ext uri="{FF2B5EF4-FFF2-40B4-BE49-F238E27FC236}">
                    <a16:creationId xmlns:a16="http://schemas.microsoft.com/office/drawing/2014/main" id="{CB0423CE-E221-2B11-D29B-273C3E1346A7}"/>
                  </a:ext>
                </a:extLst>
              </p:cNvPr>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57" name="Line 756">
                <a:extLst>
                  <a:ext uri="{FF2B5EF4-FFF2-40B4-BE49-F238E27FC236}">
                    <a16:creationId xmlns:a16="http://schemas.microsoft.com/office/drawing/2014/main" id="{1EB08582-312F-95E3-E8CF-FBAE2DA2265F}"/>
                  </a:ext>
                </a:extLst>
              </p:cNvPr>
              <p:cNvSpPr>
                <a:spLocks noChangeShapeType="1"/>
              </p:cNvSpPr>
              <p:nvPr userDrawn="1"/>
            </p:nvSpPr>
            <p:spPr bwMode="gray">
              <a:xfrm>
                <a:off x="2496" y="768"/>
                <a:ext cx="201"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58" name="Line 757">
                <a:extLst>
                  <a:ext uri="{FF2B5EF4-FFF2-40B4-BE49-F238E27FC236}">
                    <a16:creationId xmlns:a16="http://schemas.microsoft.com/office/drawing/2014/main" id="{6FE6634F-6D4E-3618-CEE5-12191D795AAC}"/>
                  </a:ext>
                </a:extLst>
              </p:cNvPr>
              <p:cNvSpPr>
                <a:spLocks noChangeShapeType="1"/>
              </p:cNvSpPr>
              <p:nvPr userDrawn="1"/>
            </p:nvSpPr>
            <p:spPr bwMode="gray">
              <a:xfrm>
                <a:off x="2494" y="778"/>
                <a:ext cx="194"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59" name="Freeform 758">
                <a:extLst>
                  <a:ext uri="{FF2B5EF4-FFF2-40B4-BE49-F238E27FC236}">
                    <a16:creationId xmlns:a16="http://schemas.microsoft.com/office/drawing/2014/main" id="{C40BD06E-6181-210F-9B08-38DC5E96EAA5}"/>
                  </a:ext>
                </a:extLst>
              </p:cNvPr>
              <p:cNvSpPr>
                <a:spLocks/>
              </p:cNvSpPr>
              <p:nvPr userDrawn="1"/>
            </p:nvSpPr>
            <p:spPr bwMode="gray">
              <a:xfrm>
                <a:off x="2688" y="826"/>
                <a:ext cx="19" cy="14"/>
              </a:xfrm>
              <a:custGeom>
                <a:avLst/>
                <a:gdLst>
                  <a:gd name="T0" fmla="*/ 0 w 19"/>
                  <a:gd name="T1" fmla="*/ 14 h 14"/>
                  <a:gd name="T2" fmla="*/ 3 w 19"/>
                  <a:gd name="T3" fmla="*/ 8 h 14"/>
                  <a:gd name="T4" fmla="*/ 9 w 19"/>
                  <a:gd name="T5" fmla="*/ 3 h 14"/>
                  <a:gd name="T6" fmla="*/ 14 w 19"/>
                  <a:gd name="T7" fmla="*/ 1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60" name="Line 759">
                <a:extLst>
                  <a:ext uri="{FF2B5EF4-FFF2-40B4-BE49-F238E27FC236}">
                    <a16:creationId xmlns:a16="http://schemas.microsoft.com/office/drawing/2014/main" id="{6AB6AC18-F065-44DA-FAF2-E88610DAC0B7}"/>
                  </a:ext>
                </a:extLst>
              </p:cNvPr>
              <p:cNvSpPr>
                <a:spLocks noChangeShapeType="1"/>
              </p:cNvSpPr>
              <p:nvPr userDrawn="1"/>
            </p:nvSpPr>
            <p:spPr bwMode="gray">
              <a:xfrm flipH="1" flipV="1">
                <a:off x="2503" y="761"/>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61" name="Freeform 760">
                <a:extLst>
                  <a:ext uri="{FF2B5EF4-FFF2-40B4-BE49-F238E27FC236}">
                    <a16:creationId xmlns:a16="http://schemas.microsoft.com/office/drawing/2014/main" id="{F036989C-A99E-1520-F686-38C27941FB01}"/>
                  </a:ext>
                </a:extLst>
              </p:cNvPr>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62" name="Freeform 761">
                <a:extLst>
                  <a:ext uri="{FF2B5EF4-FFF2-40B4-BE49-F238E27FC236}">
                    <a16:creationId xmlns:a16="http://schemas.microsoft.com/office/drawing/2014/main" id="{4B3E0581-8CB6-CD69-FE7C-16C060341AF5}"/>
                  </a:ext>
                </a:extLst>
              </p:cNvPr>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63" name="Line 762">
                <a:extLst>
                  <a:ext uri="{FF2B5EF4-FFF2-40B4-BE49-F238E27FC236}">
                    <a16:creationId xmlns:a16="http://schemas.microsoft.com/office/drawing/2014/main" id="{D16506DD-5609-86FB-14FE-118C0C692D43}"/>
                  </a:ext>
                </a:extLst>
              </p:cNvPr>
              <p:cNvSpPr>
                <a:spLocks noChangeShapeType="1"/>
              </p:cNvSpPr>
              <p:nvPr userDrawn="1"/>
            </p:nvSpPr>
            <p:spPr bwMode="gray">
              <a:xfrm>
                <a:off x="2929" y="903"/>
                <a:ext cx="212" cy="6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64" name="Line 763">
                <a:extLst>
                  <a:ext uri="{FF2B5EF4-FFF2-40B4-BE49-F238E27FC236}">
                    <a16:creationId xmlns:a16="http://schemas.microsoft.com/office/drawing/2014/main" id="{5D51DFB8-23F3-4936-0BF4-B334A1A0195D}"/>
                  </a:ext>
                </a:extLst>
              </p:cNvPr>
              <p:cNvSpPr>
                <a:spLocks noChangeShapeType="1"/>
              </p:cNvSpPr>
              <p:nvPr userDrawn="1"/>
            </p:nvSpPr>
            <p:spPr bwMode="gray">
              <a:xfrm>
                <a:off x="2933" y="915"/>
                <a:ext cx="204"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65" name="Freeform 764">
                <a:extLst>
                  <a:ext uri="{FF2B5EF4-FFF2-40B4-BE49-F238E27FC236}">
                    <a16:creationId xmlns:a16="http://schemas.microsoft.com/office/drawing/2014/main" id="{ED581C95-B7EE-185F-609E-39B45A85E823}"/>
                  </a:ext>
                </a:extLst>
              </p:cNvPr>
              <p:cNvSpPr>
                <a:spLocks/>
              </p:cNvSpPr>
              <p:nvPr userDrawn="1"/>
            </p:nvSpPr>
            <p:spPr bwMode="gray">
              <a:xfrm>
                <a:off x="3137" y="960"/>
                <a:ext cx="9" cy="20"/>
              </a:xfrm>
              <a:custGeom>
                <a:avLst/>
                <a:gdLst>
                  <a:gd name="T0" fmla="*/ 0 w 9"/>
                  <a:gd name="T1" fmla="*/ 20 h 20"/>
                  <a:gd name="T2" fmla="*/ 2 w 9"/>
                  <a:gd name="T3" fmla="*/ 14 h 20"/>
                  <a:gd name="T4" fmla="*/ 4 w 9"/>
                  <a:gd name="T5" fmla="*/ 9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66" name="Line 765">
                <a:extLst>
                  <a:ext uri="{FF2B5EF4-FFF2-40B4-BE49-F238E27FC236}">
                    <a16:creationId xmlns:a16="http://schemas.microsoft.com/office/drawing/2014/main" id="{FB7230BF-7FFB-4281-FE6B-805F3FA7EFA7}"/>
                  </a:ext>
                </a:extLst>
              </p:cNvPr>
              <p:cNvSpPr>
                <a:spLocks noChangeShapeType="1"/>
              </p:cNvSpPr>
              <p:nvPr userDrawn="1"/>
            </p:nvSpPr>
            <p:spPr bwMode="gray">
              <a:xfrm flipH="1" flipV="1">
                <a:off x="2929" y="894"/>
                <a:ext cx="21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67" name="Freeform 766">
                <a:extLst>
                  <a:ext uri="{FF2B5EF4-FFF2-40B4-BE49-F238E27FC236}">
                    <a16:creationId xmlns:a16="http://schemas.microsoft.com/office/drawing/2014/main" id="{C32E3E59-2115-9D1D-C61C-455D212DE9A5}"/>
                  </a:ext>
                </a:extLst>
              </p:cNvPr>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68" name="Freeform 767">
                <a:extLst>
                  <a:ext uri="{FF2B5EF4-FFF2-40B4-BE49-F238E27FC236}">
                    <a16:creationId xmlns:a16="http://schemas.microsoft.com/office/drawing/2014/main" id="{290F2CC4-D7E0-08D1-1BB1-AC3961CD2258}"/>
                  </a:ext>
                </a:extLst>
              </p:cNvPr>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69" name="Line 768">
                <a:extLst>
                  <a:ext uri="{FF2B5EF4-FFF2-40B4-BE49-F238E27FC236}">
                    <a16:creationId xmlns:a16="http://schemas.microsoft.com/office/drawing/2014/main" id="{1ED02178-5838-172D-17A6-15D0D1DCB777}"/>
                  </a:ext>
                </a:extLst>
              </p:cNvPr>
              <p:cNvSpPr>
                <a:spLocks noChangeShapeType="1"/>
              </p:cNvSpPr>
              <p:nvPr userDrawn="1"/>
            </p:nvSpPr>
            <p:spPr bwMode="gray">
              <a:xfrm flipH="1">
                <a:off x="3144" y="980"/>
                <a:ext cx="4"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70" name="Line 769">
                <a:extLst>
                  <a:ext uri="{FF2B5EF4-FFF2-40B4-BE49-F238E27FC236}">
                    <a16:creationId xmlns:a16="http://schemas.microsoft.com/office/drawing/2014/main" id="{5232742C-7103-F8A2-D82E-6FA2D973B7E3}"/>
                  </a:ext>
                </a:extLst>
              </p:cNvPr>
              <p:cNvSpPr>
                <a:spLocks noChangeShapeType="1"/>
              </p:cNvSpPr>
              <p:nvPr userDrawn="1"/>
            </p:nvSpPr>
            <p:spPr bwMode="gray">
              <a:xfrm flipH="1">
                <a:off x="3134" y="980"/>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71" name="Freeform 770">
                <a:extLst>
                  <a:ext uri="{FF2B5EF4-FFF2-40B4-BE49-F238E27FC236}">
                    <a16:creationId xmlns:a16="http://schemas.microsoft.com/office/drawing/2014/main" id="{33C32CDA-9588-BE13-2DEB-81E8F8C4C896}"/>
                  </a:ext>
                </a:extLst>
              </p:cNvPr>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72" name="Line 771">
                <a:extLst>
                  <a:ext uri="{FF2B5EF4-FFF2-40B4-BE49-F238E27FC236}">
                    <a16:creationId xmlns:a16="http://schemas.microsoft.com/office/drawing/2014/main" id="{A469911D-2C1D-4359-52E5-9A8DB019E4F3}"/>
                  </a:ext>
                </a:extLst>
              </p:cNvPr>
              <p:cNvSpPr>
                <a:spLocks noChangeShapeType="1"/>
              </p:cNvSpPr>
              <p:nvPr userDrawn="1"/>
            </p:nvSpPr>
            <p:spPr bwMode="gray">
              <a:xfrm flipV="1">
                <a:off x="3155" y="978"/>
                <a:ext cx="3" cy="23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73" name="Freeform 772">
                <a:extLst>
                  <a:ext uri="{FF2B5EF4-FFF2-40B4-BE49-F238E27FC236}">
                    <a16:creationId xmlns:a16="http://schemas.microsoft.com/office/drawing/2014/main" id="{3782CD9F-F140-D143-8A01-D77AC82F2300}"/>
                  </a:ext>
                </a:extLst>
              </p:cNvPr>
              <p:cNvSpPr>
                <a:spLocks/>
              </p:cNvSpPr>
              <p:nvPr userDrawn="1"/>
            </p:nvSpPr>
            <p:spPr bwMode="gray">
              <a:xfrm>
                <a:off x="3137" y="978"/>
                <a:ext cx="21" cy="3"/>
              </a:xfrm>
              <a:custGeom>
                <a:avLst/>
                <a:gdLst>
                  <a:gd name="T0" fmla="*/ 21 w 21"/>
                  <a:gd name="T1" fmla="*/ 0 h 3"/>
                  <a:gd name="T2" fmla="*/ 16 w 21"/>
                  <a:gd name="T3" fmla="*/ 2 h 3"/>
                  <a:gd name="T4" fmla="*/ 11 w 21"/>
                  <a:gd name="T5" fmla="*/ 3 h 3"/>
                  <a:gd name="T6" fmla="*/ 6 w 21"/>
                  <a:gd name="T7" fmla="*/ 2 h 3"/>
                  <a:gd name="T8" fmla="*/ 0 w 21"/>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74" name="Freeform 773">
                <a:extLst>
                  <a:ext uri="{FF2B5EF4-FFF2-40B4-BE49-F238E27FC236}">
                    <a16:creationId xmlns:a16="http://schemas.microsoft.com/office/drawing/2014/main" id="{0B80AA6C-3EF1-C9E3-7EA6-0054F5EE3FF5}"/>
                  </a:ext>
                </a:extLst>
              </p:cNvPr>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75" name="Line 774">
                <a:extLst>
                  <a:ext uri="{FF2B5EF4-FFF2-40B4-BE49-F238E27FC236}">
                    <a16:creationId xmlns:a16="http://schemas.microsoft.com/office/drawing/2014/main" id="{1432B132-8D25-BB95-EDAF-7A279068261D}"/>
                  </a:ext>
                </a:extLst>
              </p:cNvPr>
              <p:cNvSpPr>
                <a:spLocks noChangeShapeType="1"/>
              </p:cNvSpPr>
              <p:nvPr userDrawn="1"/>
            </p:nvSpPr>
            <p:spPr bwMode="gray">
              <a:xfrm flipH="1" flipV="1">
                <a:off x="2927" y="1154"/>
                <a:ext cx="210"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76" name="Line 775">
                <a:extLst>
                  <a:ext uri="{FF2B5EF4-FFF2-40B4-BE49-F238E27FC236}">
                    <a16:creationId xmlns:a16="http://schemas.microsoft.com/office/drawing/2014/main" id="{0CE95208-341F-18F2-D803-0214785E3BDA}"/>
                  </a:ext>
                </a:extLst>
              </p:cNvPr>
              <p:cNvSpPr>
                <a:spLocks noChangeShapeType="1"/>
              </p:cNvSpPr>
              <p:nvPr userDrawn="1"/>
            </p:nvSpPr>
            <p:spPr bwMode="gray">
              <a:xfrm flipH="1" flipV="1">
                <a:off x="2931" y="1149"/>
                <a:ext cx="203"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77" name="Freeform 776">
                <a:extLst>
                  <a:ext uri="{FF2B5EF4-FFF2-40B4-BE49-F238E27FC236}">
                    <a16:creationId xmlns:a16="http://schemas.microsoft.com/office/drawing/2014/main" id="{3542BFE9-1AE1-37A2-C32C-D3F7244EAC0E}"/>
                  </a:ext>
                </a:extLst>
              </p:cNvPr>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78" name="Line 777">
                <a:extLst>
                  <a:ext uri="{FF2B5EF4-FFF2-40B4-BE49-F238E27FC236}">
                    <a16:creationId xmlns:a16="http://schemas.microsoft.com/office/drawing/2014/main" id="{26BA4CCD-FE08-3C67-A176-50274E2F24BD}"/>
                  </a:ext>
                </a:extLst>
              </p:cNvPr>
              <p:cNvSpPr>
                <a:spLocks noChangeShapeType="1"/>
              </p:cNvSpPr>
              <p:nvPr userDrawn="1"/>
            </p:nvSpPr>
            <p:spPr bwMode="gray">
              <a:xfrm>
                <a:off x="2929" y="1154"/>
                <a:ext cx="214" cy="6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79" name="Freeform 778">
                <a:extLst>
                  <a:ext uri="{FF2B5EF4-FFF2-40B4-BE49-F238E27FC236}">
                    <a16:creationId xmlns:a16="http://schemas.microsoft.com/office/drawing/2014/main" id="{6BCD6EC0-6A2D-959C-5B56-194EFF829F52}"/>
                  </a:ext>
                </a:extLst>
              </p:cNvPr>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80" name="Freeform 779">
                <a:extLst>
                  <a:ext uri="{FF2B5EF4-FFF2-40B4-BE49-F238E27FC236}">
                    <a16:creationId xmlns:a16="http://schemas.microsoft.com/office/drawing/2014/main" id="{B4AAB0E4-831B-AC99-BBB5-18A2CF2FD352}"/>
                  </a:ext>
                </a:extLst>
              </p:cNvPr>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81" name="Freeform 780">
                <a:extLst>
                  <a:ext uri="{FF2B5EF4-FFF2-40B4-BE49-F238E27FC236}">
                    <a16:creationId xmlns:a16="http://schemas.microsoft.com/office/drawing/2014/main" id="{AADF24A0-7ABE-62DC-1287-2F1AD201DD0B}"/>
                  </a:ext>
                </a:extLst>
              </p:cNvPr>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82" name="Line 781">
                <a:extLst>
                  <a:ext uri="{FF2B5EF4-FFF2-40B4-BE49-F238E27FC236}">
                    <a16:creationId xmlns:a16="http://schemas.microsoft.com/office/drawing/2014/main" id="{F2FCED8E-FF2B-F09A-E3A6-7926528C7370}"/>
                  </a:ext>
                </a:extLst>
              </p:cNvPr>
              <p:cNvSpPr>
                <a:spLocks noChangeShapeType="1"/>
              </p:cNvSpPr>
              <p:nvPr userDrawn="1"/>
            </p:nvSpPr>
            <p:spPr bwMode="gray">
              <a:xfrm>
                <a:off x="2665" y="687"/>
                <a:ext cx="200"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83" name="Line 782">
                <a:extLst>
                  <a:ext uri="{FF2B5EF4-FFF2-40B4-BE49-F238E27FC236}">
                    <a16:creationId xmlns:a16="http://schemas.microsoft.com/office/drawing/2014/main" id="{1C87F6FF-9C2A-33AF-C3FB-80F3911560B7}"/>
                  </a:ext>
                </a:extLst>
              </p:cNvPr>
              <p:cNvSpPr>
                <a:spLocks noChangeShapeType="1"/>
              </p:cNvSpPr>
              <p:nvPr userDrawn="1"/>
            </p:nvSpPr>
            <p:spPr bwMode="gray">
              <a:xfrm>
                <a:off x="2669" y="696"/>
                <a:ext cx="192" cy="5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84" name="Freeform 783">
                <a:extLst>
                  <a:ext uri="{FF2B5EF4-FFF2-40B4-BE49-F238E27FC236}">
                    <a16:creationId xmlns:a16="http://schemas.microsoft.com/office/drawing/2014/main" id="{53584DBE-DE20-1F54-F3E1-8724A588599C}"/>
                  </a:ext>
                </a:extLst>
              </p:cNvPr>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85" name="Line 784">
                <a:extLst>
                  <a:ext uri="{FF2B5EF4-FFF2-40B4-BE49-F238E27FC236}">
                    <a16:creationId xmlns:a16="http://schemas.microsoft.com/office/drawing/2014/main" id="{908AD8C4-9278-A918-A80C-3FCE26A17DBD}"/>
                  </a:ext>
                </a:extLst>
              </p:cNvPr>
              <p:cNvSpPr>
                <a:spLocks noChangeShapeType="1"/>
              </p:cNvSpPr>
              <p:nvPr userDrawn="1"/>
            </p:nvSpPr>
            <p:spPr bwMode="gray">
              <a:xfrm flipH="1" flipV="1">
                <a:off x="2660" y="687"/>
                <a:ext cx="205" cy="6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86" name="Freeform 785">
                <a:extLst>
                  <a:ext uri="{FF2B5EF4-FFF2-40B4-BE49-F238E27FC236}">
                    <a16:creationId xmlns:a16="http://schemas.microsoft.com/office/drawing/2014/main" id="{B935DEA1-44C2-C7EC-DF87-FEF8DA123184}"/>
                  </a:ext>
                </a:extLst>
              </p:cNvPr>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87" name="Freeform 786">
                <a:extLst>
                  <a:ext uri="{FF2B5EF4-FFF2-40B4-BE49-F238E27FC236}">
                    <a16:creationId xmlns:a16="http://schemas.microsoft.com/office/drawing/2014/main" id="{39355137-00B3-E466-02F6-41CB3341BD40}"/>
                  </a:ext>
                </a:extLst>
              </p:cNvPr>
              <p:cNvSpPr>
                <a:spLocks/>
              </p:cNvSpPr>
              <p:nvPr userDrawn="1"/>
            </p:nvSpPr>
            <p:spPr bwMode="gray">
              <a:xfrm>
                <a:off x="3197" y="848"/>
                <a:ext cx="9" cy="11"/>
              </a:xfrm>
              <a:custGeom>
                <a:avLst/>
                <a:gdLst>
                  <a:gd name="T0" fmla="*/ 9 w 9"/>
                  <a:gd name="T1" fmla="*/ 11 h 11"/>
                  <a:gd name="T2" fmla="*/ 9 w 9"/>
                  <a:gd name="T3" fmla="*/ 6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88" name="Line 787">
                <a:extLst>
                  <a:ext uri="{FF2B5EF4-FFF2-40B4-BE49-F238E27FC236}">
                    <a16:creationId xmlns:a16="http://schemas.microsoft.com/office/drawing/2014/main" id="{91931D5A-2159-FCB8-0BBF-8D25E2535AF1}"/>
                  </a:ext>
                </a:extLst>
              </p:cNvPr>
              <p:cNvSpPr>
                <a:spLocks noChangeShapeType="1"/>
              </p:cNvSpPr>
              <p:nvPr userDrawn="1"/>
            </p:nvSpPr>
            <p:spPr bwMode="gray">
              <a:xfrm>
                <a:off x="3097" y="819"/>
                <a:ext cx="210"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89" name="Line 788">
                <a:extLst>
                  <a:ext uri="{FF2B5EF4-FFF2-40B4-BE49-F238E27FC236}">
                    <a16:creationId xmlns:a16="http://schemas.microsoft.com/office/drawing/2014/main" id="{69FFFD38-4478-E95A-1E37-88297D1A5D31}"/>
                  </a:ext>
                </a:extLst>
              </p:cNvPr>
              <p:cNvSpPr>
                <a:spLocks noChangeShapeType="1"/>
              </p:cNvSpPr>
              <p:nvPr userDrawn="1"/>
            </p:nvSpPr>
            <p:spPr bwMode="gray">
              <a:xfrm>
                <a:off x="3104" y="827"/>
                <a:ext cx="205" cy="6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90" name="Freeform 789">
                <a:extLst>
                  <a:ext uri="{FF2B5EF4-FFF2-40B4-BE49-F238E27FC236}">
                    <a16:creationId xmlns:a16="http://schemas.microsoft.com/office/drawing/2014/main" id="{A22F43AD-E491-6598-2312-C5F9667C6FF2}"/>
                  </a:ext>
                </a:extLst>
              </p:cNvPr>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91" name="Line 790">
                <a:extLst>
                  <a:ext uri="{FF2B5EF4-FFF2-40B4-BE49-F238E27FC236}">
                    <a16:creationId xmlns:a16="http://schemas.microsoft.com/office/drawing/2014/main" id="{E05B7ED2-623D-3623-5E6E-A166B0C35EE5}"/>
                  </a:ext>
                </a:extLst>
              </p:cNvPr>
              <p:cNvSpPr>
                <a:spLocks noChangeShapeType="1"/>
              </p:cNvSpPr>
              <p:nvPr userDrawn="1"/>
            </p:nvSpPr>
            <p:spPr bwMode="gray">
              <a:xfrm flipH="1" flipV="1">
                <a:off x="3085" y="815"/>
                <a:ext cx="215" cy="6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92" name="Freeform 791">
                <a:extLst>
                  <a:ext uri="{FF2B5EF4-FFF2-40B4-BE49-F238E27FC236}">
                    <a16:creationId xmlns:a16="http://schemas.microsoft.com/office/drawing/2014/main" id="{0D1B4C1B-A4D1-20E2-5BFB-1175BC46252F}"/>
                  </a:ext>
                </a:extLst>
              </p:cNvPr>
              <p:cNvSpPr>
                <a:spLocks/>
              </p:cNvSpPr>
              <p:nvPr userDrawn="1"/>
            </p:nvSpPr>
            <p:spPr bwMode="gray">
              <a:xfrm>
                <a:off x="3307" y="1008"/>
                <a:ext cx="5" cy="7"/>
              </a:xfrm>
              <a:custGeom>
                <a:avLst/>
                <a:gdLst>
                  <a:gd name="T0" fmla="*/ 0 w 5"/>
                  <a:gd name="T1" fmla="*/ 0 h 7"/>
                  <a:gd name="T2" fmla="*/ 2 w 5"/>
                  <a:gd name="T3" fmla="*/ 0 h 7"/>
                  <a:gd name="T4" fmla="*/ 3 w 5"/>
                  <a:gd name="T5" fmla="*/ 1 h 7"/>
                  <a:gd name="T6" fmla="*/ 5 w 5"/>
                  <a:gd name="T7" fmla="*/ 3 h 7"/>
                  <a:gd name="T8" fmla="*/ 3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93" name="Line 792">
                <a:extLst>
                  <a:ext uri="{FF2B5EF4-FFF2-40B4-BE49-F238E27FC236}">
                    <a16:creationId xmlns:a16="http://schemas.microsoft.com/office/drawing/2014/main" id="{CD499B5C-727A-F26E-2AED-3FD075E050D1}"/>
                  </a:ext>
                </a:extLst>
              </p:cNvPr>
              <p:cNvSpPr>
                <a:spLocks noChangeShapeType="1"/>
              </p:cNvSpPr>
              <p:nvPr userDrawn="1"/>
            </p:nvSpPr>
            <p:spPr bwMode="gray">
              <a:xfrm flipH="1">
                <a:off x="3309" y="894"/>
                <a:ext cx="5" cy="23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94" name="Line 793">
                <a:extLst>
                  <a:ext uri="{FF2B5EF4-FFF2-40B4-BE49-F238E27FC236}">
                    <a16:creationId xmlns:a16="http://schemas.microsoft.com/office/drawing/2014/main" id="{E61DE3EB-8290-18BA-E5F7-6F8C59C0B03B}"/>
                  </a:ext>
                </a:extLst>
              </p:cNvPr>
              <p:cNvSpPr>
                <a:spLocks noChangeShapeType="1"/>
              </p:cNvSpPr>
              <p:nvPr userDrawn="1"/>
            </p:nvSpPr>
            <p:spPr bwMode="gray">
              <a:xfrm flipH="1">
                <a:off x="3303" y="890"/>
                <a:ext cx="6" cy="23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95" name="Freeform 794">
                <a:extLst>
                  <a:ext uri="{FF2B5EF4-FFF2-40B4-BE49-F238E27FC236}">
                    <a16:creationId xmlns:a16="http://schemas.microsoft.com/office/drawing/2014/main" id="{DC40EACE-7EE9-E8B8-5A22-3C7370EA50DC}"/>
                  </a:ext>
                </a:extLst>
              </p:cNvPr>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96" name="Line 795">
                <a:extLst>
                  <a:ext uri="{FF2B5EF4-FFF2-40B4-BE49-F238E27FC236}">
                    <a16:creationId xmlns:a16="http://schemas.microsoft.com/office/drawing/2014/main" id="{BB3A55CF-D784-E699-DBFB-EECBC87CD1F1}"/>
                  </a:ext>
                </a:extLst>
              </p:cNvPr>
              <p:cNvSpPr>
                <a:spLocks noChangeShapeType="1"/>
              </p:cNvSpPr>
              <p:nvPr userDrawn="1"/>
            </p:nvSpPr>
            <p:spPr bwMode="gray">
              <a:xfrm flipV="1">
                <a:off x="3307" y="897"/>
                <a:ext cx="5" cy="23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397" name="Freeform 796">
                <a:extLst>
                  <a:ext uri="{FF2B5EF4-FFF2-40B4-BE49-F238E27FC236}">
                    <a16:creationId xmlns:a16="http://schemas.microsoft.com/office/drawing/2014/main" id="{F97F8DD8-8951-FDFF-45C5-C9049E416ABA}"/>
                  </a:ext>
                </a:extLst>
              </p:cNvPr>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98" name="Freeform 797">
                <a:extLst>
                  <a:ext uri="{FF2B5EF4-FFF2-40B4-BE49-F238E27FC236}">
                    <a16:creationId xmlns:a16="http://schemas.microsoft.com/office/drawing/2014/main" id="{27DF0037-23F7-059F-F33C-19F9EC9F7FF9}"/>
                  </a:ext>
                </a:extLst>
              </p:cNvPr>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399" name="Freeform 798">
                <a:extLst>
                  <a:ext uri="{FF2B5EF4-FFF2-40B4-BE49-F238E27FC236}">
                    <a16:creationId xmlns:a16="http://schemas.microsoft.com/office/drawing/2014/main" id="{5D978CAB-BF71-40A0-1373-B5A06C05B0D4}"/>
                  </a:ext>
                </a:extLst>
              </p:cNvPr>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00" name="Line 799">
                <a:extLst>
                  <a:ext uri="{FF2B5EF4-FFF2-40B4-BE49-F238E27FC236}">
                    <a16:creationId xmlns:a16="http://schemas.microsoft.com/office/drawing/2014/main" id="{7D5162E5-46CF-1623-7E56-C8A89C4E7C37}"/>
                  </a:ext>
                </a:extLst>
              </p:cNvPr>
              <p:cNvSpPr>
                <a:spLocks noChangeShapeType="1"/>
              </p:cNvSpPr>
              <p:nvPr userDrawn="1"/>
            </p:nvSpPr>
            <p:spPr bwMode="gray">
              <a:xfrm flipV="1">
                <a:off x="2494" y="689"/>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01" name="Line 800">
                <a:extLst>
                  <a:ext uri="{FF2B5EF4-FFF2-40B4-BE49-F238E27FC236}">
                    <a16:creationId xmlns:a16="http://schemas.microsoft.com/office/drawing/2014/main" id="{F6AE3F73-2C8B-FAAE-524E-C763D126A179}"/>
                  </a:ext>
                </a:extLst>
              </p:cNvPr>
              <p:cNvSpPr>
                <a:spLocks noChangeShapeType="1"/>
              </p:cNvSpPr>
              <p:nvPr userDrawn="1"/>
            </p:nvSpPr>
            <p:spPr bwMode="gray">
              <a:xfrm flipV="1">
                <a:off x="2492" y="696"/>
                <a:ext cx="157" cy="7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02" name="Freeform 801">
                <a:extLst>
                  <a:ext uri="{FF2B5EF4-FFF2-40B4-BE49-F238E27FC236}">
                    <a16:creationId xmlns:a16="http://schemas.microsoft.com/office/drawing/2014/main" id="{E0A0C3D7-F33F-F251-4C17-DE80802565FF}"/>
                  </a:ext>
                </a:extLst>
              </p:cNvPr>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03" name="Line 802">
                <a:extLst>
                  <a:ext uri="{FF2B5EF4-FFF2-40B4-BE49-F238E27FC236}">
                    <a16:creationId xmlns:a16="http://schemas.microsoft.com/office/drawing/2014/main" id="{63B2565A-11AA-913B-7D38-2497CF0E4C39}"/>
                  </a:ext>
                </a:extLst>
              </p:cNvPr>
              <p:cNvSpPr>
                <a:spLocks noChangeShapeType="1"/>
              </p:cNvSpPr>
              <p:nvPr userDrawn="1"/>
            </p:nvSpPr>
            <p:spPr bwMode="gray">
              <a:xfrm flipH="1">
                <a:off x="2503" y="687"/>
                <a:ext cx="157"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04" name="Freeform 803">
                <a:extLst>
                  <a:ext uri="{FF2B5EF4-FFF2-40B4-BE49-F238E27FC236}">
                    <a16:creationId xmlns:a16="http://schemas.microsoft.com/office/drawing/2014/main" id="{938FAEE5-CB66-F00C-855F-33E73C9D22A3}"/>
                  </a:ext>
                </a:extLst>
              </p:cNvPr>
              <p:cNvSpPr>
                <a:spLocks/>
              </p:cNvSpPr>
              <p:nvPr userDrawn="1"/>
            </p:nvSpPr>
            <p:spPr bwMode="gray">
              <a:xfrm>
                <a:off x="2492" y="761"/>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05" name="Freeform 804">
                <a:extLst>
                  <a:ext uri="{FF2B5EF4-FFF2-40B4-BE49-F238E27FC236}">
                    <a16:creationId xmlns:a16="http://schemas.microsoft.com/office/drawing/2014/main" id="{95903F2B-FA6E-EBD0-971A-9C2CCF3A8539}"/>
                  </a:ext>
                </a:extLst>
              </p:cNvPr>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06" name="Line 805">
                <a:extLst>
                  <a:ext uri="{FF2B5EF4-FFF2-40B4-BE49-F238E27FC236}">
                    <a16:creationId xmlns:a16="http://schemas.microsoft.com/office/drawing/2014/main" id="{A202D161-9B5F-286A-9BD0-A44B02153278}"/>
                  </a:ext>
                </a:extLst>
              </p:cNvPr>
              <p:cNvSpPr>
                <a:spLocks noChangeShapeType="1"/>
              </p:cNvSpPr>
              <p:nvPr userDrawn="1"/>
            </p:nvSpPr>
            <p:spPr bwMode="gray">
              <a:xfrm flipV="1">
                <a:off x="3155" y="887"/>
                <a:ext cx="154" cy="8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07" name="Line 806">
                <a:extLst>
                  <a:ext uri="{FF2B5EF4-FFF2-40B4-BE49-F238E27FC236}">
                    <a16:creationId xmlns:a16="http://schemas.microsoft.com/office/drawing/2014/main" id="{F344A299-4B6B-B544-5EE6-E488E8C2EFB4}"/>
                  </a:ext>
                </a:extLst>
              </p:cNvPr>
              <p:cNvSpPr>
                <a:spLocks noChangeShapeType="1"/>
              </p:cNvSpPr>
              <p:nvPr userDrawn="1"/>
            </p:nvSpPr>
            <p:spPr bwMode="gray">
              <a:xfrm flipV="1">
                <a:off x="3146" y="882"/>
                <a:ext cx="154" cy="7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08" name="Freeform 807">
                <a:extLst>
                  <a:ext uri="{FF2B5EF4-FFF2-40B4-BE49-F238E27FC236}">
                    <a16:creationId xmlns:a16="http://schemas.microsoft.com/office/drawing/2014/main" id="{772E342D-894B-02DF-B479-64C87B5CD886}"/>
                  </a:ext>
                </a:extLst>
              </p:cNvPr>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09" name="Line 808">
                <a:extLst>
                  <a:ext uri="{FF2B5EF4-FFF2-40B4-BE49-F238E27FC236}">
                    <a16:creationId xmlns:a16="http://schemas.microsoft.com/office/drawing/2014/main" id="{E6693AC7-EC13-1E6D-DA66-3878288E10BF}"/>
                  </a:ext>
                </a:extLst>
              </p:cNvPr>
              <p:cNvSpPr>
                <a:spLocks noChangeShapeType="1"/>
              </p:cNvSpPr>
              <p:nvPr userDrawn="1"/>
            </p:nvSpPr>
            <p:spPr bwMode="gray">
              <a:xfrm flipH="1">
                <a:off x="3158" y="897"/>
                <a:ext cx="154"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10" name="Freeform 809">
                <a:extLst>
                  <a:ext uri="{FF2B5EF4-FFF2-40B4-BE49-F238E27FC236}">
                    <a16:creationId xmlns:a16="http://schemas.microsoft.com/office/drawing/2014/main" id="{52ED1B0B-C737-4687-A3F0-8499E1229F6C}"/>
                  </a:ext>
                </a:extLst>
              </p:cNvPr>
              <p:cNvSpPr>
                <a:spLocks/>
              </p:cNvSpPr>
              <p:nvPr userDrawn="1"/>
            </p:nvSpPr>
            <p:spPr bwMode="gray">
              <a:xfrm>
                <a:off x="3146" y="960"/>
                <a:ext cx="12" cy="18"/>
              </a:xfrm>
              <a:custGeom>
                <a:avLst/>
                <a:gdLst>
                  <a:gd name="T0" fmla="*/ 12 w 12"/>
                  <a:gd name="T1" fmla="*/ 18 h 18"/>
                  <a:gd name="T2" fmla="*/ 11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11" name="Freeform 810">
                <a:extLst>
                  <a:ext uri="{FF2B5EF4-FFF2-40B4-BE49-F238E27FC236}">
                    <a16:creationId xmlns:a16="http://schemas.microsoft.com/office/drawing/2014/main" id="{97810513-D4A9-E3E1-AD77-CCD810AD3FDA}"/>
                  </a:ext>
                </a:extLst>
              </p:cNvPr>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12" name="Line 811">
                <a:extLst>
                  <a:ext uri="{FF2B5EF4-FFF2-40B4-BE49-F238E27FC236}">
                    <a16:creationId xmlns:a16="http://schemas.microsoft.com/office/drawing/2014/main" id="{D8BAD61C-295C-F361-B728-94203C239B62}"/>
                  </a:ext>
                </a:extLst>
              </p:cNvPr>
              <p:cNvSpPr>
                <a:spLocks noChangeShapeType="1"/>
              </p:cNvSpPr>
              <p:nvPr userDrawn="1"/>
            </p:nvSpPr>
            <p:spPr bwMode="gray">
              <a:xfrm>
                <a:off x="2123" y="1529"/>
                <a:ext cx="14"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13" name="Line 812">
                <a:extLst>
                  <a:ext uri="{FF2B5EF4-FFF2-40B4-BE49-F238E27FC236}">
                    <a16:creationId xmlns:a16="http://schemas.microsoft.com/office/drawing/2014/main" id="{0590DF53-FF0F-9220-CC49-CE0D089EFD54}"/>
                  </a:ext>
                </a:extLst>
              </p:cNvPr>
              <p:cNvSpPr>
                <a:spLocks noChangeShapeType="1"/>
              </p:cNvSpPr>
              <p:nvPr userDrawn="1"/>
            </p:nvSpPr>
            <p:spPr bwMode="gray">
              <a:xfrm>
                <a:off x="2130" y="1529"/>
                <a:ext cx="7" cy="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14" name="Line 813">
                <a:extLst>
                  <a:ext uri="{FF2B5EF4-FFF2-40B4-BE49-F238E27FC236}">
                    <a16:creationId xmlns:a16="http://schemas.microsoft.com/office/drawing/2014/main" id="{E70A0A6B-D1A6-F926-F422-FADFA6E7E4E8}"/>
                  </a:ext>
                </a:extLst>
              </p:cNvPr>
              <p:cNvSpPr>
                <a:spLocks noChangeShapeType="1"/>
              </p:cNvSpPr>
              <p:nvPr userDrawn="1"/>
            </p:nvSpPr>
            <p:spPr bwMode="gray">
              <a:xfrm flipH="1" flipV="1">
                <a:off x="2121" y="1522"/>
                <a:ext cx="16"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15" name="Freeform 814">
                <a:extLst>
                  <a:ext uri="{FF2B5EF4-FFF2-40B4-BE49-F238E27FC236}">
                    <a16:creationId xmlns:a16="http://schemas.microsoft.com/office/drawing/2014/main" id="{A84F1D79-B0EC-2301-DB48-F2A2D2E8FE4E}"/>
                  </a:ext>
                </a:extLst>
              </p:cNvPr>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16" name="Freeform 815">
                <a:extLst>
                  <a:ext uri="{FF2B5EF4-FFF2-40B4-BE49-F238E27FC236}">
                    <a16:creationId xmlns:a16="http://schemas.microsoft.com/office/drawing/2014/main" id="{042973BA-0171-5D38-B688-E87BF564766E}"/>
                  </a:ext>
                </a:extLst>
              </p:cNvPr>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17" name="Line 816">
                <a:extLst>
                  <a:ext uri="{FF2B5EF4-FFF2-40B4-BE49-F238E27FC236}">
                    <a16:creationId xmlns:a16="http://schemas.microsoft.com/office/drawing/2014/main" id="{1D8382CF-029B-4A15-B305-4D4135EE47F6}"/>
                  </a:ext>
                </a:extLst>
              </p:cNvPr>
              <p:cNvSpPr>
                <a:spLocks noChangeShapeType="1"/>
              </p:cNvSpPr>
              <p:nvPr userDrawn="1"/>
            </p:nvSpPr>
            <p:spPr bwMode="gray">
              <a:xfrm flipV="1">
                <a:off x="2739" y="1329"/>
                <a:ext cx="77" cy="4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18" name="Line 817">
                <a:extLst>
                  <a:ext uri="{FF2B5EF4-FFF2-40B4-BE49-F238E27FC236}">
                    <a16:creationId xmlns:a16="http://schemas.microsoft.com/office/drawing/2014/main" id="{F08EBCA8-4CDD-D634-75A2-7F986C2C502E}"/>
                  </a:ext>
                </a:extLst>
              </p:cNvPr>
              <p:cNvSpPr>
                <a:spLocks noChangeShapeType="1"/>
              </p:cNvSpPr>
              <p:nvPr userDrawn="1"/>
            </p:nvSpPr>
            <p:spPr bwMode="gray">
              <a:xfrm flipV="1">
                <a:off x="2737" y="1331"/>
                <a:ext cx="70" cy="3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19" name="Freeform 818">
                <a:extLst>
                  <a:ext uri="{FF2B5EF4-FFF2-40B4-BE49-F238E27FC236}">
                    <a16:creationId xmlns:a16="http://schemas.microsoft.com/office/drawing/2014/main" id="{9887F0FD-E8FC-8630-4C4A-4F4AB2BA2274}"/>
                  </a:ext>
                </a:extLst>
              </p:cNvPr>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20" name="Line 819">
                <a:extLst>
                  <a:ext uri="{FF2B5EF4-FFF2-40B4-BE49-F238E27FC236}">
                    <a16:creationId xmlns:a16="http://schemas.microsoft.com/office/drawing/2014/main" id="{5131D5AE-A211-DAAC-27BE-777621238C20}"/>
                  </a:ext>
                </a:extLst>
              </p:cNvPr>
              <p:cNvSpPr>
                <a:spLocks noChangeShapeType="1"/>
              </p:cNvSpPr>
              <p:nvPr userDrawn="1"/>
            </p:nvSpPr>
            <p:spPr bwMode="gray">
              <a:xfrm flipH="1">
                <a:off x="2737" y="1322"/>
                <a:ext cx="80" cy="4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21" name="Freeform 820">
                <a:extLst>
                  <a:ext uri="{FF2B5EF4-FFF2-40B4-BE49-F238E27FC236}">
                    <a16:creationId xmlns:a16="http://schemas.microsoft.com/office/drawing/2014/main" id="{6124DE9A-33DE-D977-61E2-11C352876A02}"/>
                  </a:ext>
                </a:extLst>
              </p:cNvPr>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22" name="Freeform 821">
                <a:extLst>
                  <a:ext uri="{FF2B5EF4-FFF2-40B4-BE49-F238E27FC236}">
                    <a16:creationId xmlns:a16="http://schemas.microsoft.com/office/drawing/2014/main" id="{AB74975C-270D-3D1A-E495-F78E0CA447C1}"/>
                  </a:ext>
                </a:extLst>
              </p:cNvPr>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23" name="Line 822">
                <a:extLst>
                  <a:ext uri="{FF2B5EF4-FFF2-40B4-BE49-F238E27FC236}">
                    <a16:creationId xmlns:a16="http://schemas.microsoft.com/office/drawing/2014/main" id="{53645499-FC6D-A16A-E5D1-0B8E4F843A89}"/>
                  </a:ext>
                </a:extLst>
              </p:cNvPr>
              <p:cNvSpPr>
                <a:spLocks noChangeShapeType="1"/>
              </p:cNvSpPr>
              <p:nvPr userDrawn="1"/>
            </p:nvSpPr>
            <p:spPr bwMode="gray">
              <a:xfrm flipH="1">
                <a:off x="2116" y="1203"/>
                <a:ext cx="164" cy="8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24" name="Line 823">
                <a:extLst>
                  <a:ext uri="{FF2B5EF4-FFF2-40B4-BE49-F238E27FC236}">
                    <a16:creationId xmlns:a16="http://schemas.microsoft.com/office/drawing/2014/main" id="{7F1888AF-5C4C-89C8-1E54-099F4D6D194E}"/>
                  </a:ext>
                </a:extLst>
              </p:cNvPr>
              <p:cNvSpPr>
                <a:spLocks noChangeShapeType="1"/>
              </p:cNvSpPr>
              <p:nvPr userDrawn="1"/>
            </p:nvSpPr>
            <p:spPr bwMode="gray">
              <a:xfrm flipH="1">
                <a:off x="2123" y="1203"/>
                <a:ext cx="161" cy="8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25" name="Freeform 824">
                <a:extLst>
                  <a:ext uri="{FF2B5EF4-FFF2-40B4-BE49-F238E27FC236}">
                    <a16:creationId xmlns:a16="http://schemas.microsoft.com/office/drawing/2014/main" id="{80AEF6D7-F33E-6D7C-37A4-8B2647ED164E}"/>
                  </a:ext>
                </a:extLst>
              </p:cNvPr>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26" name="Line 825">
                <a:extLst>
                  <a:ext uri="{FF2B5EF4-FFF2-40B4-BE49-F238E27FC236}">
                    <a16:creationId xmlns:a16="http://schemas.microsoft.com/office/drawing/2014/main" id="{E9D3AC58-E346-F24A-67C4-5714E6458D3A}"/>
                  </a:ext>
                </a:extLst>
              </p:cNvPr>
              <p:cNvSpPr>
                <a:spLocks noChangeShapeType="1"/>
              </p:cNvSpPr>
              <p:nvPr userDrawn="1"/>
            </p:nvSpPr>
            <p:spPr bwMode="gray">
              <a:xfrm flipV="1">
                <a:off x="2112" y="1209"/>
                <a:ext cx="170" cy="8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27" name="Freeform 826">
                <a:extLst>
                  <a:ext uri="{FF2B5EF4-FFF2-40B4-BE49-F238E27FC236}">
                    <a16:creationId xmlns:a16="http://schemas.microsoft.com/office/drawing/2014/main" id="{20DFE0D8-20DA-A178-4EB6-FDD0853619BF}"/>
                  </a:ext>
                </a:extLst>
              </p:cNvPr>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28" name="Freeform 827">
                <a:extLst>
                  <a:ext uri="{FF2B5EF4-FFF2-40B4-BE49-F238E27FC236}">
                    <a16:creationId xmlns:a16="http://schemas.microsoft.com/office/drawing/2014/main" id="{0C98C528-9095-37E0-9175-412618248F42}"/>
                  </a:ext>
                </a:extLst>
              </p:cNvPr>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29" name="Line 828">
                <a:extLst>
                  <a:ext uri="{FF2B5EF4-FFF2-40B4-BE49-F238E27FC236}">
                    <a16:creationId xmlns:a16="http://schemas.microsoft.com/office/drawing/2014/main" id="{B3268881-A810-9D7A-A3D5-B97CF3A4459E}"/>
                  </a:ext>
                </a:extLst>
              </p:cNvPr>
              <p:cNvSpPr>
                <a:spLocks noChangeShapeType="1"/>
              </p:cNvSpPr>
              <p:nvPr userDrawn="1"/>
            </p:nvSpPr>
            <p:spPr bwMode="gray">
              <a:xfrm>
                <a:off x="2118" y="1291"/>
                <a:ext cx="185"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30" name="Line 829">
                <a:extLst>
                  <a:ext uri="{FF2B5EF4-FFF2-40B4-BE49-F238E27FC236}">
                    <a16:creationId xmlns:a16="http://schemas.microsoft.com/office/drawing/2014/main" id="{E4D4C2E0-64B7-0A26-73C8-4A0FD902BE05}"/>
                  </a:ext>
                </a:extLst>
              </p:cNvPr>
              <p:cNvSpPr>
                <a:spLocks noChangeShapeType="1"/>
              </p:cNvSpPr>
              <p:nvPr userDrawn="1"/>
            </p:nvSpPr>
            <p:spPr bwMode="gray">
              <a:xfrm>
                <a:off x="2123" y="1284"/>
                <a:ext cx="187" cy="66"/>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31" name="Freeform 830">
                <a:extLst>
                  <a:ext uri="{FF2B5EF4-FFF2-40B4-BE49-F238E27FC236}">
                    <a16:creationId xmlns:a16="http://schemas.microsoft.com/office/drawing/2014/main" id="{CC447EC0-46D8-0945-A867-7D6C3DC5AC41}"/>
                  </a:ext>
                </a:extLst>
              </p:cNvPr>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32" name="Line 831">
                <a:extLst>
                  <a:ext uri="{FF2B5EF4-FFF2-40B4-BE49-F238E27FC236}">
                    <a16:creationId xmlns:a16="http://schemas.microsoft.com/office/drawing/2014/main" id="{54B3E106-E18A-8FE7-E5F6-9CC4D7D09BF9}"/>
                  </a:ext>
                </a:extLst>
              </p:cNvPr>
              <p:cNvSpPr>
                <a:spLocks noChangeShapeType="1"/>
              </p:cNvSpPr>
              <p:nvPr userDrawn="1"/>
            </p:nvSpPr>
            <p:spPr bwMode="gray">
              <a:xfrm flipH="1" flipV="1">
                <a:off x="2114" y="1301"/>
                <a:ext cx="187" cy="6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33" name="Freeform 832">
                <a:extLst>
                  <a:ext uri="{FF2B5EF4-FFF2-40B4-BE49-F238E27FC236}">
                    <a16:creationId xmlns:a16="http://schemas.microsoft.com/office/drawing/2014/main" id="{D689D24A-E794-987C-68CD-270D86BA1688}"/>
                  </a:ext>
                </a:extLst>
              </p:cNvPr>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34" name="Line 833">
                <a:extLst>
                  <a:ext uri="{FF2B5EF4-FFF2-40B4-BE49-F238E27FC236}">
                    <a16:creationId xmlns:a16="http://schemas.microsoft.com/office/drawing/2014/main" id="{C43BCDC9-1E9C-4653-E6BC-06F75C16AA98}"/>
                  </a:ext>
                </a:extLst>
              </p:cNvPr>
              <p:cNvSpPr>
                <a:spLocks noChangeShapeType="1"/>
              </p:cNvSpPr>
              <p:nvPr userDrawn="1"/>
            </p:nvSpPr>
            <p:spPr bwMode="gray">
              <a:xfrm flipV="1">
                <a:off x="2317" y="1342"/>
                <a:ext cx="28" cy="1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35" name="Line 834">
                <a:extLst>
                  <a:ext uri="{FF2B5EF4-FFF2-40B4-BE49-F238E27FC236}">
                    <a16:creationId xmlns:a16="http://schemas.microsoft.com/office/drawing/2014/main" id="{853C4D9D-3B13-0130-85AB-77564351CFAA}"/>
                  </a:ext>
                </a:extLst>
              </p:cNvPr>
              <p:cNvSpPr>
                <a:spLocks noChangeShapeType="1"/>
              </p:cNvSpPr>
              <p:nvPr userDrawn="1"/>
            </p:nvSpPr>
            <p:spPr bwMode="gray">
              <a:xfrm flipV="1">
                <a:off x="2310" y="1331"/>
                <a:ext cx="35" cy="19"/>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36" name="Line 835">
                <a:extLst>
                  <a:ext uri="{FF2B5EF4-FFF2-40B4-BE49-F238E27FC236}">
                    <a16:creationId xmlns:a16="http://schemas.microsoft.com/office/drawing/2014/main" id="{98A5C39B-6A98-C7A2-9AEB-35FF5DBDDF11}"/>
                  </a:ext>
                </a:extLst>
              </p:cNvPr>
              <p:cNvSpPr>
                <a:spLocks noChangeShapeType="1"/>
              </p:cNvSpPr>
              <p:nvPr userDrawn="1"/>
            </p:nvSpPr>
            <p:spPr bwMode="gray">
              <a:xfrm flipH="1">
                <a:off x="2321" y="1354"/>
                <a:ext cx="24" cy="12"/>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37" name="Freeform 836">
                <a:extLst>
                  <a:ext uri="{FF2B5EF4-FFF2-40B4-BE49-F238E27FC236}">
                    <a16:creationId xmlns:a16="http://schemas.microsoft.com/office/drawing/2014/main" id="{76892039-2F72-F3AE-AB8E-66C58823019A}"/>
                  </a:ext>
                </a:extLst>
              </p:cNvPr>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38" name="Freeform 837">
                <a:extLst>
                  <a:ext uri="{FF2B5EF4-FFF2-40B4-BE49-F238E27FC236}">
                    <a16:creationId xmlns:a16="http://schemas.microsoft.com/office/drawing/2014/main" id="{2E02F45A-8B2E-26BE-6093-DC3D757C8127}"/>
                  </a:ext>
                </a:extLst>
              </p:cNvPr>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39" name="Line 838">
                <a:extLst>
                  <a:ext uri="{FF2B5EF4-FFF2-40B4-BE49-F238E27FC236}">
                    <a16:creationId xmlns:a16="http://schemas.microsoft.com/office/drawing/2014/main" id="{7808ED62-6F3D-29BB-C37F-A766091ED697}"/>
                  </a:ext>
                </a:extLst>
              </p:cNvPr>
              <p:cNvSpPr>
                <a:spLocks noChangeShapeType="1"/>
              </p:cNvSpPr>
              <p:nvPr userDrawn="1"/>
            </p:nvSpPr>
            <p:spPr bwMode="gray">
              <a:xfrm flipH="1" flipV="1">
                <a:off x="2111" y="1298"/>
                <a:ext cx="5"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40" name="Line 839">
                <a:extLst>
                  <a:ext uri="{FF2B5EF4-FFF2-40B4-BE49-F238E27FC236}">
                    <a16:creationId xmlns:a16="http://schemas.microsoft.com/office/drawing/2014/main" id="{ED5CABC8-05A5-290A-E651-38D5C4F84754}"/>
                  </a:ext>
                </a:extLst>
              </p:cNvPr>
              <p:cNvSpPr>
                <a:spLocks noChangeShapeType="1"/>
              </p:cNvSpPr>
              <p:nvPr userDrawn="1"/>
            </p:nvSpPr>
            <p:spPr bwMode="gray">
              <a:xfrm flipH="1" flipV="1">
                <a:off x="2112" y="1293"/>
                <a:ext cx="7" cy="22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41" name="Freeform 840">
                <a:extLst>
                  <a:ext uri="{FF2B5EF4-FFF2-40B4-BE49-F238E27FC236}">
                    <a16:creationId xmlns:a16="http://schemas.microsoft.com/office/drawing/2014/main" id="{83209EAC-6610-BC7F-2E6F-B5C32E7A320A}"/>
                  </a:ext>
                </a:extLst>
              </p:cNvPr>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42" name="Line 841">
                <a:extLst>
                  <a:ext uri="{FF2B5EF4-FFF2-40B4-BE49-F238E27FC236}">
                    <a16:creationId xmlns:a16="http://schemas.microsoft.com/office/drawing/2014/main" id="{83E91C49-0DD3-40BE-56D9-662A3EDD71DC}"/>
                  </a:ext>
                </a:extLst>
              </p:cNvPr>
              <p:cNvSpPr>
                <a:spLocks noChangeShapeType="1"/>
              </p:cNvSpPr>
              <p:nvPr userDrawn="1"/>
            </p:nvSpPr>
            <p:spPr bwMode="gray">
              <a:xfrm>
                <a:off x="2114" y="1301"/>
                <a:ext cx="7" cy="221"/>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443" name="Freeform 842">
                <a:extLst>
                  <a:ext uri="{FF2B5EF4-FFF2-40B4-BE49-F238E27FC236}">
                    <a16:creationId xmlns:a16="http://schemas.microsoft.com/office/drawing/2014/main" id="{626AA9E9-4554-1183-6BB7-3A79038C5560}"/>
                  </a:ext>
                </a:extLst>
              </p:cNvPr>
              <p:cNvSpPr>
                <a:spLocks/>
              </p:cNvSpPr>
              <p:nvPr userDrawn="1"/>
            </p:nvSpPr>
            <p:spPr bwMode="gray">
              <a:xfrm>
                <a:off x="2116" y="1513"/>
                <a:ext cx="5" cy="9"/>
              </a:xfrm>
              <a:custGeom>
                <a:avLst/>
                <a:gdLst>
                  <a:gd name="T0" fmla="*/ 5 w 5"/>
                  <a:gd name="T1" fmla="*/ 9 h 9"/>
                  <a:gd name="T2" fmla="*/ 2 w 5"/>
                  <a:gd name="T3" fmla="*/ 7 h 9"/>
                  <a:gd name="T4" fmla="*/ 0 w 5"/>
                  <a:gd name="T5" fmla="*/ 5 h 9"/>
                  <a:gd name="T6" fmla="*/ 2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44" name="Freeform 843">
                <a:extLst>
                  <a:ext uri="{FF2B5EF4-FFF2-40B4-BE49-F238E27FC236}">
                    <a16:creationId xmlns:a16="http://schemas.microsoft.com/office/drawing/2014/main" id="{69CD2323-BB28-85DA-535E-3CA3F0D7F96E}"/>
                  </a:ext>
                </a:extLst>
              </p:cNvPr>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45" name="Freeform 844">
                <a:extLst>
                  <a:ext uri="{FF2B5EF4-FFF2-40B4-BE49-F238E27FC236}">
                    <a16:creationId xmlns:a16="http://schemas.microsoft.com/office/drawing/2014/main" id="{1BBBEF77-AA80-64CA-FF51-34949DC685A0}"/>
                  </a:ext>
                </a:extLst>
              </p:cNvPr>
              <p:cNvSpPr>
                <a:spLocks/>
              </p:cNvSpPr>
              <p:nvPr userDrawn="1"/>
            </p:nvSpPr>
            <p:spPr bwMode="gray">
              <a:xfrm>
                <a:off x="3533" y="1216"/>
                <a:ext cx="5" cy="8"/>
              </a:xfrm>
              <a:custGeom>
                <a:avLst/>
                <a:gdLst>
                  <a:gd name="T0" fmla="*/ 0 w 5"/>
                  <a:gd name="T1" fmla="*/ 0 h 8"/>
                  <a:gd name="T2" fmla="*/ 1 w 5"/>
                  <a:gd name="T3" fmla="*/ 0 h 8"/>
                  <a:gd name="T4" fmla="*/ 3 w 5"/>
                  <a:gd name="T5" fmla="*/ 1 h 8"/>
                  <a:gd name="T6" fmla="*/ 3 w 5"/>
                  <a:gd name="T7" fmla="*/ 3 h 8"/>
                  <a:gd name="T8" fmla="*/ 5 w 5"/>
                  <a:gd name="T9" fmla="*/ 5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46" name="Freeform 845">
                <a:extLst>
                  <a:ext uri="{FF2B5EF4-FFF2-40B4-BE49-F238E27FC236}">
                    <a16:creationId xmlns:a16="http://schemas.microsoft.com/office/drawing/2014/main" id="{DFC170E3-4D1C-5473-68B3-9F043B276B03}"/>
                  </a:ext>
                </a:extLst>
              </p:cNvPr>
              <p:cNvSpPr>
                <a:spLocks/>
              </p:cNvSpPr>
              <p:nvPr userDrawn="1"/>
            </p:nvSpPr>
            <p:spPr bwMode="gray">
              <a:xfrm>
                <a:off x="2142" y="1686"/>
                <a:ext cx="7" cy="16"/>
              </a:xfrm>
              <a:custGeom>
                <a:avLst/>
                <a:gdLst>
                  <a:gd name="T0" fmla="*/ 2 w 7"/>
                  <a:gd name="T1" fmla="*/ 0 h 16"/>
                  <a:gd name="T2" fmla="*/ 0 w 7"/>
                  <a:gd name="T3" fmla="*/ 4 h 16"/>
                  <a:gd name="T4" fmla="*/ 0 w 7"/>
                  <a:gd name="T5" fmla="*/ 7 h 16"/>
                  <a:gd name="T6" fmla="*/ 2 w 7"/>
                  <a:gd name="T7" fmla="*/ 12 h 16"/>
                  <a:gd name="T8" fmla="*/ 4 w 7"/>
                  <a:gd name="T9" fmla="*/ 14 h 16"/>
                  <a:gd name="T10" fmla="*/ 7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47" name="Freeform 846">
                <a:extLst>
                  <a:ext uri="{FF2B5EF4-FFF2-40B4-BE49-F238E27FC236}">
                    <a16:creationId xmlns:a16="http://schemas.microsoft.com/office/drawing/2014/main" id="{456A27D9-6409-1357-5B09-A0E8D2676482}"/>
                  </a:ext>
                </a:extLst>
              </p:cNvPr>
              <p:cNvSpPr>
                <a:spLocks/>
              </p:cNvSpPr>
              <p:nvPr userDrawn="1"/>
            </p:nvSpPr>
            <p:spPr bwMode="gray">
              <a:xfrm>
                <a:off x="2142" y="1693"/>
                <a:ext cx="9" cy="5"/>
              </a:xfrm>
              <a:custGeom>
                <a:avLst/>
                <a:gdLst>
                  <a:gd name="T0" fmla="*/ 9 w 9"/>
                  <a:gd name="T1" fmla="*/ 5 h 5"/>
                  <a:gd name="T2" fmla="*/ 5 w 9"/>
                  <a:gd name="T3" fmla="*/ 5 h 5"/>
                  <a:gd name="T4" fmla="*/ 2 w 9"/>
                  <a:gd name="T5" fmla="*/ 5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48" name="Freeform 847">
                <a:extLst>
                  <a:ext uri="{FF2B5EF4-FFF2-40B4-BE49-F238E27FC236}">
                    <a16:creationId xmlns:a16="http://schemas.microsoft.com/office/drawing/2014/main" id="{823B8DFA-5F25-5AE2-65F2-1EA8777EEA66}"/>
                  </a:ext>
                </a:extLst>
              </p:cNvPr>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49" name="Freeform 848">
                <a:extLst>
                  <a:ext uri="{FF2B5EF4-FFF2-40B4-BE49-F238E27FC236}">
                    <a16:creationId xmlns:a16="http://schemas.microsoft.com/office/drawing/2014/main" id="{9FF5B93A-F7DF-4761-F2DC-2374216A4C92}"/>
                  </a:ext>
                </a:extLst>
              </p:cNvPr>
              <p:cNvSpPr>
                <a:spLocks/>
              </p:cNvSpPr>
              <p:nvPr userDrawn="1"/>
            </p:nvSpPr>
            <p:spPr bwMode="gray">
              <a:xfrm>
                <a:off x="2784" y="1933"/>
                <a:ext cx="11" cy="8"/>
              </a:xfrm>
              <a:custGeom>
                <a:avLst/>
                <a:gdLst>
                  <a:gd name="T0" fmla="*/ 0 w 11"/>
                  <a:gd name="T1" fmla="*/ 8 h 8"/>
                  <a:gd name="T2" fmla="*/ 2 w 11"/>
                  <a:gd name="T3" fmla="*/ 8 h 8"/>
                  <a:gd name="T4" fmla="*/ 5 w 11"/>
                  <a:gd name="T5" fmla="*/ 7 h 8"/>
                  <a:gd name="T6" fmla="*/ 7 w 11"/>
                  <a:gd name="T7" fmla="*/ 5 h 8"/>
                  <a:gd name="T8" fmla="*/ 11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0" name="Freeform 849">
                <a:extLst>
                  <a:ext uri="{FF2B5EF4-FFF2-40B4-BE49-F238E27FC236}">
                    <a16:creationId xmlns:a16="http://schemas.microsoft.com/office/drawing/2014/main" id="{6CE24CE1-5659-E97A-AD85-776AF43F9566}"/>
                  </a:ext>
                </a:extLst>
              </p:cNvPr>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1" name="Freeform 850">
                <a:extLst>
                  <a:ext uri="{FF2B5EF4-FFF2-40B4-BE49-F238E27FC236}">
                    <a16:creationId xmlns:a16="http://schemas.microsoft.com/office/drawing/2014/main" id="{FC30D7BC-60C7-74B3-E378-AC9B1DD0E7BC}"/>
                  </a:ext>
                </a:extLst>
              </p:cNvPr>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2" name="Freeform 851">
                <a:extLst>
                  <a:ext uri="{FF2B5EF4-FFF2-40B4-BE49-F238E27FC236}">
                    <a16:creationId xmlns:a16="http://schemas.microsoft.com/office/drawing/2014/main" id="{E82E4211-DD65-AEC2-44EA-7248DD5DC009}"/>
                  </a:ext>
                </a:extLst>
              </p:cNvPr>
              <p:cNvSpPr>
                <a:spLocks/>
              </p:cNvSpPr>
              <p:nvPr userDrawn="1"/>
            </p:nvSpPr>
            <p:spPr bwMode="gray">
              <a:xfrm>
                <a:off x="2788" y="1683"/>
                <a:ext cx="1" cy="19"/>
              </a:xfrm>
              <a:custGeom>
                <a:avLst/>
                <a:gdLst>
                  <a:gd name="T0" fmla="*/ 1 w 1"/>
                  <a:gd name="T1" fmla="*/ 19 h 19"/>
                  <a:gd name="T2" fmla="*/ 1 w 1"/>
                  <a:gd name="T3" fmla="*/ 14 h 19"/>
                  <a:gd name="T4" fmla="*/ 1 w 1"/>
                  <a:gd name="T5" fmla="*/ 10 h 19"/>
                  <a:gd name="T6" fmla="*/ 0 w 1"/>
                  <a:gd name="T7" fmla="*/ 5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3" name="Freeform 852">
                <a:extLst>
                  <a:ext uri="{FF2B5EF4-FFF2-40B4-BE49-F238E27FC236}">
                    <a16:creationId xmlns:a16="http://schemas.microsoft.com/office/drawing/2014/main" id="{E71CF8AB-AEAF-D533-5D26-CCCCDC718C61}"/>
                  </a:ext>
                </a:extLst>
              </p:cNvPr>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4" name="Freeform 853">
                <a:extLst>
                  <a:ext uri="{FF2B5EF4-FFF2-40B4-BE49-F238E27FC236}">
                    <a16:creationId xmlns:a16="http://schemas.microsoft.com/office/drawing/2014/main" id="{AE79482F-CD53-8F4B-9D83-D42E273C0351}"/>
                  </a:ext>
                </a:extLst>
              </p:cNvPr>
              <p:cNvSpPr>
                <a:spLocks/>
              </p:cNvSpPr>
              <p:nvPr userDrawn="1"/>
            </p:nvSpPr>
            <p:spPr bwMode="gray">
              <a:xfrm>
                <a:off x="2359" y="2013"/>
                <a:ext cx="7" cy="18"/>
              </a:xfrm>
              <a:custGeom>
                <a:avLst/>
                <a:gdLst>
                  <a:gd name="T0" fmla="*/ 2 w 7"/>
                  <a:gd name="T1" fmla="*/ 0 h 18"/>
                  <a:gd name="T2" fmla="*/ 0 w 7"/>
                  <a:gd name="T3" fmla="*/ 5 h 18"/>
                  <a:gd name="T4" fmla="*/ 0 w 7"/>
                  <a:gd name="T5" fmla="*/ 9 h 18"/>
                  <a:gd name="T6" fmla="*/ 2 w 7"/>
                  <a:gd name="T7" fmla="*/ 12 h 18"/>
                  <a:gd name="T8" fmla="*/ 4 w 7"/>
                  <a:gd name="T9" fmla="*/ 16 h 18"/>
                  <a:gd name="T10" fmla="*/ 7 w 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5" name="Freeform 854">
                <a:extLst>
                  <a:ext uri="{FF2B5EF4-FFF2-40B4-BE49-F238E27FC236}">
                    <a16:creationId xmlns:a16="http://schemas.microsoft.com/office/drawing/2014/main" id="{655E4858-3DE8-AD31-701C-B56CFDC46027}"/>
                  </a:ext>
                </a:extLst>
              </p:cNvPr>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6" name="Freeform 855">
                <a:extLst>
                  <a:ext uri="{FF2B5EF4-FFF2-40B4-BE49-F238E27FC236}">
                    <a16:creationId xmlns:a16="http://schemas.microsoft.com/office/drawing/2014/main" id="{CDDB59B1-645E-B077-BB58-DBDABB69B326}"/>
                  </a:ext>
                </a:extLst>
              </p:cNvPr>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7" name="Freeform 856">
                <a:extLst>
                  <a:ext uri="{FF2B5EF4-FFF2-40B4-BE49-F238E27FC236}">
                    <a16:creationId xmlns:a16="http://schemas.microsoft.com/office/drawing/2014/main" id="{A739B1F9-E754-0F0B-781D-24F27FF0FFB3}"/>
                  </a:ext>
                </a:extLst>
              </p:cNvPr>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8" name="Freeform 857">
                <a:extLst>
                  <a:ext uri="{FF2B5EF4-FFF2-40B4-BE49-F238E27FC236}">
                    <a16:creationId xmlns:a16="http://schemas.microsoft.com/office/drawing/2014/main" id="{205E2B2A-6322-3C9E-84A8-D912AA0CF4F7}"/>
                  </a:ext>
                </a:extLst>
              </p:cNvPr>
              <p:cNvSpPr>
                <a:spLocks/>
              </p:cNvSpPr>
              <p:nvPr userDrawn="1"/>
            </p:nvSpPr>
            <p:spPr bwMode="gray">
              <a:xfrm>
                <a:off x="2565" y="2101"/>
                <a:ext cx="2" cy="7"/>
              </a:xfrm>
              <a:custGeom>
                <a:avLst/>
                <a:gdLst>
                  <a:gd name="T0" fmla="*/ 0 w 2"/>
                  <a:gd name="T1" fmla="*/ 5 h 7"/>
                  <a:gd name="T2" fmla="*/ 2 w 2"/>
                  <a:gd name="T3" fmla="*/ 7 h 7"/>
                  <a:gd name="T4" fmla="*/ 2 w 2"/>
                  <a:gd name="T5" fmla="*/ 7 h 7"/>
                  <a:gd name="T6" fmla="*/ 2 w 2"/>
                  <a:gd name="T7" fmla="*/ 7 h 7"/>
                  <a:gd name="T8" fmla="*/ 2 w 2"/>
                  <a:gd name="T9" fmla="*/ 7 h 7"/>
                  <a:gd name="T10" fmla="*/ 2 w 2"/>
                  <a:gd name="T11" fmla="*/ 5 h 7"/>
                  <a:gd name="T12" fmla="*/ 2 w 2"/>
                  <a:gd name="T13" fmla="*/ 3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59" name="Freeform 858">
                <a:extLst>
                  <a:ext uri="{FF2B5EF4-FFF2-40B4-BE49-F238E27FC236}">
                    <a16:creationId xmlns:a16="http://schemas.microsoft.com/office/drawing/2014/main" id="{563405CF-0766-9C39-BECC-B576125876BF}"/>
                  </a:ext>
                </a:extLst>
              </p:cNvPr>
              <p:cNvSpPr>
                <a:spLocks/>
              </p:cNvSpPr>
              <p:nvPr userDrawn="1"/>
            </p:nvSpPr>
            <p:spPr bwMode="gray">
              <a:xfrm>
                <a:off x="2558" y="2102"/>
                <a:ext cx="18" cy="4"/>
              </a:xfrm>
              <a:custGeom>
                <a:avLst/>
                <a:gdLst>
                  <a:gd name="T0" fmla="*/ 18 w 18"/>
                  <a:gd name="T1" fmla="*/ 0 h 4"/>
                  <a:gd name="T2" fmla="*/ 14 w 18"/>
                  <a:gd name="T3" fmla="*/ 4 h 4"/>
                  <a:gd name="T4" fmla="*/ 9 w 18"/>
                  <a:gd name="T5" fmla="*/ 4 h 4"/>
                  <a:gd name="T6" fmla="*/ 4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0" name="Freeform 859">
                <a:extLst>
                  <a:ext uri="{FF2B5EF4-FFF2-40B4-BE49-F238E27FC236}">
                    <a16:creationId xmlns:a16="http://schemas.microsoft.com/office/drawing/2014/main" id="{44031FBA-3B8C-D1BD-4F28-DC5DBBAC8A12}"/>
                  </a:ext>
                </a:extLst>
              </p:cNvPr>
              <p:cNvSpPr>
                <a:spLocks/>
              </p:cNvSpPr>
              <p:nvPr userDrawn="1"/>
            </p:nvSpPr>
            <p:spPr bwMode="gray">
              <a:xfrm>
                <a:off x="2558" y="1340"/>
                <a:ext cx="2" cy="19"/>
              </a:xfrm>
              <a:custGeom>
                <a:avLst/>
                <a:gdLst>
                  <a:gd name="T0" fmla="*/ 2 w 2"/>
                  <a:gd name="T1" fmla="*/ 19 h 19"/>
                  <a:gd name="T2" fmla="*/ 2 w 2"/>
                  <a:gd name="T3" fmla="*/ 14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1" name="Freeform 860">
                <a:extLst>
                  <a:ext uri="{FF2B5EF4-FFF2-40B4-BE49-F238E27FC236}">
                    <a16:creationId xmlns:a16="http://schemas.microsoft.com/office/drawing/2014/main" id="{067061B8-3D38-F9C9-39AB-E8CCCAC08EE6}"/>
                  </a:ext>
                </a:extLst>
              </p:cNvPr>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2" name="Freeform 861">
                <a:extLst>
                  <a:ext uri="{FF2B5EF4-FFF2-40B4-BE49-F238E27FC236}">
                    <a16:creationId xmlns:a16="http://schemas.microsoft.com/office/drawing/2014/main" id="{DD4B082D-CB9C-E85A-5E01-3726AD5CBF67}"/>
                  </a:ext>
                </a:extLst>
              </p:cNvPr>
              <p:cNvSpPr>
                <a:spLocks/>
              </p:cNvSpPr>
              <p:nvPr userDrawn="1"/>
            </p:nvSpPr>
            <p:spPr bwMode="gray">
              <a:xfrm>
                <a:off x="3610" y="1212"/>
                <a:ext cx="12" cy="11"/>
              </a:xfrm>
              <a:custGeom>
                <a:avLst/>
                <a:gdLst>
                  <a:gd name="T0" fmla="*/ 12 w 12"/>
                  <a:gd name="T1" fmla="*/ 11 h 11"/>
                  <a:gd name="T2" fmla="*/ 12 w 12"/>
                  <a:gd name="T3" fmla="*/ 7 h 11"/>
                  <a:gd name="T4" fmla="*/ 10 w 12"/>
                  <a:gd name="T5" fmla="*/ 4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3" name="Freeform 862">
                <a:extLst>
                  <a:ext uri="{FF2B5EF4-FFF2-40B4-BE49-F238E27FC236}">
                    <a16:creationId xmlns:a16="http://schemas.microsoft.com/office/drawing/2014/main" id="{203BDFFF-4B94-216F-E373-6E7607643BE1}"/>
                  </a:ext>
                </a:extLst>
              </p:cNvPr>
              <p:cNvSpPr>
                <a:spLocks/>
              </p:cNvSpPr>
              <p:nvPr userDrawn="1"/>
            </p:nvSpPr>
            <p:spPr bwMode="gray">
              <a:xfrm>
                <a:off x="3617" y="1214"/>
                <a:ext cx="3" cy="7"/>
              </a:xfrm>
              <a:custGeom>
                <a:avLst/>
                <a:gdLst>
                  <a:gd name="T0" fmla="*/ 0 w 3"/>
                  <a:gd name="T1" fmla="*/ 0 h 7"/>
                  <a:gd name="T2" fmla="*/ 0 w 3"/>
                  <a:gd name="T3" fmla="*/ 0 h 7"/>
                  <a:gd name="T4" fmla="*/ 1 w 3"/>
                  <a:gd name="T5" fmla="*/ 2 h 7"/>
                  <a:gd name="T6" fmla="*/ 3 w 3"/>
                  <a:gd name="T7" fmla="*/ 2 h 7"/>
                  <a:gd name="T8" fmla="*/ 3 w 3"/>
                  <a:gd name="T9" fmla="*/ 5 h 7"/>
                  <a:gd name="T10" fmla="*/ 1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4" name="Freeform 863">
                <a:extLst>
                  <a:ext uri="{FF2B5EF4-FFF2-40B4-BE49-F238E27FC236}">
                    <a16:creationId xmlns:a16="http://schemas.microsoft.com/office/drawing/2014/main" id="{67A73DB6-A02D-D253-30FB-B32DB72955FF}"/>
                  </a:ext>
                </a:extLst>
              </p:cNvPr>
              <p:cNvSpPr>
                <a:spLocks/>
              </p:cNvSpPr>
              <p:nvPr userDrawn="1"/>
            </p:nvSpPr>
            <p:spPr bwMode="gray">
              <a:xfrm>
                <a:off x="3195" y="840"/>
                <a:ext cx="14" cy="7"/>
              </a:xfrm>
              <a:custGeom>
                <a:avLst/>
                <a:gdLst>
                  <a:gd name="T0" fmla="*/ 0 w 14"/>
                  <a:gd name="T1" fmla="*/ 0 h 7"/>
                  <a:gd name="T2" fmla="*/ 4 w 14"/>
                  <a:gd name="T3" fmla="*/ 0 h 7"/>
                  <a:gd name="T4" fmla="*/ 9 w 14"/>
                  <a:gd name="T5" fmla="*/ 1 h 7"/>
                  <a:gd name="T6" fmla="*/ 12 w 14"/>
                  <a:gd name="T7" fmla="*/ 5 h 7"/>
                  <a:gd name="T8" fmla="*/ 14 w 14"/>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5" name="Freeform 864">
                <a:extLst>
                  <a:ext uri="{FF2B5EF4-FFF2-40B4-BE49-F238E27FC236}">
                    <a16:creationId xmlns:a16="http://schemas.microsoft.com/office/drawing/2014/main" id="{20F88E94-95DC-BFC9-8BDC-985F23DE95F0}"/>
                  </a:ext>
                </a:extLst>
              </p:cNvPr>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6" name="Freeform 865">
                <a:extLst>
                  <a:ext uri="{FF2B5EF4-FFF2-40B4-BE49-F238E27FC236}">
                    <a16:creationId xmlns:a16="http://schemas.microsoft.com/office/drawing/2014/main" id="{BD819266-11F9-9FB6-730D-D3C33C24FF38}"/>
                  </a:ext>
                </a:extLst>
              </p:cNvPr>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7" name="Freeform 866">
                <a:extLst>
                  <a:ext uri="{FF2B5EF4-FFF2-40B4-BE49-F238E27FC236}">
                    <a16:creationId xmlns:a16="http://schemas.microsoft.com/office/drawing/2014/main" id="{016659D4-A0CE-EE97-DEF6-01880B763F2F}"/>
                  </a:ext>
                </a:extLst>
              </p:cNvPr>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8" name="Freeform 867">
                <a:extLst>
                  <a:ext uri="{FF2B5EF4-FFF2-40B4-BE49-F238E27FC236}">
                    <a16:creationId xmlns:a16="http://schemas.microsoft.com/office/drawing/2014/main" id="{E41ACBF5-616D-409F-CAD0-669646B097AE}"/>
                  </a:ext>
                </a:extLst>
              </p:cNvPr>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69" name="Freeform 868">
                <a:extLst>
                  <a:ext uri="{FF2B5EF4-FFF2-40B4-BE49-F238E27FC236}">
                    <a16:creationId xmlns:a16="http://schemas.microsoft.com/office/drawing/2014/main" id="{6681BFFB-BA8A-A869-BE8D-E73F96885EED}"/>
                  </a:ext>
                </a:extLst>
              </p:cNvPr>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70" name="Freeform 869">
                <a:extLst>
                  <a:ext uri="{FF2B5EF4-FFF2-40B4-BE49-F238E27FC236}">
                    <a16:creationId xmlns:a16="http://schemas.microsoft.com/office/drawing/2014/main" id="{AE50DB19-7A85-718A-0D3E-EEC15616DC4C}"/>
                  </a:ext>
                </a:extLst>
              </p:cNvPr>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471" name="Freeform 870">
                <a:extLst>
                  <a:ext uri="{FF2B5EF4-FFF2-40B4-BE49-F238E27FC236}">
                    <a16:creationId xmlns:a16="http://schemas.microsoft.com/office/drawing/2014/main" id="{EC3A57DF-1F3E-F50E-5EC6-55620F95116C}"/>
                  </a:ext>
                </a:extLst>
              </p:cNvPr>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grpSp>
        <p:sp>
          <p:nvSpPr>
            <p:cNvPr id="3218" name="Freeform 871">
              <a:extLst>
                <a:ext uri="{FF2B5EF4-FFF2-40B4-BE49-F238E27FC236}">
                  <a16:creationId xmlns:a16="http://schemas.microsoft.com/office/drawing/2014/main" id="{8F208056-2783-30D7-A513-D4B35A04B829}"/>
                </a:ext>
              </a:extLst>
            </p:cNvPr>
            <p:cNvSpPr>
              <a:spLocks/>
            </p:cNvSpPr>
            <p:nvPr userDrawn="1"/>
          </p:nvSpPr>
          <p:spPr bwMode="gray">
            <a:xfrm>
              <a:off x="3197" y="1660"/>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19" name="Freeform 872">
              <a:extLst>
                <a:ext uri="{FF2B5EF4-FFF2-40B4-BE49-F238E27FC236}">
                  <a16:creationId xmlns:a16="http://schemas.microsoft.com/office/drawing/2014/main" id="{12B23901-A5E7-537F-C5BF-0C38C3CAE82C}"/>
                </a:ext>
              </a:extLst>
            </p:cNvPr>
            <p:cNvSpPr>
              <a:spLocks/>
            </p:cNvSpPr>
            <p:nvPr userDrawn="1"/>
          </p:nvSpPr>
          <p:spPr bwMode="gray">
            <a:xfrm>
              <a:off x="3190" y="1670"/>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0" name="Freeform 873">
              <a:extLst>
                <a:ext uri="{FF2B5EF4-FFF2-40B4-BE49-F238E27FC236}">
                  <a16:creationId xmlns:a16="http://schemas.microsoft.com/office/drawing/2014/main" id="{1F3FD1FA-4DC9-055F-2CE3-6716E9703D6A}"/>
                </a:ext>
              </a:extLst>
            </p:cNvPr>
            <p:cNvSpPr>
              <a:spLocks/>
            </p:cNvSpPr>
            <p:nvPr userDrawn="1"/>
          </p:nvSpPr>
          <p:spPr bwMode="gray">
            <a:xfrm>
              <a:off x="3687" y="1380"/>
              <a:ext cx="3" cy="2"/>
            </a:xfrm>
            <a:custGeom>
              <a:avLst/>
              <a:gdLst>
                <a:gd name="T0" fmla="*/ 0 w 3"/>
                <a:gd name="T1" fmla="*/ 2 h 2"/>
                <a:gd name="T2" fmla="*/ 1 w 3"/>
                <a:gd name="T3" fmla="*/ 0 h 2"/>
                <a:gd name="T4" fmla="*/ 3 w 3"/>
                <a:gd name="T5" fmla="*/ 0 h 2"/>
                <a:gd name="T6" fmla="*/ 3 w 3"/>
                <a:gd name="T7" fmla="*/ 0 h 2"/>
                <a:gd name="T8" fmla="*/ 3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1" name="Freeform 874">
              <a:extLst>
                <a:ext uri="{FF2B5EF4-FFF2-40B4-BE49-F238E27FC236}">
                  <a16:creationId xmlns:a16="http://schemas.microsoft.com/office/drawing/2014/main" id="{90282B0C-1D89-2A1E-9046-56700C70FC6E}"/>
                </a:ext>
              </a:extLst>
            </p:cNvPr>
            <p:cNvSpPr>
              <a:spLocks/>
            </p:cNvSpPr>
            <p:nvPr userDrawn="1"/>
          </p:nvSpPr>
          <p:spPr bwMode="gray">
            <a:xfrm>
              <a:off x="3681" y="1375"/>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2" name="Freeform 875">
              <a:extLst>
                <a:ext uri="{FF2B5EF4-FFF2-40B4-BE49-F238E27FC236}">
                  <a16:creationId xmlns:a16="http://schemas.microsoft.com/office/drawing/2014/main" id="{A27CB673-8FFA-37E0-F482-41C04CBD8D3F}"/>
                </a:ext>
              </a:extLst>
            </p:cNvPr>
            <p:cNvSpPr>
              <a:spLocks/>
            </p:cNvSpPr>
            <p:nvPr userDrawn="1"/>
          </p:nvSpPr>
          <p:spPr bwMode="gray">
            <a:xfrm>
              <a:off x="3349" y="2055"/>
              <a:ext cx="16" cy="7"/>
            </a:xfrm>
            <a:custGeom>
              <a:avLst/>
              <a:gdLst>
                <a:gd name="T0" fmla="*/ 0 w 16"/>
                <a:gd name="T1" fmla="*/ 0 h 7"/>
                <a:gd name="T2" fmla="*/ 2 w 16"/>
                <a:gd name="T3" fmla="*/ 4 h 7"/>
                <a:gd name="T4" fmla="*/ 5 w 16"/>
                <a:gd name="T5" fmla="*/ 5 h 7"/>
                <a:gd name="T6" fmla="*/ 10 w 16"/>
                <a:gd name="T7" fmla="*/ 7 h 7"/>
                <a:gd name="T8" fmla="*/ 12 w 16"/>
                <a:gd name="T9" fmla="*/ 7 h 7"/>
                <a:gd name="T10" fmla="*/ 16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3" name="Freeform 876">
              <a:extLst>
                <a:ext uri="{FF2B5EF4-FFF2-40B4-BE49-F238E27FC236}">
                  <a16:creationId xmlns:a16="http://schemas.microsoft.com/office/drawing/2014/main" id="{6E51D040-B5EA-32E8-DA98-AC8E6E7A6F23}"/>
                </a:ext>
              </a:extLst>
            </p:cNvPr>
            <p:cNvSpPr>
              <a:spLocks/>
            </p:cNvSpPr>
            <p:nvPr userDrawn="1"/>
          </p:nvSpPr>
          <p:spPr bwMode="gray">
            <a:xfrm>
              <a:off x="3352" y="2055"/>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4" name="Freeform 877">
              <a:extLst>
                <a:ext uri="{FF2B5EF4-FFF2-40B4-BE49-F238E27FC236}">
                  <a16:creationId xmlns:a16="http://schemas.microsoft.com/office/drawing/2014/main" id="{0E582428-F078-A67E-5351-1E0206989971}"/>
                </a:ext>
              </a:extLst>
            </p:cNvPr>
            <p:cNvSpPr>
              <a:spLocks/>
            </p:cNvSpPr>
            <p:nvPr userDrawn="1"/>
          </p:nvSpPr>
          <p:spPr bwMode="gray">
            <a:xfrm>
              <a:off x="3366" y="1305"/>
              <a:ext cx="18" cy="12"/>
            </a:xfrm>
            <a:custGeom>
              <a:avLst/>
              <a:gdLst>
                <a:gd name="T0" fmla="*/ 0 w 18"/>
                <a:gd name="T1" fmla="*/ 12 h 12"/>
                <a:gd name="T2" fmla="*/ 9 w 18"/>
                <a:gd name="T3" fmla="*/ 5 h 12"/>
                <a:gd name="T4" fmla="*/ 18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5" name="Freeform 878">
              <a:extLst>
                <a:ext uri="{FF2B5EF4-FFF2-40B4-BE49-F238E27FC236}">
                  <a16:creationId xmlns:a16="http://schemas.microsoft.com/office/drawing/2014/main" id="{52C264F3-2865-E272-9261-F969EDFD69C7}"/>
                </a:ext>
              </a:extLst>
            </p:cNvPr>
            <p:cNvSpPr>
              <a:spLocks/>
            </p:cNvSpPr>
            <p:nvPr userDrawn="1"/>
          </p:nvSpPr>
          <p:spPr bwMode="gray">
            <a:xfrm>
              <a:off x="3372" y="1303"/>
              <a:ext cx="10" cy="14"/>
            </a:xfrm>
            <a:custGeom>
              <a:avLst/>
              <a:gdLst>
                <a:gd name="T0" fmla="*/ 10 w 10"/>
                <a:gd name="T1" fmla="*/ 14 h 14"/>
                <a:gd name="T2" fmla="*/ 7 w 10"/>
                <a:gd name="T3" fmla="*/ 11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6" name="Freeform 879">
              <a:extLst>
                <a:ext uri="{FF2B5EF4-FFF2-40B4-BE49-F238E27FC236}">
                  <a16:creationId xmlns:a16="http://schemas.microsoft.com/office/drawing/2014/main" id="{40051830-A27C-6E1D-0F29-64D974DB012B}"/>
                </a:ext>
              </a:extLst>
            </p:cNvPr>
            <p:cNvSpPr>
              <a:spLocks/>
            </p:cNvSpPr>
            <p:nvPr userDrawn="1"/>
          </p:nvSpPr>
          <p:spPr bwMode="gray">
            <a:xfrm>
              <a:off x="3503" y="1954"/>
              <a:ext cx="14" cy="14"/>
            </a:xfrm>
            <a:custGeom>
              <a:avLst/>
              <a:gdLst>
                <a:gd name="T0" fmla="*/ 0 w 14"/>
                <a:gd name="T1" fmla="*/ 14 h 14"/>
                <a:gd name="T2" fmla="*/ 5 w 14"/>
                <a:gd name="T3" fmla="*/ 12 h 14"/>
                <a:gd name="T4" fmla="*/ 10 w 14"/>
                <a:gd name="T5" fmla="*/ 10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7" name="Freeform 880">
              <a:extLst>
                <a:ext uri="{FF2B5EF4-FFF2-40B4-BE49-F238E27FC236}">
                  <a16:creationId xmlns:a16="http://schemas.microsoft.com/office/drawing/2014/main" id="{DB89EF2E-F1A9-80CE-00F7-234271C5AF30}"/>
                </a:ext>
              </a:extLst>
            </p:cNvPr>
            <p:cNvSpPr>
              <a:spLocks/>
            </p:cNvSpPr>
            <p:nvPr userDrawn="1"/>
          </p:nvSpPr>
          <p:spPr bwMode="gray">
            <a:xfrm>
              <a:off x="3510" y="1955"/>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8" name="Freeform 881">
              <a:extLst>
                <a:ext uri="{FF2B5EF4-FFF2-40B4-BE49-F238E27FC236}">
                  <a16:creationId xmlns:a16="http://schemas.microsoft.com/office/drawing/2014/main" id="{FE182BC4-336B-012A-F080-83DBEEA37256}"/>
                </a:ext>
              </a:extLst>
            </p:cNvPr>
            <p:cNvSpPr>
              <a:spLocks/>
            </p:cNvSpPr>
            <p:nvPr userDrawn="1"/>
          </p:nvSpPr>
          <p:spPr bwMode="gray">
            <a:xfrm>
              <a:off x="2284" y="950"/>
              <a:ext cx="5" cy="16"/>
            </a:xfrm>
            <a:custGeom>
              <a:avLst/>
              <a:gdLst>
                <a:gd name="T0" fmla="*/ 3 w 5"/>
                <a:gd name="T1" fmla="*/ 16 h 16"/>
                <a:gd name="T2" fmla="*/ 2 w 5"/>
                <a:gd name="T3" fmla="*/ 12 h 16"/>
                <a:gd name="T4" fmla="*/ 0 w 5"/>
                <a:gd name="T5" fmla="*/ 9 h 16"/>
                <a:gd name="T6" fmla="*/ 2 w 5"/>
                <a:gd name="T7" fmla="*/ 3 h 16"/>
                <a:gd name="T8" fmla="*/ 2 w 5"/>
                <a:gd name="T9" fmla="*/ 2 h 16"/>
                <a:gd name="T10" fmla="*/ 5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29" name="Freeform 882">
              <a:extLst>
                <a:ext uri="{FF2B5EF4-FFF2-40B4-BE49-F238E27FC236}">
                  <a16:creationId xmlns:a16="http://schemas.microsoft.com/office/drawing/2014/main" id="{25739EDC-1F5F-2A8C-9FD5-513466C0EC68}"/>
                </a:ext>
              </a:extLst>
            </p:cNvPr>
            <p:cNvSpPr>
              <a:spLocks/>
            </p:cNvSpPr>
            <p:nvPr userDrawn="1"/>
          </p:nvSpPr>
          <p:spPr bwMode="gray">
            <a:xfrm>
              <a:off x="2284" y="952"/>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0" name="Freeform 883">
              <a:extLst>
                <a:ext uri="{FF2B5EF4-FFF2-40B4-BE49-F238E27FC236}">
                  <a16:creationId xmlns:a16="http://schemas.microsoft.com/office/drawing/2014/main" id="{E65B1574-6F4B-6D7C-681C-CCF97265DADC}"/>
                </a:ext>
              </a:extLst>
            </p:cNvPr>
            <p:cNvSpPr>
              <a:spLocks/>
            </p:cNvSpPr>
            <p:nvPr userDrawn="1"/>
          </p:nvSpPr>
          <p:spPr bwMode="gray">
            <a:xfrm>
              <a:off x="2452" y="873"/>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1" name="Freeform 884">
              <a:extLst>
                <a:ext uri="{FF2B5EF4-FFF2-40B4-BE49-F238E27FC236}">
                  <a16:creationId xmlns:a16="http://schemas.microsoft.com/office/drawing/2014/main" id="{8ACE8891-7C43-244D-B1B1-289BA5BD3D1D}"/>
                </a:ext>
              </a:extLst>
            </p:cNvPr>
            <p:cNvSpPr>
              <a:spLocks/>
            </p:cNvSpPr>
            <p:nvPr userDrawn="1"/>
          </p:nvSpPr>
          <p:spPr bwMode="gray">
            <a:xfrm>
              <a:off x="2443" y="875"/>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2" name="Freeform 885">
              <a:extLst>
                <a:ext uri="{FF2B5EF4-FFF2-40B4-BE49-F238E27FC236}">
                  <a16:creationId xmlns:a16="http://schemas.microsoft.com/office/drawing/2014/main" id="{BA9D608A-85D1-BB44-3E64-A54074E3E719}"/>
                </a:ext>
              </a:extLst>
            </p:cNvPr>
            <p:cNvSpPr>
              <a:spLocks/>
            </p:cNvSpPr>
            <p:nvPr userDrawn="1"/>
          </p:nvSpPr>
          <p:spPr bwMode="gray">
            <a:xfrm>
              <a:off x="3123" y="2213"/>
              <a:ext cx="18" cy="8"/>
            </a:xfrm>
            <a:custGeom>
              <a:avLst/>
              <a:gdLst>
                <a:gd name="T0" fmla="*/ 0 w 18"/>
                <a:gd name="T1" fmla="*/ 7 h 8"/>
                <a:gd name="T2" fmla="*/ 6 w 18"/>
                <a:gd name="T3" fmla="*/ 8 h 8"/>
                <a:gd name="T4" fmla="*/ 11 w 18"/>
                <a:gd name="T5" fmla="*/ 7 h 8"/>
                <a:gd name="T6" fmla="*/ 14 w 18"/>
                <a:gd name="T7" fmla="*/ 3 h 8"/>
                <a:gd name="T8" fmla="*/ 18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3" name="Freeform 886">
              <a:extLst>
                <a:ext uri="{FF2B5EF4-FFF2-40B4-BE49-F238E27FC236}">
                  <a16:creationId xmlns:a16="http://schemas.microsoft.com/office/drawing/2014/main" id="{291DDCDA-742D-D8AD-8437-F1BD3E3CBDEA}"/>
                </a:ext>
              </a:extLst>
            </p:cNvPr>
            <p:cNvSpPr>
              <a:spLocks/>
            </p:cNvSpPr>
            <p:nvPr userDrawn="1"/>
          </p:nvSpPr>
          <p:spPr bwMode="gray">
            <a:xfrm>
              <a:off x="3127" y="2214"/>
              <a:ext cx="7" cy="7"/>
            </a:xfrm>
            <a:custGeom>
              <a:avLst/>
              <a:gdLst>
                <a:gd name="T0" fmla="*/ 7 w 7"/>
                <a:gd name="T1" fmla="*/ 6 h 7"/>
                <a:gd name="T2" fmla="*/ 5 w 7"/>
                <a:gd name="T3" fmla="*/ 7 h 7"/>
                <a:gd name="T4" fmla="*/ 3 w 7"/>
                <a:gd name="T5" fmla="*/ 6 h 7"/>
                <a:gd name="T6" fmla="*/ 2 w 7"/>
                <a:gd name="T7" fmla="*/ 4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4" name="Freeform 887">
              <a:extLst>
                <a:ext uri="{FF2B5EF4-FFF2-40B4-BE49-F238E27FC236}">
                  <a16:creationId xmlns:a16="http://schemas.microsoft.com/office/drawing/2014/main" id="{95C622E8-0CEA-7F00-FB81-5808F3527F76}"/>
                </a:ext>
              </a:extLst>
            </p:cNvPr>
            <p:cNvSpPr>
              <a:spLocks/>
            </p:cNvSpPr>
            <p:nvPr userDrawn="1"/>
          </p:nvSpPr>
          <p:spPr bwMode="gray">
            <a:xfrm>
              <a:off x="3283" y="2108"/>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5" name="Freeform 888">
              <a:extLst>
                <a:ext uri="{FF2B5EF4-FFF2-40B4-BE49-F238E27FC236}">
                  <a16:creationId xmlns:a16="http://schemas.microsoft.com/office/drawing/2014/main" id="{F662C32F-F777-4FF3-9796-23E5FCF7495C}"/>
                </a:ext>
              </a:extLst>
            </p:cNvPr>
            <p:cNvSpPr>
              <a:spLocks/>
            </p:cNvSpPr>
            <p:nvPr userDrawn="1"/>
          </p:nvSpPr>
          <p:spPr bwMode="gray">
            <a:xfrm>
              <a:off x="3279" y="2115"/>
              <a:ext cx="11" cy="7"/>
            </a:xfrm>
            <a:custGeom>
              <a:avLst/>
              <a:gdLst>
                <a:gd name="T0" fmla="*/ 0 w 11"/>
                <a:gd name="T1" fmla="*/ 7 h 7"/>
                <a:gd name="T2" fmla="*/ 4 w 11"/>
                <a:gd name="T3" fmla="*/ 7 h 7"/>
                <a:gd name="T4" fmla="*/ 7 w 11"/>
                <a:gd name="T5" fmla="*/ 5 h 7"/>
                <a:gd name="T6" fmla="*/ 9 w 11"/>
                <a:gd name="T7" fmla="*/ 3 h 7"/>
                <a:gd name="T8" fmla="*/ 11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6" name="Freeform 889">
              <a:extLst>
                <a:ext uri="{FF2B5EF4-FFF2-40B4-BE49-F238E27FC236}">
                  <a16:creationId xmlns:a16="http://schemas.microsoft.com/office/drawing/2014/main" id="{CC718974-2272-0253-843B-5F47ACB4CFDF}"/>
                </a:ext>
              </a:extLst>
            </p:cNvPr>
            <p:cNvSpPr>
              <a:spLocks/>
            </p:cNvSpPr>
            <p:nvPr userDrawn="1"/>
          </p:nvSpPr>
          <p:spPr bwMode="gray">
            <a:xfrm>
              <a:off x="2541" y="2150"/>
              <a:ext cx="5"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5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7" name="Freeform 890">
              <a:extLst>
                <a:ext uri="{FF2B5EF4-FFF2-40B4-BE49-F238E27FC236}">
                  <a16:creationId xmlns:a16="http://schemas.microsoft.com/office/drawing/2014/main" id="{EEC8C9E1-21A9-60F3-B218-D57E9B6F9C3B}"/>
                </a:ext>
              </a:extLst>
            </p:cNvPr>
            <p:cNvSpPr>
              <a:spLocks/>
            </p:cNvSpPr>
            <p:nvPr userDrawn="1"/>
          </p:nvSpPr>
          <p:spPr bwMode="gray">
            <a:xfrm>
              <a:off x="2539" y="2157"/>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8" name="Freeform 891">
              <a:extLst>
                <a:ext uri="{FF2B5EF4-FFF2-40B4-BE49-F238E27FC236}">
                  <a16:creationId xmlns:a16="http://schemas.microsoft.com/office/drawing/2014/main" id="{DD8B529F-2143-C4B7-AF8C-C6F653D10DAC}"/>
                </a:ext>
              </a:extLst>
            </p:cNvPr>
            <p:cNvSpPr>
              <a:spLocks/>
            </p:cNvSpPr>
            <p:nvPr userDrawn="1"/>
          </p:nvSpPr>
          <p:spPr bwMode="gray">
            <a:xfrm>
              <a:off x="2744" y="2237"/>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39" name="Freeform 892">
              <a:extLst>
                <a:ext uri="{FF2B5EF4-FFF2-40B4-BE49-F238E27FC236}">
                  <a16:creationId xmlns:a16="http://schemas.microsoft.com/office/drawing/2014/main" id="{AA12668C-41EE-E501-3132-446006B64116}"/>
                </a:ext>
              </a:extLst>
            </p:cNvPr>
            <p:cNvSpPr>
              <a:spLocks/>
            </p:cNvSpPr>
            <p:nvPr userDrawn="1"/>
          </p:nvSpPr>
          <p:spPr bwMode="gray">
            <a:xfrm>
              <a:off x="2735" y="2239"/>
              <a:ext cx="18" cy="3"/>
            </a:xfrm>
            <a:custGeom>
              <a:avLst/>
              <a:gdLst>
                <a:gd name="T0" fmla="*/ 18 w 18"/>
                <a:gd name="T1" fmla="*/ 0 h 3"/>
                <a:gd name="T2" fmla="*/ 14 w 18"/>
                <a:gd name="T3" fmla="*/ 3 h 3"/>
                <a:gd name="T4" fmla="*/ 11 w 18"/>
                <a:gd name="T5" fmla="*/ 3 h 3"/>
                <a:gd name="T6" fmla="*/ 5 w 18"/>
                <a:gd name="T7" fmla="*/ 3 h 3"/>
                <a:gd name="T8" fmla="*/ 0 w 18"/>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0" name="Freeform 893">
              <a:extLst>
                <a:ext uri="{FF2B5EF4-FFF2-40B4-BE49-F238E27FC236}">
                  <a16:creationId xmlns:a16="http://schemas.microsoft.com/office/drawing/2014/main" id="{54E20F49-D604-12E0-F486-D7F6C7679146}"/>
                </a:ext>
              </a:extLst>
            </p:cNvPr>
            <p:cNvSpPr>
              <a:spLocks/>
            </p:cNvSpPr>
            <p:nvPr userDrawn="1"/>
          </p:nvSpPr>
          <p:spPr bwMode="gray">
            <a:xfrm>
              <a:off x="2527" y="922"/>
              <a:ext cx="5" cy="3"/>
            </a:xfrm>
            <a:custGeom>
              <a:avLst/>
              <a:gdLst>
                <a:gd name="T0" fmla="*/ 2 w 5"/>
                <a:gd name="T1" fmla="*/ 3 h 3"/>
                <a:gd name="T2" fmla="*/ 0 w 5"/>
                <a:gd name="T3" fmla="*/ 2 h 3"/>
                <a:gd name="T4" fmla="*/ 0 w 5"/>
                <a:gd name="T5" fmla="*/ 2 h 3"/>
                <a:gd name="T6" fmla="*/ 0 w 5"/>
                <a:gd name="T7" fmla="*/ 0 h 3"/>
                <a:gd name="T8" fmla="*/ 0 w 5"/>
                <a:gd name="T9" fmla="*/ 0 h 3"/>
                <a:gd name="T10" fmla="*/ 3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1" name="Freeform 894">
              <a:extLst>
                <a:ext uri="{FF2B5EF4-FFF2-40B4-BE49-F238E27FC236}">
                  <a16:creationId xmlns:a16="http://schemas.microsoft.com/office/drawing/2014/main" id="{66B6B853-833C-0530-7C92-7EC921AA2A09}"/>
                </a:ext>
              </a:extLst>
            </p:cNvPr>
            <p:cNvSpPr>
              <a:spLocks/>
            </p:cNvSpPr>
            <p:nvPr userDrawn="1"/>
          </p:nvSpPr>
          <p:spPr bwMode="gray">
            <a:xfrm>
              <a:off x="2525" y="915"/>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2" name="Freeform 895">
              <a:extLst>
                <a:ext uri="{FF2B5EF4-FFF2-40B4-BE49-F238E27FC236}">
                  <a16:creationId xmlns:a16="http://schemas.microsoft.com/office/drawing/2014/main" id="{26BB3350-151D-1569-94C7-BEA5B13D28DB}"/>
                </a:ext>
              </a:extLst>
            </p:cNvPr>
            <p:cNvSpPr>
              <a:spLocks/>
            </p:cNvSpPr>
            <p:nvPr userDrawn="1"/>
          </p:nvSpPr>
          <p:spPr bwMode="gray">
            <a:xfrm>
              <a:off x="3041" y="670"/>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3" name="Freeform 896">
              <a:extLst>
                <a:ext uri="{FF2B5EF4-FFF2-40B4-BE49-F238E27FC236}">
                  <a16:creationId xmlns:a16="http://schemas.microsoft.com/office/drawing/2014/main" id="{8AA61805-FC26-FA23-520D-942C2A40D535}"/>
                </a:ext>
              </a:extLst>
            </p:cNvPr>
            <p:cNvSpPr>
              <a:spLocks/>
            </p:cNvSpPr>
            <p:nvPr userDrawn="1"/>
          </p:nvSpPr>
          <p:spPr bwMode="gray">
            <a:xfrm>
              <a:off x="3034" y="672"/>
              <a:ext cx="16" cy="3"/>
            </a:xfrm>
            <a:custGeom>
              <a:avLst/>
              <a:gdLst>
                <a:gd name="T0" fmla="*/ 0 w 16"/>
                <a:gd name="T1" fmla="*/ 3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4" name="Freeform 897">
              <a:extLst>
                <a:ext uri="{FF2B5EF4-FFF2-40B4-BE49-F238E27FC236}">
                  <a16:creationId xmlns:a16="http://schemas.microsoft.com/office/drawing/2014/main" id="{5B62EF3A-997D-CCDB-AB29-1822A399F597}"/>
                </a:ext>
              </a:extLst>
            </p:cNvPr>
            <p:cNvSpPr>
              <a:spLocks/>
            </p:cNvSpPr>
            <p:nvPr userDrawn="1"/>
          </p:nvSpPr>
          <p:spPr bwMode="gray">
            <a:xfrm>
              <a:off x="2740" y="980"/>
              <a:ext cx="2" cy="19"/>
            </a:xfrm>
            <a:custGeom>
              <a:avLst/>
              <a:gdLst>
                <a:gd name="T0" fmla="*/ 2 w 2"/>
                <a:gd name="T1" fmla="*/ 19 h 19"/>
                <a:gd name="T2" fmla="*/ 2 w 2"/>
                <a:gd name="T3" fmla="*/ 15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5" name="Freeform 898">
              <a:extLst>
                <a:ext uri="{FF2B5EF4-FFF2-40B4-BE49-F238E27FC236}">
                  <a16:creationId xmlns:a16="http://schemas.microsoft.com/office/drawing/2014/main" id="{0E1B15B1-0310-15CA-DFEC-B111CC999A45}"/>
                </a:ext>
              </a:extLst>
            </p:cNvPr>
            <p:cNvSpPr>
              <a:spLocks/>
            </p:cNvSpPr>
            <p:nvPr userDrawn="1"/>
          </p:nvSpPr>
          <p:spPr bwMode="gray">
            <a:xfrm>
              <a:off x="2732" y="990"/>
              <a:ext cx="19" cy="2"/>
            </a:xfrm>
            <a:custGeom>
              <a:avLst/>
              <a:gdLst>
                <a:gd name="T0" fmla="*/ 19 w 19"/>
                <a:gd name="T1" fmla="*/ 0 h 2"/>
                <a:gd name="T2" fmla="*/ 14 w 19"/>
                <a:gd name="T3" fmla="*/ 0 h 2"/>
                <a:gd name="T4" fmla="*/ 10 w 19"/>
                <a:gd name="T5" fmla="*/ 0 h 2"/>
                <a:gd name="T6" fmla="*/ 5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6" name="Freeform 899">
              <a:extLst>
                <a:ext uri="{FF2B5EF4-FFF2-40B4-BE49-F238E27FC236}">
                  <a16:creationId xmlns:a16="http://schemas.microsoft.com/office/drawing/2014/main" id="{12A219DE-5DA2-7086-DFCF-6537251CCD16}"/>
                </a:ext>
              </a:extLst>
            </p:cNvPr>
            <p:cNvSpPr>
              <a:spLocks/>
            </p:cNvSpPr>
            <p:nvPr userDrawn="1"/>
          </p:nvSpPr>
          <p:spPr bwMode="gray">
            <a:xfrm>
              <a:off x="3249" y="733"/>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7" name="Freeform 900">
              <a:extLst>
                <a:ext uri="{FF2B5EF4-FFF2-40B4-BE49-F238E27FC236}">
                  <a16:creationId xmlns:a16="http://schemas.microsoft.com/office/drawing/2014/main" id="{360C7833-BA4E-D3F3-D008-2DFF8EFA2741}"/>
                </a:ext>
              </a:extLst>
            </p:cNvPr>
            <p:cNvSpPr>
              <a:spLocks/>
            </p:cNvSpPr>
            <p:nvPr userDrawn="1"/>
          </p:nvSpPr>
          <p:spPr bwMode="gray">
            <a:xfrm>
              <a:off x="3244" y="728"/>
              <a:ext cx="11" cy="15"/>
            </a:xfrm>
            <a:custGeom>
              <a:avLst/>
              <a:gdLst>
                <a:gd name="T0" fmla="*/ 11 w 11"/>
                <a:gd name="T1" fmla="*/ 15 h 15"/>
                <a:gd name="T2" fmla="*/ 11 w 11"/>
                <a:gd name="T3" fmla="*/ 10 h 15"/>
                <a:gd name="T4" fmla="*/ 7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8" name="Freeform 901">
              <a:extLst>
                <a:ext uri="{FF2B5EF4-FFF2-40B4-BE49-F238E27FC236}">
                  <a16:creationId xmlns:a16="http://schemas.microsoft.com/office/drawing/2014/main" id="{0F3CB857-B8C3-1832-7019-34FB29D7270C}"/>
                </a:ext>
              </a:extLst>
            </p:cNvPr>
            <p:cNvSpPr>
              <a:spLocks/>
            </p:cNvSpPr>
            <p:nvPr userDrawn="1"/>
          </p:nvSpPr>
          <p:spPr bwMode="gray">
            <a:xfrm>
              <a:off x="2490" y="763"/>
              <a:ext cx="4" cy="15"/>
            </a:xfrm>
            <a:custGeom>
              <a:avLst/>
              <a:gdLst>
                <a:gd name="T0" fmla="*/ 4 w 4"/>
                <a:gd name="T1" fmla="*/ 15 h 15"/>
                <a:gd name="T2" fmla="*/ 0 w 4"/>
                <a:gd name="T3" fmla="*/ 12 h 15"/>
                <a:gd name="T4" fmla="*/ 0 w 4"/>
                <a:gd name="T5" fmla="*/ 8 h 15"/>
                <a:gd name="T6" fmla="*/ 0 w 4"/>
                <a:gd name="T7" fmla="*/ 5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49" name="Freeform 902">
              <a:extLst>
                <a:ext uri="{FF2B5EF4-FFF2-40B4-BE49-F238E27FC236}">
                  <a16:creationId xmlns:a16="http://schemas.microsoft.com/office/drawing/2014/main" id="{7BF44D39-3930-7605-7A3D-7C95EE38F7E4}"/>
                </a:ext>
              </a:extLst>
            </p:cNvPr>
            <p:cNvSpPr>
              <a:spLocks/>
            </p:cNvSpPr>
            <p:nvPr userDrawn="1"/>
          </p:nvSpPr>
          <p:spPr bwMode="gray">
            <a:xfrm>
              <a:off x="2489" y="764"/>
              <a:ext cx="8" cy="9"/>
            </a:xfrm>
            <a:custGeom>
              <a:avLst/>
              <a:gdLst>
                <a:gd name="T0" fmla="*/ 8 w 8"/>
                <a:gd name="T1" fmla="*/ 0 h 9"/>
                <a:gd name="T2" fmla="*/ 5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0" name="Freeform 903">
              <a:extLst>
                <a:ext uri="{FF2B5EF4-FFF2-40B4-BE49-F238E27FC236}">
                  <a16:creationId xmlns:a16="http://schemas.microsoft.com/office/drawing/2014/main" id="{E110B199-7F90-6635-0D14-9C8FCFBFD504}"/>
                </a:ext>
              </a:extLst>
            </p:cNvPr>
            <p:cNvSpPr>
              <a:spLocks/>
            </p:cNvSpPr>
            <p:nvPr userDrawn="1"/>
          </p:nvSpPr>
          <p:spPr bwMode="gray">
            <a:xfrm>
              <a:off x="3146" y="960"/>
              <a:ext cx="2" cy="20"/>
            </a:xfrm>
            <a:custGeom>
              <a:avLst/>
              <a:gdLst>
                <a:gd name="T0" fmla="*/ 2 w 2"/>
                <a:gd name="T1" fmla="*/ 20 h 20"/>
                <a:gd name="T2" fmla="*/ 2 w 2"/>
                <a:gd name="T3" fmla="*/ 16 h 20"/>
                <a:gd name="T4" fmla="*/ 2 w 2"/>
                <a:gd name="T5" fmla="*/ 11 h 20"/>
                <a:gd name="T6" fmla="*/ 2 w 2"/>
                <a:gd name="T7" fmla="*/ 6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1" name="Freeform 904">
              <a:extLst>
                <a:ext uri="{FF2B5EF4-FFF2-40B4-BE49-F238E27FC236}">
                  <a16:creationId xmlns:a16="http://schemas.microsoft.com/office/drawing/2014/main" id="{D5CC16AF-F8C2-F27F-1A95-0215E0A91EE4}"/>
                </a:ext>
              </a:extLst>
            </p:cNvPr>
            <p:cNvSpPr>
              <a:spLocks/>
            </p:cNvSpPr>
            <p:nvPr userDrawn="1"/>
          </p:nvSpPr>
          <p:spPr bwMode="gray">
            <a:xfrm>
              <a:off x="3139" y="971"/>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2" name="Freeform 905">
              <a:extLst>
                <a:ext uri="{FF2B5EF4-FFF2-40B4-BE49-F238E27FC236}">
                  <a16:creationId xmlns:a16="http://schemas.microsoft.com/office/drawing/2014/main" id="{3951F976-1E98-AC70-71F4-A06B315862BA}"/>
                </a:ext>
              </a:extLst>
            </p:cNvPr>
            <p:cNvSpPr>
              <a:spLocks/>
            </p:cNvSpPr>
            <p:nvPr userDrawn="1"/>
          </p:nvSpPr>
          <p:spPr bwMode="gray">
            <a:xfrm>
              <a:off x="2651" y="687"/>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3" name="Freeform 906">
              <a:extLst>
                <a:ext uri="{FF2B5EF4-FFF2-40B4-BE49-F238E27FC236}">
                  <a16:creationId xmlns:a16="http://schemas.microsoft.com/office/drawing/2014/main" id="{BEB51DB3-BBE2-988E-7F99-0440DF3BEEEE}"/>
                </a:ext>
              </a:extLst>
            </p:cNvPr>
            <p:cNvSpPr>
              <a:spLocks/>
            </p:cNvSpPr>
            <p:nvPr userDrawn="1"/>
          </p:nvSpPr>
          <p:spPr bwMode="gray">
            <a:xfrm>
              <a:off x="2653" y="687"/>
              <a:ext cx="10" cy="9"/>
            </a:xfrm>
            <a:custGeom>
              <a:avLst/>
              <a:gdLst>
                <a:gd name="T0" fmla="*/ 10 w 10"/>
                <a:gd name="T1" fmla="*/ 0 h 9"/>
                <a:gd name="T2" fmla="*/ 7 w 10"/>
                <a:gd name="T3" fmla="*/ 0 h 9"/>
                <a:gd name="T4" fmla="*/ 5 w 10"/>
                <a:gd name="T5" fmla="*/ 2 h 9"/>
                <a:gd name="T6" fmla="*/ 3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4" name="Freeform 907">
              <a:extLst>
                <a:ext uri="{FF2B5EF4-FFF2-40B4-BE49-F238E27FC236}">
                  <a16:creationId xmlns:a16="http://schemas.microsoft.com/office/drawing/2014/main" id="{129C560B-440E-E3E5-F0A0-6AC4FBBC9E61}"/>
                </a:ext>
              </a:extLst>
            </p:cNvPr>
            <p:cNvSpPr>
              <a:spLocks/>
            </p:cNvSpPr>
            <p:nvPr userDrawn="1"/>
          </p:nvSpPr>
          <p:spPr bwMode="gray">
            <a:xfrm>
              <a:off x="3300" y="882"/>
              <a:ext cx="14" cy="12"/>
            </a:xfrm>
            <a:custGeom>
              <a:avLst/>
              <a:gdLst>
                <a:gd name="T0" fmla="*/ 14 w 14"/>
                <a:gd name="T1" fmla="*/ 12 h 12"/>
                <a:gd name="T2" fmla="*/ 14 w 14"/>
                <a:gd name="T3" fmla="*/ 7 h 12"/>
                <a:gd name="T4" fmla="*/ 12 w 14"/>
                <a:gd name="T5" fmla="*/ 3 h 12"/>
                <a:gd name="T6" fmla="*/ 9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5" name="Freeform 908">
              <a:extLst>
                <a:ext uri="{FF2B5EF4-FFF2-40B4-BE49-F238E27FC236}">
                  <a16:creationId xmlns:a16="http://schemas.microsoft.com/office/drawing/2014/main" id="{C671A1E5-648F-24D9-2AF9-A81FDEB295E4}"/>
                </a:ext>
              </a:extLst>
            </p:cNvPr>
            <p:cNvSpPr>
              <a:spLocks/>
            </p:cNvSpPr>
            <p:nvPr userDrawn="1"/>
          </p:nvSpPr>
          <p:spPr bwMode="gray">
            <a:xfrm>
              <a:off x="3307" y="885"/>
              <a:ext cx="5" cy="7"/>
            </a:xfrm>
            <a:custGeom>
              <a:avLst/>
              <a:gdLst>
                <a:gd name="T0" fmla="*/ 0 w 5"/>
                <a:gd name="T1" fmla="*/ 0 h 7"/>
                <a:gd name="T2" fmla="*/ 3 w 5"/>
                <a:gd name="T3" fmla="*/ 0 h 7"/>
                <a:gd name="T4" fmla="*/ 5 w 5"/>
                <a:gd name="T5" fmla="*/ 2 h 7"/>
                <a:gd name="T6" fmla="*/ 5 w 5"/>
                <a:gd name="T7" fmla="*/ 4 h 7"/>
                <a:gd name="T8" fmla="*/ 3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6" name="Freeform 909">
              <a:extLst>
                <a:ext uri="{FF2B5EF4-FFF2-40B4-BE49-F238E27FC236}">
                  <a16:creationId xmlns:a16="http://schemas.microsoft.com/office/drawing/2014/main" id="{FDD689BD-8757-58B5-1AE9-24A3AE78F311}"/>
                </a:ext>
              </a:extLst>
            </p:cNvPr>
            <p:cNvSpPr>
              <a:spLocks/>
            </p:cNvSpPr>
            <p:nvPr userDrawn="1"/>
          </p:nvSpPr>
          <p:spPr bwMode="gray">
            <a:xfrm>
              <a:off x="2118" y="1513"/>
              <a:ext cx="5" cy="16"/>
            </a:xfrm>
            <a:custGeom>
              <a:avLst/>
              <a:gdLst>
                <a:gd name="T0" fmla="*/ 1 w 5"/>
                <a:gd name="T1" fmla="*/ 0 h 16"/>
                <a:gd name="T2" fmla="*/ 0 w 5"/>
                <a:gd name="T3" fmla="*/ 3 h 16"/>
                <a:gd name="T4" fmla="*/ 0 w 5"/>
                <a:gd name="T5" fmla="*/ 7 h 16"/>
                <a:gd name="T6" fmla="*/ 1 w 5"/>
                <a:gd name="T7" fmla="*/ 12 h 16"/>
                <a:gd name="T8" fmla="*/ 3 w 5"/>
                <a:gd name="T9" fmla="*/ 14 h 16"/>
                <a:gd name="T10" fmla="*/ 5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7" name="Freeform 910">
              <a:extLst>
                <a:ext uri="{FF2B5EF4-FFF2-40B4-BE49-F238E27FC236}">
                  <a16:creationId xmlns:a16="http://schemas.microsoft.com/office/drawing/2014/main" id="{0FCF76B0-3A01-D6C9-9269-E9B44870DEF2}"/>
                </a:ext>
              </a:extLst>
            </p:cNvPr>
            <p:cNvSpPr>
              <a:spLocks/>
            </p:cNvSpPr>
            <p:nvPr userDrawn="1"/>
          </p:nvSpPr>
          <p:spPr bwMode="gray">
            <a:xfrm>
              <a:off x="2118" y="1520"/>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8" name="Freeform 911">
              <a:extLst>
                <a:ext uri="{FF2B5EF4-FFF2-40B4-BE49-F238E27FC236}">
                  <a16:creationId xmlns:a16="http://schemas.microsoft.com/office/drawing/2014/main" id="{185C7B27-918C-BF26-7CFB-D86CF7AA311A}"/>
                </a:ext>
              </a:extLst>
            </p:cNvPr>
            <p:cNvSpPr>
              <a:spLocks/>
            </p:cNvSpPr>
            <p:nvPr userDrawn="1"/>
          </p:nvSpPr>
          <p:spPr bwMode="gray">
            <a:xfrm>
              <a:off x="2111" y="1284"/>
              <a:ext cx="12" cy="14"/>
            </a:xfrm>
            <a:custGeom>
              <a:avLst/>
              <a:gdLst>
                <a:gd name="T0" fmla="*/ 0 w 12"/>
                <a:gd name="T1" fmla="*/ 14 h 14"/>
                <a:gd name="T2" fmla="*/ 0 w 12"/>
                <a:gd name="T3" fmla="*/ 9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59" name="Freeform 912">
              <a:extLst>
                <a:ext uri="{FF2B5EF4-FFF2-40B4-BE49-F238E27FC236}">
                  <a16:creationId xmlns:a16="http://schemas.microsoft.com/office/drawing/2014/main" id="{8ADF1285-A767-0ED4-87CE-C1A7102AB778}"/>
                </a:ext>
              </a:extLst>
            </p:cNvPr>
            <p:cNvSpPr>
              <a:spLocks/>
            </p:cNvSpPr>
            <p:nvPr userDrawn="1"/>
          </p:nvSpPr>
          <p:spPr bwMode="gray">
            <a:xfrm>
              <a:off x="2112" y="1287"/>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60" name="Line 913">
              <a:extLst>
                <a:ext uri="{FF2B5EF4-FFF2-40B4-BE49-F238E27FC236}">
                  <a16:creationId xmlns:a16="http://schemas.microsoft.com/office/drawing/2014/main" id="{7917524C-826A-3CA7-7834-D457D273B6FF}"/>
                </a:ext>
              </a:extLst>
            </p:cNvPr>
            <p:cNvSpPr>
              <a:spLocks noChangeShapeType="1"/>
            </p:cNvSpPr>
            <p:nvPr userDrawn="1"/>
          </p:nvSpPr>
          <p:spPr bwMode="gray">
            <a:xfrm flipH="1" flipV="1">
              <a:off x="3314" y="931"/>
              <a:ext cx="10" cy="5"/>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61" name="Line 914">
              <a:extLst>
                <a:ext uri="{FF2B5EF4-FFF2-40B4-BE49-F238E27FC236}">
                  <a16:creationId xmlns:a16="http://schemas.microsoft.com/office/drawing/2014/main" id="{8A4F689F-5852-D688-7E67-60887C1BD7E8}"/>
                </a:ext>
              </a:extLst>
            </p:cNvPr>
            <p:cNvSpPr>
              <a:spLocks noChangeShapeType="1"/>
            </p:cNvSpPr>
            <p:nvPr userDrawn="1"/>
          </p:nvSpPr>
          <p:spPr bwMode="gray">
            <a:xfrm flipV="1">
              <a:off x="3248" y="1887"/>
              <a:ext cx="1" cy="130"/>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62" name="Freeform 915">
              <a:extLst>
                <a:ext uri="{FF2B5EF4-FFF2-40B4-BE49-F238E27FC236}">
                  <a16:creationId xmlns:a16="http://schemas.microsoft.com/office/drawing/2014/main" id="{674DDB21-7B53-DED6-3A56-7F404F988C5C}"/>
                </a:ext>
              </a:extLst>
            </p:cNvPr>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63" name="Line 916">
              <a:extLst>
                <a:ext uri="{FF2B5EF4-FFF2-40B4-BE49-F238E27FC236}">
                  <a16:creationId xmlns:a16="http://schemas.microsoft.com/office/drawing/2014/main" id="{101A3748-2488-32EB-6926-056A895E7D2D}"/>
                </a:ext>
              </a:extLst>
            </p:cNvPr>
            <p:cNvSpPr>
              <a:spLocks noChangeShapeType="1"/>
            </p:cNvSpPr>
            <p:nvPr userDrawn="1"/>
          </p:nvSpPr>
          <p:spPr bwMode="gray">
            <a:xfrm flipV="1">
              <a:off x="3141" y="1901"/>
              <a:ext cx="2" cy="74"/>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64" name="Line 917">
              <a:extLst>
                <a:ext uri="{FF2B5EF4-FFF2-40B4-BE49-F238E27FC236}">
                  <a16:creationId xmlns:a16="http://schemas.microsoft.com/office/drawing/2014/main" id="{15DB5E06-4448-D6E0-D086-25C663C0BD45}"/>
                </a:ext>
              </a:extLst>
            </p:cNvPr>
            <p:cNvSpPr>
              <a:spLocks noChangeShapeType="1"/>
            </p:cNvSpPr>
            <p:nvPr userDrawn="1"/>
          </p:nvSpPr>
          <p:spPr bwMode="gray">
            <a:xfrm flipV="1">
              <a:off x="3146" y="1903"/>
              <a:ext cx="2" cy="77"/>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65" name="Line 918">
              <a:extLst>
                <a:ext uri="{FF2B5EF4-FFF2-40B4-BE49-F238E27FC236}">
                  <a16:creationId xmlns:a16="http://schemas.microsoft.com/office/drawing/2014/main" id="{C9B215A4-9AB9-8219-AA99-2D2E2804C3BD}"/>
                </a:ext>
              </a:extLst>
            </p:cNvPr>
            <p:cNvSpPr>
              <a:spLocks noChangeShapeType="1"/>
            </p:cNvSpPr>
            <p:nvPr userDrawn="1"/>
          </p:nvSpPr>
          <p:spPr bwMode="gray">
            <a:xfrm>
              <a:off x="3144" y="1903"/>
              <a:ext cx="1" cy="68"/>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266" name="Freeform 919">
              <a:extLst>
                <a:ext uri="{FF2B5EF4-FFF2-40B4-BE49-F238E27FC236}">
                  <a16:creationId xmlns:a16="http://schemas.microsoft.com/office/drawing/2014/main" id="{145649EB-C178-2FD1-08C7-AD2AC211760C}"/>
                </a:ext>
              </a:extLst>
            </p:cNvPr>
            <p:cNvSpPr>
              <a:spLocks/>
            </p:cNvSpPr>
            <p:nvPr userDrawn="1"/>
          </p:nvSpPr>
          <p:spPr bwMode="gray">
            <a:xfrm>
              <a:off x="3141" y="1971"/>
              <a:ext cx="5" cy="9"/>
            </a:xfrm>
            <a:custGeom>
              <a:avLst/>
              <a:gdLst>
                <a:gd name="T0" fmla="*/ 5 w 5"/>
                <a:gd name="T1" fmla="*/ 9 h 9"/>
                <a:gd name="T2" fmla="*/ 2 w 5"/>
                <a:gd name="T3" fmla="*/ 7 h 9"/>
                <a:gd name="T4" fmla="*/ 0 w 5"/>
                <a:gd name="T5" fmla="*/ 5 h 9"/>
                <a:gd name="T6" fmla="*/ 0 w 5"/>
                <a:gd name="T7" fmla="*/ 2 h 9"/>
                <a:gd name="T8" fmla="*/ 3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67" name="Freeform 920">
              <a:extLst>
                <a:ext uri="{FF2B5EF4-FFF2-40B4-BE49-F238E27FC236}">
                  <a16:creationId xmlns:a16="http://schemas.microsoft.com/office/drawing/2014/main" id="{39B29447-E370-1BA2-8BDA-848704DF7C14}"/>
                </a:ext>
              </a:extLst>
            </p:cNvPr>
            <p:cNvSpPr>
              <a:spLocks/>
            </p:cNvSpPr>
            <p:nvPr userDrawn="1"/>
          </p:nvSpPr>
          <p:spPr bwMode="gray">
            <a:xfrm>
              <a:off x="3143" y="1985"/>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68" name="Freeform 921">
              <a:extLst>
                <a:ext uri="{FF2B5EF4-FFF2-40B4-BE49-F238E27FC236}">
                  <a16:creationId xmlns:a16="http://schemas.microsoft.com/office/drawing/2014/main" id="{FB9CEC6C-1335-00B9-9D51-C5FF7CF9EC10}"/>
                </a:ext>
              </a:extLst>
            </p:cNvPr>
            <p:cNvSpPr>
              <a:spLocks/>
            </p:cNvSpPr>
            <p:nvPr userDrawn="1"/>
          </p:nvSpPr>
          <p:spPr bwMode="gray">
            <a:xfrm>
              <a:off x="3132" y="1971"/>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69" name="Freeform 922">
              <a:extLst>
                <a:ext uri="{FF2B5EF4-FFF2-40B4-BE49-F238E27FC236}">
                  <a16:creationId xmlns:a16="http://schemas.microsoft.com/office/drawing/2014/main" id="{61F31406-C28A-CAED-DA97-AA07AA0B01AF}"/>
                </a:ext>
              </a:extLst>
            </p:cNvPr>
            <p:cNvSpPr>
              <a:spLocks/>
            </p:cNvSpPr>
            <p:nvPr userDrawn="1"/>
          </p:nvSpPr>
          <p:spPr bwMode="gray">
            <a:xfrm>
              <a:off x="3123" y="1978"/>
              <a:ext cx="9" cy="18"/>
            </a:xfrm>
            <a:custGeom>
              <a:avLst/>
              <a:gdLst>
                <a:gd name="T0" fmla="*/ 0 w 9"/>
                <a:gd name="T1" fmla="*/ 18 h 18"/>
                <a:gd name="T2" fmla="*/ 2 w 9"/>
                <a:gd name="T3" fmla="*/ 14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70" name="Freeform 923">
              <a:extLst>
                <a:ext uri="{FF2B5EF4-FFF2-40B4-BE49-F238E27FC236}">
                  <a16:creationId xmlns:a16="http://schemas.microsoft.com/office/drawing/2014/main" id="{889D74FF-EE4E-307D-E4A9-2D7324140259}"/>
                </a:ext>
              </a:extLst>
            </p:cNvPr>
            <p:cNvSpPr>
              <a:spLocks/>
            </p:cNvSpPr>
            <p:nvPr userDrawn="1"/>
          </p:nvSpPr>
          <p:spPr bwMode="gray">
            <a:xfrm>
              <a:off x="3123" y="1996"/>
              <a:ext cx="20" cy="1"/>
            </a:xfrm>
            <a:custGeom>
              <a:avLst/>
              <a:gdLst>
                <a:gd name="T0" fmla="*/ 0 w 20"/>
                <a:gd name="T1" fmla="*/ 0 h 1"/>
                <a:gd name="T2" fmla="*/ 6 w 20"/>
                <a:gd name="T3" fmla="*/ 1 h 1"/>
                <a:gd name="T4" fmla="*/ 11 w 20"/>
                <a:gd name="T5" fmla="*/ 1 h 1"/>
                <a:gd name="T6" fmla="*/ 16 w 20"/>
                <a:gd name="T7" fmla="*/ 1 h 1"/>
                <a:gd name="T8" fmla="*/ 20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271" name="Line 924">
              <a:extLst>
                <a:ext uri="{FF2B5EF4-FFF2-40B4-BE49-F238E27FC236}">
                  <a16:creationId xmlns:a16="http://schemas.microsoft.com/office/drawing/2014/main" id="{8EDCCC05-1958-E18A-633B-C5E6A9D121B0}"/>
                </a:ext>
              </a:extLst>
            </p:cNvPr>
            <p:cNvSpPr>
              <a:spLocks noChangeShapeType="1"/>
            </p:cNvSpPr>
            <p:nvPr userDrawn="1"/>
          </p:nvSpPr>
          <p:spPr bwMode="gray">
            <a:xfrm>
              <a:off x="2837" y="1216"/>
              <a:ext cx="314" cy="103"/>
            </a:xfrm>
            <a:prstGeom prst="line">
              <a:avLst/>
            </a:prstGeom>
            <a:noFill/>
            <a:ln w="31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TW" altLang="en-US"/>
            </a:p>
          </p:txBody>
        </p:sp>
      </p:grpSp>
      <p:grpSp>
        <p:nvGrpSpPr>
          <p:cNvPr id="3872" name="Group 925">
            <a:extLst>
              <a:ext uri="{FF2B5EF4-FFF2-40B4-BE49-F238E27FC236}">
                <a16:creationId xmlns:a16="http://schemas.microsoft.com/office/drawing/2014/main" id="{E56FB9D3-DA12-375E-8C5B-6AD9F812E9D7}"/>
              </a:ext>
            </a:extLst>
          </p:cNvPr>
          <p:cNvGrpSpPr>
            <a:grpSpLocks/>
          </p:cNvGrpSpPr>
          <p:nvPr userDrawn="1"/>
        </p:nvGrpSpPr>
        <p:grpSpPr bwMode="auto">
          <a:xfrm>
            <a:off x="5867400" y="3789363"/>
            <a:ext cx="2798763" cy="2786062"/>
            <a:chOff x="4059" y="2614"/>
            <a:chExt cx="1581" cy="1574"/>
          </a:xfrm>
        </p:grpSpPr>
        <p:sp>
          <p:nvSpPr>
            <p:cNvPr id="3873" name="Line 926">
              <a:extLst>
                <a:ext uri="{FF2B5EF4-FFF2-40B4-BE49-F238E27FC236}">
                  <a16:creationId xmlns:a16="http://schemas.microsoft.com/office/drawing/2014/main" id="{DF606FDE-75B1-457E-33F5-5C9FB00E7818}"/>
                </a:ext>
              </a:extLst>
            </p:cNvPr>
            <p:cNvSpPr>
              <a:spLocks noChangeShapeType="1"/>
            </p:cNvSpPr>
            <p:nvPr userDrawn="1"/>
          </p:nvSpPr>
          <p:spPr bwMode="gray">
            <a:xfrm flipH="1">
              <a:off x="5040" y="3476"/>
              <a:ext cx="156"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74" name="Line 927">
              <a:extLst>
                <a:ext uri="{FF2B5EF4-FFF2-40B4-BE49-F238E27FC236}">
                  <a16:creationId xmlns:a16="http://schemas.microsoft.com/office/drawing/2014/main" id="{FC70D60D-A33E-C213-ADF1-FB3CA62CD270}"/>
                </a:ext>
              </a:extLst>
            </p:cNvPr>
            <p:cNvSpPr>
              <a:spLocks noChangeShapeType="1"/>
            </p:cNvSpPr>
            <p:nvPr userDrawn="1"/>
          </p:nvSpPr>
          <p:spPr bwMode="gray">
            <a:xfrm flipH="1" flipV="1">
              <a:off x="5049" y="3467"/>
              <a:ext cx="206"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75" name="Line 928">
              <a:extLst>
                <a:ext uri="{FF2B5EF4-FFF2-40B4-BE49-F238E27FC236}">
                  <a16:creationId xmlns:a16="http://schemas.microsoft.com/office/drawing/2014/main" id="{46B3C87E-F50F-2613-539A-CA2000B981F1}"/>
                </a:ext>
              </a:extLst>
            </p:cNvPr>
            <p:cNvSpPr>
              <a:spLocks noChangeShapeType="1"/>
            </p:cNvSpPr>
            <p:nvPr userDrawn="1"/>
          </p:nvSpPr>
          <p:spPr bwMode="gray">
            <a:xfrm flipV="1">
              <a:off x="5029" y="358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76" name="Line 929">
              <a:extLst>
                <a:ext uri="{FF2B5EF4-FFF2-40B4-BE49-F238E27FC236}">
                  <a16:creationId xmlns:a16="http://schemas.microsoft.com/office/drawing/2014/main" id="{2941935F-6D82-92CD-0EEA-6F395F8A9E1A}"/>
                </a:ext>
              </a:extLst>
            </p:cNvPr>
            <p:cNvSpPr>
              <a:spLocks noChangeShapeType="1"/>
            </p:cNvSpPr>
            <p:nvPr userDrawn="1"/>
          </p:nvSpPr>
          <p:spPr bwMode="gray">
            <a:xfrm flipV="1">
              <a:off x="5397" y="3462"/>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77" name="Line 930">
              <a:extLst>
                <a:ext uri="{FF2B5EF4-FFF2-40B4-BE49-F238E27FC236}">
                  <a16:creationId xmlns:a16="http://schemas.microsoft.com/office/drawing/2014/main" id="{60EC305D-C47A-E8CF-587F-163FD431026F}"/>
                </a:ext>
              </a:extLst>
            </p:cNvPr>
            <p:cNvSpPr>
              <a:spLocks noChangeShapeType="1"/>
            </p:cNvSpPr>
            <p:nvPr userDrawn="1"/>
          </p:nvSpPr>
          <p:spPr bwMode="gray">
            <a:xfrm flipH="1">
              <a:off x="5404" y="3217"/>
              <a:ext cx="7"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78" name="Line 931">
              <a:extLst>
                <a:ext uri="{FF2B5EF4-FFF2-40B4-BE49-F238E27FC236}">
                  <a16:creationId xmlns:a16="http://schemas.microsoft.com/office/drawing/2014/main" id="{565A7941-1F96-A0A7-135E-975369861625}"/>
                </a:ext>
              </a:extLst>
            </p:cNvPr>
            <p:cNvSpPr>
              <a:spLocks noChangeShapeType="1"/>
            </p:cNvSpPr>
            <p:nvPr userDrawn="1"/>
          </p:nvSpPr>
          <p:spPr bwMode="gray">
            <a:xfrm flipV="1">
              <a:off x="4938" y="2878"/>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79" name="Freeform 932">
              <a:extLst>
                <a:ext uri="{FF2B5EF4-FFF2-40B4-BE49-F238E27FC236}">
                  <a16:creationId xmlns:a16="http://schemas.microsoft.com/office/drawing/2014/main" id="{A636BDAB-F65F-5FD4-A2B8-C4CFDC2AE631}"/>
                </a:ext>
              </a:extLst>
            </p:cNvPr>
            <p:cNvSpPr>
              <a:spLocks/>
            </p:cNvSpPr>
            <p:nvPr userDrawn="1"/>
          </p:nvSpPr>
          <p:spPr bwMode="gray">
            <a:xfrm>
              <a:off x="5031" y="3567"/>
              <a:ext cx="9" cy="19"/>
            </a:xfrm>
            <a:custGeom>
              <a:avLst/>
              <a:gdLst>
                <a:gd name="T0" fmla="*/ 9 w 9"/>
                <a:gd name="T1" fmla="*/ 0 h 19"/>
                <a:gd name="T2" fmla="*/ 5 w 9"/>
                <a:gd name="T3" fmla="*/ 4 h 19"/>
                <a:gd name="T4" fmla="*/ 4 w 9"/>
                <a:gd name="T5" fmla="*/ 9 h 19"/>
                <a:gd name="T6" fmla="*/ 2 w 9"/>
                <a:gd name="T7" fmla="*/ 12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4"/>
                  </a:lnTo>
                  <a:lnTo>
                    <a:pt x="4" y="9"/>
                  </a:lnTo>
                  <a:lnTo>
                    <a:pt x="2" y="12"/>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3880" name="Line 933">
              <a:extLst>
                <a:ext uri="{FF2B5EF4-FFF2-40B4-BE49-F238E27FC236}">
                  <a16:creationId xmlns:a16="http://schemas.microsoft.com/office/drawing/2014/main" id="{EB91001C-B1AC-ADA4-D967-2E4C68FDD205}"/>
                </a:ext>
              </a:extLst>
            </p:cNvPr>
            <p:cNvSpPr>
              <a:spLocks noChangeShapeType="1"/>
            </p:cNvSpPr>
            <p:nvPr userDrawn="1"/>
          </p:nvSpPr>
          <p:spPr bwMode="gray">
            <a:xfrm>
              <a:off x="4931" y="3539"/>
              <a:ext cx="20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1" name="Line 934">
              <a:extLst>
                <a:ext uri="{FF2B5EF4-FFF2-40B4-BE49-F238E27FC236}">
                  <a16:creationId xmlns:a16="http://schemas.microsoft.com/office/drawing/2014/main" id="{187A1180-51F5-664A-A0BA-9A5518771506}"/>
                </a:ext>
              </a:extLst>
            </p:cNvPr>
            <p:cNvSpPr>
              <a:spLocks noChangeShapeType="1"/>
            </p:cNvSpPr>
            <p:nvPr userDrawn="1"/>
          </p:nvSpPr>
          <p:spPr bwMode="gray">
            <a:xfrm>
              <a:off x="4937" y="3532"/>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2" name="Line 935">
              <a:extLst>
                <a:ext uri="{FF2B5EF4-FFF2-40B4-BE49-F238E27FC236}">
                  <a16:creationId xmlns:a16="http://schemas.microsoft.com/office/drawing/2014/main" id="{D705730C-6BD9-6756-35DB-D98708096241}"/>
                </a:ext>
              </a:extLst>
            </p:cNvPr>
            <p:cNvSpPr>
              <a:spLocks noChangeShapeType="1"/>
            </p:cNvSpPr>
            <p:nvPr userDrawn="1"/>
          </p:nvSpPr>
          <p:spPr bwMode="gray">
            <a:xfrm flipH="1" flipV="1">
              <a:off x="4928" y="3550"/>
              <a:ext cx="208"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3" name="Line 936">
              <a:extLst>
                <a:ext uri="{FF2B5EF4-FFF2-40B4-BE49-F238E27FC236}">
                  <a16:creationId xmlns:a16="http://schemas.microsoft.com/office/drawing/2014/main" id="{6CFD71BC-E2CD-78A3-423D-FADE54301CD8}"/>
                </a:ext>
              </a:extLst>
            </p:cNvPr>
            <p:cNvSpPr>
              <a:spLocks noChangeShapeType="1"/>
            </p:cNvSpPr>
            <p:nvPr userDrawn="1"/>
          </p:nvSpPr>
          <p:spPr bwMode="gray">
            <a:xfrm>
              <a:off x="4905" y="3786"/>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4" name="Line 937">
              <a:extLst>
                <a:ext uri="{FF2B5EF4-FFF2-40B4-BE49-F238E27FC236}">
                  <a16:creationId xmlns:a16="http://schemas.microsoft.com/office/drawing/2014/main" id="{A8364D8C-F445-393C-E023-47A79655F1AE}"/>
                </a:ext>
              </a:extLst>
            </p:cNvPr>
            <p:cNvSpPr>
              <a:spLocks noChangeShapeType="1"/>
            </p:cNvSpPr>
            <p:nvPr userDrawn="1"/>
          </p:nvSpPr>
          <p:spPr bwMode="gray">
            <a:xfrm flipH="1" flipV="1">
              <a:off x="4179" y="3352"/>
              <a:ext cx="116"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5" name="Line 938">
              <a:extLst>
                <a:ext uri="{FF2B5EF4-FFF2-40B4-BE49-F238E27FC236}">
                  <a16:creationId xmlns:a16="http://schemas.microsoft.com/office/drawing/2014/main" id="{282BDCB3-7990-DB2B-4D81-D97598379B16}"/>
                </a:ext>
              </a:extLst>
            </p:cNvPr>
            <p:cNvSpPr>
              <a:spLocks noChangeShapeType="1"/>
            </p:cNvSpPr>
            <p:nvPr userDrawn="1"/>
          </p:nvSpPr>
          <p:spPr bwMode="gray">
            <a:xfrm flipV="1">
              <a:off x="4232" y="3411"/>
              <a:ext cx="63" cy="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6" name="Line 939">
              <a:extLst>
                <a:ext uri="{FF2B5EF4-FFF2-40B4-BE49-F238E27FC236}">
                  <a16:creationId xmlns:a16="http://schemas.microsoft.com/office/drawing/2014/main" id="{A93AC37E-AA47-ABB1-4D0F-35A8D01DF047}"/>
                </a:ext>
              </a:extLst>
            </p:cNvPr>
            <p:cNvSpPr>
              <a:spLocks noChangeShapeType="1"/>
            </p:cNvSpPr>
            <p:nvPr userDrawn="1"/>
          </p:nvSpPr>
          <p:spPr bwMode="gray">
            <a:xfrm flipH="1" flipV="1">
              <a:off x="4613" y="3508"/>
              <a:ext cx="203"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7" name="Line 940">
              <a:extLst>
                <a:ext uri="{FF2B5EF4-FFF2-40B4-BE49-F238E27FC236}">
                  <a16:creationId xmlns:a16="http://schemas.microsoft.com/office/drawing/2014/main" id="{E4237FC0-3C8B-DE51-4C73-56C9B087A3C3}"/>
                </a:ext>
              </a:extLst>
            </p:cNvPr>
            <p:cNvSpPr>
              <a:spLocks noChangeShapeType="1"/>
            </p:cNvSpPr>
            <p:nvPr userDrawn="1"/>
          </p:nvSpPr>
          <p:spPr bwMode="gray">
            <a:xfrm flipV="1">
              <a:off x="4590" y="3483"/>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8" name="Line 941">
              <a:extLst>
                <a:ext uri="{FF2B5EF4-FFF2-40B4-BE49-F238E27FC236}">
                  <a16:creationId xmlns:a16="http://schemas.microsoft.com/office/drawing/2014/main" id="{88AF17CD-E768-8C1A-1D0D-004F686EE92F}"/>
                </a:ext>
              </a:extLst>
            </p:cNvPr>
            <p:cNvSpPr>
              <a:spLocks noChangeShapeType="1"/>
            </p:cNvSpPr>
            <p:nvPr userDrawn="1"/>
          </p:nvSpPr>
          <p:spPr bwMode="gray">
            <a:xfrm flipV="1">
              <a:off x="4828" y="3597"/>
              <a:ext cx="1"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89" name="Line 942">
              <a:extLst>
                <a:ext uri="{FF2B5EF4-FFF2-40B4-BE49-F238E27FC236}">
                  <a16:creationId xmlns:a16="http://schemas.microsoft.com/office/drawing/2014/main" id="{7CA13C71-9DE9-6E24-9846-EB55FD5C881D}"/>
                </a:ext>
              </a:extLst>
            </p:cNvPr>
            <p:cNvSpPr>
              <a:spLocks noChangeShapeType="1"/>
            </p:cNvSpPr>
            <p:nvPr userDrawn="1"/>
          </p:nvSpPr>
          <p:spPr bwMode="gray">
            <a:xfrm flipV="1">
              <a:off x="4746" y="3665"/>
              <a:ext cx="161"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0" name="Line 943">
              <a:extLst>
                <a:ext uri="{FF2B5EF4-FFF2-40B4-BE49-F238E27FC236}">
                  <a16:creationId xmlns:a16="http://schemas.microsoft.com/office/drawing/2014/main" id="{95BD6733-1DE9-B06C-3BF8-46768C7208EF}"/>
                </a:ext>
              </a:extLst>
            </p:cNvPr>
            <p:cNvSpPr>
              <a:spLocks noChangeShapeType="1"/>
            </p:cNvSpPr>
            <p:nvPr userDrawn="1"/>
          </p:nvSpPr>
          <p:spPr bwMode="gray">
            <a:xfrm>
              <a:off x="4681" y="3450"/>
              <a:ext cx="11"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1" name="Line 944">
              <a:extLst>
                <a:ext uri="{FF2B5EF4-FFF2-40B4-BE49-F238E27FC236}">
                  <a16:creationId xmlns:a16="http://schemas.microsoft.com/office/drawing/2014/main" id="{9F785AF8-7B37-3684-F472-1CDFB5DA3EB0}"/>
                </a:ext>
              </a:extLst>
            </p:cNvPr>
            <p:cNvSpPr>
              <a:spLocks noChangeShapeType="1"/>
            </p:cNvSpPr>
            <p:nvPr userDrawn="1"/>
          </p:nvSpPr>
          <p:spPr bwMode="gray">
            <a:xfrm flipV="1">
              <a:off x="4692" y="3453"/>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2" name="Line 945">
              <a:extLst>
                <a:ext uri="{FF2B5EF4-FFF2-40B4-BE49-F238E27FC236}">
                  <a16:creationId xmlns:a16="http://schemas.microsoft.com/office/drawing/2014/main" id="{DAC1076F-C292-E2E2-AD4B-780D5AF757F7}"/>
                </a:ext>
              </a:extLst>
            </p:cNvPr>
            <p:cNvSpPr>
              <a:spLocks noChangeShapeType="1"/>
            </p:cNvSpPr>
            <p:nvPr userDrawn="1"/>
          </p:nvSpPr>
          <p:spPr bwMode="gray">
            <a:xfrm flipH="1" flipV="1">
              <a:off x="4400" y="3513"/>
              <a:ext cx="4" cy="2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3" name="Line 946">
              <a:extLst>
                <a:ext uri="{FF2B5EF4-FFF2-40B4-BE49-F238E27FC236}">
                  <a16:creationId xmlns:a16="http://schemas.microsoft.com/office/drawing/2014/main" id="{C58E95E4-D8AC-6108-4E9B-F8E73197673C}"/>
                </a:ext>
              </a:extLst>
            </p:cNvPr>
            <p:cNvSpPr>
              <a:spLocks noChangeShapeType="1"/>
            </p:cNvSpPr>
            <p:nvPr userDrawn="1"/>
          </p:nvSpPr>
          <p:spPr bwMode="gray">
            <a:xfrm>
              <a:off x="4090" y="3527"/>
              <a:ext cx="637"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4" name="Line 947">
              <a:extLst>
                <a:ext uri="{FF2B5EF4-FFF2-40B4-BE49-F238E27FC236}">
                  <a16:creationId xmlns:a16="http://schemas.microsoft.com/office/drawing/2014/main" id="{B421BD55-7B0D-9802-C592-58332411DC48}"/>
                </a:ext>
              </a:extLst>
            </p:cNvPr>
            <p:cNvSpPr>
              <a:spLocks noChangeShapeType="1"/>
            </p:cNvSpPr>
            <p:nvPr userDrawn="1"/>
          </p:nvSpPr>
          <p:spPr bwMode="gray">
            <a:xfrm flipV="1">
              <a:off x="4512" y="3553"/>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5" name="Line 948">
              <a:extLst>
                <a:ext uri="{FF2B5EF4-FFF2-40B4-BE49-F238E27FC236}">
                  <a16:creationId xmlns:a16="http://schemas.microsoft.com/office/drawing/2014/main" id="{5E0B95A4-96CB-0E3B-B445-DC5EC7F0B6B3}"/>
                </a:ext>
              </a:extLst>
            </p:cNvPr>
            <p:cNvSpPr>
              <a:spLocks noChangeShapeType="1"/>
            </p:cNvSpPr>
            <p:nvPr userDrawn="1"/>
          </p:nvSpPr>
          <p:spPr bwMode="gray">
            <a:xfrm flipH="1" flipV="1">
              <a:off x="4499" y="3550"/>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6" name="Line 949">
              <a:extLst>
                <a:ext uri="{FF2B5EF4-FFF2-40B4-BE49-F238E27FC236}">
                  <a16:creationId xmlns:a16="http://schemas.microsoft.com/office/drawing/2014/main" id="{C9FCCFC7-BD98-17AF-6B0B-AD49D2F7D86B}"/>
                </a:ext>
              </a:extLst>
            </p:cNvPr>
            <p:cNvSpPr>
              <a:spLocks noChangeShapeType="1"/>
            </p:cNvSpPr>
            <p:nvPr userDrawn="1"/>
          </p:nvSpPr>
          <p:spPr bwMode="gray">
            <a:xfrm flipH="1" flipV="1">
              <a:off x="4302" y="3478"/>
              <a:ext cx="19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7" name="Line 950">
              <a:extLst>
                <a:ext uri="{FF2B5EF4-FFF2-40B4-BE49-F238E27FC236}">
                  <a16:creationId xmlns:a16="http://schemas.microsoft.com/office/drawing/2014/main" id="{2B399A98-C12E-7153-2ABC-21A5F8060768}"/>
                </a:ext>
              </a:extLst>
            </p:cNvPr>
            <p:cNvSpPr>
              <a:spLocks noChangeShapeType="1"/>
            </p:cNvSpPr>
            <p:nvPr userDrawn="1"/>
          </p:nvSpPr>
          <p:spPr bwMode="gray">
            <a:xfrm flipH="1" flipV="1">
              <a:off x="4291" y="3474"/>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8" name="Line 951">
              <a:extLst>
                <a:ext uri="{FF2B5EF4-FFF2-40B4-BE49-F238E27FC236}">
                  <a16:creationId xmlns:a16="http://schemas.microsoft.com/office/drawing/2014/main" id="{ECB33C4A-D447-B9D6-F930-73897945E54C}"/>
                </a:ext>
              </a:extLst>
            </p:cNvPr>
            <p:cNvSpPr>
              <a:spLocks noChangeShapeType="1"/>
            </p:cNvSpPr>
            <p:nvPr userDrawn="1"/>
          </p:nvSpPr>
          <p:spPr bwMode="gray">
            <a:xfrm flipV="1">
              <a:off x="4291" y="3474"/>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899" name="Line 952">
              <a:extLst>
                <a:ext uri="{FF2B5EF4-FFF2-40B4-BE49-F238E27FC236}">
                  <a16:creationId xmlns:a16="http://schemas.microsoft.com/office/drawing/2014/main" id="{1D75C4E6-C4F1-AA7C-C092-FA1E6B4AD7D6}"/>
                </a:ext>
              </a:extLst>
            </p:cNvPr>
            <p:cNvSpPr>
              <a:spLocks noChangeShapeType="1"/>
            </p:cNvSpPr>
            <p:nvPr userDrawn="1"/>
          </p:nvSpPr>
          <p:spPr bwMode="gray">
            <a:xfrm>
              <a:off x="4295" y="3714"/>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0" name="Line 953">
              <a:extLst>
                <a:ext uri="{FF2B5EF4-FFF2-40B4-BE49-F238E27FC236}">
                  <a16:creationId xmlns:a16="http://schemas.microsoft.com/office/drawing/2014/main" id="{7DA83C1F-E754-F9DB-320F-82E6C31627E2}"/>
                </a:ext>
              </a:extLst>
            </p:cNvPr>
            <p:cNvSpPr>
              <a:spLocks noChangeShapeType="1"/>
            </p:cNvSpPr>
            <p:nvPr userDrawn="1"/>
          </p:nvSpPr>
          <p:spPr bwMode="gray">
            <a:xfrm>
              <a:off x="4295" y="3728"/>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1" name="Line 954">
              <a:extLst>
                <a:ext uri="{FF2B5EF4-FFF2-40B4-BE49-F238E27FC236}">
                  <a16:creationId xmlns:a16="http://schemas.microsoft.com/office/drawing/2014/main" id="{24221D4F-9A1E-4EE2-21EB-38BD422C6500}"/>
                </a:ext>
              </a:extLst>
            </p:cNvPr>
            <p:cNvSpPr>
              <a:spLocks noChangeShapeType="1"/>
            </p:cNvSpPr>
            <p:nvPr userDrawn="1"/>
          </p:nvSpPr>
          <p:spPr bwMode="gray">
            <a:xfrm>
              <a:off x="4307" y="3732"/>
              <a:ext cx="195"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2" name="Line 955">
              <a:extLst>
                <a:ext uri="{FF2B5EF4-FFF2-40B4-BE49-F238E27FC236}">
                  <a16:creationId xmlns:a16="http://schemas.microsoft.com/office/drawing/2014/main" id="{E21A3DA5-87E6-CAAF-4248-DD246204C09D}"/>
                </a:ext>
              </a:extLst>
            </p:cNvPr>
            <p:cNvSpPr>
              <a:spLocks noChangeShapeType="1"/>
            </p:cNvSpPr>
            <p:nvPr userDrawn="1"/>
          </p:nvSpPr>
          <p:spPr bwMode="gray">
            <a:xfrm>
              <a:off x="4503" y="3805"/>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3" name="Line 956">
              <a:extLst>
                <a:ext uri="{FF2B5EF4-FFF2-40B4-BE49-F238E27FC236}">
                  <a16:creationId xmlns:a16="http://schemas.microsoft.com/office/drawing/2014/main" id="{E654B863-F34C-39D4-9474-5528D0967878}"/>
                </a:ext>
              </a:extLst>
            </p:cNvPr>
            <p:cNvSpPr>
              <a:spLocks noChangeShapeType="1"/>
            </p:cNvSpPr>
            <p:nvPr userDrawn="1"/>
          </p:nvSpPr>
          <p:spPr bwMode="gray">
            <a:xfrm>
              <a:off x="4513" y="3796"/>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4" name="Line 957">
              <a:extLst>
                <a:ext uri="{FF2B5EF4-FFF2-40B4-BE49-F238E27FC236}">
                  <a16:creationId xmlns:a16="http://schemas.microsoft.com/office/drawing/2014/main" id="{D0A268F9-A54C-E880-8E76-B1E64FB94BA4}"/>
                </a:ext>
              </a:extLst>
            </p:cNvPr>
            <p:cNvSpPr>
              <a:spLocks noChangeShapeType="1"/>
            </p:cNvSpPr>
            <p:nvPr userDrawn="1"/>
          </p:nvSpPr>
          <p:spPr bwMode="gray">
            <a:xfrm flipH="1" flipV="1">
              <a:off x="4604" y="3836"/>
              <a:ext cx="2" cy="1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5" name="Line 958">
              <a:extLst>
                <a:ext uri="{FF2B5EF4-FFF2-40B4-BE49-F238E27FC236}">
                  <a16:creationId xmlns:a16="http://schemas.microsoft.com/office/drawing/2014/main" id="{FAAAB0AB-4F2E-1526-CBEA-6F17905174F6}"/>
                </a:ext>
              </a:extLst>
            </p:cNvPr>
            <p:cNvSpPr>
              <a:spLocks noChangeShapeType="1"/>
            </p:cNvSpPr>
            <p:nvPr userDrawn="1"/>
          </p:nvSpPr>
          <p:spPr bwMode="gray">
            <a:xfrm flipV="1">
              <a:off x="4524" y="3836"/>
              <a:ext cx="7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6" name="Line 959">
              <a:extLst>
                <a:ext uri="{FF2B5EF4-FFF2-40B4-BE49-F238E27FC236}">
                  <a16:creationId xmlns:a16="http://schemas.microsoft.com/office/drawing/2014/main" id="{C894CE91-3B33-8CEB-DF47-F2861B0BD486}"/>
                </a:ext>
              </a:extLst>
            </p:cNvPr>
            <p:cNvSpPr>
              <a:spLocks noChangeShapeType="1"/>
            </p:cNvSpPr>
            <p:nvPr userDrawn="1"/>
          </p:nvSpPr>
          <p:spPr bwMode="gray">
            <a:xfrm flipH="1" flipV="1">
              <a:off x="4601" y="3256"/>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7" name="Line 960">
              <a:extLst>
                <a:ext uri="{FF2B5EF4-FFF2-40B4-BE49-F238E27FC236}">
                  <a16:creationId xmlns:a16="http://schemas.microsoft.com/office/drawing/2014/main" id="{B8E95B89-C7B7-1F8C-2840-E5A5AB8AAA3B}"/>
                </a:ext>
              </a:extLst>
            </p:cNvPr>
            <p:cNvSpPr>
              <a:spLocks noChangeShapeType="1"/>
            </p:cNvSpPr>
            <p:nvPr userDrawn="1"/>
          </p:nvSpPr>
          <p:spPr bwMode="gray">
            <a:xfrm flipV="1">
              <a:off x="4520" y="3378"/>
              <a:ext cx="163" cy="8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8" name="Line 961">
              <a:extLst>
                <a:ext uri="{FF2B5EF4-FFF2-40B4-BE49-F238E27FC236}">
                  <a16:creationId xmlns:a16="http://schemas.microsoft.com/office/drawing/2014/main" id="{993B10F8-789F-36BC-58E8-2042E1879F93}"/>
                </a:ext>
              </a:extLst>
            </p:cNvPr>
            <p:cNvSpPr>
              <a:spLocks noChangeShapeType="1"/>
            </p:cNvSpPr>
            <p:nvPr userDrawn="1"/>
          </p:nvSpPr>
          <p:spPr bwMode="gray">
            <a:xfrm>
              <a:off x="4389" y="3172"/>
              <a:ext cx="200"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09" name="Line 962">
              <a:extLst>
                <a:ext uri="{FF2B5EF4-FFF2-40B4-BE49-F238E27FC236}">
                  <a16:creationId xmlns:a16="http://schemas.microsoft.com/office/drawing/2014/main" id="{FFEBEBDB-1C3D-93DC-D1FB-0D880EEF080D}"/>
                </a:ext>
              </a:extLst>
            </p:cNvPr>
            <p:cNvSpPr>
              <a:spLocks noChangeShapeType="1"/>
            </p:cNvSpPr>
            <p:nvPr userDrawn="1"/>
          </p:nvSpPr>
          <p:spPr bwMode="gray">
            <a:xfrm flipH="1">
              <a:off x="4405" y="3163"/>
              <a:ext cx="166"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0" name="Line 963">
              <a:extLst>
                <a:ext uri="{FF2B5EF4-FFF2-40B4-BE49-F238E27FC236}">
                  <a16:creationId xmlns:a16="http://schemas.microsoft.com/office/drawing/2014/main" id="{27A135CA-A61A-29FB-5630-BEDF4FF2393C}"/>
                </a:ext>
              </a:extLst>
            </p:cNvPr>
            <p:cNvSpPr>
              <a:spLocks noChangeShapeType="1"/>
            </p:cNvSpPr>
            <p:nvPr userDrawn="1"/>
          </p:nvSpPr>
          <p:spPr bwMode="gray">
            <a:xfrm>
              <a:off x="4307" y="3808"/>
              <a:ext cx="195"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1" name="Line 964">
              <a:extLst>
                <a:ext uri="{FF2B5EF4-FFF2-40B4-BE49-F238E27FC236}">
                  <a16:creationId xmlns:a16="http://schemas.microsoft.com/office/drawing/2014/main" id="{9712F50C-48C6-0DA2-6446-FEDEC60D4BDA}"/>
                </a:ext>
              </a:extLst>
            </p:cNvPr>
            <p:cNvSpPr>
              <a:spLocks noChangeShapeType="1"/>
            </p:cNvSpPr>
            <p:nvPr userDrawn="1"/>
          </p:nvSpPr>
          <p:spPr bwMode="gray">
            <a:xfrm>
              <a:off x="4403" y="3768"/>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2" name="Line 965">
              <a:extLst>
                <a:ext uri="{FF2B5EF4-FFF2-40B4-BE49-F238E27FC236}">
                  <a16:creationId xmlns:a16="http://schemas.microsoft.com/office/drawing/2014/main" id="{5CF657DB-B1C4-FDBF-C5E6-B20CDA6043D2}"/>
                </a:ext>
              </a:extLst>
            </p:cNvPr>
            <p:cNvSpPr>
              <a:spLocks noChangeShapeType="1"/>
            </p:cNvSpPr>
            <p:nvPr userDrawn="1"/>
          </p:nvSpPr>
          <p:spPr bwMode="gray">
            <a:xfrm>
              <a:off x="4300" y="3398"/>
              <a:ext cx="199"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3" name="Line 966">
              <a:extLst>
                <a:ext uri="{FF2B5EF4-FFF2-40B4-BE49-F238E27FC236}">
                  <a16:creationId xmlns:a16="http://schemas.microsoft.com/office/drawing/2014/main" id="{01C789FA-C431-B454-2F56-EDC88F6A1534}"/>
                </a:ext>
              </a:extLst>
            </p:cNvPr>
            <p:cNvSpPr>
              <a:spLocks noChangeShapeType="1"/>
            </p:cNvSpPr>
            <p:nvPr userDrawn="1"/>
          </p:nvSpPr>
          <p:spPr bwMode="gray">
            <a:xfrm>
              <a:off x="4396" y="3266"/>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4" name="Line 967">
              <a:extLst>
                <a:ext uri="{FF2B5EF4-FFF2-40B4-BE49-F238E27FC236}">
                  <a16:creationId xmlns:a16="http://schemas.microsoft.com/office/drawing/2014/main" id="{705AB1D9-F8B6-4CCF-5957-A6F83AF8B917}"/>
                </a:ext>
              </a:extLst>
            </p:cNvPr>
            <p:cNvSpPr>
              <a:spLocks noChangeShapeType="1"/>
            </p:cNvSpPr>
            <p:nvPr userDrawn="1"/>
          </p:nvSpPr>
          <p:spPr bwMode="gray">
            <a:xfrm flipV="1">
              <a:off x="5386" y="3111"/>
              <a:ext cx="30" cy="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5" name="Line 968">
              <a:extLst>
                <a:ext uri="{FF2B5EF4-FFF2-40B4-BE49-F238E27FC236}">
                  <a16:creationId xmlns:a16="http://schemas.microsoft.com/office/drawing/2014/main" id="{11A1CE46-7CC5-E014-9680-F679A1B36884}"/>
                </a:ext>
              </a:extLst>
            </p:cNvPr>
            <p:cNvSpPr>
              <a:spLocks noChangeShapeType="1"/>
            </p:cNvSpPr>
            <p:nvPr userDrawn="1"/>
          </p:nvSpPr>
          <p:spPr bwMode="gray">
            <a:xfrm flipV="1">
              <a:off x="5496" y="3212"/>
              <a:ext cx="4"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6" name="Line 969">
              <a:extLst>
                <a:ext uri="{FF2B5EF4-FFF2-40B4-BE49-F238E27FC236}">
                  <a16:creationId xmlns:a16="http://schemas.microsoft.com/office/drawing/2014/main" id="{83B72243-510A-8C78-6FEC-3FCBFD5172C6}"/>
                </a:ext>
              </a:extLst>
            </p:cNvPr>
            <p:cNvSpPr>
              <a:spLocks noChangeShapeType="1"/>
            </p:cNvSpPr>
            <p:nvPr userDrawn="1"/>
          </p:nvSpPr>
          <p:spPr bwMode="gray">
            <a:xfrm flipV="1">
              <a:off x="5547" y="3280"/>
              <a:ext cx="18"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7" name="Line 970">
              <a:extLst>
                <a:ext uri="{FF2B5EF4-FFF2-40B4-BE49-F238E27FC236}">
                  <a16:creationId xmlns:a16="http://schemas.microsoft.com/office/drawing/2014/main" id="{901E1200-E416-C824-1C1A-B31E8AD0F169}"/>
                </a:ext>
              </a:extLst>
            </p:cNvPr>
            <p:cNvSpPr>
              <a:spLocks noChangeShapeType="1"/>
            </p:cNvSpPr>
            <p:nvPr userDrawn="1"/>
          </p:nvSpPr>
          <p:spPr bwMode="gray">
            <a:xfrm>
              <a:off x="5346" y="3083"/>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8" name="Line 971">
              <a:extLst>
                <a:ext uri="{FF2B5EF4-FFF2-40B4-BE49-F238E27FC236}">
                  <a16:creationId xmlns:a16="http://schemas.microsoft.com/office/drawing/2014/main" id="{A813A2CC-F23A-856D-B7FE-F3D55B2FB752}"/>
                </a:ext>
              </a:extLst>
            </p:cNvPr>
            <p:cNvSpPr>
              <a:spLocks noChangeShapeType="1"/>
            </p:cNvSpPr>
            <p:nvPr userDrawn="1"/>
          </p:nvSpPr>
          <p:spPr bwMode="gray">
            <a:xfrm flipV="1">
              <a:off x="5356" y="3086"/>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19" name="Line 972">
              <a:extLst>
                <a:ext uri="{FF2B5EF4-FFF2-40B4-BE49-F238E27FC236}">
                  <a16:creationId xmlns:a16="http://schemas.microsoft.com/office/drawing/2014/main" id="{3787F01E-696E-6913-FE14-C232040B7C87}"/>
                </a:ext>
              </a:extLst>
            </p:cNvPr>
            <p:cNvSpPr>
              <a:spLocks noChangeShapeType="1"/>
            </p:cNvSpPr>
            <p:nvPr userDrawn="1"/>
          </p:nvSpPr>
          <p:spPr bwMode="gray">
            <a:xfrm flipV="1">
              <a:off x="5087" y="3168"/>
              <a:ext cx="4" cy="2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0" name="Line 973">
              <a:extLst>
                <a:ext uri="{FF2B5EF4-FFF2-40B4-BE49-F238E27FC236}">
                  <a16:creationId xmlns:a16="http://schemas.microsoft.com/office/drawing/2014/main" id="{7DC33767-03AD-C875-061C-4A199D1F1028}"/>
                </a:ext>
              </a:extLst>
            </p:cNvPr>
            <p:cNvSpPr>
              <a:spLocks noChangeShapeType="1"/>
            </p:cNvSpPr>
            <p:nvPr userDrawn="1"/>
          </p:nvSpPr>
          <p:spPr bwMode="gray">
            <a:xfrm>
              <a:off x="4982" y="333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1" name="Line 974">
              <a:extLst>
                <a:ext uri="{FF2B5EF4-FFF2-40B4-BE49-F238E27FC236}">
                  <a16:creationId xmlns:a16="http://schemas.microsoft.com/office/drawing/2014/main" id="{31C2AF04-7533-4BCE-2A2D-67F510A72D85}"/>
                </a:ext>
              </a:extLst>
            </p:cNvPr>
            <p:cNvSpPr>
              <a:spLocks noChangeShapeType="1"/>
            </p:cNvSpPr>
            <p:nvPr userDrawn="1"/>
          </p:nvSpPr>
          <p:spPr bwMode="gray">
            <a:xfrm>
              <a:off x="4982" y="3345"/>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2" name="Line 975">
              <a:extLst>
                <a:ext uri="{FF2B5EF4-FFF2-40B4-BE49-F238E27FC236}">
                  <a16:creationId xmlns:a16="http://schemas.microsoft.com/office/drawing/2014/main" id="{380EF1F1-8C32-266A-94B0-6F2B706C5EFF}"/>
                </a:ext>
              </a:extLst>
            </p:cNvPr>
            <p:cNvSpPr>
              <a:spLocks noChangeShapeType="1"/>
            </p:cNvSpPr>
            <p:nvPr userDrawn="1"/>
          </p:nvSpPr>
          <p:spPr bwMode="gray">
            <a:xfrm flipV="1">
              <a:off x="5279" y="2896"/>
              <a:ext cx="4" cy="19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3" name="Line 976">
              <a:extLst>
                <a:ext uri="{FF2B5EF4-FFF2-40B4-BE49-F238E27FC236}">
                  <a16:creationId xmlns:a16="http://schemas.microsoft.com/office/drawing/2014/main" id="{6793B486-8E4B-29D7-FF38-0F55BC8F6637}"/>
                </a:ext>
              </a:extLst>
            </p:cNvPr>
            <p:cNvSpPr>
              <a:spLocks noChangeShapeType="1"/>
            </p:cNvSpPr>
            <p:nvPr userDrawn="1"/>
          </p:nvSpPr>
          <p:spPr bwMode="gray">
            <a:xfrm flipV="1">
              <a:off x="5257" y="3014"/>
              <a:ext cx="94"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4" name="Line 977">
              <a:extLst>
                <a:ext uri="{FF2B5EF4-FFF2-40B4-BE49-F238E27FC236}">
                  <a16:creationId xmlns:a16="http://schemas.microsoft.com/office/drawing/2014/main" id="{6D63CF6A-40FE-D655-48B1-8BF359CEED7C}"/>
                </a:ext>
              </a:extLst>
            </p:cNvPr>
            <p:cNvSpPr>
              <a:spLocks noChangeShapeType="1"/>
            </p:cNvSpPr>
            <p:nvPr userDrawn="1"/>
          </p:nvSpPr>
          <p:spPr bwMode="gray">
            <a:xfrm flipH="1">
              <a:off x="5232" y="2812"/>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5" name="Line 978">
              <a:extLst>
                <a:ext uri="{FF2B5EF4-FFF2-40B4-BE49-F238E27FC236}">
                  <a16:creationId xmlns:a16="http://schemas.microsoft.com/office/drawing/2014/main" id="{433DB93E-78A7-E73D-D653-92AA39208764}"/>
                </a:ext>
              </a:extLst>
            </p:cNvPr>
            <p:cNvSpPr>
              <a:spLocks noChangeShapeType="1"/>
            </p:cNvSpPr>
            <p:nvPr userDrawn="1"/>
          </p:nvSpPr>
          <p:spPr bwMode="gray">
            <a:xfrm>
              <a:off x="4991" y="3422"/>
              <a:ext cx="83" cy="2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6" name="Line 979">
              <a:extLst>
                <a:ext uri="{FF2B5EF4-FFF2-40B4-BE49-F238E27FC236}">
                  <a16:creationId xmlns:a16="http://schemas.microsoft.com/office/drawing/2014/main" id="{9052348B-D3B8-5571-2780-353DAE7B3FB5}"/>
                </a:ext>
              </a:extLst>
            </p:cNvPr>
            <p:cNvSpPr>
              <a:spLocks noChangeShapeType="1"/>
            </p:cNvSpPr>
            <p:nvPr userDrawn="1"/>
          </p:nvSpPr>
          <p:spPr bwMode="gray">
            <a:xfrm flipH="1" flipV="1">
              <a:off x="4993" y="3349"/>
              <a:ext cx="105"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7" name="Line 980">
              <a:extLst>
                <a:ext uri="{FF2B5EF4-FFF2-40B4-BE49-F238E27FC236}">
                  <a16:creationId xmlns:a16="http://schemas.microsoft.com/office/drawing/2014/main" id="{C1222445-0C59-43B8-F4A7-2E51CC5E6B1A}"/>
                </a:ext>
              </a:extLst>
            </p:cNvPr>
            <p:cNvSpPr>
              <a:spLocks noChangeShapeType="1"/>
            </p:cNvSpPr>
            <p:nvPr userDrawn="1"/>
          </p:nvSpPr>
          <p:spPr bwMode="gray">
            <a:xfrm flipH="1">
              <a:off x="5482" y="3286"/>
              <a:ext cx="42" cy="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8" name="Line 981">
              <a:extLst>
                <a:ext uri="{FF2B5EF4-FFF2-40B4-BE49-F238E27FC236}">
                  <a16:creationId xmlns:a16="http://schemas.microsoft.com/office/drawing/2014/main" id="{8FA57FCC-1657-F55E-0A30-701F6B70EBB4}"/>
                </a:ext>
              </a:extLst>
            </p:cNvPr>
            <p:cNvSpPr>
              <a:spLocks noChangeShapeType="1"/>
            </p:cNvSpPr>
            <p:nvPr userDrawn="1"/>
          </p:nvSpPr>
          <p:spPr bwMode="gray">
            <a:xfrm flipH="1" flipV="1">
              <a:off x="5481" y="3364"/>
              <a:ext cx="43"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29" name="Line 982">
              <a:extLst>
                <a:ext uri="{FF2B5EF4-FFF2-40B4-BE49-F238E27FC236}">
                  <a16:creationId xmlns:a16="http://schemas.microsoft.com/office/drawing/2014/main" id="{19BC4510-AE55-4F7E-3A84-7DE5DC922706}"/>
                </a:ext>
              </a:extLst>
            </p:cNvPr>
            <p:cNvSpPr>
              <a:spLocks noChangeShapeType="1"/>
            </p:cNvSpPr>
            <p:nvPr userDrawn="1"/>
          </p:nvSpPr>
          <p:spPr bwMode="gray">
            <a:xfrm flipV="1">
              <a:off x="5091" y="3432"/>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0" name="Line 983">
              <a:extLst>
                <a:ext uri="{FF2B5EF4-FFF2-40B4-BE49-F238E27FC236}">
                  <a16:creationId xmlns:a16="http://schemas.microsoft.com/office/drawing/2014/main" id="{63789690-14B4-706F-6F4D-5682D2E27F94}"/>
                </a:ext>
              </a:extLst>
            </p:cNvPr>
            <p:cNvSpPr>
              <a:spLocks noChangeShapeType="1"/>
            </p:cNvSpPr>
            <p:nvPr userDrawn="1"/>
          </p:nvSpPr>
          <p:spPr bwMode="gray">
            <a:xfrm flipV="1">
              <a:off x="5091" y="3429"/>
              <a:ext cx="8"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1" name="Line 984">
              <a:extLst>
                <a:ext uri="{FF2B5EF4-FFF2-40B4-BE49-F238E27FC236}">
                  <a16:creationId xmlns:a16="http://schemas.microsoft.com/office/drawing/2014/main" id="{9C11268B-FD16-D223-A4D8-E62E02B7579D}"/>
                </a:ext>
              </a:extLst>
            </p:cNvPr>
            <p:cNvSpPr>
              <a:spLocks noChangeShapeType="1"/>
            </p:cNvSpPr>
            <p:nvPr userDrawn="1"/>
          </p:nvSpPr>
          <p:spPr bwMode="gray">
            <a:xfrm>
              <a:off x="4928" y="3665"/>
              <a:ext cx="20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2" name="Line 985">
              <a:extLst>
                <a:ext uri="{FF2B5EF4-FFF2-40B4-BE49-F238E27FC236}">
                  <a16:creationId xmlns:a16="http://schemas.microsoft.com/office/drawing/2014/main" id="{99C33E21-A399-43D8-3DE9-5201E064B6C9}"/>
                </a:ext>
              </a:extLst>
            </p:cNvPr>
            <p:cNvSpPr>
              <a:spLocks noChangeShapeType="1"/>
            </p:cNvSpPr>
            <p:nvPr userDrawn="1"/>
          </p:nvSpPr>
          <p:spPr bwMode="gray">
            <a:xfrm flipV="1">
              <a:off x="5155" y="3446"/>
              <a:ext cx="478" cy="2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3" name="Line 986">
              <a:extLst>
                <a:ext uri="{FF2B5EF4-FFF2-40B4-BE49-F238E27FC236}">
                  <a16:creationId xmlns:a16="http://schemas.microsoft.com/office/drawing/2014/main" id="{B8DA0D63-4012-C3B1-2C91-ADF45ACE1407}"/>
                </a:ext>
              </a:extLst>
            </p:cNvPr>
            <p:cNvSpPr>
              <a:spLocks noChangeShapeType="1"/>
            </p:cNvSpPr>
            <p:nvPr userDrawn="1"/>
          </p:nvSpPr>
          <p:spPr bwMode="gray">
            <a:xfrm flipV="1">
              <a:off x="5486" y="3413"/>
              <a:ext cx="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4" name="Line 987">
              <a:extLst>
                <a:ext uri="{FF2B5EF4-FFF2-40B4-BE49-F238E27FC236}">
                  <a16:creationId xmlns:a16="http://schemas.microsoft.com/office/drawing/2014/main" id="{CC1954F7-0442-0D2E-015C-E2A505C8D303}"/>
                </a:ext>
              </a:extLst>
            </p:cNvPr>
            <p:cNvSpPr>
              <a:spLocks noChangeShapeType="1"/>
            </p:cNvSpPr>
            <p:nvPr userDrawn="1"/>
          </p:nvSpPr>
          <p:spPr bwMode="gray">
            <a:xfrm flipH="1">
              <a:off x="5477" y="3413"/>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5" name="Line 988">
              <a:extLst>
                <a:ext uri="{FF2B5EF4-FFF2-40B4-BE49-F238E27FC236}">
                  <a16:creationId xmlns:a16="http://schemas.microsoft.com/office/drawing/2014/main" id="{B444C9BD-1D33-8C5E-F62C-B1B5778F0245}"/>
                </a:ext>
              </a:extLst>
            </p:cNvPr>
            <p:cNvSpPr>
              <a:spLocks noChangeShapeType="1"/>
            </p:cNvSpPr>
            <p:nvPr userDrawn="1"/>
          </p:nvSpPr>
          <p:spPr bwMode="gray">
            <a:xfrm flipH="1">
              <a:off x="5328" y="3418"/>
              <a:ext cx="14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6" name="Line 989">
              <a:extLst>
                <a:ext uri="{FF2B5EF4-FFF2-40B4-BE49-F238E27FC236}">
                  <a16:creationId xmlns:a16="http://schemas.microsoft.com/office/drawing/2014/main" id="{A5B9E124-820B-19E8-3971-ED2058041D46}"/>
                </a:ext>
              </a:extLst>
            </p:cNvPr>
            <p:cNvSpPr>
              <a:spLocks noChangeShapeType="1"/>
            </p:cNvSpPr>
            <p:nvPr userDrawn="1"/>
          </p:nvSpPr>
          <p:spPr bwMode="gray">
            <a:xfrm flipH="1">
              <a:off x="5320" y="3506"/>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7" name="Line 990">
              <a:extLst>
                <a:ext uri="{FF2B5EF4-FFF2-40B4-BE49-F238E27FC236}">
                  <a16:creationId xmlns:a16="http://schemas.microsoft.com/office/drawing/2014/main" id="{E502A5F4-3EE9-9A02-1736-7F20CA68FF14}"/>
                </a:ext>
              </a:extLst>
            </p:cNvPr>
            <p:cNvSpPr>
              <a:spLocks noChangeShapeType="1"/>
            </p:cNvSpPr>
            <p:nvPr userDrawn="1"/>
          </p:nvSpPr>
          <p:spPr bwMode="gray">
            <a:xfrm flipV="1">
              <a:off x="5320" y="3511"/>
              <a:ext cx="1"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8" name="Line 991">
              <a:extLst>
                <a:ext uri="{FF2B5EF4-FFF2-40B4-BE49-F238E27FC236}">
                  <a16:creationId xmlns:a16="http://schemas.microsoft.com/office/drawing/2014/main" id="{E90D06E6-E6C3-CCBE-B6B7-537BFF0B3E38}"/>
                </a:ext>
              </a:extLst>
            </p:cNvPr>
            <p:cNvSpPr>
              <a:spLocks noChangeShapeType="1"/>
            </p:cNvSpPr>
            <p:nvPr userDrawn="1"/>
          </p:nvSpPr>
          <p:spPr bwMode="gray">
            <a:xfrm>
              <a:off x="5314" y="3754"/>
              <a:ext cx="4"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39" name="Line 992">
              <a:extLst>
                <a:ext uri="{FF2B5EF4-FFF2-40B4-BE49-F238E27FC236}">
                  <a16:creationId xmlns:a16="http://schemas.microsoft.com/office/drawing/2014/main" id="{0AAA035F-5E28-8F1D-B10B-3F2C5DD5BB72}"/>
                </a:ext>
              </a:extLst>
            </p:cNvPr>
            <p:cNvSpPr>
              <a:spLocks noChangeShapeType="1"/>
            </p:cNvSpPr>
            <p:nvPr userDrawn="1"/>
          </p:nvSpPr>
          <p:spPr bwMode="gray">
            <a:xfrm flipV="1">
              <a:off x="5314" y="3761"/>
              <a:ext cx="7" cy="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0" name="Line 993">
              <a:extLst>
                <a:ext uri="{FF2B5EF4-FFF2-40B4-BE49-F238E27FC236}">
                  <a16:creationId xmlns:a16="http://schemas.microsoft.com/office/drawing/2014/main" id="{D6252335-44D1-51FE-7DCE-6C14B00631FE}"/>
                </a:ext>
              </a:extLst>
            </p:cNvPr>
            <p:cNvSpPr>
              <a:spLocks noChangeShapeType="1"/>
            </p:cNvSpPr>
            <p:nvPr userDrawn="1"/>
          </p:nvSpPr>
          <p:spPr bwMode="gray">
            <a:xfrm flipV="1">
              <a:off x="5321" y="3669"/>
              <a:ext cx="149" cy="9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1" name="Line 994">
              <a:extLst>
                <a:ext uri="{FF2B5EF4-FFF2-40B4-BE49-F238E27FC236}">
                  <a16:creationId xmlns:a16="http://schemas.microsoft.com/office/drawing/2014/main" id="{2B4BC422-AEC2-FA89-6AF0-B8CE80C328E1}"/>
                </a:ext>
              </a:extLst>
            </p:cNvPr>
            <p:cNvSpPr>
              <a:spLocks noChangeShapeType="1"/>
            </p:cNvSpPr>
            <p:nvPr userDrawn="1"/>
          </p:nvSpPr>
          <p:spPr bwMode="gray">
            <a:xfrm flipV="1">
              <a:off x="5470" y="366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2" name="Line 995">
              <a:extLst>
                <a:ext uri="{FF2B5EF4-FFF2-40B4-BE49-F238E27FC236}">
                  <a16:creationId xmlns:a16="http://schemas.microsoft.com/office/drawing/2014/main" id="{0A24E61D-1E54-B57C-9903-D9D27D3BE866}"/>
                </a:ext>
              </a:extLst>
            </p:cNvPr>
            <p:cNvSpPr>
              <a:spLocks noChangeShapeType="1"/>
            </p:cNvSpPr>
            <p:nvPr userDrawn="1"/>
          </p:nvSpPr>
          <p:spPr bwMode="gray">
            <a:xfrm>
              <a:off x="5479" y="3651"/>
              <a:ext cx="4"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3" name="Line 996">
              <a:extLst>
                <a:ext uri="{FF2B5EF4-FFF2-40B4-BE49-F238E27FC236}">
                  <a16:creationId xmlns:a16="http://schemas.microsoft.com/office/drawing/2014/main" id="{B5006E84-844F-50D5-CE8B-048C19A4A320}"/>
                </a:ext>
              </a:extLst>
            </p:cNvPr>
            <p:cNvSpPr>
              <a:spLocks noChangeShapeType="1"/>
            </p:cNvSpPr>
            <p:nvPr userDrawn="1"/>
          </p:nvSpPr>
          <p:spPr bwMode="gray">
            <a:xfrm flipH="1" flipV="1">
              <a:off x="5227" y="3814"/>
              <a:ext cx="74" cy="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4" name="Line 997">
              <a:extLst>
                <a:ext uri="{FF2B5EF4-FFF2-40B4-BE49-F238E27FC236}">
                  <a16:creationId xmlns:a16="http://schemas.microsoft.com/office/drawing/2014/main" id="{AD36657F-EC49-246B-50A7-F76023616988}"/>
                </a:ext>
              </a:extLst>
            </p:cNvPr>
            <p:cNvSpPr>
              <a:spLocks noChangeShapeType="1"/>
            </p:cNvSpPr>
            <p:nvPr userDrawn="1"/>
          </p:nvSpPr>
          <p:spPr bwMode="gray">
            <a:xfrm flipV="1">
              <a:off x="5204" y="3226"/>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5" name="Line 998">
              <a:extLst>
                <a:ext uri="{FF2B5EF4-FFF2-40B4-BE49-F238E27FC236}">
                  <a16:creationId xmlns:a16="http://schemas.microsoft.com/office/drawing/2014/main" id="{CBE66D9E-B3AC-D685-70C8-D95B6381BC69}"/>
                </a:ext>
              </a:extLst>
            </p:cNvPr>
            <p:cNvSpPr>
              <a:spLocks noChangeShapeType="1"/>
            </p:cNvSpPr>
            <p:nvPr userDrawn="1"/>
          </p:nvSpPr>
          <p:spPr bwMode="gray">
            <a:xfrm flipH="1" flipV="1">
              <a:off x="5103" y="3357"/>
              <a:ext cx="208"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6" name="Line 999">
              <a:extLst>
                <a:ext uri="{FF2B5EF4-FFF2-40B4-BE49-F238E27FC236}">
                  <a16:creationId xmlns:a16="http://schemas.microsoft.com/office/drawing/2014/main" id="{271DF71A-7F02-685B-B6A3-260BB70EBB71}"/>
                </a:ext>
              </a:extLst>
            </p:cNvPr>
            <p:cNvSpPr>
              <a:spLocks noChangeShapeType="1"/>
            </p:cNvSpPr>
            <p:nvPr userDrawn="1"/>
          </p:nvSpPr>
          <p:spPr bwMode="gray">
            <a:xfrm flipV="1">
              <a:off x="5218" y="3125"/>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7" name="Line 1000">
              <a:extLst>
                <a:ext uri="{FF2B5EF4-FFF2-40B4-BE49-F238E27FC236}">
                  <a16:creationId xmlns:a16="http://schemas.microsoft.com/office/drawing/2014/main" id="{148815DD-2EE4-D88F-946C-3BF98AA1CAF0}"/>
                </a:ext>
              </a:extLst>
            </p:cNvPr>
            <p:cNvSpPr>
              <a:spLocks noChangeShapeType="1"/>
            </p:cNvSpPr>
            <p:nvPr userDrawn="1"/>
          </p:nvSpPr>
          <p:spPr bwMode="gray">
            <a:xfrm>
              <a:off x="5190" y="3133"/>
              <a:ext cx="208"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8" name="Line 1001">
              <a:extLst>
                <a:ext uri="{FF2B5EF4-FFF2-40B4-BE49-F238E27FC236}">
                  <a16:creationId xmlns:a16="http://schemas.microsoft.com/office/drawing/2014/main" id="{434A1B08-4C03-CDA4-D68C-D1F0E02D70CE}"/>
                </a:ext>
              </a:extLst>
            </p:cNvPr>
            <p:cNvSpPr>
              <a:spLocks noChangeShapeType="1"/>
            </p:cNvSpPr>
            <p:nvPr userDrawn="1"/>
          </p:nvSpPr>
          <p:spPr bwMode="gray">
            <a:xfrm flipV="1">
              <a:off x="5320" y="3747"/>
              <a:ext cx="148"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49" name="Line 1002">
              <a:extLst>
                <a:ext uri="{FF2B5EF4-FFF2-40B4-BE49-F238E27FC236}">
                  <a16:creationId xmlns:a16="http://schemas.microsoft.com/office/drawing/2014/main" id="{1E176AE8-8C6E-339D-49D1-DB55DC1CC1E0}"/>
                </a:ext>
              </a:extLst>
            </p:cNvPr>
            <p:cNvSpPr>
              <a:spLocks noChangeShapeType="1"/>
            </p:cNvSpPr>
            <p:nvPr userDrawn="1"/>
          </p:nvSpPr>
          <p:spPr bwMode="gray">
            <a:xfrm flipH="1">
              <a:off x="5390" y="3714"/>
              <a:ext cx="7"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0" name="Line 1003">
              <a:extLst>
                <a:ext uri="{FF2B5EF4-FFF2-40B4-BE49-F238E27FC236}">
                  <a16:creationId xmlns:a16="http://schemas.microsoft.com/office/drawing/2014/main" id="{7ABCE202-D4CE-E4C8-DBB5-8808C15B5512}"/>
                </a:ext>
              </a:extLst>
            </p:cNvPr>
            <p:cNvSpPr>
              <a:spLocks noChangeShapeType="1"/>
            </p:cNvSpPr>
            <p:nvPr userDrawn="1"/>
          </p:nvSpPr>
          <p:spPr bwMode="gray">
            <a:xfrm flipV="1">
              <a:off x="5330" y="3338"/>
              <a:ext cx="152"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1" name="Line 1004">
              <a:extLst>
                <a:ext uri="{FF2B5EF4-FFF2-40B4-BE49-F238E27FC236}">
                  <a16:creationId xmlns:a16="http://schemas.microsoft.com/office/drawing/2014/main" id="{9985DB04-181E-6F3C-3EC4-F0FC948F88F0}"/>
                </a:ext>
              </a:extLst>
            </p:cNvPr>
            <p:cNvSpPr>
              <a:spLocks noChangeShapeType="1"/>
            </p:cNvSpPr>
            <p:nvPr userDrawn="1"/>
          </p:nvSpPr>
          <p:spPr bwMode="gray">
            <a:xfrm flipH="1" flipV="1">
              <a:off x="4328" y="2939"/>
              <a:ext cx="5"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2" name="Line 1005">
              <a:extLst>
                <a:ext uri="{FF2B5EF4-FFF2-40B4-BE49-F238E27FC236}">
                  <a16:creationId xmlns:a16="http://schemas.microsoft.com/office/drawing/2014/main" id="{F25C920A-6243-4781-E966-0E7010E1975C}"/>
                </a:ext>
              </a:extLst>
            </p:cNvPr>
            <p:cNvSpPr>
              <a:spLocks noChangeShapeType="1"/>
            </p:cNvSpPr>
            <p:nvPr userDrawn="1"/>
          </p:nvSpPr>
          <p:spPr bwMode="gray">
            <a:xfrm flipH="1" flipV="1">
              <a:off x="4239" y="3067"/>
              <a:ext cx="187"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3" name="Line 1006">
              <a:extLst>
                <a:ext uri="{FF2B5EF4-FFF2-40B4-BE49-F238E27FC236}">
                  <a16:creationId xmlns:a16="http://schemas.microsoft.com/office/drawing/2014/main" id="{E0048788-1B60-843E-A7B6-D8253429CA73}"/>
                </a:ext>
              </a:extLst>
            </p:cNvPr>
            <p:cNvSpPr>
              <a:spLocks noChangeShapeType="1"/>
            </p:cNvSpPr>
            <p:nvPr userDrawn="1"/>
          </p:nvSpPr>
          <p:spPr bwMode="gray">
            <a:xfrm flipV="1">
              <a:off x="4230" y="3140"/>
              <a:ext cx="1" cy="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4" name="Line 1007">
              <a:extLst>
                <a:ext uri="{FF2B5EF4-FFF2-40B4-BE49-F238E27FC236}">
                  <a16:creationId xmlns:a16="http://schemas.microsoft.com/office/drawing/2014/main" id="{2ABEA14B-9BC2-3376-A6AA-72DC8C6A3469}"/>
                </a:ext>
              </a:extLst>
            </p:cNvPr>
            <p:cNvSpPr>
              <a:spLocks noChangeShapeType="1"/>
            </p:cNvSpPr>
            <p:nvPr userDrawn="1"/>
          </p:nvSpPr>
          <p:spPr bwMode="gray">
            <a:xfrm flipH="1">
              <a:off x="4230" y="3135"/>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5" name="Line 1008">
              <a:extLst>
                <a:ext uri="{FF2B5EF4-FFF2-40B4-BE49-F238E27FC236}">
                  <a16:creationId xmlns:a16="http://schemas.microsoft.com/office/drawing/2014/main" id="{244BC301-8555-F33B-5585-08CE863C0FE8}"/>
                </a:ext>
              </a:extLst>
            </p:cNvPr>
            <p:cNvSpPr>
              <a:spLocks noChangeShapeType="1"/>
            </p:cNvSpPr>
            <p:nvPr userDrawn="1"/>
          </p:nvSpPr>
          <p:spPr bwMode="gray">
            <a:xfrm flipV="1">
              <a:off x="4337" y="2873"/>
              <a:ext cx="10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6" name="Line 1009">
              <a:extLst>
                <a:ext uri="{FF2B5EF4-FFF2-40B4-BE49-F238E27FC236}">
                  <a16:creationId xmlns:a16="http://schemas.microsoft.com/office/drawing/2014/main" id="{2DBE1B09-ED24-13FA-E467-9991D4F9B635}"/>
                </a:ext>
              </a:extLst>
            </p:cNvPr>
            <p:cNvSpPr>
              <a:spLocks noChangeShapeType="1"/>
            </p:cNvSpPr>
            <p:nvPr userDrawn="1"/>
          </p:nvSpPr>
          <p:spPr bwMode="gray">
            <a:xfrm>
              <a:off x="4323" y="2854"/>
              <a:ext cx="117" cy="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7" name="Line 1010">
              <a:extLst>
                <a:ext uri="{FF2B5EF4-FFF2-40B4-BE49-F238E27FC236}">
                  <a16:creationId xmlns:a16="http://schemas.microsoft.com/office/drawing/2014/main" id="{A5A92604-146D-4432-97E4-AF32B47F2F1F}"/>
                </a:ext>
              </a:extLst>
            </p:cNvPr>
            <p:cNvSpPr>
              <a:spLocks noChangeShapeType="1"/>
            </p:cNvSpPr>
            <p:nvPr userDrawn="1"/>
          </p:nvSpPr>
          <p:spPr bwMode="gray">
            <a:xfrm>
              <a:off x="4874" y="3975"/>
              <a:ext cx="19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8" name="Line 1011">
              <a:extLst>
                <a:ext uri="{FF2B5EF4-FFF2-40B4-BE49-F238E27FC236}">
                  <a16:creationId xmlns:a16="http://schemas.microsoft.com/office/drawing/2014/main" id="{9C5800FE-333F-7CF8-3C17-FDB1CEAE5884}"/>
                </a:ext>
              </a:extLst>
            </p:cNvPr>
            <p:cNvSpPr>
              <a:spLocks noChangeShapeType="1"/>
            </p:cNvSpPr>
            <p:nvPr userDrawn="1"/>
          </p:nvSpPr>
          <p:spPr bwMode="gray">
            <a:xfrm flipV="1">
              <a:off x="4930" y="388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59" name="Line 1012">
              <a:extLst>
                <a:ext uri="{FF2B5EF4-FFF2-40B4-BE49-F238E27FC236}">
                  <a16:creationId xmlns:a16="http://schemas.microsoft.com/office/drawing/2014/main" id="{7D50F028-8A2C-FB9A-1CA3-9A122C568EAD}"/>
                </a:ext>
              </a:extLst>
            </p:cNvPr>
            <p:cNvSpPr>
              <a:spLocks noChangeShapeType="1"/>
            </p:cNvSpPr>
            <p:nvPr userDrawn="1"/>
          </p:nvSpPr>
          <p:spPr bwMode="gray">
            <a:xfrm>
              <a:off x="4853" y="3847"/>
              <a:ext cx="13"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0" name="Line 1013">
              <a:extLst>
                <a:ext uri="{FF2B5EF4-FFF2-40B4-BE49-F238E27FC236}">
                  <a16:creationId xmlns:a16="http://schemas.microsoft.com/office/drawing/2014/main" id="{A13A2624-17D7-A288-7699-E6766DEDECC1}"/>
                </a:ext>
              </a:extLst>
            </p:cNvPr>
            <p:cNvSpPr>
              <a:spLocks noChangeShapeType="1"/>
            </p:cNvSpPr>
            <p:nvPr userDrawn="1"/>
          </p:nvSpPr>
          <p:spPr bwMode="gray">
            <a:xfrm flipH="1">
              <a:off x="4865" y="3845"/>
              <a:ext cx="7"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1" name="Line 1014">
              <a:extLst>
                <a:ext uri="{FF2B5EF4-FFF2-40B4-BE49-F238E27FC236}">
                  <a16:creationId xmlns:a16="http://schemas.microsoft.com/office/drawing/2014/main" id="{E5C1C5CE-A41B-3960-3845-82939ECB8C72}"/>
                </a:ext>
              </a:extLst>
            </p:cNvPr>
            <p:cNvSpPr>
              <a:spLocks noChangeShapeType="1"/>
            </p:cNvSpPr>
            <p:nvPr userDrawn="1"/>
          </p:nvSpPr>
          <p:spPr bwMode="gray">
            <a:xfrm flipV="1">
              <a:off x="5091" y="3973"/>
              <a:ext cx="11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2" name="Line 1015">
              <a:extLst>
                <a:ext uri="{FF2B5EF4-FFF2-40B4-BE49-F238E27FC236}">
                  <a16:creationId xmlns:a16="http://schemas.microsoft.com/office/drawing/2014/main" id="{652E760A-08BF-120F-AA58-33B462FBA3F7}"/>
                </a:ext>
              </a:extLst>
            </p:cNvPr>
            <p:cNvSpPr>
              <a:spLocks noChangeShapeType="1"/>
            </p:cNvSpPr>
            <p:nvPr userDrawn="1"/>
          </p:nvSpPr>
          <p:spPr bwMode="gray">
            <a:xfrm flipH="1">
              <a:off x="5162" y="3955"/>
              <a:ext cx="2" cy="15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3" name="Line 1016">
              <a:extLst>
                <a:ext uri="{FF2B5EF4-FFF2-40B4-BE49-F238E27FC236}">
                  <a16:creationId xmlns:a16="http://schemas.microsoft.com/office/drawing/2014/main" id="{284D97A7-0808-EF00-6254-73D29EC73B38}"/>
                </a:ext>
              </a:extLst>
            </p:cNvPr>
            <p:cNvSpPr>
              <a:spLocks noChangeShapeType="1"/>
            </p:cNvSpPr>
            <p:nvPr userDrawn="1"/>
          </p:nvSpPr>
          <p:spPr bwMode="gray">
            <a:xfrm flipH="1">
              <a:off x="4863" y="4085"/>
              <a:ext cx="9"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4" name="Line 1017">
              <a:extLst>
                <a:ext uri="{FF2B5EF4-FFF2-40B4-BE49-F238E27FC236}">
                  <a16:creationId xmlns:a16="http://schemas.microsoft.com/office/drawing/2014/main" id="{B23AE867-94FB-B2F9-2D22-8CCDC1EB5D2E}"/>
                </a:ext>
              </a:extLst>
            </p:cNvPr>
            <p:cNvSpPr>
              <a:spLocks noChangeShapeType="1"/>
            </p:cNvSpPr>
            <p:nvPr userDrawn="1"/>
          </p:nvSpPr>
          <p:spPr bwMode="gray">
            <a:xfrm flipH="1" flipV="1">
              <a:off x="4853" y="408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5" name="Line 1018">
              <a:extLst>
                <a:ext uri="{FF2B5EF4-FFF2-40B4-BE49-F238E27FC236}">
                  <a16:creationId xmlns:a16="http://schemas.microsoft.com/office/drawing/2014/main" id="{97045773-EB2A-A133-BB79-FD0214C49A52}"/>
                </a:ext>
              </a:extLst>
            </p:cNvPr>
            <p:cNvSpPr>
              <a:spLocks noChangeShapeType="1"/>
            </p:cNvSpPr>
            <p:nvPr userDrawn="1"/>
          </p:nvSpPr>
          <p:spPr bwMode="gray">
            <a:xfrm flipH="1">
              <a:off x="4702" y="3976"/>
              <a:ext cx="152"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6" name="Line 1019">
              <a:extLst>
                <a:ext uri="{FF2B5EF4-FFF2-40B4-BE49-F238E27FC236}">
                  <a16:creationId xmlns:a16="http://schemas.microsoft.com/office/drawing/2014/main" id="{C1DC5AD0-5A49-2A81-04E3-B2624F7DD234}"/>
                </a:ext>
              </a:extLst>
            </p:cNvPr>
            <p:cNvSpPr>
              <a:spLocks noChangeShapeType="1"/>
            </p:cNvSpPr>
            <p:nvPr userDrawn="1"/>
          </p:nvSpPr>
          <p:spPr bwMode="gray">
            <a:xfrm flipV="1">
              <a:off x="4811" y="3894"/>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7" name="Line 1020">
              <a:extLst>
                <a:ext uri="{FF2B5EF4-FFF2-40B4-BE49-F238E27FC236}">
                  <a16:creationId xmlns:a16="http://schemas.microsoft.com/office/drawing/2014/main" id="{2622F257-89F5-0FC0-EFA5-9BC77FD1F753}"/>
                </a:ext>
              </a:extLst>
            </p:cNvPr>
            <p:cNvSpPr>
              <a:spLocks noChangeShapeType="1"/>
            </p:cNvSpPr>
            <p:nvPr userDrawn="1"/>
          </p:nvSpPr>
          <p:spPr bwMode="gray">
            <a:xfrm>
              <a:off x="4564" y="4025"/>
              <a:ext cx="119"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8" name="Line 1021">
              <a:extLst>
                <a:ext uri="{FF2B5EF4-FFF2-40B4-BE49-F238E27FC236}">
                  <a16:creationId xmlns:a16="http://schemas.microsoft.com/office/drawing/2014/main" id="{73F95191-BA1C-B86C-CBCC-E6A6787540C0}"/>
                </a:ext>
              </a:extLst>
            </p:cNvPr>
            <p:cNvSpPr>
              <a:spLocks noChangeShapeType="1"/>
            </p:cNvSpPr>
            <p:nvPr userDrawn="1"/>
          </p:nvSpPr>
          <p:spPr bwMode="gray">
            <a:xfrm>
              <a:off x="4585" y="4011"/>
              <a:ext cx="2"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69" name="Line 1022">
              <a:extLst>
                <a:ext uri="{FF2B5EF4-FFF2-40B4-BE49-F238E27FC236}">
                  <a16:creationId xmlns:a16="http://schemas.microsoft.com/office/drawing/2014/main" id="{B20EAC99-27E3-CD4D-BA5B-5F6F289DFB4B}"/>
                </a:ext>
              </a:extLst>
            </p:cNvPr>
            <p:cNvSpPr>
              <a:spLocks noChangeShapeType="1"/>
            </p:cNvSpPr>
            <p:nvPr userDrawn="1"/>
          </p:nvSpPr>
          <p:spPr bwMode="gray">
            <a:xfrm flipH="1">
              <a:off x="4701" y="2978"/>
              <a:ext cx="159"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0" name="Line 1023">
              <a:extLst>
                <a:ext uri="{FF2B5EF4-FFF2-40B4-BE49-F238E27FC236}">
                  <a16:creationId xmlns:a16="http://schemas.microsoft.com/office/drawing/2014/main" id="{BA08DA29-DBFF-0222-E200-273BF3A2EFC8}"/>
                </a:ext>
              </a:extLst>
            </p:cNvPr>
            <p:cNvSpPr>
              <a:spLocks noChangeShapeType="1"/>
            </p:cNvSpPr>
            <p:nvPr userDrawn="1"/>
          </p:nvSpPr>
          <p:spPr bwMode="gray">
            <a:xfrm flipV="1">
              <a:off x="4813" y="2883"/>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1" name="Line 1024">
              <a:extLst>
                <a:ext uri="{FF2B5EF4-FFF2-40B4-BE49-F238E27FC236}">
                  <a16:creationId xmlns:a16="http://schemas.microsoft.com/office/drawing/2014/main" id="{CDDF6255-1B53-BA0E-117A-EF2A0E0D85D9}"/>
                </a:ext>
              </a:extLst>
            </p:cNvPr>
            <p:cNvSpPr>
              <a:spLocks noChangeShapeType="1"/>
            </p:cNvSpPr>
            <p:nvPr userDrawn="1"/>
          </p:nvSpPr>
          <p:spPr bwMode="gray">
            <a:xfrm flipV="1">
              <a:off x="5094" y="2742"/>
              <a:ext cx="1" cy="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2" name="Line 1025">
              <a:extLst>
                <a:ext uri="{FF2B5EF4-FFF2-40B4-BE49-F238E27FC236}">
                  <a16:creationId xmlns:a16="http://schemas.microsoft.com/office/drawing/2014/main" id="{E22A26D9-D24F-03C5-A2D7-B4F4F1F174BE}"/>
                </a:ext>
              </a:extLst>
            </p:cNvPr>
            <p:cNvSpPr>
              <a:spLocks noChangeShapeType="1"/>
            </p:cNvSpPr>
            <p:nvPr userDrawn="1"/>
          </p:nvSpPr>
          <p:spPr bwMode="gray">
            <a:xfrm>
              <a:off x="4734" y="2731"/>
              <a:ext cx="222"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3" name="Line 1026">
              <a:extLst>
                <a:ext uri="{FF2B5EF4-FFF2-40B4-BE49-F238E27FC236}">
                  <a16:creationId xmlns:a16="http://schemas.microsoft.com/office/drawing/2014/main" id="{EB918E3C-B671-A74F-CB29-410334EF06C0}"/>
                </a:ext>
              </a:extLst>
            </p:cNvPr>
            <p:cNvSpPr>
              <a:spLocks noChangeShapeType="1"/>
            </p:cNvSpPr>
            <p:nvPr userDrawn="1"/>
          </p:nvSpPr>
          <p:spPr bwMode="gray">
            <a:xfrm flipH="1">
              <a:off x="4587" y="2644"/>
              <a:ext cx="502"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4" name="Line 1027">
              <a:extLst>
                <a:ext uri="{FF2B5EF4-FFF2-40B4-BE49-F238E27FC236}">
                  <a16:creationId xmlns:a16="http://schemas.microsoft.com/office/drawing/2014/main" id="{3BB60AB9-F8EB-1CFC-D2B8-D58D93F663D0}"/>
                </a:ext>
              </a:extLst>
            </p:cNvPr>
            <p:cNvSpPr>
              <a:spLocks noChangeShapeType="1"/>
            </p:cNvSpPr>
            <p:nvPr userDrawn="1"/>
          </p:nvSpPr>
          <p:spPr bwMode="gray">
            <a:xfrm>
              <a:off x="4858" y="2840"/>
              <a:ext cx="10"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5" name="Line 1028">
              <a:extLst>
                <a:ext uri="{FF2B5EF4-FFF2-40B4-BE49-F238E27FC236}">
                  <a16:creationId xmlns:a16="http://schemas.microsoft.com/office/drawing/2014/main" id="{7B868ACD-407D-9AA4-A84D-757F13DCA1EB}"/>
                </a:ext>
              </a:extLst>
            </p:cNvPr>
            <p:cNvSpPr>
              <a:spLocks noChangeShapeType="1"/>
            </p:cNvSpPr>
            <p:nvPr userDrawn="1"/>
          </p:nvSpPr>
          <p:spPr bwMode="gray">
            <a:xfrm flipV="1">
              <a:off x="4868" y="283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6" name="Line 1029">
              <a:extLst>
                <a:ext uri="{FF2B5EF4-FFF2-40B4-BE49-F238E27FC236}">
                  <a16:creationId xmlns:a16="http://schemas.microsoft.com/office/drawing/2014/main" id="{4AE8EFB3-2BF7-EE68-B96F-3452DD95F68D}"/>
                </a:ext>
              </a:extLst>
            </p:cNvPr>
            <p:cNvSpPr>
              <a:spLocks noChangeShapeType="1"/>
            </p:cNvSpPr>
            <p:nvPr userDrawn="1"/>
          </p:nvSpPr>
          <p:spPr bwMode="gray">
            <a:xfrm flipV="1">
              <a:off x="4877" y="2759"/>
              <a:ext cx="156"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7" name="Line 1030">
              <a:extLst>
                <a:ext uri="{FF2B5EF4-FFF2-40B4-BE49-F238E27FC236}">
                  <a16:creationId xmlns:a16="http://schemas.microsoft.com/office/drawing/2014/main" id="{9FDAFA2A-ABED-637A-BBAD-B4E908BD4813}"/>
                </a:ext>
              </a:extLst>
            </p:cNvPr>
            <p:cNvSpPr>
              <a:spLocks noChangeShapeType="1"/>
            </p:cNvSpPr>
            <p:nvPr userDrawn="1"/>
          </p:nvSpPr>
          <p:spPr bwMode="gray">
            <a:xfrm flipV="1">
              <a:off x="5033" y="2756"/>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8" name="Line 1031">
              <a:extLst>
                <a:ext uri="{FF2B5EF4-FFF2-40B4-BE49-F238E27FC236}">
                  <a16:creationId xmlns:a16="http://schemas.microsoft.com/office/drawing/2014/main" id="{7DE400EC-D696-243D-7AF7-48F93684EFA4}"/>
                </a:ext>
              </a:extLst>
            </p:cNvPr>
            <p:cNvSpPr>
              <a:spLocks noChangeShapeType="1"/>
            </p:cNvSpPr>
            <p:nvPr userDrawn="1"/>
          </p:nvSpPr>
          <p:spPr bwMode="gray">
            <a:xfrm>
              <a:off x="5029" y="2752"/>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79" name="Line 1032">
              <a:extLst>
                <a:ext uri="{FF2B5EF4-FFF2-40B4-BE49-F238E27FC236}">
                  <a16:creationId xmlns:a16="http://schemas.microsoft.com/office/drawing/2014/main" id="{36D1072F-C8E4-F037-CD02-7B6DA5D46761}"/>
                </a:ext>
              </a:extLst>
            </p:cNvPr>
            <p:cNvSpPr>
              <a:spLocks noChangeShapeType="1"/>
            </p:cNvSpPr>
            <p:nvPr userDrawn="1"/>
          </p:nvSpPr>
          <p:spPr bwMode="gray">
            <a:xfrm flipH="1" flipV="1">
              <a:off x="4821" y="2689"/>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0" name="Line 1033">
              <a:extLst>
                <a:ext uri="{FF2B5EF4-FFF2-40B4-BE49-F238E27FC236}">
                  <a16:creationId xmlns:a16="http://schemas.microsoft.com/office/drawing/2014/main" id="{5EDC968C-A2EC-B219-A877-6AE0A5579660}"/>
                </a:ext>
              </a:extLst>
            </p:cNvPr>
            <p:cNvSpPr>
              <a:spLocks noChangeShapeType="1"/>
            </p:cNvSpPr>
            <p:nvPr userDrawn="1"/>
          </p:nvSpPr>
          <p:spPr bwMode="gray">
            <a:xfrm flipH="1">
              <a:off x="4813" y="2689"/>
              <a:ext cx="8"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1" name="Line 1034">
              <a:extLst>
                <a:ext uri="{FF2B5EF4-FFF2-40B4-BE49-F238E27FC236}">
                  <a16:creationId xmlns:a16="http://schemas.microsoft.com/office/drawing/2014/main" id="{A9F9E147-BFE8-72BC-AFC0-E94BF31327F3}"/>
                </a:ext>
              </a:extLst>
            </p:cNvPr>
            <p:cNvSpPr>
              <a:spLocks noChangeShapeType="1"/>
            </p:cNvSpPr>
            <p:nvPr userDrawn="1"/>
          </p:nvSpPr>
          <p:spPr bwMode="gray">
            <a:xfrm flipH="1">
              <a:off x="4655" y="2693"/>
              <a:ext cx="15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2" name="Line 1035">
              <a:extLst>
                <a:ext uri="{FF2B5EF4-FFF2-40B4-BE49-F238E27FC236}">
                  <a16:creationId xmlns:a16="http://schemas.microsoft.com/office/drawing/2014/main" id="{238AF8D7-BEE7-25FF-1AA4-463C991F0C59}"/>
                </a:ext>
              </a:extLst>
            </p:cNvPr>
            <p:cNvSpPr>
              <a:spLocks noChangeShapeType="1"/>
            </p:cNvSpPr>
            <p:nvPr userDrawn="1"/>
          </p:nvSpPr>
          <p:spPr bwMode="gray">
            <a:xfrm flipH="1">
              <a:off x="4646" y="2770"/>
              <a:ext cx="9"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3" name="Line 1036">
              <a:extLst>
                <a:ext uri="{FF2B5EF4-FFF2-40B4-BE49-F238E27FC236}">
                  <a16:creationId xmlns:a16="http://schemas.microsoft.com/office/drawing/2014/main" id="{748FF117-E06C-73EC-45FC-929DA54024E3}"/>
                </a:ext>
              </a:extLst>
            </p:cNvPr>
            <p:cNvSpPr>
              <a:spLocks noChangeShapeType="1"/>
            </p:cNvSpPr>
            <p:nvPr userDrawn="1"/>
          </p:nvSpPr>
          <p:spPr bwMode="gray">
            <a:xfrm flipH="1" flipV="1">
              <a:off x="4646" y="2773"/>
              <a:ext cx="11"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4" name="Line 1037">
              <a:extLst>
                <a:ext uri="{FF2B5EF4-FFF2-40B4-BE49-F238E27FC236}">
                  <a16:creationId xmlns:a16="http://schemas.microsoft.com/office/drawing/2014/main" id="{0F3E9B90-A31D-A161-804E-2A85B1452E70}"/>
                </a:ext>
              </a:extLst>
            </p:cNvPr>
            <p:cNvSpPr>
              <a:spLocks noChangeShapeType="1"/>
            </p:cNvSpPr>
            <p:nvPr userDrawn="1"/>
          </p:nvSpPr>
          <p:spPr bwMode="gray">
            <a:xfrm>
              <a:off x="4480" y="2995"/>
              <a:ext cx="200"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5" name="Line 1038">
              <a:extLst>
                <a:ext uri="{FF2B5EF4-FFF2-40B4-BE49-F238E27FC236}">
                  <a16:creationId xmlns:a16="http://schemas.microsoft.com/office/drawing/2014/main" id="{45CDCB92-BE51-F611-1CAF-63BF9BBF5F5D}"/>
                </a:ext>
              </a:extLst>
            </p:cNvPr>
            <p:cNvSpPr>
              <a:spLocks noChangeShapeType="1"/>
            </p:cNvSpPr>
            <p:nvPr userDrawn="1"/>
          </p:nvSpPr>
          <p:spPr bwMode="gray">
            <a:xfrm>
              <a:off x="4578" y="2910"/>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6" name="Line 1039">
              <a:extLst>
                <a:ext uri="{FF2B5EF4-FFF2-40B4-BE49-F238E27FC236}">
                  <a16:creationId xmlns:a16="http://schemas.microsoft.com/office/drawing/2014/main" id="{29199AB3-CA44-4FC4-FA34-CE527ACCC2AE}"/>
                </a:ext>
              </a:extLst>
            </p:cNvPr>
            <p:cNvSpPr>
              <a:spLocks noChangeShapeType="1"/>
            </p:cNvSpPr>
            <p:nvPr userDrawn="1"/>
          </p:nvSpPr>
          <p:spPr bwMode="gray">
            <a:xfrm flipH="1">
              <a:off x="4868" y="3098"/>
              <a:ext cx="9"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7" name="Line 1040">
              <a:extLst>
                <a:ext uri="{FF2B5EF4-FFF2-40B4-BE49-F238E27FC236}">
                  <a16:creationId xmlns:a16="http://schemas.microsoft.com/office/drawing/2014/main" id="{6D17F5D7-2A02-A4D6-BE42-ECCE89856EC9}"/>
                </a:ext>
              </a:extLst>
            </p:cNvPr>
            <p:cNvSpPr>
              <a:spLocks noChangeShapeType="1"/>
            </p:cNvSpPr>
            <p:nvPr userDrawn="1"/>
          </p:nvSpPr>
          <p:spPr bwMode="gray">
            <a:xfrm>
              <a:off x="4856" y="3098"/>
              <a:ext cx="12"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8" name="Line 1041">
              <a:extLst>
                <a:ext uri="{FF2B5EF4-FFF2-40B4-BE49-F238E27FC236}">
                  <a16:creationId xmlns:a16="http://schemas.microsoft.com/office/drawing/2014/main" id="{016D938F-1ABC-FDED-0DAF-1CDD4F4C26E1}"/>
                </a:ext>
              </a:extLst>
            </p:cNvPr>
            <p:cNvSpPr>
              <a:spLocks noChangeShapeType="1"/>
            </p:cNvSpPr>
            <p:nvPr userDrawn="1"/>
          </p:nvSpPr>
          <p:spPr bwMode="gray">
            <a:xfrm>
              <a:off x="4442" y="2838"/>
              <a:ext cx="50" cy="1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89" name="Line 1042">
              <a:extLst>
                <a:ext uri="{FF2B5EF4-FFF2-40B4-BE49-F238E27FC236}">
                  <a16:creationId xmlns:a16="http://schemas.microsoft.com/office/drawing/2014/main" id="{EB13C449-BBF2-D7A6-43CD-562D38C79767}"/>
                </a:ext>
              </a:extLst>
            </p:cNvPr>
            <p:cNvSpPr>
              <a:spLocks noChangeShapeType="1"/>
            </p:cNvSpPr>
            <p:nvPr userDrawn="1"/>
          </p:nvSpPr>
          <p:spPr bwMode="gray">
            <a:xfrm flipH="1" flipV="1">
              <a:off x="4578" y="2764"/>
              <a:ext cx="2" cy="4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0" name="Line 1043">
              <a:extLst>
                <a:ext uri="{FF2B5EF4-FFF2-40B4-BE49-F238E27FC236}">
                  <a16:creationId xmlns:a16="http://schemas.microsoft.com/office/drawing/2014/main" id="{F913620B-6936-9F0A-97A1-93B7C040471E}"/>
                </a:ext>
              </a:extLst>
            </p:cNvPr>
            <p:cNvSpPr>
              <a:spLocks noChangeShapeType="1"/>
            </p:cNvSpPr>
            <p:nvPr userDrawn="1"/>
          </p:nvSpPr>
          <p:spPr bwMode="gray">
            <a:xfrm>
              <a:off x="4879" y="2976"/>
              <a:ext cx="20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1" name="Line 1044">
              <a:extLst>
                <a:ext uri="{FF2B5EF4-FFF2-40B4-BE49-F238E27FC236}">
                  <a16:creationId xmlns:a16="http://schemas.microsoft.com/office/drawing/2014/main" id="{3A6C3177-43AD-B2D0-FB91-E9515B4D0474}"/>
                </a:ext>
              </a:extLst>
            </p:cNvPr>
            <p:cNvSpPr>
              <a:spLocks noChangeShapeType="1"/>
            </p:cNvSpPr>
            <p:nvPr userDrawn="1"/>
          </p:nvSpPr>
          <p:spPr bwMode="gray">
            <a:xfrm flipV="1">
              <a:off x="4949" y="2782"/>
              <a:ext cx="15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2" name="Line 1045">
              <a:extLst>
                <a:ext uri="{FF2B5EF4-FFF2-40B4-BE49-F238E27FC236}">
                  <a16:creationId xmlns:a16="http://schemas.microsoft.com/office/drawing/2014/main" id="{0738C61B-F305-A2EC-A8B0-02FB502F68FF}"/>
                </a:ext>
              </a:extLst>
            </p:cNvPr>
            <p:cNvSpPr>
              <a:spLocks noChangeShapeType="1"/>
            </p:cNvSpPr>
            <p:nvPr userDrawn="1"/>
          </p:nvSpPr>
          <p:spPr bwMode="gray">
            <a:xfrm>
              <a:off x="4956" y="2799"/>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3" name="Line 1046">
              <a:extLst>
                <a:ext uri="{FF2B5EF4-FFF2-40B4-BE49-F238E27FC236}">
                  <a16:creationId xmlns:a16="http://schemas.microsoft.com/office/drawing/2014/main" id="{02A637C7-91B2-D622-BE28-91BB5EDA7AA0}"/>
                </a:ext>
              </a:extLst>
            </p:cNvPr>
            <p:cNvSpPr>
              <a:spLocks noChangeShapeType="1"/>
            </p:cNvSpPr>
            <p:nvPr userDrawn="1"/>
          </p:nvSpPr>
          <p:spPr bwMode="gray">
            <a:xfrm flipV="1">
              <a:off x="4587" y="2673"/>
              <a:ext cx="157"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4" name="Line 1047">
              <a:extLst>
                <a:ext uri="{FF2B5EF4-FFF2-40B4-BE49-F238E27FC236}">
                  <a16:creationId xmlns:a16="http://schemas.microsoft.com/office/drawing/2014/main" id="{309F4759-43EA-4762-A448-411B9F3056DF}"/>
                </a:ext>
              </a:extLst>
            </p:cNvPr>
            <p:cNvSpPr>
              <a:spLocks noChangeShapeType="1"/>
            </p:cNvSpPr>
            <p:nvPr userDrawn="1"/>
          </p:nvSpPr>
          <p:spPr bwMode="gray">
            <a:xfrm>
              <a:off x="4529" y="2668"/>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5" name="Line 1048">
              <a:extLst>
                <a:ext uri="{FF2B5EF4-FFF2-40B4-BE49-F238E27FC236}">
                  <a16:creationId xmlns:a16="http://schemas.microsoft.com/office/drawing/2014/main" id="{D48D56E3-E592-4D59-F774-2B116B3B9FE4}"/>
                </a:ext>
              </a:extLst>
            </p:cNvPr>
            <p:cNvSpPr>
              <a:spLocks noChangeShapeType="1"/>
            </p:cNvSpPr>
            <p:nvPr userDrawn="1"/>
          </p:nvSpPr>
          <p:spPr bwMode="gray">
            <a:xfrm flipV="1">
              <a:off x="5105" y="2959"/>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6" name="Line 1049">
              <a:extLst>
                <a:ext uri="{FF2B5EF4-FFF2-40B4-BE49-F238E27FC236}">
                  <a16:creationId xmlns:a16="http://schemas.microsoft.com/office/drawing/2014/main" id="{17081633-5B24-849A-1975-05DEBB06EE25}"/>
                </a:ext>
              </a:extLst>
            </p:cNvPr>
            <p:cNvSpPr>
              <a:spLocks noChangeShapeType="1"/>
            </p:cNvSpPr>
            <p:nvPr userDrawn="1"/>
          </p:nvSpPr>
          <p:spPr bwMode="gray">
            <a:xfrm flipH="1">
              <a:off x="5180" y="2882"/>
              <a:ext cx="3"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7" name="Line 1050">
              <a:extLst>
                <a:ext uri="{FF2B5EF4-FFF2-40B4-BE49-F238E27FC236}">
                  <a16:creationId xmlns:a16="http://schemas.microsoft.com/office/drawing/2014/main" id="{71934293-9445-161F-6CD1-C22FB968B7BA}"/>
                </a:ext>
              </a:extLst>
            </p:cNvPr>
            <p:cNvSpPr>
              <a:spLocks noChangeShapeType="1"/>
            </p:cNvSpPr>
            <p:nvPr userDrawn="1"/>
          </p:nvSpPr>
          <p:spPr bwMode="gray">
            <a:xfrm flipH="1">
              <a:off x="4164" y="3179"/>
              <a:ext cx="161"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8" name="Line 1051">
              <a:extLst>
                <a:ext uri="{FF2B5EF4-FFF2-40B4-BE49-F238E27FC236}">
                  <a16:creationId xmlns:a16="http://schemas.microsoft.com/office/drawing/2014/main" id="{1C37A4A7-49AB-9A91-48EC-3A372072EC4F}"/>
                </a:ext>
              </a:extLst>
            </p:cNvPr>
            <p:cNvSpPr>
              <a:spLocks noChangeShapeType="1"/>
            </p:cNvSpPr>
            <p:nvPr userDrawn="1"/>
          </p:nvSpPr>
          <p:spPr bwMode="gray">
            <a:xfrm flipH="1" flipV="1">
              <a:off x="4185" y="3170"/>
              <a:ext cx="11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3999" name="Line 1052">
              <a:extLst>
                <a:ext uri="{FF2B5EF4-FFF2-40B4-BE49-F238E27FC236}">
                  <a16:creationId xmlns:a16="http://schemas.microsoft.com/office/drawing/2014/main" id="{643C975F-65C0-94F1-CE5E-BF8501742092}"/>
                </a:ext>
              </a:extLst>
            </p:cNvPr>
            <p:cNvSpPr>
              <a:spLocks noChangeShapeType="1"/>
            </p:cNvSpPr>
            <p:nvPr userDrawn="1"/>
          </p:nvSpPr>
          <p:spPr bwMode="gray">
            <a:xfrm flipH="1" flipV="1">
              <a:off x="4155" y="3277"/>
              <a:ext cx="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00" name="Line 1053">
              <a:extLst>
                <a:ext uri="{FF2B5EF4-FFF2-40B4-BE49-F238E27FC236}">
                  <a16:creationId xmlns:a16="http://schemas.microsoft.com/office/drawing/2014/main" id="{A2306CCE-C58C-0642-9D68-D5531BB3AD9A}"/>
                </a:ext>
              </a:extLst>
            </p:cNvPr>
            <p:cNvSpPr>
              <a:spLocks noChangeShapeType="1"/>
            </p:cNvSpPr>
            <p:nvPr userDrawn="1"/>
          </p:nvSpPr>
          <p:spPr bwMode="gray">
            <a:xfrm>
              <a:off x="4066" y="3356"/>
              <a:ext cx="59" cy="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01" name="Line 1054">
              <a:extLst>
                <a:ext uri="{FF2B5EF4-FFF2-40B4-BE49-F238E27FC236}">
                  <a16:creationId xmlns:a16="http://schemas.microsoft.com/office/drawing/2014/main" id="{2082A9EA-14D5-D4C1-CB06-8416F2965B0B}"/>
                </a:ext>
              </a:extLst>
            </p:cNvPr>
            <p:cNvSpPr>
              <a:spLocks noChangeShapeType="1"/>
            </p:cNvSpPr>
            <p:nvPr userDrawn="1"/>
          </p:nvSpPr>
          <p:spPr bwMode="gray">
            <a:xfrm flipV="1">
              <a:off x="4680" y="3160"/>
              <a:ext cx="85" cy="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02" name="Freeform 1055">
              <a:extLst>
                <a:ext uri="{FF2B5EF4-FFF2-40B4-BE49-F238E27FC236}">
                  <a16:creationId xmlns:a16="http://schemas.microsoft.com/office/drawing/2014/main" id="{5888B4E3-29F6-4AEF-DAFF-5CA0B169FD8D}"/>
                </a:ext>
              </a:extLst>
            </p:cNvPr>
            <p:cNvSpPr>
              <a:spLocks/>
            </p:cNvSpPr>
            <p:nvPr userDrawn="1"/>
          </p:nvSpPr>
          <p:spPr bwMode="gray">
            <a:xfrm>
              <a:off x="5369" y="3123"/>
              <a:ext cx="8" cy="10"/>
            </a:xfrm>
            <a:custGeom>
              <a:avLst/>
              <a:gdLst>
                <a:gd name="T0" fmla="*/ 8 w 8"/>
                <a:gd name="T1" fmla="*/ 10 h 10"/>
                <a:gd name="T2" fmla="*/ 8 w 8"/>
                <a:gd name="T3" fmla="*/ 5 h 10"/>
                <a:gd name="T4" fmla="*/ 7 w 8"/>
                <a:gd name="T5" fmla="*/ 2 h 10"/>
                <a:gd name="T6" fmla="*/ 5 w 8"/>
                <a:gd name="T7" fmla="*/ 0 h 10"/>
                <a:gd name="T8" fmla="*/ 1 w 8"/>
                <a:gd name="T9" fmla="*/ 0 h 10"/>
                <a:gd name="T10" fmla="*/ 0 w 8"/>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10"/>
                  </a:moveTo>
                  <a:lnTo>
                    <a:pt x="8" y="5"/>
                  </a:lnTo>
                  <a:lnTo>
                    <a:pt x="7" y="2"/>
                  </a:lnTo>
                  <a:lnTo>
                    <a:pt x="5" y="0"/>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03" name="Line 1056">
              <a:extLst>
                <a:ext uri="{FF2B5EF4-FFF2-40B4-BE49-F238E27FC236}">
                  <a16:creationId xmlns:a16="http://schemas.microsoft.com/office/drawing/2014/main" id="{6AB1B374-199C-529A-51EC-869CE07F846B}"/>
                </a:ext>
              </a:extLst>
            </p:cNvPr>
            <p:cNvSpPr>
              <a:spLocks noChangeShapeType="1"/>
            </p:cNvSpPr>
            <p:nvPr userDrawn="1"/>
          </p:nvSpPr>
          <p:spPr bwMode="gray">
            <a:xfrm>
              <a:off x="5272" y="3091"/>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04" name="Line 1057">
              <a:extLst>
                <a:ext uri="{FF2B5EF4-FFF2-40B4-BE49-F238E27FC236}">
                  <a16:creationId xmlns:a16="http://schemas.microsoft.com/office/drawing/2014/main" id="{C142B7C9-1BC9-7BBB-D130-8B5F344E4190}"/>
                </a:ext>
              </a:extLst>
            </p:cNvPr>
            <p:cNvSpPr>
              <a:spLocks noChangeShapeType="1"/>
            </p:cNvSpPr>
            <p:nvPr userDrawn="1"/>
          </p:nvSpPr>
          <p:spPr bwMode="gray">
            <a:xfrm>
              <a:off x="5274" y="3100"/>
              <a:ext cx="20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05" name="Freeform 1058">
              <a:extLst>
                <a:ext uri="{FF2B5EF4-FFF2-40B4-BE49-F238E27FC236}">
                  <a16:creationId xmlns:a16="http://schemas.microsoft.com/office/drawing/2014/main" id="{AA792CEF-54F0-EA77-4BC5-E6CAFC87665E}"/>
                </a:ext>
              </a:extLst>
            </p:cNvPr>
            <p:cNvSpPr>
              <a:spLocks/>
            </p:cNvSpPr>
            <p:nvPr userDrawn="1"/>
          </p:nvSpPr>
          <p:spPr bwMode="gray">
            <a:xfrm>
              <a:off x="5474" y="3156"/>
              <a:ext cx="7" cy="9"/>
            </a:xfrm>
            <a:custGeom>
              <a:avLst/>
              <a:gdLst>
                <a:gd name="T0" fmla="*/ 7 w 7"/>
                <a:gd name="T1" fmla="*/ 9 h 9"/>
                <a:gd name="T2" fmla="*/ 7 w 7"/>
                <a:gd name="T3" fmla="*/ 7 h 9"/>
                <a:gd name="T4" fmla="*/ 7 w 7"/>
                <a:gd name="T5" fmla="*/ 4 h 9"/>
                <a:gd name="T6" fmla="*/ 7 w 7"/>
                <a:gd name="T7" fmla="*/ 2 h 9"/>
                <a:gd name="T8" fmla="*/ 5 w 7"/>
                <a:gd name="T9" fmla="*/ 0 h 9"/>
                <a:gd name="T10" fmla="*/ 3 w 7"/>
                <a:gd name="T11" fmla="*/ 0 h 9"/>
                <a:gd name="T12" fmla="*/ 0 w 7"/>
                <a:gd name="T13" fmla="*/ 2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9">
                  <a:moveTo>
                    <a:pt x="7" y="9"/>
                  </a:moveTo>
                  <a:lnTo>
                    <a:pt x="7" y="7"/>
                  </a:lnTo>
                  <a:lnTo>
                    <a:pt x="7" y="4"/>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06" name="Line 1059">
              <a:extLst>
                <a:ext uri="{FF2B5EF4-FFF2-40B4-BE49-F238E27FC236}">
                  <a16:creationId xmlns:a16="http://schemas.microsoft.com/office/drawing/2014/main" id="{0466DECB-62A9-D875-A6A6-6C6AAB7D46A2}"/>
                </a:ext>
              </a:extLst>
            </p:cNvPr>
            <p:cNvSpPr>
              <a:spLocks noChangeShapeType="1"/>
            </p:cNvSpPr>
            <p:nvPr userDrawn="1"/>
          </p:nvSpPr>
          <p:spPr bwMode="gray">
            <a:xfrm flipH="1" flipV="1">
              <a:off x="5265" y="3091"/>
              <a:ext cx="209"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07" name="Freeform 1060">
              <a:extLst>
                <a:ext uri="{FF2B5EF4-FFF2-40B4-BE49-F238E27FC236}">
                  <a16:creationId xmlns:a16="http://schemas.microsoft.com/office/drawing/2014/main" id="{15B9AA33-6EE9-1024-35F9-EF80FC4DE2C7}"/>
                </a:ext>
              </a:extLst>
            </p:cNvPr>
            <p:cNvSpPr>
              <a:spLocks/>
            </p:cNvSpPr>
            <p:nvPr userDrawn="1"/>
          </p:nvSpPr>
          <p:spPr bwMode="gray">
            <a:xfrm>
              <a:off x="5265" y="3090"/>
              <a:ext cx="9" cy="10"/>
            </a:xfrm>
            <a:custGeom>
              <a:avLst/>
              <a:gdLst>
                <a:gd name="T0" fmla="*/ 9 w 9"/>
                <a:gd name="T1" fmla="*/ 10 h 10"/>
                <a:gd name="T2" fmla="*/ 9 w 9"/>
                <a:gd name="T3" fmla="*/ 7 h 10"/>
                <a:gd name="T4" fmla="*/ 7 w 9"/>
                <a:gd name="T5" fmla="*/ 3 h 10"/>
                <a:gd name="T6" fmla="*/ 7 w 9"/>
                <a:gd name="T7" fmla="*/ 1 h 10"/>
                <a:gd name="T8" fmla="*/ 4 w 9"/>
                <a:gd name="T9" fmla="*/ 0 h 10"/>
                <a:gd name="T10" fmla="*/ 0 w 9"/>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7"/>
                  </a:lnTo>
                  <a:lnTo>
                    <a:pt x="7" y="3"/>
                  </a:lnTo>
                  <a:lnTo>
                    <a:pt x="7" y="1"/>
                  </a:lnTo>
                  <a:lnTo>
                    <a:pt x="4"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08" name="Freeform 1061">
              <a:extLst>
                <a:ext uri="{FF2B5EF4-FFF2-40B4-BE49-F238E27FC236}">
                  <a16:creationId xmlns:a16="http://schemas.microsoft.com/office/drawing/2014/main" id="{A1812976-BB55-E396-61AD-6A90863966CE}"/>
                </a:ext>
              </a:extLst>
            </p:cNvPr>
            <p:cNvSpPr>
              <a:spLocks/>
            </p:cNvSpPr>
            <p:nvPr userDrawn="1"/>
          </p:nvSpPr>
          <p:spPr bwMode="gray">
            <a:xfrm>
              <a:off x="4092" y="3630"/>
              <a:ext cx="10" cy="16"/>
            </a:xfrm>
            <a:custGeom>
              <a:avLst/>
              <a:gdLst>
                <a:gd name="T0" fmla="*/ 10 w 10"/>
                <a:gd name="T1" fmla="*/ 16 h 16"/>
                <a:gd name="T2" fmla="*/ 7 w 10"/>
                <a:gd name="T3" fmla="*/ 14 h 16"/>
                <a:gd name="T4" fmla="*/ 3 w 10"/>
                <a:gd name="T5" fmla="*/ 9 h 16"/>
                <a:gd name="T6" fmla="*/ 2 w 10"/>
                <a:gd name="T7" fmla="*/ 5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7" y="14"/>
                  </a:lnTo>
                  <a:lnTo>
                    <a:pt x="3" y="9"/>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09" name="Freeform 1062">
              <a:extLst>
                <a:ext uri="{FF2B5EF4-FFF2-40B4-BE49-F238E27FC236}">
                  <a16:creationId xmlns:a16="http://schemas.microsoft.com/office/drawing/2014/main" id="{8E4AEE99-E188-095C-51F5-216439C36693}"/>
                </a:ext>
              </a:extLst>
            </p:cNvPr>
            <p:cNvSpPr>
              <a:spLocks/>
            </p:cNvSpPr>
            <p:nvPr userDrawn="1"/>
          </p:nvSpPr>
          <p:spPr bwMode="gray">
            <a:xfrm>
              <a:off x="4213" y="3684"/>
              <a:ext cx="10" cy="9"/>
            </a:xfrm>
            <a:custGeom>
              <a:avLst/>
              <a:gdLst>
                <a:gd name="T0" fmla="*/ 10 w 10"/>
                <a:gd name="T1" fmla="*/ 7 h 9"/>
                <a:gd name="T2" fmla="*/ 7 w 10"/>
                <a:gd name="T3" fmla="*/ 9 h 9"/>
                <a:gd name="T4" fmla="*/ 3 w 10"/>
                <a:gd name="T5" fmla="*/ 7 h 9"/>
                <a:gd name="T6" fmla="*/ 1 w 10"/>
                <a:gd name="T7" fmla="*/ 4 h 9"/>
                <a:gd name="T8" fmla="*/ 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7"/>
                  </a:moveTo>
                  <a:lnTo>
                    <a:pt x="7" y="9"/>
                  </a:lnTo>
                  <a:lnTo>
                    <a:pt x="3"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10" name="Line 1063">
              <a:extLst>
                <a:ext uri="{FF2B5EF4-FFF2-40B4-BE49-F238E27FC236}">
                  <a16:creationId xmlns:a16="http://schemas.microsoft.com/office/drawing/2014/main" id="{42C49E7E-4305-FDD9-02C4-AF15F9337EC7}"/>
                </a:ext>
              </a:extLst>
            </p:cNvPr>
            <p:cNvSpPr>
              <a:spLocks noChangeShapeType="1"/>
            </p:cNvSpPr>
            <p:nvPr userDrawn="1"/>
          </p:nvSpPr>
          <p:spPr bwMode="gray">
            <a:xfrm>
              <a:off x="4097" y="3646"/>
              <a:ext cx="196"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11" name="Line 1064">
              <a:extLst>
                <a:ext uri="{FF2B5EF4-FFF2-40B4-BE49-F238E27FC236}">
                  <a16:creationId xmlns:a16="http://schemas.microsoft.com/office/drawing/2014/main" id="{476704B2-A262-8711-2C6E-60EB0274994D}"/>
                </a:ext>
              </a:extLst>
            </p:cNvPr>
            <p:cNvSpPr>
              <a:spLocks noChangeShapeType="1"/>
            </p:cNvSpPr>
            <p:nvPr userDrawn="1"/>
          </p:nvSpPr>
          <p:spPr bwMode="gray">
            <a:xfrm>
              <a:off x="4102" y="3646"/>
              <a:ext cx="193"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12" name="Freeform 1065">
              <a:extLst>
                <a:ext uri="{FF2B5EF4-FFF2-40B4-BE49-F238E27FC236}">
                  <a16:creationId xmlns:a16="http://schemas.microsoft.com/office/drawing/2014/main" id="{02F8E89C-DC02-95FF-8F16-66E45F59DC94}"/>
                </a:ext>
              </a:extLst>
            </p:cNvPr>
            <p:cNvSpPr>
              <a:spLocks/>
            </p:cNvSpPr>
            <p:nvPr userDrawn="1"/>
          </p:nvSpPr>
          <p:spPr bwMode="gray">
            <a:xfrm>
              <a:off x="4293" y="3714"/>
              <a:ext cx="2" cy="5"/>
            </a:xfrm>
            <a:custGeom>
              <a:avLst/>
              <a:gdLst>
                <a:gd name="T0" fmla="*/ 2 w 2"/>
                <a:gd name="T1" fmla="*/ 4 h 5"/>
                <a:gd name="T2" fmla="*/ 0 w 2"/>
                <a:gd name="T3" fmla="*/ 5 h 5"/>
                <a:gd name="T4" fmla="*/ 0 w 2"/>
                <a:gd name="T5" fmla="*/ 5 h 5"/>
                <a:gd name="T6" fmla="*/ 0 w 2"/>
                <a:gd name="T7" fmla="*/ 5 h 5"/>
                <a:gd name="T8" fmla="*/ 0 w 2"/>
                <a:gd name="T9" fmla="*/ 5 h 5"/>
                <a:gd name="T10" fmla="*/ 0 w 2"/>
                <a:gd name="T11" fmla="*/ 5 h 5"/>
                <a:gd name="T12" fmla="*/ 2 w 2"/>
                <a:gd name="T13" fmla="*/ 2 h 5"/>
                <a:gd name="T14" fmla="*/ 2 w 2"/>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5">
                  <a:moveTo>
                    <a:pt x="2" y="4"/>
                  </a:moveTo>
                  <a:lnTo>
                    <a:pt x="0"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13" name="Line 1066">
              <a:extLst>
                <a:ext uri="{FF2B5EF4-FFF2-40B4-BE49-F238E27FC236}">
                  <a16:creationId xmlns:a16="http://schemas.microsoft.com/office/drawing/2014/main" id="{39024F49-A6BB-87FE-F1CA-356AEE3F7A41}"/>
                </a:ext>
              </a:extLst>
            </p:cNvPr>
            <p:cNvSpPr>
              <a:spLocks noChangeShapeType="1"/>
            </p:cNvSpPr>
            <p:nvPr userDrawn="1"/>
          </p:nvSpPr>
          <p:spPr bwMode="gray">
            <a:xfrm flipH="1" flipV="1">
              <a:off x="4094" y="3639"/>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14" name="Freeform 1067">
              <a:extLst>
                <a:ext uri="{FF2B5EF4-FFF2-40B4-BE49-F238E27FC236}">
                  <a16:creationId xmlns:a16="http://schemas.microsoft.com/office/drawing/2014/main" id="{964BADEE-B3B5-F93E-72D6-175264E7D254}"/>
                </a:ext>
              </a:extLst>
            </p:cNvPr>
            <p:cNvSpPr>
              <a:spLocks/>
            </p:cNvSpPr>
            <p:nvPr userDrawn="1"/>
          </p:nvSpPr>
          <p:spPr bwMode="gray">
            <a:xfrm>
              <a:off x="4094" y="3639"/>
              <a:ext cx="8" cy="9"/>
            </a:xfrm>
            <a:custGeom>
              <a:avLst/>
              <a:gdLst>
                <a:gd name="T0" fmla="*/ 0 w 8"/>
                <a:gd name="T1" fmla="*/ 0 h 9"/>
                <a:gd name="T2" fmla="*/ 0 w 8"/>
                <a:gd name="T3" fmla="*/ 3 h 9"/>
                <a:gd name="T4" fmla="*/ 1 w 8"/>
                <a:gd name="T5" fmla="*/ 7 h 9"/>
                <a:gd name="T6" fmla="*/ 3 w 8"/>
                <a:gd name="T7" fmla="*/ 9 h 9"/>
                <a:gd name="T8" fmla="*/ 5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5"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15" name="Freeform 1068">
              <a:extLst>
                <a:ext uri="{FF2B5EF4-FFF2-40B4-BE49-F238E27FC236}">
                  <a16:creationId xmlns:a16="http://schemas.microsoft.com/office/drawing/2014/main" id="{AD9030E3-EB73-F1FC-9979-86E9FE8F4CEA}"/>
                </a:ext>
              </a:extLst>
            </p:cNvPr>
            <p:cNvSpPr>
              <a:spLocks/>
            </p:cNvSpPr>
            <p:nvPr userDrawn="1"/>
          </p:nvSpPr>
          <p:spPr bwMode="gray">
            <a:xfrm>
              <a:off x="4522" y="3807"/>
              <a:ext cx="13" cy="10"/>
            </a:xfrm>
            <a:custGeom>
              <a:avLst/>
              <a:gdLst>
                <a:gd name="T0" fmla="*/ 46 w 12"/>
                <a:gd name="T1" fmla="*/ 1 h 10"/>
                <a:gd name="T2" fmla="*/ 30 w 12"/>
                <a:gd name="T3" fmla="*/ 0 h 10"/>
                <a:gd name="T4" fmla="*/ 5 w 12"/>
                <a:gd name="T5" fmla="*/ 1 h 10"/>
                <a:gd name="T6" fmla="*/ 2 w 12"/>
                <a:gd name="T7" fmla="*/ 3 h 10"/>
                <a:gd name="T8" fmla="*/ 2 w 12"/>
                <a:gd name="T9" fmla="*/ 5 h 10"/>
                <a:gd name="T10" fmla="*/ 0 w 12"/>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0">
                  <a:moveTo>
                    <a:pt x="12" y="1"/>
                  </a:moveTo>
                  <a:lnTo>
                    <a:pt x="7" y="0"/>
                  </a:lnTo>
                  <a:lnTo>
                    <a:pt x="5" y="1"/>
                  </a:lnTo>
                  <a:lnTo>
                    <a:pt x="2" y="3"/>
                  </a:lnTo>
                  <a:lnTo>
                    <a:pt x="2" y="5"/>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16" name="Line 1069">
              <a:extLst>
                <a:ext uri="{FF2B5EF4-FFF2-40B4-BE49-F238E27FC236}">
                  <a16:creationId xmlns:a16="http://schemas.microsoft.com/office/drawing/2014/main" id="{1DBA266F-1EF7-A58F-75BB-B2D124B8D8DA}"/>
                </a:ext>
              </a:extLst>
            </p:cNvPr>
            <p:cNvSpPr>
              <a:spLocks noChangeShapeType="1"/>
            </p:cNvSpPr>
            <p:nvPr userDrawn="1"/>
          </p:nvSpPr>
          <p:spPr bwMode="gray">
            <a:xfrm flipV="1">
              <a:off x="4522" y="3810"/>
              <a:ext cx="13"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17" name="Freeform 1070">
              <a:extLst>
                <a:ext uri="{FF2B5EF4-FFF2-40B4-BE49-F238E27FC236}">
                  <a16:creationId xmlns:a16="http://schemas.microsoft.com/office/drawing/2014/main" id="{7C9E30D2-6F89-2084-17D0-6339D29850B6}"/>
                </a:ext>
              </a:extLst>
            </p:cNvPr>
            <p:cNvSpPr>
              <a:spLocks/>
            </p:cNvSpPr>
            <p:nvPr userDrawn="1"/>
          </p:nvSpPr>
          <p:spPr bwMode="gray">
            <a:xfrm>
              <a:off x="4599" y="3829"/>
              <a:ext cx="9" cy="7"/>
            </a:xfrm>
            <a:custGeom>
              <a:avLst/>
              <a:gdLst>
                <a:gd name="T0" fmla="*/ 9 w 9"/>
                <a:gd name="T1" fmla="*/ 7 h 7"/>
                <a:gd name="T2" fmla="*/ 7 w 9"/>
                <a:gd name="T3" fmla="*/ 7 h 7"/>
                <a:gd name="T4" fmla="*/ 5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5"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18" name="Line 1071">
              <a:extLst>
                <a:ext uri="{FF2B5EF4-FFF2-40B4-BE49-F238E27FC236}">
                  <a16:creationId xmlns:a16="http://schemas.microsoft.com/office/drawing/2014/main" id="{9AACF190-858C-EEB0-385A-E4E9813CF779}"/>
                </a:ext>
              </a:extLst>
            </p:cNvPr>
            <p:cNvSpPr>
              <a:spLocks noChangeShapeType="1"/>
            </p:cNvSpPr>
            <p:nvPr userDrawn="1"/>
          </p:nvSpPr>
          <p:spPr bwMode="gray">
            <a:xfrm>
              <a:off x="4522" y="3807"/>
              <a:ext cx="207"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19" name="Line 1072">
              <a:extLst>
                <a:ext uri="{FF2B5EF4-FFF2-40B4-BE49-F238E27FC236}">
                  <a16:creationId xmlns:a16="http://schemas.microsoft.com/office/drawing/2014/main" id="{E257A447-F8DC-4B53-62F1-9653B3B9E030}"/>
                </a:ext>
              </a:extLst>
            </p:cNvPr>
            <p:cNvSpPr>
              <a:spLocks noChangeShapeType="1"/>
            </p:cNvSpPr>
            <p:nvPr userDrawn="1"/>
          </p:nvSpPr>
          <p:spPr bwMode="gray">
            <a:xfrm>
              <a:off x="4534" y="3808"/>
              <a:ext cx="202"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20" name="Freeform 1073">
              <a:extLst>
                <a:ext uri="{FF2B5EF4-FFF2-40B4-BE49-F238E27FC236}">
                  <a16:creationId xmlns:a16="http://schemas.microsoft.com/office/drawing/2014/main" id="{0FDA7653-A81C-D1E1-892C-8701F0F09434}"/>
                </a:ext>
              </a:extLst>
            </p:cNvPr>
            <p:cNvSpPr>
              <a:spLocks/>
            </p:cNvSpPr>
            <p:nvPr userDrawn="1"/>
          </p:nvSpPr>
          <p:spPr bwMode="gray">
            <a:xfrm>
              <a:off x="4727" y="3877"/>
              <a:ext cx="9" cy="8"/>
            </a:xfrm>
            <a:custGeom>
              <a:avLst/>
              <a:gdLst>
                <a:gd name="T0" fmla="*/ 9 w 9"/>
                <a:gd name="T1" fmla="*/ 7 h 8"/>
                <a:gd name="T2" fmla="*/ 5 w 9"/>
                <a:gd name="T3" fmla="*/ 8 h 8"/>
                <a:gd name="T4" fmla="*/ 3 w 9"/>
                <a:gd name="T5" fmla="*/ 8 h 8"/>
                <a:gd name="T6" fmla="*/ 2 w 9"/>
                <a:gd name="T7" fmla="*/ 7 h 8"/>
                <a:gd name="T8" fmla="*/ 0 w 9"/>
                <a:gd name="T9" fmla="*/ 3 h 8"/>
                <a:gd name="T10" fmla="*/ 0 w 9"/>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9" y="7"/>
                  </a:moveTo>
                  <a:lnTo>
                    <a:pt x="5" y="8"/>
                  </a:lnTo>
                  <a:lnTo>
                    <a:pt x="3" y="8"/>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21" name="Line 1074">
              <a:extLst>
                <a:ext uri="{FF2B5EF4-FFF2-40B4-BE49-F238E27FC236}">
                  <a16:creationId xmlns:a16="http://schemas.microsoft.com/office/drawing/2014/main" id="{2CAAE07C-9126-20D3-83CF-E87A7179C0AC}"/>
                </a:ext>
              </a:extLst>
            </p:cNvPr>
            <p:cNvSpPr>
              <a:spLocks noChangeShapeType="1"/>
            </p:cNvSpPr>
            <p:nvPr userDrawn="1"/>
          </p:nvSpPr>
          <p:spPr bwMode="gray">
            <a:xfrm flipH="1" flipV="1">
              <a:off x="4513" y="3796"/>
              <a:ext cx="214"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22" name="Freeform 1075">
              <a:extLst>
                <a:ext uri="{FF2B5EF4-FFF2-40B4-BE49-F238E27FC236}">
                  <a16:creationId xmlns:a16="http://schemas.microsoft.com/office/drawing/2014/main" id="{0D295156-5472-AA66-0264-2E0ED6F0EC6B}"/>
                </a:ext>
              </a:extLst>
            </p:cNvPr>
            <p:cNvSpPr>
              <a:spLocks/>
            </p:cNvSpPr>
            <p:nvPr userDrawn="1"/>
          </p:nvSpPr>
          <p:spPr bwMode="gray">
            <a:xfrm>
              <a:off x="4513" y="3796"/>
              <a:ext cx="22" cy="12"/>
            </a:xfrm>
            <a:custGeom>
              <a:avLst/>
              <a:gdLst>
                <a:gd name="T0" fmla="*/ 44 w 21"/>
                <a:gd name="T1" fmla="*/ 12 h 12"/>
                <a:gd name="T2" fmla="*/ 31 w 21"/>
                <a:gd name="T3" fmla="*/ 12 h 12"/>
                <a:gd name="T4" fmla="*/ 28 w 21"/>
                <a:gd name="T5" fmla="*/ 11 h 12"/>
                <a:gd name="T6" fmla="*/ 7 w 21"/>
                <a:gd name="T7" fmla="*/ 9 h 12"/>
                <a:gd name="T8" fmla="*/ 4 w 21"/>
                <a:gd name="T9" fmla="*/ 5 h 12"/>
                <a:gd name="T10" fmla="*/ 0 w 21"/>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12">
                  <a:moveTo>
                    <a:pt x="21" y="12"/>
                  </a:moveTo>
                  <a:lnTo>
                    <a:pt x="14" y="12"/>
                  </a:lnTo>
                  <a:lnTo>
                    <a:pt x="11" y="11"/>
                  </a:lnTo>
                  <a:lnTo>
                    <a:pt x="7" y="9"/>
                  </a:lnTo>
                  <a:lnTo>
                    <a:pt x="4"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23" name="Freeform 1076">
              <a:extLst>
                <a:ext uri="{FF2B5EF4-FFF2-40B4-BE49-F238E27FC236}">
                  <a16:creationId xmlns:a16="http://schemas.microsoft.com/office/drawing/2014/main" id="{73781FDB-437F-79B5-C9B8-06EBBC424FB3}"/>
                </a:ext>
              </a:extLst>
            </p:cNvPr>
            <p:cNvSpPr>
              <a:spLocks/>
            </p:cNvSpPr>
            <p:nvPr userDrawn="1"/>
          </p:nvSpPr>
          <p:spPr bwMode="gray">
            <a:xfrm>
              <a:off x="4816" y="3828"/>
              <a:ext cx="13" cy="8"/>
            </a:xfrm>
            <a:custGeom>
              <a:avLst/>
              <a:gdLst>
                <a:gd name="T0" fmla="*/ 0 w 12"/>
                <a:gd name="T1" fmla="*/ 8 h 8"/>
                <a:gd name="T2" fmla="*/ 4 w 12"/>
                <a:gd name="T3" fmla="*/ 8 h 8"/>
                <a:gd name="T4" fmla="*/ 5 w 12"/>
                <a:gd name="T5" fmla="*/ 8 h 8"/>
                <a:gd name="T6" fmla="*/ 36 w 12"/>
                <a:gd name="T7" fmla="*/ 7 h 8"/>
                <a:gd name="T8" fmla="*/ 42 w 12"/>
                <a:gd name="T9" fmla="*/ 3 h 8"/>
                <a:gd name="T10" fmla="*/ 46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4" y="8"/>
                  </a:lnTo>
                  <a:lnTo>
                    <a:pt x="5" y="8"/>
                  </a:lnTo>
                  <a:lnTo>
                    <a:pt x="9" y="7"/>
                  </a:lnTo>
                  <a:lnTo>
                    <a:pt x="11"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24" name="Line 1077">
              <a:extLst>
                <a:ext uri="{FF2B5EF4-FFF2-40B4-BE49-F238E27FC236}">
                  <a16:creationId xmlns:a16="http://schemas.microsoft.com/office/drawing/2014/main" id="{5C286832-D44E-75E1-3EDD-1AF6E881CE56}"/>
                </a:ext>
              </a:extLst>
            </p:cNvPr>
            <p:cNvSpPr>
              <a:spLocks noChangeShapeType="1"/>
            </p:cNvSpPr>
            <p:nvPr userDrawn="1"/>
          </p:nvSpPr>
          <p:spPr bwMode="gray">
            <a:xfrm flipV="1">
              <a:off x="4744" y="3788"/>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25" name="Line 1078">
              <a:extLst>
                <a:ext uri="{FF2B5EF4-FFF2-40B4-BE49-F238E27FC236}">
                  <a16:creationId xmlns:a16="http://schemas.microsoft.com/office/drawing/2014/main" id="{75AED242-4132-90F0-A3FB-C9747590C657}"/>
                </a:ext>
              </a:extLst>
            </p:cNvPr>
            <p:cNvSpPr>
              <a:spLocks noChangeShapeType="1"/>
            </p:cNvSpPr>
            <p:nvPr userDrawn="1"/>
          </p:nvSpPr>
          <p:spPr bwMode="gray">
            <a:xfrm flipV="1">
              <a:off x="4736" y="3789"/>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26" name="Freeform 1079">
              <a:extLst>
                <a:ext uri="{FF2B5EF4-FFF2-40B4-BE49-F238E27FC236}">
                  <a16:creationId xmlns:a16="http://schemas.microsoft.com/office/drawing/2014/main" id="{8F8D077D-275A-5B50-2554-D3BFB8F7A571}"/>
                </a:ext>
              </a:extLst>
            </p:cNvPr>
            <p:cNvSpPr>
              <a:spLocks/>
            </p:cNvSpPr>
            <p:nvPr userDrawn="1"/>
          </p:nvSpPr>
          <p:spPr bwMode="gray">
            <a:xfrm>
              <a:off x="4895" y="3781"/>
              <a:ext cx="13" cy="8"/>
            </a:xfrm>
            <a:custGeom>
              <a:avLst/>
              <a:gdLst>
                <a:gd name="T0" fmla="*/ 0 w 12"/>
                <a:gd name="T1" fmla="*/ 8 h 8"/>
                <a:gd name="T2" fmla="*/ 5 w 12"/>
                <a:gd name="T3" fmla="*/ 8 h 8"/>
                <a:gd name="T4" fmla="*/ 30 w 12"/>
                <a:gd name="T5" fmla="*/ 8 h 8"/>
                <a:gd name="T6" fmla="*/ 39 w 12"/>
                <a:gd name="T7" fmla="*/ 7 h 8"/>
                <a:gd name="T8" fmla="*/ 46 w 12"/>
                <a:gd name="T9" fmla="*/ 3 h 8"/>
                <a:gd name="T10" fmla="*/ 46 w 12"/>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0" y="8"/>
                  </a:moveTo>
                  <a:lnTo>
                    <a:pt x="5" y="8"/>
                  </a:lnTo>
                  <a:lnTo>
                    <a:pt x="7" y="8"/>
                  </a:lnTo>
                  <a:lnTo>
                    <a:pt x="10" y="7"/>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27" name="Line 1080">
              <a:extLst>
                <a:ext uri="{FF2B5EF4-FFF2-40B4-BE49-F238E27FC236}">
                  <a16:creationId xmlns:a16="http://schemas.microsoft.com/office/drawing/2014/main" id="{D2C34408-68C4-B72B-98D1-A8CAB6BBF64E}"/>
                </a:ext>
              </a:extLst>
            </p:cNvPr>
            <p:cNvSpPr>
              <a:spLocks noChangeShapeType="1"/>
            </p:cNvSpPr>
            <p:nvPr userDrawn="1"/>
          </p:nvSpPr>
          <p:spPr bwMode="gray">
            <a:xfrm flipH="1">
              <a:off x="4746" y="3781"/>
              <a:ext cx="161"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28" name="Freeform 1081">
              <a:extLst>
                <a:ext uri="{FF2B5EF4-FFF2-40B4-BE49-F238E27FC236}">
                  <a16:creationId xmlns:a16="http://schemas.microsoft.com/office/drawing/2014/main" id="{D76424EE-359B-E465-3D9D-5CF842EAC7F4}"/>
                </a:ext>
              </a:extLst>
            </p:cNvPr>
            <p:cNvSpPr>
              <a:spLocks/>
            </p:cNvSpPr>
            <p:nvPr userDrawn="1"/>
          </p:nvSpPr>
          <p:spPr bwMode="gray">
            <a:xfrm>
              <a:off x="4736" y="3875"/>
              <a:ext cx="10" cy="10"/>
            </a:xfrm>
            <a:custGeom>
              <a:avLst/>
              <a:gdLst>
                <a:gd name="T0" fmla="*/ 10 w 10"/>
                <a:gd name="T1" fmla="*/ 0 h 10"/>
                <a:gd name="T2" fmla="*/ 10 w 10"/>
                <a:gd name="T3" fmla="*/ 5 h 10"/>
                <a:gd name="T4" fmla="*/ 8 w 10"/>
                <a:gd name="T5" fmla="*/ 7 h 10"/>
                <a:gd name="T6" fmla="*/ 7 w 10"/>
                <a:gd name="T7" fmla="*/ 9 h 10"/>
                <a:gd name="T8" fmla="*/ 3 w 10"/>
                <a:gd name="T9" fmla="*/ 10 h 10"/>
                <a:gd name="T10" fmla="*/ 0 w 10"/>
                <a:gd name="T11" fmla="*/ 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8" y="7"/>
                  </a:lnTo>
                  <a:lnTo>
                    <a:pt x="7" y="9"/>
                  </a:lnTo>
                  <a:lnTo>
                    <a:pt x="3" y="10"/>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29" name="Freeform 1082">
              <a:extLst>
                <a:ext uri="{FF2B5EF4-FFF2-40B4-BE49-F238E27FC236}">
                  <a16:creationId xmlns:a16="http://schemas.microsoft.com/office/drawing/2014/main" id="{ECE46386-D361-D992-5193-0D7EC9191B03}"/>
                </a:ext>
              </a:extLst>
            </p:cNvPr>
            <p:cNvSpPr>
              <a:spLocks/>
            </p:cNvSpPr>
            <p:nvPr userDrawn="1"/>
          </p:nvSpPr>
          <p:spPr bwMode="gray">
            <a:xfrm>
              <a:off x="4895" y="3770"/>
              <a:ext cx="8" cy="19"/>
            </a:xfrm>
            <a:custGeom>
              <a:avLst/>
              <a:gdLst>
                <a:gd name="T0" fmla="*/ 0 w 8"/>
                <a:gd name="T1" fmla="*/ 19 h 19"/>
                <a:gd name="T2" fmla="*/ 3 w 8"/>
                <a:gd name="T3" fmla="*/ 16 h 19"/>
                <a:gd name="T4" fmla="*/ 7 w 8"/>
                <a:gd name="T5" fmla="*/ 11 h 19"/>
                <a:gd name="T6" fmla="*/ 8 w 8"/>
                <a:gd name="T7" fmla="*/ 5 h 19"/>
                <a:gd name="T8" fmla="*/ 8 w 8"/>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9">
                  <a:moveTo>
                    <a:pt x="0" y="19"/>
                  </a:moveTo>
                  <a:lnTo>
                    <a:pt x="3" y="16"/>
                  </a:lnTo>
                  <a:lnTo>
                    <a:pt x="7" y="11"/>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30" name="Freeform 1083">
              <a:extLst>
                <a:ext uri="{FF2B5EF4-FFF2-40B4-BE49-F238E27FC236}">
                  <a16:creationId xmlns:a16="http://schemas.microsoft.com/office/drawing/2014/main" id="{933FCEBA-8996-C5C3-AEA3-8327FE06A609}"/>
                </a:ext>
              </a:extLst>
            </p:cNvPr>
            <p:cNvSpPr>
              <a:spLocks/>
            </p:cNvSpPr>
            <p:nvPr userDrawn="1"/>
          </p:nvSpPr>
          <p:spPr bwMode="gray">
            <a:xfrm>
              <a:off x="4290" y="3457"/>
              <a:ext cx="10" cy="9"/>
            </a:xfrm>
            <a:custGeom>
              <a:avLst/>
              <a:gdLst>
                <a:gd name="T0" fmla="*/ 0 w 10"/>
                <a:gd name="T1" fmla="*/ 9 h 9"/>
                <a:gd name="T2" fmla="*/ 3 w 10"/>
                <a:gd name="T3" fmla="*/ 9 h 9"/>
                <a:gd name="T4" fmla="*/ 7 w 10"/>
                <a:gd name="T5" fmla="*/ 9 h 9"/>
                <a:gd name="T6" fmla="*/ 8 w 10"/>
                <a:gd name="T7" fmla="*/ 7 h 9"/>
                <a:gd name="T8" fmla="*/ 10 w 10"/>
                <a:gd name="T9" fmla="*/ 3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3" y="9"/>
                  </a:lnTo>
                  <a:lnTo>
                    <a:pt x="7" y="9"/>
                  </a:lnTo>
                  <a:lnTo>
                    <a:pt x="8" y="7"/>
                  </a:lnTo>
                  <a:lnTo>
                    <a:pt x="10" y="3"/>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31" name="Line 1084">
              <a:extLst>
                <a:ext uri="{FF2B5EF4-FFF2-40B4-BE49-F238E27FC236}">
                  <a16:creationId xmlns:a16="http://schemas.microsoft.com/office/drawing/2014/main" id="{2FE87761-64CF-4633-15B4-9DBB990D2D7F}"/>
                </a:ext>
              </a:extLst>
            </p:cNvPr>
            <p:cNvSpPr>
              <a:spLocks noChangeShapeType="1"/>
            </p:cNvSpPr>
            <p:nvPr userDrawn="1"/>
          </p:nvSpPr>
          <p:spPr bwMode="gray">
            <a:xfrm flipH="1" flipV="1">
              <a:off x="4267" y="3310"/>
              <a:ext cx="26" cy="1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32" name="Line 1085">
              <a:extLst>
                <a:ext uri="{FF2B5EF4-FFF2-40B4-BE49-F238E27FC236}">
                  <a16:creationId xmlns:a16="http://schemas.microsoft.com/office/drawing/2014/main" id="{0D0EDF98-C44A-96C2-D471-CBDAEE2C84C6}"/>
                </a:ext>
              </a:extLst>
            </p:cNvPr>
            <p:cNvSpPr>
              <a:spLocks noChangeShapeType="1"/>
            </p:cNvSpPr>
            <p:nvPr userDrawn="1"/>
          </p:nvSpPr>
          <p:spPr bwMode="gray">
            <a:xfrm flipH="1" flipV="1">
              <a:off x="4262" y="3310"/>
              <a:ext cx="31"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33" name="Freeform 1086">
              <a:extLst>
                <a:ext uri="{FF2B5EF4-FFF2-40B4-BE49-F238E27FC236}">
                  <a16:creationId xmlns:a16="http://schemas.microsoft.com/office/drawing/2014/main" id="{BBFE82A5-66CA-1B2E-9778-8376B8A67B32}"/>
                </a:ext>
              </a:extLst>
            </p:cNvPr>
            <p:cNvSpPr>
              <a:spLocks/>
            </p:cNvSpPr>
            <p:nvPr userDrawn="1"/>
          </p:nvSpPr>
          <p:spPr bwMode="gray">
            <a:xfrm>
              <a:off x="4262" y="3308"/>
              <a:ext cx="8" cy="11"/>
            </a:xfrm>
            <a:custGeom>
              <a:avLst/>
              <a:gdLst>
                <a:gd name="T0" fmla="*/ 0 w 8"/>
                <a:gd name="T1" fmla="*/ 2 h 11"/>
                <a:gd name="T2" fmla="*/ 3 w 8"/>
                <a:gd name="T3" fmla="*/ 0 h 11"/>
                <a:gd name="T4" fmla="*/ 5 w 8"/>
                <a:gd name="T5" fmla="*/ 2 h 11"/>
                <a:gd name="T6" fmla="*/ 7 w 8"/>
                <a:gd name="T7" fmla="*/ 4 h 11"/>
                <a:gd name="T8" fmla="*/ 8 w 8"/>
                <a:gd name="T9" fmla="*/ 7 h 11"/>
                <a:gd name="T10" fmla="*/ 8 w 8"/>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1">
                  <a:moveTo>
                    <a:pt x="0" y="2"/>
                  </a:moveTo>
                  <a:lnTo>
                    <a:pt x="3" y="0"/>
                  </a:lnTo>
                  <a:lnTo>
                    <a:pt x="5" y="2"/>
                  </a:lnTo>
                  <a:lnTo>
                    <a:pt x="7" y="4"/>
                  </a:lnTo>
                  <a:lnTo>
                    <a:pt x="8" y="7"/>
                  </a:lnTo>
                  <a:lnTo>
                    <a:pt x="8"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34" name="Line 1087">
              <a:extLst>
                <a:ext uri="{FF2B5EF4-FFF2-40B4-BE49-F238E27FC236}">
                  <a16:creationId xmlns:a16="http://schemas.microsoft.com/office/drawing/2014/main" id="{6CCA32CB-00C2-1A31-8279-7BDA4C94DBE8}"/>
                </a:ext>
              </a:extLst>
            </p:cNvPr>
            <p:cNvSpPr>
              <a:spLocks noChangeShapeType="1"/>
            </p:cNvSpPr>
            <p:nvPr userDrawn="1"/>
          </p:nvSpPr>
          <p:spPr bwMode="gray">
            <a:xfrm>
              <a:off x="4270" y="3319"/>
              <a:ext cx="23"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35" name="Freeform 1088">
              <a:extLst>
                <a:ext uri="{FF2B5EF4-FFF2-40B4-BE49-F238E27FC236}">
                  <a16:creationId xmlns:a16="http://schemas.microsoft.com/office/drawing/2014/main" id="{67AD1469-765B-8A34-AEC2-16A4E4417E03}"/>
                </a:ext>
              </a:extLst>
            </p:cNvPr>
            <p:cNvSpPr>
              <a:spLocks/>
            </p:cNvSpPr>
            <p:nvPr userDrawn="1"/>
          </p:nvSpPr>
          <p:spPr bwMode="gray">
            <a:xfrm>
              <a:off x="4169" y="3352"/>
              <a:ext cx="10" cy="9"/>
            </a:xfrm>
            <a:custGeom>
              <a:avLst/>
              <a:gdLst>
                <a:gd name="T0" fmla="*/ 10 w 10"/>
                <a:gd name="T1" fmla="*/ 0 h 9"/>
                <a:gd name="T2" fmla="*/ 7 w 10"/>
                <a:gd name="T3" fmla="*/ 0 h 9"/>
                <a:gd name="T4" fmla="*/ 5 w 10"/>
                <a:gd name="T5" fmla="*/ 0 h 9"/>
                <a:gd name="T6" fmla="*/ 3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36" name="Line 1089">
              <a:extLst>
                <a:ext uri="{FF2B5EF4-FFF2-40B4-BE49-F238E27FC236}">
                  <a16:creationId xmlns:a16="http://schemas.microsoft.com/office/drawing/2014/main" id="{6C5BC661-5390-D282-A9A6-C62BFF0866DD}"/>
                </a:ext>
              </a:extLst>
            </p:cNvPr>
            <p:cNvSpPr>
              <a:spLocks noChangeShapeType="1"/>
            </p:cNvSpPr>
            <p:nvPr userDrawn="1"/>
          </p:nvSpPr>
          <p:spPr bwMode="gray">
            <a:xfrm flipH="1">
              <a:off x="4088" y="3312"/>
              <a:ext cx="165"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37" name="Line 1090">
              <a:extLst>
                <a:ext uri="{FF2B5EF4-FFF2-40B4-BE49-F238E27FC236}">
                  <a16:creationId xmlns:a16="http://schemas.microsoft.com/office/drawing/2014/main" id="{941C1848-BF2C-5584-CA38-182E90786727}"/>
                </a:ext>
              </a:extLst>
            </p:cNvPr>
            <p:cNvSpPr>
              <a:spLocks noChangeShapeType="1"/>
            </p:cNvSpPr>
            <p:nvPr userDrawn="1"/>
          </p:nvSpPr>
          <p:spPr bwMode="gray">
            <a:xfrm flipH="1">
              <a:off x="4095" y="3310"/>
              <a:ext cx="167"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38" name="Freeform 1091">
              <a:extLst>
                <a:ext uri="{FF2B5EF4-FFF2-40B4-BE49-F238E27FC236}">
                  <a16:creationId xmlns:a16="http://schemas.microsoft.com/office/drawing/2014/main" id="{694F14FF-A0C6-D50C-D5B1-5BB26A462786}"/>
                </a:ext>
              </a:extLst>
            </p:cNvPr>
            <p:cNvSpPr>
              <a:spLocks/>
            </p:cNvSpPr>
            <p:nvPr userDrawn="1"/>
          </p:nvSpPr>
          <p:spPr bwMode="gray">
            <a:xfrm>
              <a:off x="4087" y="3394"/>
              <a:ext cx="8" cy="10"/>
            </a:xfrm>
            <a:custGeom>
              <a:avLst/>
              <a:gdLst>
                <a:gd name="T0" fmla="*/ 8 w 8"/>
                <a:gd name="T1" fmla="*/ 2 h 10"/>
                <a:gd name="T2" fmla="*/ 5 w 8"/>
                <a:gd name="T3" fmla="*/ 0 h 10"/>
                <a:gd name="T4" fmla="*/ 3 w 8"/>
                <a:gd name="T5" fmla="*/ 2 h 10"/>
                <a:gd name="T6" fmla="*/ 0 w 8"/>
                <a:gd name="T7" fmla="*/ 4 h 10"/>
                <a:gd name="T8" fmla="*/ 0 w 8"/>
                <a:gd name="T9" fmla="*/ 7 h 10"/>
                <a:gd name="T10" fmla="*/ 0 w 8"/>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0">
                  <a:moveTo>
                    <a:pt x="8" y="2"/>
                  </a:moveTo>
                  <a:lnTo>
                    <a:pt x="5" y="0"/>
                  </a:lnTo>
                  <a:lnTo>
                    <a:pt x="3" y="2"/>
                  </a:lnTo>
                  <a:lnTo>
                    <a:pt x="0" y="4"/>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39" name="Line 1092">
              <a:extLst>
                <a:ext uri="{FF2B5EF4-FFF2-40B4-BE49-F238E27FC236}">
                  <a16:creationId xmlns:a16="http://schemas.microsoft.com/office/drawing/2014/main" id="{302F3C33-C791-88A0-F6D1-7A74AAD37EDA}"/>
                </a:ext>
              </a:extLst>
            </p:cNvPr>
            <p:cNvSpPr>
              <a:spLocks noChangeShapeType="1"/>
            </p:cNvSpPr>
            <p:nvPr userDrawn="1"/>
          </p:nvSpPr>
          <p:spPr bwMode="gray">
            <a:xfrm flipV="1">
              <a:off x="4087" y="3319"/>
              <a:ext cx="164"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40" name="Freeform 1093">
              <a:extLst>
                <a:ext uri="{FF2B5EF4-FFF2-40B4-BE49-F238E27FC236}">
                  <a16:creationId xmlns:a16="http://schemas.microsoft.com/office/drawing/2014/main" id="{8FA427A9-53CC-BE5C-2E61-516F529EC523}"/>
                </a:ext>
              </a:extLst>
            </p:cNvPr>
            <p:cNvSpPr>
              <a:spLocks/>
            </p:cNvSpPr>
            <p:nvPr userDrawn="1"/>
          </p:nvSpPr>
          <p:spPr bwMode="gray">
            <a:xfrm>
              <a:off x="4251" y="3310"/>
              <a:ext cx="11" cy="9"/>
            </a:xfrm>
            <a:custGeom>
              <a:avLst/>
              <a:gdLst>
                <a:gd name="T0" fmla="*/ 11 w 11"/>
                <a:gd name="T1" fmla="*/ 0 h 9"/>
                <a:gd name="T2" fmla="*/ 5 w 11"/>
                <a:gd name="T3" fmla="*/ 0 h 9"/>
                <a:gd name="T4" fmla="*/ 4 w 11"/>
                <a:gd name="T5" fmla="*/ 0 h 9"/>
                <a:gd name="T6" fmla="*/ 2 w 11"/>
                <a:gd name="T7" fmla="*/ 2 h 9"/>
                <a:gd name="T8" fmla="*/ 0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5" y="0"/>
                  </a:lnTo>
                  <a:lnTo>
                    <a:pt x="4" y="0"/>
                  </a:lnTo>
                  <a:lnTo>
                    <a:pt x="2"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41" name="Freeform 1094">
              <a:extLst>
                <a:ext uri="{FF2B5EF4-FFF2-40B4-BE49-F238E27FC236}">
                  <a16:creationId xmlns:a16="http://schemas.microsoft.com/office/drawing/2014/main" id="{68D8D0A6-A62F-7728-F231-2C739863E939}"/>
                </a:ext>
              </a:extLst>
            </p:cNvPr>
            <p:cNvSpPr>
              <a:spLocks/>
            </p:cNvSpPr>
            <p:nvPr userDrawn="1"/>
          </p:nvSpPr>
          <p:spPr bwMode="gray">
            <a:xfrm>
              <a:off x="4209" y="3439"/>
              <a:ext cx="9" cy="18"/>
            </a:xfrm>
            <a:custGeom>
              <a:avLst/>
              <a:gdLst>
                <a:gd name="T0" fmla="*/ 9 w 9"/>
                <a:gd name="T1" fmla="*/ 0 h 18"/>
                <a:gd name="T2" fmla="*/ 4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4"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42" name="Line 1095">
              <a:extLst>
                <a:ext uri="{FF2B5EF4-FFF2-40B4-BE49-F238E27FC236}">
                  <a16:creationId xmlns:a16="http://schemas.microsoft.com/office/drawing/2014/main" id="{60B52637-E657-BED3-7E59-D06760DAB849}"/>
                </a:ext>
              </a:extLst>
            </p:cNvPr>
            <p:cNvSpPr>
              <a:spLocks noChangeShapeType="1"/>
            </p:cNvSpPr>
            <p:nvPr userDrawn="1"/>
          </p:nvSpPr>
          <p:spPr bwMode="gray">
            <a:xfrm>
              <a:off x="4090" y="3403"/>
              <a:ext cx="195"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43" name="Line 1096">
              <a:extLst>
                <a:ext uri="{FF2B5EF4-FFF2-40B4-BE49-F238E27FC236}">
                  <a16:creationId xmlns:a16="http://schemas.microsoft.com/office/drawing/2014/main" id="{E4163306-C420-7A7B-2C3C-7C5EC8906F24}"/>
                </a:ext>
              </a:extLst>
            </p:cNvPr>
            <p:cNvSpPr>
              <a:spLocks noChangeShapeType="1"/>
            </p:cNvSpPr>
            <p:nvPr userDrawn="1"/>
          </p:nvSpPr>
          <p:spPr bwMode="gray">
            <a:xfrm>
              <a:off x="4095" y="3396"/>
              <a:ext cx="195"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44" name="Freeform 1097">
              <a:extLst>
                <a:ext uri="{FF2B5EF4-FFF2-40B4-BE49-F238E27FC236}">
                  <a16:creationId xmlns:a16="http://schemas.microsoft.com/office/drawing/2014/main" id="{F096C7C5-F339-B831-10DE-09D4033D10F5}"/>
                </a:ext>
              </a:extLst>
            </p:cNvPr>
            <p:cNvSpPr>
              <a:spLocks/>
            </p:cNvSpPr>
            <p:nvPr userDrawn="1"/>
          </p:nvSpPr>
          <p:spPr bwMode="gray">
            <a:xfrm>
              <a:off x="4288" y="3466"/>
              <a:ext cx="4" cy="21"/>
            </a:xfrm>
            <a:custGeom>
              <a:avLst/>
              <a:gdLst>
                <a:gd name="T0" fmla="*/ 276 w 3"/>
                <a:gd name="T1" fmla="*/ 0 h 21"/>
                <a:gd name="T2" fmla="*/ 0 w 3"/>
                <a:gd name="T3" fmla="*/ 7 h 21"/>
                <a:gd name="T4" fmla="*/ 0 w 3"/>
                <a:gd name="T5" fmla="*/ 14 h 21"/>
                <a:gd name="T6" fmla="*/ 368 w 3"/>
                <a:gd name="T7" fmla="*/ 21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2" y="0"/>
                  </a:moveTo>
                  <a:lnTo>
                    <a:pt x="0" y="7"/>
                  </a:lnTo>
                  <a:lnTo>
                    <a:pt x="0" y="14"/>
                  </a:lnTo>
                  <a:lnTo>
                    <a:pt x="3"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45" name="Line 1098">
              <a:extLst>
                <a:ext uri="{FF2B5EF4-FFF2-40B4-BE49-F238E27FC236}">
                  <a16:creationId xmlns:a16="http://schemas.microsoft.com/office/drawing/2014/main" id="{041C214B-D057-4F5A-20DE-1372521FE81A}"/>
                </a:ext>
              </a:extLst>
            </p:cNvPr>
            <p:cNvSpPr>
              <a:spLocks noChangeShapeType="1"/>
            </p:cNvSpPr>
            <p:nvPr userDrawn="1"/>
          </p:nvSpPr>
          <p:spPr bwMode="gray">
            <a:xfrm flipH="1" flipV="1">
              <a:off x="4087" y="3413"/>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46" name="Freeform 1099">
              <a:extLst>
                <a:ext uri="{FF2B5EF4-FFF2-40B4-BE49-F238E27FC236}">
                  <a16:creationId xmlns:a16="http://schemas.microsoft.com/office/drawing/2014/main" id="{B7308A7C-1953-BC76-75F7-E7224E22012E}"/>
                </a:ext>
              </a:extLst>
            </p:cNvPr>
            <p:cNvSpPr>
              <a:spLocks/>
            </p:cNvSpPr>
            <p:nvPr userDrawn="1"/>
          </p:nvSpPr>
          <p:spPr bwMode="gray">
            <a:xfrm>
              <a:off x="4087" y="3396"/>
              <a:ext cx="8" cy="17"/>
            </a:xfrm>
            <a:custGeom>
              <a:avLst/>
              <a:gdLst>
                <a:gd name="T0" fmla="*/ 0 w 8"/>
                <a:gd name="T1" fmla="*/ 17 h 17"/>
                <a:gd name="T2" fmla="*/ 1 w 8"/>
                <a:gd name="T3" fmla="*/ 12 h 17"/>
                <a:gd name="T4" fmla="*/ 3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47" name="Freeform 1100">
              <a:extLst>
                <a:ext uri="{FF2B5EF4-FFF2-40B4-BE49-F238E27FC236}">
                  <a16:creationId xmlns:a16="http://schemas.microsoft.com/office/drawing/2014/main" id="{65EA88C5-A241-328A-9972-B3A013733B63}"/>
                </a:ext>
              </a:extLst>
            </p:cNvPr>
            <p:cNvSpPr>
              <a:spLocks/>
            </p:cNvSpPr>
            <p:nvPr userDrawn="1"/>
          </p:nvSpPr>
          <p:spPr bwMode="gray">
            <a:xfrm>
              <a:off x="4603" y="3490"/>
              <a:ext cx="10" cy="18"/>
            </a:xfrm>
            <a:custGeom>
              <a:avLst/>
              <a:gdLst>
                <a:gd name="T0" fmla="*/ 10 w 10"/>
                <a:gd name="T1" fmla="*/ 18 h 18"/>
                <a:gd name="T2" fmla="*/ 7 w 10"/>
                <a:gd name="T3" fmla="*/ 14 h 18"/>
                <a:gd name="T4" fmla="*/ 3 w 10"/>
                <a:gd name="T5" fmla="*/ 11 h 18"/>
                <a:gd name="T6" fmla="*/ 0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48" name="Line 1101">
              <a:extLst>
                <a:ext uri="{FF2B5EF4-FFF2-40B4-BE49-F238E27FC236}">
                  <a16:creationId xmlns:a16="http://schemas.microsoft.com/office/drawing/2014/main" id="{B110AB94-2002-E351-82FE-439416AFBDC1}"/>
                </a:ext>
              </a:extLst>
            </p:cNvPr>
            <p:cNvSpPr>
              <a:spLocks noChangeShapeType="1"/>
            </p:cNvSpPr>
            <p:nvPr userDrawn="1"/>
          </p:nvSpPr>
          <p:spPr bwMode="gray">
            <a:xfrm flipH="1">
              <a:off x="4524" y="3455"/>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49" name="Line 1102">
              <a:extLst>
                <a:ext uri="{FF2B5EF4-FFF2-40B4-BE49-F238E27FC236}">
                  <a16:creationId xmlns:a16="http://schemas.microsoft.com/office/drawing/2014/main" id="{90B7CA93-A6E1-C442-0470-0AFDFC1017AE}"/>
                </a:ext>
              </a:extLst>
            </p:cNvPr>
            <p:cNvSpPr>
              <a:spLocks noChangeShapeType="1"/>
            </p:cNvSpPr>
            <p:nvPr userDrawn="1"/>
          </p:nvSpPr>
          <p:spPr bwMode="gray">
            <a:xfrm flipH="1">
              <a:off x="4531" y="3462"/>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50" name="Freeform 1103">
              <a:extLst>
                <a:ext uri="{FF2B5EF4-FFF2-40B4-BE49-F238E27FC236}">
                  <a16:creationId xmlns:a16="http://schemas.microsoft.com/office/drawing/2014/main" id="{8C61D1CE-C1D2-EBC5-AE57-40A66006F172}"/>
                </a:ext>
              </a:extLst>
            </p:cNvPr>
            <p:cNvSpPr>
              <a:spLocks/>
            </p:cNvSpPr>
            <p:nvPr userDrawn="1"/>
          </p:nvSpPr>
          <p:spPr bwMode="gray">
            <a:xfrm>
              <a:off x="4520" y="3536"/>
              <a:ext cx="11" cy="17"/>
            </a:xfrm>
            <a:custGeom>
              <a:avLst/>
              <a:gdLst>
                <a:gd name="T0" fmla="*/ 11 w 11"/>
                <a:gd name="T1" fmla="*/ 17 h 17"/>
                <a:gd name="T2" fmla="*/ 7 w 11"/>
                <a:gd name="T3" fmla="*/ 14 h 17"/>
                <a:gd name="T4" fmla="*/ 4 w 11"/>
                <a:gd name="T5" fmla="*/ 10 h 17"/>
                <a:gd name="T6" fmla="*/ 0 w 11"/>
                <a:gd name="T7" fmla="*/ 5 h 17"/>
                <a:gd name="T8" fmla="*/ 0 w 11"/>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7">
                  <a:moveTo>
                    <a:pt x="11" y="17"/>
                  </a:moveTo>
                  <a:lnTo>
                    <a:pt x="7" y="14"/>
                  </a:lnTo>
                  <a:lnTo>
                    <a:pt x="4"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51" name="Line 1104">
              <a:extLst>
                <a:ext uri="{FF2B5EF4-FFF2-40B4-BE49-F238E27FC236}">
                  <a16:creationId xmlns:a16="http://schemas.microsoft.com/office/drawing/2014/main" id="{74EE5B9C-9CAB-A4A1-0A73-62DC2B94BD21}"/>
                </a:ext>
              </a:extLst>
            </p:cNvPr>
            <p:cNvSpPr>
              <a:spLocks noChangeShapeType="1"/>
            </p:cNvSpPr>
            <p:nvPr userDrawn="1"/>
          </p:nvSpPr>
          <p:spPr bwMode="gray">
            <a:xfrm flipV="1">
              <a:off x="4520" y="3446"/>
              <a:ext cx="163"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52" name="Freeform 1105">
              <a:extLst>
                <a:ext uri="{FF2B5EF4-FFF2-40B4-BE49-F238E27FC236}">
                  <a16:creationId xmlns:a16="http://schemas.microsoft.com/office/drawing/2014/main" id="{D40B8F8E-E46D-4163-F9EB-93532FE90842}"/>
                </a:ext>
              </a:extLst>
            </p:cNvPr>
            <p:cNvSpPr>
              <a:spLocks/>
            </p:cNvSpPr>
            <p:nvPr userDrawn="1"/>
          </p:nvSpPr>
          <p:spPr bwMode="gray">
            <a:xfrm>
              <a:off x="4683" y="3446"/>
              <a:ext cx="11" cy="16"/>
            </a:xfrm>
            <a:custGeom>
              <a:avLst/>
              <a:gdLst>
                <a:gd name="T0" fmla="*/ 11 w 11"/>
                <a:gd name="T1" fmla="*/ 16 h 16"/>
                <a:gd name="T2" fmla="*/ 7 w 11"/>
                <a:gd name="T3" fmla="*/ 14 h 16"/>
                <a:gd name="T4" fmla="*/ 4 w 11"/>
                <a:gd name="T5" fmla="*/ 9 h 16"/>
                <a:gd name="T6" fmla="*/ 0 w 11"/>
                <a:gd name="T7" fmla="*/ 4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9"/>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53" name="Freeform 1106">
              <a:extLst>
                <a:ext uri="{FF2B5EF4-FFF2-40B4-BE49-F238E27FC236}">
                  <a16:creationId xmlns:a16="http://schemas.microsoft.com/office/drawing/2014/main" id="{ED7A5B0D-AA3A-3EA2-5890-97BE0A197BEA}"/>
                </a:ext>
              </a:extLst>
            </p:cNvPr>
            <p:cNvSpPr>
              <a:spLocks/>
            </p:cNvSpPr>
            <p:nvPr userDrawn="1"/>
          </p:nvSpPr>
          <p:spPr bwMode="gray">
            <a:xfrm>
              <a:off x="4597" y="3579"/>
              <a:ext cx="9" cy="18"/>
            </a:xfrm>
            <a:custGeom>
              <a:avLst/>
              <a:gdLst>
                <a:gd name="T0" fmla="*/ 9 w 9"/>
                <a:gd name="T1" fmla="*/ 0 h 18"/>
                <a:gd name="T2" fmla="*/ 6 w 9"/>
                <a:gd name="T3" fmla="*/ 4 h 18"/>
                <a:gd name="T4" fmla="*/ 2 w 9"/>
                <a:gd name="T5" fmla="*/ 7 h 18"/>
                <a:gd name="T6" fmla="*/ 0 w 9"/>
                <a:gd name="T7" fmla="*/ 13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3"/>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54" name="Line 1107">
              <a:extLst>
                <a:ext uri="{FF2B5EF4-FFF2-40B4-BE49-F238E27FC236}">
                  <a16:creationId xmlns:a16="http://schemas.microsoft.com/office/drawing/2014/main" id="{6666EFF1-F854-35C6-420D-EED87304D04F}"/>
                </a:ext>
              </a:extLst>
            </p:cNvPr>
            <p:cNvSpPr>
              <a:spLocks noChangeShapeType="1"/>
            </p:cNvSpPr>
            <p:nvPr userDrawn="1"/>
          </p:nvSpPr>
          <p:spPr bwMode="gray">
            <a:xfrm>
              <a:off x="4519" y="3558"/>
              <a:ext cx="210"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55" name="Line 1108">
              <a:extLst>
                <a:ext uri="{FF2B5EF4-FFF2-40B4-BE49-F238E27FC236}">
                  <a16:creationId xmlns:a16="http://schemas.microsoft.com/office/drawing/2014/main" id="{13B306F5-0169-64BB-5C5E-BA498C3F0D1C}"/>
                </a:ext>
              </a:extLst>
            </p:cNvPr>
            <p:cNvSpPr>
              <a:spLocks noChangeShapeType="1"/>
            </p:cNvSpPr>
            <p:nvPr userDrawn="1"/>
          </p:nvSpPr>
          <p:spPr bwMode="gray">
            <a:xfrm>
              <a:off x="4531" y="3553"/>
              <a:ext cx="20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56" name="Freeform 1109">
              <a:extLst>
                <a:ext uri="{FF2B5EF4-FFF2-40B4-BE49-F238E27FC236}">
                  <a16:creationId xmlns:a16="http://schemas.microsoft.com/office/drawing/2014/main" id="{1A3D993A-9010-F33A-5A8A-AC147F66198E}"/>
                </a:ext>
              </a:extLst>
            </p:cNvPr>
            <p:cNvSpPr>
              <a:spLocks/>
            </p:cNvSpPr>
            <p:nvPr userDrawn="1"/>
          </p:nvSpPr>
          <p:spPr bwMode="gray">
            <a:xfrm>
              <a:off x="4727" y="3627"/>
              <a:ext cx="9" cy="17"/>
            </a:xfrm>
            <a:custGeom>
              <a:avLst/>
              <a:gdLst>
                <a:gd name="T0" fmla="*/ 9 w 9"/>
                <a:gd name="T1" fmla="*/ 0 h 17"/>
                <a:gd name="T2" fmla="*/ 5 w 9"/>
                <a:gd name="T3" fmla="*/ 3 h 17"/>
                <a:gd name="T4" fmla="*/ 2 w 9"/>
                <a:gd name="T5" fmla="*/ 7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5" y="3"/>
                  </a:lnTo>
                  <a:lnTo>
                    <a:pt x="2"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57" name="Line 1110">
              <a:extLst>
                <a:ext uri="{FF2B5EF4-FFF2-40B4-BE49-F238E27FC236}">
                  <a16:creationId xmlns:a16="http://schemas.microsoft.com/office/drawing/2014/main" id="{B8F9C68D-6AAC-69F7-28EE-31BC2D75F9D8}"/>
                </a:ext>
              </a:extLst>
            </p:cNvPr>
            <p:cNvSpPr>
              <a:spLocks noChangeShapeType="1"/>
            </p:cNvSpPr>
            <p:nvPr userDrawn="1"/>
          </p:nvSpPr>
          <p:spPr bwMode="gray">
            <a:xfrm flipH="1" flipV="1">
              <a:off x="4512" y="3567"/>
              <a:ext cx="215"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58" name="Freeform 1111">
              <a:extLst>
                <a:ext uri="{FF2B5EF4-FFF2-40B4-BE49-F238E27FC236}">
                  <a16:creationId xmlns:a16="http://schemas.microsoft.com/office/drawing/2014/main" id="{7E929345-F113-610F-F964-0C07593BF3E5}"/>
                </a:ext>
              </a:extLst>
            </p:cNvPr>
            <p:cNvSpPr>
              <a:spLocks/>
            </p:cNvSpPr>
            <p:nvPr userDrawn="1"/>
          </p:nvSpPr>
          <p:spPr bwMode="gray">
            <a:xfrm>
              <a:off x="4512" y="3553"/>
              <a:ext cx="19" cy="14"/>
            </a:xfrm>
            <a:custGeom>
              <a:avLst/>
              <a:gdLst>
                <a:gd name="T0" fmla="*/ 19 w 19"/>
                <a:gd name="T1" fmla="*/ 0 h 14"/>
                <a:gd name="T2" fmla="*/ 14 w 19"/>
                <a:gd name="T3" fmla="*/ 2 h 14"/>
                <a:gd name="T4" fmla="*/ 8 w 19"/>
                <a:gd name="T5" fmla="*/ 4 h 14"/>
                <a:gd name="T6" fmla="*/ 3 w 19"/>
                <a:gd name="T7" fmla="*/ 9 h 14"/>
                <a:gd name="T8" fmla="*/ 0 w 19"/>
                <a:gd name="T9" fmla="*/ 14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19" y="0"/>
                  </a:moveTo>
                  <a:lnTo>
                    <a:pt x="14" y="2"/>
                  </a:lnTo>
                  <a:lnTo>
                    <a:pt x="8" y="4"/>
                  </a:lnTo>
                  <a:lnTo>
                    <a:pt x="3" y="9"/>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59" name="Freeform 1112">
              <a:extLst>
                <a:ext uri="{FF2B5EF4-FFF2-40B4-BE49-F238E27FC236}">
                  <a16:creationId xmlns:a16="http://schemas.microsoft.com/office/drawing/2014/main" id="{77437764-C3FB-08BA-75E0-5AB584F7A1A3}"/>
                </a:ext>
              </a:extLst>
            </p:cNvPr>
            <p:cNvSpPr>
              <a:spLocks/>
            </p:cNvSpPr>
            <p:nvPr userDrawn="1"/>
          </p:nvSpPr>
          <p:spPr bwMode="gray">
            <a:xfrm>
              <a:off x="4816" y="3579"/>
              <a:ext cx="13" cy="18"/>
            </a:xfrm>
            <a:custGeom>
              <a:avLst/>
              <a:gdLst>
                <a:gd name="T0" fmla="*/ 0 w 12"/>
                <a:gd name="T1" fmla="*/ 0 h 18"/>
                <a:gd name="T2" fmla="*/ 5 w 12"/>
                <a:gd name="T3" fmla="*/ 2 h 18"/>
                <a:gd name="T4" fmla="*/ 36 w 12"/>
                <a:gd name="T5" fmla="*/ 7 h 18"/>
                <a:gd name="T6" fmla="*/ 42 w 12"/>
                <a:gd name="T7" fmla="*/ 13 h 18"/>
                <a:gd name="T8" fmla="*/ 46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2"/>
                  </a:lnTo>
                  <a:lnTo>
                    <a:pt x="9" y="7"/>
                  </a:lnTo>
                  <a:lnTo>
                    <a:pt x="11" y="13"/>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60" name="Line 1113">
              <a:extLst>
                <a:ext uri="{FF2B5EF4-FFF2-40B4-BE49-F238E27FC236}">
                  <a16:creationId xmlns:a16="http://schemas.microsoft.com/office/drawing/2014/main" id="{4835D91C-FBFD-8CBA-C86C-71443C979262}"/>
                </a:ext>
              </a:extLst>
            </p:cNvPr>
            <p:cNvSpPr>
              <a:spLocks noChangeShapeType="1"/>
            </p:cNvSpPr>
            <p:nvPr userDrawn="1"/>
          </p:nvSpPr>
          <p:spPr bwMode="gray">
            <a:xfrm flipV="1">
              <a:off x="4744" y="3541"/>
              <a:ext cx="161"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61" name="Line 1114">
              <a:extLst>
                <a:ext uri="{FF2B5EF4-FFF2-40B4-BE49-F238E27FC236}">
                  <a16:creationId xmlns:a16="http://schemas.microsoft.com/office/drawing/2014/main" id="{94258219-82A4-73C5-F82F-58EC7DC8290E}"/>
                </a:ext>
              </a:extLst>
            </p:cNvPr>
            <p:cNvSpPr>
              <a:spLocks noChangeShapeType="1"/>
            </p:cNvSpPr>
            <p:nvPr userDrawn="1"/>
          </p:nvSpPr>
          <p:spPr bwMode="gray">
            <a:xfrm flipV="1">
              <a:off x="4736" y="3534"/>
              <a:ext cx="160"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62" name="Freeform 1115">
              <a:extLst>
                <a:ext uri="{FF2B5EF4-FFF2-40B4-BE49-F238E27FC236}">
                  <a16:creationId xmlns:a16="http://schemas.microsoft.com/office/drawing/2014/main" id="{E9A61398-123D-8607-5B94-8C370F0707AF}"/>
                </a:ext>
              </a:extLst>
            </p:cNvPr>
            <p:cNvSpPr>
              <a:spLocks/>
            </p:cNvSpPr>
            <p:nvPr userDrawn="1"/>
          </p:nvSpPr>
          <p:spPr bwMode="gray">
            <a:xfrm>
              <a:off x="4896" y="3534"/>
              <a:ext cx="13" cy="16"/>
            </a:xfrm>
            <a:custGeom>
              <a:avLst/>
              <a:gdLst>
                <a:gd name="T0" fmla="*/ 0 w 13"/>
                <a:gd name="T1" fmla="*/ 0 h 16"/>
                <a:gd name="T2" fmla="*/ 6 w 13"/>
                <a:gd name="T3" fmla="*/ 2 h 16"/>
                <a:gd name="T4" fmla="*/ 9 w 13"/>
                <a:gd name="T5" fmla="*/ 7 h 16"/>
                <a:gd name="T6" fmla="*/ 11 w 13"/>
                <a:gd name="T7" fmla="*/ 10 h 16"/>
                <a:gd name="T8" fmla="*/ 13 w 13"/>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0" y="0"/>
                  </a:moveTo>
                  <a:lnTo>
                    <a:pt x="6" y="2"/>
                  </a:lnTo>
                  <a:lnTo>
                    <a:pt x="9" y="7"/>
                  </a:lnTo>
                  <a:lnTo>
                    <a:pt x="11" y="10"/>
                  </a:lnTo>
                  <a:lnTo>
                    <a:pt x="13"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63" name="Line 1116">
              <a:extLst>
                <a:ext uri="{FF2B5EF4-FFF2-40B4-BE49-F238E27FC236}">
                  <a16:creationId xmlns:a16="http://schemas.microsoft.com/office/drawing/2014/main" id="{FAD56B5E-DAD4-2E86-08B4-168BC4DD87FA}"/>
                </a:ext>
              </a:extLst>
            </p:cNvPr>
            <p:cNvSpPr>
              <a:spLocks noChangeShapeType="1"/>
            </p:cNvSpPr>
            <p:nvPr userDrawn="1"/>
          </p:nvSpPr>
          <p:spPr bwMode="gray">
            <a:xfrm flipH="1">
              <a:off x="4746" y="3550"/>
              <a:ext cx="163"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64" name="Freeform 1117">
              <a:extLst>
                <a:ext uri="{FF2B5EF4-FFF2-40B4-BE49-F238E27FC236}">
                  <a16:creationId xmlns:a16="http://schemas.microsoft.com/office/drawing/2014/main" id="{94D3ED77-FA3D-9D4A-7108-FD9D956518B5}"/>
                </a:ext>
              </a:extLst>
            </p:cNvPr>
            <p:cNvSpPr>
              <a:spLocks/>
            </p:cNvSpPr>
            <p:nvPr userDrawn="1"/>
          </p:nvSpPr>
          <p:spPr bwMode="gray">
            <a:xfrm>
              <a:off x="4736" y="3627"/>
              <a:ext cx="10" cy="15"/>
            </a:xfrm>
            <a:custGeom>
              <a:avLst/>
              <a:gdLst>
                <a:gd name="T0" fmla="*/ 10 w 10"/>
                <a:gd name="T1" fmla="*/ 15 h 15"/>
                <a:gd name="T2" fmla="*/ 10 w 10"/>
                <a:gd name="T3" fmla="*/ 10 h 15"/>
                <a:gd name="T4" fmla="*/ 8 w 10"/>
                <a:gd name="T5" fmla="*/ 7 h 15"/>
                <a:gd name="T6" fmla="*/ 5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8" y="7"/>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65" name="Freeform 1118">
              <a:extLst>
                <a:ext uri="{FF2B5EF4-FFF2-40B4-BE49-F238E27FC236}">
                  <a16:creationId xmlns:a16="http://schemas.microsoft.com/office/drawing/2014/main" id="{EB855343-7C04-8770-9DC3-CD0A30664BEF}"/>
                </a:ext>
              </a:extLst>
            </p:cNvPr>
            <p:cNvSpPr>
              <a:spLocks/>
            </p:cNvSpPr>
            <p:nvPr userDrawn="1"/>
          </p:nvSpPr>
          <p:spPr bwMode="gray">
            <a:xfrm>
              <a:off x="4769" y="3487"/>
              <a:ext cx="9" cy="8"/>
            </a:xfrm>
            <a:custGeom>
              <a:avLst/>
              <a:gdLst>
                <a:gd name="T0" fmla="*/ 0 w 9"/>
                <a:gd name="T1" fmla="*/ 1 h 8"/>
                <a:gd name="T2" fmla="*/ 3 w 9"/>
                <a:gd name="T3" fmla="*/ 0 h 8"/>
                <a:gd name="T4" fmla="*/ 5 w 9"/>
                <a:gd name="T5" fmla="*/ 1 h 8"/>
                <a:gd name="T6" fmla="*/ 9 w 9"/>
                <a:gd name="T7" fmla="*/ 5 h 8"/>
                <a:gd name="T8" fmla="*/ 9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0" y="1"/>
                  </a:moveTo>
                  <a:lnTo>
                    <a:pt x="3" y="0"/>
                  </a:lnTo>
                  <a:lnTo>
                    <a:pt x="5"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66" name="Line 1119">
              <a:extLst>
                <a:ext uri="{FF2B5EF4-FFF2-40B4-BE49-F238E27FC236}">
                  <a16:creationId xmlns:a16="http://schemas.microsoft.com/office/drawing/2014/main" id="{CBFB47B9-6D9B-E52C-3482-03DE9AADAFB3}"/>
                </a:ext>
              </a:extLst>
            </p:cNvPr>
            <p:cNvSpPr>
              <a:spLocks noChangeShapeType="1"/>
            </p:cNvSpPr>
            <p:nvPr userDrawn="1"/>
          </p:nvSpPr>
          <p:spPr bwMode="gray">
            <a:xfrm flipH="1" flipV="1">
              <a:off x="4695" y="3460"/>
              <a:ext cx="208"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67" name="Line 1120">
              <a:extLst>
                <a:ext uri="{FF2B5EF4-FFF2-40B4-BE49-F238E27FC236}">
                  <a16:creationId xmlns:a16="http://schemas.microsoft.com/office/drawing/2014/main" id="{94380DB1-5431-4D94-F843-3DA9887B8965}"/>
                </a:ext>
              </a:extLst>
            </p:cNvPr>
            <p:cNvSpPr>
              <a:spLocks noChangeShapeType="1"/>
            </p:cNvSpPr>
            <p:nvPr userDrawn="1"/>
          </p:nvSpPr>
          <p:spPr bwMode="gray">
            <a:xfrm flipH="1" flipV="1">
              <a:off x="4694" y="3462"/>
              <a:ext cx="202"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68" name="Freeform 1121">
              <a:extLst>
                <a:ext uri="{FF2B5EF4-FFF2-40B4-BE49-F238E27FC236}">
                  <a16:creationId xmlns:a16="http://schemas.microsoft.com/office/drawing/2014/main" id="{AF991D27-B45E-B294-5D8D-559DDA745BA4}"/>
                </a:ext>
              </a:extLst>
            </p:cNvPr>
            <p:cNvSpPr>
              <a:spLocks/>
            </p:cNvSpPr>
            <p:nvPr userDrawn="1"/>
          </p:nvSpPr>
          <p:spPr bwMode="gray">
            <a:xfrm>
              <a:off x="4692" y="3460"/>
              <a:ext cx="3" cy="6"/>
            </a:xfrm>
            <a:custGeom>
              <a:avLst/>
              <a:gdLst>
                <a:gd name="T0" fmla="*/ 2 w 3"/>
                <a:gd name="T1" fmla="*/ 2 h 6"/>
                <a:gd name="T2" fmla="*/ 2 w 3"/>
                <a:gd name="T3" fmla="*/ 0 h 6"/>
                <a:gd name="T4" fmla="*/ 2 w 3"/>
                <a:gd name="T5" fmla="*/ 0 h 6"/>
                <a:gd name="T6" fmla="*/ 3 w 3"/>
                <a:gd name="T7" fmla="*/ 0 h 6"/>
                <a:gd name="T8" fmla="*/ 3 w 3"/>
                <a:gd name="T9" fmla="*/ 0 h 6"/>
                <a:gd name="T10" fmla="*/ 3 w 3"/>
                <a:gd name="T11" fmla="*/ 2 h 6"/>
                <a:gd name="T12" fmla="*/ 2 w 3"/>
                <a:gd name="T13" fmla="*/ 2 h 6"/>
                <a:gd name="T14" fmla="*/ 2 w 3"/>
                <a:gd name="T15" fmla="*/ 4 h 6"/>
                <a:gd name="T16" fmla="*/ 0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6">
                  <a:moveTo>
                    <a:pt x="2" y="2"/>
                  </a:moveTo>
                  <a:lnTo>
                    <a:pt x="2" y="0"/>
                  </a:lnTo>
                  <a:lnTo>
                    <a:pt x="3" y="0"/>
                  </a:lnTo>
                  <a:lnTo>
                    <a:pt x="3" y="2"/>
                  </a:lnTo>
                  <a:lnTo>
                    <a:pt x="2" y="2"/>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69" name="Line 1122">
              <a:extLst>
                <a:ext uri="{FF2B5EF4-FFF2-40B4-BE49-F238E27FC236}">
                  <a16:creationId xmlns:a16="http://schemas.microsoft.com/office/drawing/2014/main" id="{118D7631-B5EC-89CE-AA90-7BDFC3E47BE1}"/>
                </a:ext>
              </a:extLst>
            </p:cNvPr>
            <p:cNvSpPr>
              <a:spLocks noChangeShapeType="1"/>
            </p:cNvSpPr>
            <p:nvPr userDrawn="1"/>
          </p:nvSpPr>
          <p:spPr bwMode="gray">
            <a:xfrm>
              <a:off x="4692" y="3466"/>
              <a:ext cx="213"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070" name="Freeform 1123">
              <a:extLst>
                <a:ext uri="{FF2B5EF4-FFF2-40B4-BE49-F238E27FC236}">
                  <a16:creationId xmlns:a16="http://schemas.microsoft.com/office/drawing/2014/main" id="{E61EBF95-94A7-674C-8839-7206EFFE3E6E}"/>
                </a:ext>
              </a:extLst>
            </p:cNvPr>
            <p:cNvSpPr>
              <a:spLocks/>
            </p:cNvSpPr>
            <p:nvPr userDrawn="1"/>
          </p:nvSpPr>
          <p:spPr bwMode="gray">
            <a:xfrm>
              <a:off x="4896" y="3532"/>
              <a:ext cx="9" cy="9"/>
            </a:xfrm>
            <a:custGeom>
              <a:avLst/>
              <a:gdLst>
                <a:gd name="T0" fmla="*/ 0 w 9"/>
                <a:gd name="T1" fmla="*/ 2 h 9"/>
                <a:gd name="T2" fmla="*/ 4 w 9"/>
                <a:gd name="T3" fmla="*/ 0 h 9"/>
                <a:gd name="T4" fmla="*/ 7 w 9"/>
                <a:gd name="T5" fmla="*/ 0 h 9"/>
                <a:gd name="T6" fmla="*/ 9 w 9"/>
                <a:gd name="T7" fmla="*/ 4 h 9"/>
                <a:gd name="T8" fmla="*/ 9 w 9"/>
                <a:gd name="T9" fmla="*/ 5 h 9"/>
                <a:gd name="T10" fmla="*/ 9 w 9"/>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2"/>
                  </a:moveTo>
                  <a:lnTo>
                    <a:pt x="4" y="0"/>
                  </a:lnTo>
                  <a:lnTo>
                    <a:pt x="7" y="0"/>
                  </a:lnTo>
                  <a:lnTo>
                    <a:pt x="9" y="4"/>
                  </a:lnTo>
                  <a:lnTo>
                    <a:pt x="9" y="5"/>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71" name="Freeform 1124">
              <a:extLst>
                <a:ext uri="{FF2B5EF4-FFF2-40B4-BE49-F238E27FC236}">
                  <a16:creationId xmlns:a16="http://schemas.microsoft.com/office/drawing/2014/main" id="{68F3E79F-1D71-040C-1C6B-7C3CFB8D33DB}"/>
                </a:ext>
              </a:extLst>
            </p:cNvPr>
            <p:cNvSpPr>
              <a:spLocks/>
            </p:cNvSpPr>
            <p:nvPr userDrawn="1"/>
          </p:nvSpPr>
          <p:spPr bwMode="gray">
            <a:xfrm>
              <a:off x="4907" y="3663"/>
              <a:ext cx="21" cy="2"/>
            </a:xfrm>
            <a:custGeom>
              <a:avLst/>
              <a:gdLst>
                <a:gd name="T0" fmla="*/ 0 w 21"/>
                <a:gd name="T1" fmla="*/ 2 h 2"/>
                <a:gd name="T2" fmla="*/ 5 w 21"/>
                <a:gd name="T3" fmla="*/ 0 h 2"/>
                <a:gd name="T4" fmla="*/ 10 w 21"/>
                <a:gd name="T5" fmla="*/ 0 h 2"/>
                <a:gd name="T6" fmla="*/ 16 w 21"/>
                <a:gd name="T7" fmla="*/ 0 h 2"/>
                <a:gd name="T8" fmla="*/ 21 w 21"/>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0"/>
                  </a:lnTo>
                  <a:lnTo>
                    <a:pt x="10" y="0"/>
                  </a:lnTo>
                  <a:lnTo>
                    <a:pt x="16"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grpSp>
          <p:nvGrpSpPr>
            <p:cNvPr id="4072" name="Group 1125">
              <a:extLst>
                <a:ext uri="{FF2B5EF4-FFF2-40B4-BE49-F238E27FC236}">
                  <a16:creationId xmlns:a16="http://schemas.microsoft.com/office/drawing/2014/main" id="{ED4AE144-2F70-69DD-F7AF-5F95BA77CA1A}"/>
                </a:ext>
              </a:extLst>
            </p:cNvPr>
            <p:cNvGrpSpPr>
              <a:grpSpLocks/>
            </p:cNvGrpSpPr>
            <p:nvPr userDrawn="1"/>
          </p:nvGrpSpPr>
          <p:grpSpPr bwMode="auto">
            <a:xfrm>
              <a:off x="4083" y="2782"/>
              <a:ext cx="1546" cy="1270"/>
              <a:chOff x="2135" y="838"/>
              <a:chExt cx="1546" cy="1270"/>
            </a:xfrm>
          </p:grpSpPr>
          <p:sp>
            <p:nvSpPr>
              <p:cNvPr id="4529" name="Line 1126">
                <a:extLst>
                  <a:ext uri="{FF2B5EF4-FFF2-40B4-BE49-F238E27FC236}">
                    <a16:creationId xmlns:a16="http://schemas.microsoft.com/office/drawing/2014/main" id="{C2616AE8-F126-831B-4C96-3D0831E37C6C}"/>
                  </a:ext>
                </a:extLst>
              </p:cNvPr>
              <p:cNvSpPr>
                <a:spLocks noChangeShapeType="1"/>
              </p:cNvSpPr>
              <p:nvPr userDrawn="1"/>
            </p:nvSpPr>
            <p:spPr bwMode="gray">
              <a:xfrm flipV="1">
                <a:off x="2968" y="1604"/>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30" name="Line 1127">
                <a:extLst>
                  <a:ext uri="{FF2B5EF4-FFF2-40B4-BE49-F238E27FC236}">
                    <a16:creationId xmlns:a16="http://schemas.microsoft.com/office/drawing/2014/main" id="{65F4BF79-AB83-6FDE-1C05-EB32BB20FB64}"/>
                  </a:ext>
                </a:extLst>
              </p:cNvPr>
              <p:cNvSpPr>
                <a:spLocks noChangeShapeType="1"/>
              </p:cNvSpPr>
              <p:nvPr userDrawn="1"/>
            </p:nvSpPr>
            <p:spPr bwMode="gray">
              <a:xfrm flipV="1">
                <a:off x="2959" y="1605"/>
                <a:ext cx="2"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31" name="Freeform 1128">
                <a:extLst>
                  <a:ext uri="{FF2B5EF4-FFF2-40B4-BE49-F238E27FC236}">
                    <a16:creationId xmlns:a16="http://schemas.microsoft.com/office/drawing/2014/main" id="{7A61C329-CDBE-77D7-AA1C-0CBB4D7B3D8B}"/>
                  </a:ext>
                </a:extLst>
              </p:cNvPr>
              <p:cNvSpPr>
                <a:spLocks/>
              </p:cNvSpPr>
              <p:nvPr userDrawn="1"/>
            </p:nvSpPr>
            <p:spPr bwMode="gray">
              <a:xfrm>
                <a:off x="2961" y="1604"/>
                <a:ext cx="19" cy="2"/>
              </a:xfrm>
              <a:custGeom>
                <a:avLst/>
                <a:gdLst>
                  <a:gd name="T0" fmla="*/ 0 w 19"/>
                  <a:gd name="T1" fmla="*/ 2 h 2"/>
                  <a:gd name="T2" fmla="*/ 5 w 19"/>
                  <a:gd name="T3" fmla="*/ 0 h 2"/>
                  <a:gd name="T4" fmla="*/ 8 w 19"/>
                  <a:gd name="T5" fmla="*/ 0 h 2"/>
                  <a:gd name="T6" fmla="*/ 14 w 19"/>
                  <a:gd name="T7" fmla="*/ 0 h 2"/>
                  <a:gd name="T8" fmla="*/ 19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32" name="Line 1129">
                <a:extLst>
                  <a:ext uri="{FF2B5EF4-FFF2-40B4-BE49-F238E27FC236}">
                    <a16:creationId xmlns:a16="http://schemas.microsoft.com/office/drawing/2014/main" id="{8F494D07-3881-FB76-2F13-6E6233EE5BEA}"/>
                  </a:ext>
                </a:extLst>
              </p:cNvPr>
              <p:cNvSpPr>
                <a:spLocks noChangeShapeType="1"/>
              </p:cNvSpPr>
              <p:nvPr userDrawn="1"/>
            </p:nvSpPr>
            <p:spPr bwMode="gray">
              <a:xfrm flipH="1">
                <a:off x="2978" y="1605"/>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33" name="Freeform 1130">
                <a:extLst>
                  <a:ext uri="{FF2B5EF4-FFF2-40B4-BE49-F238E27FC236}">
                    <a16:creationId xmlns:a16="http://schemas.microsoft.com/office/drawing/2014/main" id="{D25DC3D6-254F-2A27-A7B4-48B473AEE428}"/>
                  </a:ext>
                </a:extLst>
              </p:cNvPr>
              <p:cNvSpPr>
                <a:spLocks/>
              </p:cNvSpPr>
              <p:nvPr userDrawn="1"/>
            </p:nvSpPr>
            <p:spPr bwMode="gray">
              <a:xfrm>
                <a:off x="2959" y="1831"/>
                <a:ext cx="19" cy="4"/>
              </a:xfrm>
              <a:custGeom>
                <a:avLst/>
                <a:gdLst>
                  <a:gd name="T0" fmla="*/ 0 w 19"/>
                  <a:gd name="T1" fmla="*/ 4 h 4"/>
                  <a:gd name="T2" fmla="*/ 5 w 19"/>
                  <a:gd name="T3" fmla="*/ 0 h 4"/>
                  <a:gd name="T4" fmla="*/ 9 w 19"/>
                  <a:gd name="T5" fmla="*/ 0 h 4"/>
                  <a:gd name="T6" fmla="*/ 14 w 19"/>
                  <a:gd name="T7" fmla="*/ 0 h 4"/>
                  <a:gd name="T8" fmla="*/ 19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4"/>
                    </a:moveTo>
                    <a:lnTo>
                      <a:pt x="5" y="0"/>
                    </a:lnTo>
                    <a:lnTo>
                      <a:pt x="9"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34" name="Freeform 1131">
                <a:extLst>
                  <a:ext uri="{FF2B5EF4-FFF2-40B4-BE49-F238E27FC236}">
                    <a16:creationId xmlns:a16="http://schemas.microsoft.com/office/drawing/2014/main" id="{755F9929-749D-5D17-2B75-72B10BCA8407}"/>
                  </a:ext>
                </a:extLst>
              </p:cNvPr>
              <p:cNvSpPr>
                <a:spLocks/>
              </p:cNvSpPr>
              <p:nvPr userDrawn="1"/>
            </p:nvSpPr>
            <p:spPr bwMode="gray">
              <a:xfrm>
                <a:off x="2319" y="1366"/>
                <a:ext cx="4" cy="9"/>
              </a:xfrm>
              <a:custGeom>
                <a:avLst/>
                <a:gdLst>
                  <a:gd name="T0" fmla="*/ 368 w 3"/>
                  <a:gd name="T1" fmla="*/ 9 h 9"/>
                  <a:gd name="T2" fmla="*/ 0 w 3"/>
                  <a:gd name="T3" fmla="*/ 7 h 9"/>
                  <a:gd name="T4" fmla="*/ 0 w 3"/>
                  <a:gd name="T5" fmla="*/ 4 h 9"/>
                  <a:gd name="T6" fmla="*/ 0 w 3"/>
                  <a:gd name="T7" fmla="*/ 2 h 9"/>
                  <a:gd name="T8" fmla="*/ 276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35" name="Freeform 1132">
                <a:extLst>
                  <a:ext uri="{FF2B5EF4-FFF2-40B4-BE49-F238E27FC236}">
                    <a16:creationId xmlns:a16="http://schemas.microsoft.com/office/drawing/2014/main" id="{3A1BB666-A406-A92E-D115-1E6030E20025}"/>
                  </a:ext>
                </a:extLst>
              </p:cNvPr>
              <p:cNvSpPr>
                <a:spLocks/>
              </p:cNvSpPr>
              <p:nvPr userDrawn="1"/>
            </p:nvSpPr>
            <p:spPr bwMode="gray">
              <a:xfrm>
                <a:off x="2958" y="1709"/>
                <a:ext cx="19" cy="4"/>
              </a:xfrm>
              <a:custGeom>
                <a:avLst/>
                <a:gdLst>
                  <a:gd name="T0" fmla="*/ 0 w 19"/>
                  <a:gd name="T1" fmla="*/ 0 h 2"/>
                  <a:gd name="T2" fmla="*/ 5 w 19"/>
                  <a:gd name="T3" fmla="*/ 262144 h 2"/>
                  <a:gd name="T4" fmla="*/ 11 w 19"/>
                  <a:gd name="T5" fmla="*/ 262144 h 2"/>
                  <a:gd name="T6" fmla="*/ 16 w 19"/>
                  <a:gd name="T7" fmla="*/ 262144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0"/>
                    </a:moveTo>
                    <a:lnTo>
                      <a:pt x="5" y="2"/>
                    </a:lnTo>
                    <a:lnTo>
                      <a:pt x="11" y="2"/>
                    </a:lnTo>
                    <a:lnTo>
                      <a:pt x="16"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36" name="Line 1133">
                <a:extLst>
                  <a:ext uri="{FF2B5EF4-FFF2-40B4-BE49-F238E27FC236}">
                    <a16:creationId xmlns:a16="http://schemas.microsoft.com/office/drawing/2014/main" id="{874917F0-548E-ED77-2AC1-3E18FE61351E}"/>
                  </a:ext>
                </a:extLst>
              </p:cNvPr>
              <p:cNvSpPr>
                <a:spLocks noChangeShapeType="1"/>
              </p:cNvSpPr>
              <p:nvPr userDrawn="1"/>
            </p:nvSpPr>
            <p:spPr bwMode="gray">
              <a:xfrm flipH="1">
                <a:off x="2967"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37" name="Line 1134">
                <a:extLst>
                  <a:ext uri="{FF2B5EF4-FFF2-40B4-BE49-F238E27FC236}">
                    <a16:creationId xmlns:a16="http://schemas.microsoft.com/office/drawing/2014/main" id="{96AE50F8-9A76-DC76-225B-C723CB3E5ACE}"/>
                  </a:ext>
                </a:extLst>
              </p:cNvPr>
              <p:cNvSpPr>
                <a:spLocks noChangeShapeType="1"/>
              </p:cNvSpPr>
              <p:nvPr userDrawn="1"/>
            </p:nvSpPr>
            <p:spPr bwMode="gray">
              <a:xfrm flipH="1">
                <a:off x="2955" y="1596"/>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38" name="Freeform 1135">
                <a:extLst>
                  <a:ext uri="{FF2B5EF4-FFF2-40B4-BE49-F238E27FC236}">
                    <a16:creationId xmlns:a16="http://schemas.microsoft.com/office/drawing/2014/main" id="{7782938D-E3FD-0B03-F801-1626FCD48253}"/>
                  </a:ext>
                </a:extLst>
              </p:cNvPr>
              <p:cNvSpPr>
                <a:spLocks/>
              </p:cNvSpPr>
              <p:nvPr userDrawn="1"/>
            </p:nvSpPr>
            <p:spPr bwMode="gray">
              <a:xfrm>
                <a:off x="2955" y="1826"/>
                <a:ext cx="22" cy="4"/>
              </a:xfrm>
              <a:custGeom>
                <a:avLst/>
                <a:gdLst>
                  <a:gd name="T0" fmla="*/ 0 w 21"/>
                  <a:gd name="T1" fmla="*/ 0 h 4"/>
                  <a:gd name="T2" fmla="*/ 6 w 21"/>
                  <a:gd name="T3" fmla="*/ 2 h 4"/>
                  <a:gd name="T4" fmla="*/ 28 w 21"/>
                  <a:gd name="T5" fmla="*/ 4 h 4"/>
                  <a:gd name="T6" fmla="*/ 34 w 21"/>
                  <a:gd name="T7" fmla="*/ 2 h 4"/>
                  <a:gd name="T8" fmla="*/ 44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0"/>
                    </a:moveTo>
                    <a:lnTo>
                      <a:pt x="6" y="2"/>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39" name="Line 1136">
                <a:extLst>
                  <a:ext uri="{FF2B5EF4-FFF2-40B4-BE49-F238E27FC236}">
                    <a16:creationId xmlns:a16="http://schemas.microsoft.com/office/drawing/2014/main" id="{E10097A6-22D9-9D77-2E66-6D494B7C93BD}"/>
                  </a:ext>
                </a:extLst>
              </p:cNvPr>
              <p:cNvSpPr>
                <a:spLocks noChangeShapeType="1"/>
              </p:cNvSpPr>
              <p:nvPr userDrawn="1"/>
            </p:nvSpPr>
            <p:spPr bwMode="gray">
              <a:xfrm flipV="1">
                <a:off x="2976" y="1596"/>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40" name="Freeform 1137">
                <a:extLst>
                  <a:ext uri="{FF2B5EF4-FFF2-40B4-BE49-F238E27FC236}">
                    <a16:creationId xmlns:a16="http://schemas.microsoft.com/office/drawing/2014/main" id="{22F42BF9-635D-5432-0B90-40B3CE339044}"/>
                  </a:ext>
                </a:extLst>
              </p:cNvPr>
              <p:cNvSpPr>
                <a:spLocks/>
              </p:cNvSpPr>
              <p:nvPr userDrawn="1"/>
            </p:nvSpPr>
            <p:spPr bwMode="gray">
              <a:xfrm>
                <a:off x="2958" y="1596"/>
                <a:ext cx="21" cy="2"/>
              </a:xfrm>
              <a:custGeom>
                <a:avLst/>
                <a:gdLst>
                  <a:gd name="T0" fmla="*/ 0 w 21"/>
                  <a:gd name="T1" fmla="*/ 0 h 2"/>
                  <a:gd name="T2" fmla="*/ 5 w 21"/>
                  <a:gd name="T3" fmla="*/ 2 h 2"/>
                  <a:gd name="T4" fmla="*/ 11 w 21"/>
                  <a:gd name="T5" fmla="*/ 2 h 2"/>
                  <a:gd name="T6" fmla="*/ 16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0"/>
                    </a:moveTo>
                    <a:lnTo>
                      <a:pt x="5" y="2"/>
                    </a:lnTo>
                    <a:lnTo>
                      <a:pt x="11" y="2"/>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41" name="Freeform 1138">
                <a:extLst>
                  <a:ext uri="{FF2B5EF4-FFF2-40B4-BE49-F238E27FC236}">
                    <a16:creationId xmlns:a16="http://schemas.microsoft.com/office/drawing/2014/main" id="{A502DDF9-AA3E-8DF8-965F-FCCB584FF73A}"/>
                  </a:ext>
                </a:extLst>
              </p:cNvPr>
              <p:cNvSpPr>
                <a:spLocks/>
              </p:cNvSpPr>
              <p:nvPr userDrawn="1"/>
            </p:nvSpPr>
            <p:spPr bwMode="gray">
              <a:xfrm>
                <a:off x="2301" y="1366"/>
                <a:ext cx="4" cy="9"/>
              </a:xfrm>
              <a:custGeom>
                <a:avLst/>
                <a:gdLst>
                  <a:gd name="T0" fmla="*/ 2 w 4"/>
                  <a:gd name="T1" fmla="*/ 9 h 9"/>
                  <a:gd name="T2" fmla="*/ 4 w 4"/>
                  <a:gd name="T3" fmla="*/ 7 h 9"/>
                  <a:gd name="T4" fmla="*/ 4 w 4"/>
                  <a:gd name="T5" fmla="*/ 5 h 9"/>
                  <a:gd name="T6" fmla="*/ 4 w 4"/>
                  <a:gd name="T7" fmla="*/ 2 h 9"/>
                  <a:gd name="T8" fmla="*/ 0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9"/>
                    </a:moveTo>
                    <a:lnTo>
                      <a:pt x="4" y="7"/>
                    </a:lnTo>
                    <a:lnTo>
                      <a:pt x="4" y="5"/>
                    </a:lnTo>
                    <a:lnTo>
                      <a:pt x="4"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42" name="Freeform 1139">
                <a:extLst>
                  <a:ext uri="{FF2B5EF4-FFF2-40B4-BE49-F238E27FC236}">
                    <a16:creationId xmlns:a16="http://schemas.microsoft.com/office/drawing/2014/main" id="{F1967CD1-9504-620E-843B-6D473F4CA928}"/>
                  </a:ext>
                </a:extLst>
              </p:cNvPr>
              <p:cNvSpPr>
                <a:spLocks/>
              </p:cNvSpPr>
              <p:nvPr userDrawn="1"/>
            </p:nvSpPr>
            <p:spPr bwMode="gray">
              <a:xfrm>
                <a:off x="2139" y="1574"/>
                <a:ext cx="4" cy="9"/>
              </a:xfrm>
              <a:custGeom>
                <a:avLst/>
                <a:gdLst>
                  <a:gd name="T0" fmla="*/ 1 w 3"/>
                  <a:gd name="T1" fmla="*/ 0 h 9"/>
                  <a:gd name="T2" fmla="*/ 0 w 3"/>
                  <a:gd name="T3" fmla="*/ 2 h 9"/>
                  <a:gd name="T4" fmla="*/ 0 w 3"/>
                  <a:gd name="T5" fmla="*/ 4 h 9"/>
                  <a:gd name="T6" fmla="*/ 0 w 3"/>
                  <a:gd name="T7" fmla="*/ 7 h 9"/>
                  <a:gd name="T8" fmla="*/ 368 w 3"/>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1" y="0"/>
                    </a:moveTo>
                    <a:lnTo>
                      <a:pt x="0" y="2"/>
                    </a:lnTo>
                    <a:lnTo>
                      <a:pt x="0" y="4"/>
                    </a:lnTo>
                    <a:lnTo>
                      <a:pt x="0"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43" name="Line 1140">
                <a:extLst>
                  <a:ext uri="{FF2B5EF4-FFF2-40B4-BE49-F238E27FC236}">
                    <a16:creationId xmlns:a16="http://schemas.microsoft.com/office/drawing/2014/main" id="{67DE9CE5-6C23-1F3A-EE55-027B30EC6758}"/>
                  </a:ext>
                </a:extLst>
              </p:cNvPr>
              <p:cNvSpPr>
                <a:spLocks noChangeShapeType="1"/>
              </p:cNvSpPr>
              <p:nvPr userDrawn="1"/>
            </p:nvSpPr>
            <p:spPr bwMode="gray">
              <a:xfrm flipH="1" flipV="1">
                <a:off x="2135" y="1466"/>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44" name="Line 1141">
                <a:extLst>
                  <a:ext uri="{FF2B5EF4-FFF2-40B4-BE49-F238E27FC236}">
                    <a16:creationId xmlns:a16="http://schemas.microsoft.com/office/drawing/2014/main" id="{4A7E87F1-8A18-F8EF-6CC9-DA31EFFCE8D5}"/>
                  </a:ext>
                </a:extLst>
              </p:cNvPr>
              <p:cNvSpPr>
                <a:spLocks noChangeShapeType="1"/>
              </p:cNvSpPr>
              <p:nvPr userDrawn="1"/>
            </p:nvSpPr>
            <p:spPr bwMode="gray">
              <a:xfrm flipH="1" flipV="1">
                <a:off x="2139" y="1460"/>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45" name="Freeform 1142">
                <a:extLst>
                  <a:ext uri="{FF2B5EF4-FFF2-40B4-BE49-F238E27FC236}">
                    <a16:creationId xmlns:a16="http://schemas.microsoft.com/office/drawing/2014/main" id="{7C5EA9D6-BCE0-9E9F-37C0-7015F916CDC6}"/>
                  </a:ext>
                </a:extLst>
              </p:cNvPr>
              <p:cNvSpPr>
                <a:spLocks/>
              </p:cNvSpPr>
              <p:nvPr userDrawn="1"/>
            </p:nvSpPr>
            <p:spPr bwMode="gray">
              <a:xfrm>
                <a:off x="2135" y="1460"/>
                <a:ext cx="4" cy="9"/>
              </a:xfrm>
              <a:custGeom>
                <a:avLst/>
                <a:gdLst>
                  <a:gd name="T0" fmla="*/ 4 w 4"/>
                  <a:gd name="T1" fmla="*/ 0 h 9"/>
                  <a:gd name="T2" fmla="*/ 0 w 4"/>
                  <a:gd name="T3" fmla="*/ 2 h 9"/>
                  <a:gd name="T4" fmla="*/ 0 w 4"/>
                  <a:gd name="T5" fmla="*/ 6 h 9"/>
                  <a:gd name="T6" fmla="*/ 2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0"/>
                    </a:moveTo>
                    <a:lnTo>
                      <a:pt x="0" y="2"/>
                    </a:lnTo>
                    <a:lnTo>
                      <a:pt x="0" y="6"/>
                    </a:lnTo>
                    <a:lnTo>
                      <a:pt x="2"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46" name="Line 1143">
                <a:extLst>
                  <a:ext uri="{FF2B5EF4-FFF2-40B4-BE49-F238E27FC236}">
                    <a16:creationId xmlns:a16="http://schemas.microsoft.com/office/drawing/2014/main" id="{F82A6EF4-33CF-0F7B-D339-AB35CEFAA51B}"/>
                  </a:ext>
                </a:extLst>
              </p:cNvPr>
              <p:cNvSpPr>
                <a:spLocks noChangeShapeType="1"/>
              </p:cNvSpPr>
              <p:nvPr userDrawn="1"/>
            </p:nvSpPr>
            <p:spPr bwMode="gray">
              <a:xfrm>
                <a:off x="2139" y="1469"/>
                <a:ext cx="7" cy="2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47" name="Freeform 1144">
                <a:extLst>
                  <a:ext uri="{FF2B5EF4-FFF2-40B4-BE49-F238E27FC236}">
                    <a16:creationId xmlns:a16="http://schemas.microsoft.com/office/drawing/2014/main" id="{4BB9FFC0-D018-9DE4-3032-FD92887EA2D5}"/>
                  </a:ext>
                </a:extLst>
              </p:cNvPr>
              <p:cNvSpPr>
                <a:spLocks/>
              </p:cNvSpPr>
              <p:nvPr userDrawn="1"/>
            </p:nvSpPr>
            <p:spPr bwMode="gray">
              <a:xfrm>
                <a:off x="2141" y="1683"/>
                <a:ext cx="4" cy="13"/>
              </a:xfrm>
              <a:custGeom>
                <a:avLst/>
                <a:gdLst>
                  <a:gd name="T0" fmla="*/ 1 w 6"/>
                  <a:gd name="T1" fmla="*/ 4614 h 9"/>
                  <a:gd name="T2" fmla="*/ 1 w 6"/>
                  <a:gd name="T3" fmla="*/ 3457 h 9"/>
                  <a:gd name="T4" fmla="*/ 0 w 6"/>
                  <a:gd name="T5" fmla="*/ 2393 h 9"/>
                  <a:gd name="T6" fmla="*/ 1 w 6"/>
                  <a:gd name="T7" fmla="*/ 1060 h 9"/>
                  <a:gd name="T8" fmla="*/ 1 w 6"/>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9">
                    <a:moveTo>
                      <a:pt x="6" y="9"/>
                    </a:moveTo>
                    <a:lnTo>
                      <a:pt x="2" y="7"/>
                    </a:lnTo>
                    <a:lnTo>
                      <a:pt x="0" y="5"/>
                    </a:lnTo>
                    <a:lnTo>
                      <a:pt x="2"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48" name="Freeform 1145">
                <a:extLst>
                  <a:ext uri="{FF2B5EF4-FFF2-40B4-BE49-F238E27FC236}">
                    <a16:creationId xmlns:a16="http://schemas.microsoft.com/office/drawing/2014/main" id="{075D1016-2C12-7779-76EE-E67C95C099F0}"/>
                  </a:ext>
                </a:extLst>
              </p:cNvPr>
              <p:cNvSpPr>
                <a:spLocks/>
              </p:cNvSpPr>
              <p:nvPr userDrawn="1"/>
            </p:nvSpPr>
            <p:spPr bwMode="gray">
              <a:xfrm>
                <a:off x="2779" y="1814"/>
                <a:ext cx="19" cy="4"/>
              </a:xfrm>
              <a:custGeom>
                <a:avLst/>
                <a:gdLst>
                  <a:gd name="T0" fmla="*/ 0 w 19"/>
                  <a:gd name="T1" fmla="*/ 1 h 3"/>
                  <a:gd name="T2" fmla="*/ 5 w 19"/>
                  <a:gd name="T3" fmla="*/ 368 h 3"/>
                  <a:gd name="T4" fmla="*/ 10 w 19"/>
                  <a:gd name="T5" fmla="*/ 368 h 3"/>
                  <a:gd name="T6" fmla="*/ 16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1"/>
                    </a:moveTo>
                    <a:lnTo>
                      <a:pt x="5" y="3"/>
                    </a:lnTo>
                    <a:lnTo>
                      <a:pt x="10" y="3"/>
                    </a:lnTo>
                    <a:lnTo>
                      <a:pt x="16"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49" name="Line 1146">
                <a:extLst>
                  <a:ext uri="{FF2B5EF4-FFF2-40B4-BE49-F238E27FC236}">
                    <a16:creationId xmlns:a16="http://schemas.microsoft.com/office/drawing/2014/main" id="{F5E7AE0E-C75F-B8FB-CE2B-E4D6986D6C65}"/>
                  </a:ext>
                </a:extLst>
              </p:cNvPr>
              <p:cNvSpPr>
                <a:spLocks noChangeShapeType="1"/>
              </p:cNvSpPr>
              <p:nvPr userDrawn="1"/>
            </p:nvSpPr>
            <p:spPr bwMode="gray">
              <a:xfrm flipV="1">
                <a:off x="2789" y="1700"/>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50" name="Line 1147">
                <a:extLst>
                  <a:ext uri="{FF2B5EF4-FFF2-40B4-BE49-F238E27FC236}">
                    <a16:creationId xmlns:a16="http://schemas.microsoft.com/office/drawing/2014/main" id="{3EACA9C2-323D-0969-4595-0C0EC1CD6263}"/>
                  </a:ext>
                </a:extLst>
              </p:cNvPr>
              <p:cNvSpPr>
                <a:spLocks noChangeShapeType="1"/>
              </p:cNvSpPr>
              <p:nvPr userDrawn="1"/>
            </p:nvSpPr>
            <p:spPr bwMode="gray">
              <a:xfrm flipV="1">
                <a:off x="2779" y="1700"/>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51" name="Freeform 1148">
                <a:extLst>
                  <a:ext uri="{FF2B5EF4-FFF2-40B4-BE49-F238E27FC236}">
                    <a16:creationId xmlns:a16="http://schemas.microsoft.com/office/drawing/2014/main" id="{CF47095F-A40E-96B9-E259-7DFB3E886C59}"/>
                  </a:ext>
                </a:extLst>
              </p:cNvPr>
              <p:cNvSpPr>
                <a:spLocks/>
              </p:cNvSpPr>
              <p:nvPr userDrawn="1"/>
            </p:nvSpPr>
            <p:spPr bwMode="gray">
              <a:xfrm>
                <a:off x="2779" y="1698"/>
                <a:ext cx="19" cy="4"/>
              </a:xfrm>
              <a:custGeom>
                <a:avLst/>
                <a:gdLst>
                  <a:gd name="T0" fmla="*/ 0 w 19"/>
                  <a:gd name="T1" fmla="*/ 2 h 4"/>
                  <a:gd name="T2" fmla="*/ 5 w 19"/>
                  <a:gd name="T3" fmla="*/ 4 h 4"/>
                  <a:gd name="T4" fmla="*/ 10 w 19"/>
                  <a:gd name="T5" fmla="*/ 4 h 4"/>
                  <a:gd name="T6" fmla="*/ 14 w 19"/>
                  <a:gd name="T7" fmla="*/ 4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4"/>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52" name="Line 1149">
                <a:extLst>
                  <a:ext uri="{FF2B5EF4-FFF2-40B4-BE49-F238E27FC236}">
                    <a16:creationId xmlns:a16="http://schemas.microsoft.com/office/drawing/2014/main" id="{B9A9429B-DB06-7C27-F9FF-B1E71D914712}"/>
                  </a:ext>
                </a:extLst>
              </p:cNvPr>
              <p:cNvSpPr>
                <a:spLocks noChangeShapeType="1"/>
              </p:cNvSpPr>
              <p:nvPr userDrawn="1"/>
            </p:nvSpPr>
            <p:spPr bwMode="gray">
              <a:xfrm>
                <a:off x="2798" y="1698"/>
                <a:ext cx="1"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53" name="Freeform 1150">
                <a:extLst>
                  <a:ext uri="{FF2B5EF4-FFF2-40B4-BE49-F238E27FC236}">
                    <a16:creationId xmlns:a16="http://schemas.microsoft.com/office/drawing/2014/main" id="{5AFA7F31-CF4F-A72F-8C10-8FB15543D6D0}"/>
                  </a:ext>
                </a:extLst>
              </p:cNvPr>
              <p:cNvSpPr>
                <a:spLocks/>
              </p:cNvSpPr>
              <p:nvPr userDrawn="1"/>
            </p:nvSpPr>
            <p:spPr bwMode="gray">
              <a:xfrm>
                <a:off x="2779" y="1931"/>
                <a:ext cx="19" cy="3"/>
              </a:xfrm>
              <a:custGeom>
                <a:avLst/>
                <a:gdLst>
                  <a:gd name="T0" fmla="*/ 19 w 19"/>
                  <a:gd name="T1" fmla="*/ 0 h 3"/>
                  <a:gd name="T2" fmla="*/ 16 w 19"/>
                  <a:gd name="T3" fmla="*/ 3 h 3"/>
                  <a:gd name="T4" fmla="*/ 10 w 19"/>
                  <a:gd name="T5" fmla="*/ 3 h 3"/>
                  <a:gd name="T6" fmla="*/ 5 w 19"/>
                  <a:gd name="T7" fmla="*/ 3 h 3"/>
                  <a:gd name="T8" fmla="*/ 0 w 19"/>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6" y="3"/>
                    </a:lnTo>
                    <a:lnTo>
                      <a:pt x="10"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54" name="Freeform 1151">
                <a:extLst>
                  <a:ext uri="{FF2B5EF4-FFF2-40B4-BE49-F238E27FC236}">
                    <a16:creationId xmlns:a16="http://schemas.microsoft.com/office/drawing/2014/main" id="{9FD3336F-CDDA-7163-4E48-073482663268}"/>
                  </a:ext>
                </a:extLst>
              </p:cNvPr>
              <p:cNvSpPr>
                <a:spLocks/>
              </p:cNvSpPr>
              <p:nvPr userDrawn="1"/>
            </p:nvSpPr>
            <p:spPr bwMode="gray">
              <a:xfrm>
                <a:off x="2356" y="1901"/>
                <a:ext cx="5" cy="9"/>
              </a:xfrm>
              <a:custGeom>
                <a:avLst/>
                <a:gdLst>
                  <a:gd name="T0" fmla="*/ 3 w 5"/>
                  <a:gd name="T1" fmla="*/ 0 h 9"/>
                  <a:gd name="T2" fmla="*/ 1 w 5"/>
                  <a:gd name="T3" fmla="*/ 2 h 9"/>
                  <a:gd name="T4" fmla="*/ 0 w 5"/>
                  <a:gd name="T5" fmla="*/ 5 h 9"/>
                  <a:gd name="T6" fmla="*/ 1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1" y="2"/>
                    </a:lnTo>
                    <a:lnTo>
                      <a:pt x="0" y="5"/>
                    </a:lnTo>
                    <a:lnTo>
                      <a:pt x="1"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55" name="Line 1152">
                <a:extLst>
                  <a:ext uri="{FF2B5EF4-FFF2-40B4-BE49-F238E27FC236}">
                    <a16:creationId xmlns:a16="http://schemas.microsoft.com/office/drawing/2014/main" id="{ECE96E30-BE6C-614B-E2C2-D0BA77F83069}"/>
                  </a:ext>
                </a:extLst>
              </p:cNvPr>
              <p:cNvSpPr>
                <a:spLocks noChangeShapeType="1"/>
              </p:cNvSpPr>
              <p:nvPr userDrawn="1"/>
            </p:nvSpPr>
            <p:spPr bwMode="gray">
              <a:xfrm>
                <a:off x="2354" y="1787"/>
                <a:ext cx="4"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56" name="Line 1153">
                <a:extLst>
                  <a:ext uri="{FF2B5EF4-FFF2-40B4-BE49-F238E27FC236}">
                    <a16:creationId xmlns:a16="http://schemas.microsoft.com/office/drawing/2014/main" id="{4DB93B8F-C29F-1F8B-0653-F71B8C578BF5}"/>
                  </a:ext>
                </a:extLst>
              </p:cNvPr>
              <p:cNvSpPr>
                <a:spLocks noChangeShapeType="1"/>
              </p:cNvSpPr>
              <p:nvPr userDrawn="1"/>
            </p:nvSpPr>
            <p:spPr bwMode="gray">
              <a:xfrm>
                <a:off x="2359" y="179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57" name="Freeform 1154">
                <a:extLst>
                  <a:ext uri="{FF2B5EF4-FFF2-40B4-BE49-F238E27FC236}">
                    <a16:creationId xmlns:a16="http://schemas.microsoft.com/office/drawing/2014/main" id="{1155D0CA-A0DD-2989-29E5-5EEF01D3A4D3}"/>
                  </a:ext>
                </a:extLst>
              </p:cNvPr>
              <p:cNvSpPr>
                <a:spLocks/>
              </p:cNvSpPr>
              <p:nvPr userDrawn="1"/>
            </p:nvSpPr>
            <p:spPr bwMode="gray">
              <a:xfrm>
                <a:off x="2359" y="2013"/>
                <a:ext cx="4" cy="11"/>
              </a:xfrm>
              <a:custGeom>
                <a:avLst/>
                <a:gdLst>
                  <a:gd name="T0" fmla="*/ 1 w 6"/>
                  <a:gd name="T1" fmla="*/ 0 h 11"/>
                  <a:gd name="T2" fmla="*/ 1 w 6"/>
                  <a:gd name="T3" fmla="*/ 4 h 11"/>
                  <a:gd name="T4" fmla="*/ 0 w 6"/>
                  <a:gd name="T5" fmla="*/ 5 h 11"/>
                  <a:gd name="T6" fmla="*/ 1 w 6"/>
                  <a:gd name="T7" fmla="*/ 9 h 11"/>
                  <a:gd name="T8" fmla="*/ 1 w 6"/>
                  <a:gd name="T9" fmla="*/ 11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1">
                    <a:moveTo>
                      <a:pt x="4" y="0"/>
                    </a:moveTo>
                    <a:lnTo>
                      <a:pt x="2" y="4"/>
                    </a:lnTo>
                    <a:lnTo>
                      <a:pt x="0" y="5"/>
                    </a:lnTo>
                    <a:lnTo>
                      <a:pt x="2" y="9"/>
                    </a:lnTo>
                    <a:lnTo>
                      <a:pt x="6"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58" name="Line 1155">
                <a:extLst>
                  <a:ext uri="{FF2B5EF4-FFF2-40B4-BE49-F238E27FC236}">
                    <a16:creationId xmlns:a16="http://schemas.microsoft.com/office/drawing/2014/main" id="{A1A7F391-449E-D4E6-22FF-F8465C531201}"/>
                  </a:ext>
                </a:extLst>
              </p:cNvPr>
              <p:cNvSpPr>
                <a:spLocks noChangeShapeType="1"/>
              </p:cNvSpPr>
              <p:nvPr userDrawn="1"/>
            </p:nvSpPr>
            <p:spPr bwMode="gray">
              <a:xfrm flipH="1" flipV="1">
                <a:off x="2359" y="178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59" name="Freeform 1156">
                <a:extLst>
                  <a:ext uri="{FF2B5EF4-FFF2-40B4-BE49-F238E27FC236}">
                    <a16:creationId xmlns:a16="http://schemas.microsoft.com/office/drawing/2014/main" id="{73D674CE-FE9D-7A26-F161-51436F8A8D4C}"/>
                  </a:ext>
                </a:extLst>
              </p:cNvPr>
              <p:cNvSpPr>
                <a:spLocks/>
              </p:cNvSpPr>
              <p:nvPr userDrawn="1"/>
            </p:nvSpPr>
            <p:spPr bwMode="gray">
              <a:xfrm>
                <a:off x="2354" y="1787"/>
                <a:ext cx="5" cy="4"/>
              </a:xfrm>
              <a:custGeom>
                <a:avLst/>
                <a:gdLst>
                  <a:gd name="T0" fmla="*/ 3 w 5"/>
                  <a:gd name="T1" fmla="*/ 368 h 3"/>
                  <a:gd name="T2" fmla="*/ 2 w 5"/>
                  <a:gd name="T3" fmla="*/ 368 h 3"/>
                  <a:gd name="T4" fmla="*/ 0 w 5"/>
                  <a:gd name="T5" fmla="*/ 1 h 3"/>
                  <a:gd name="T6" fmla="*/ 0 w 5"/>
                  <a:gd name="T7" fmla="*/ 1 h 3"/>
                  <a:gd name="T8" fmla="*/ 0 w 5"/>
                  <a:gd name="T9" fmla="*/ 1 h 3"/>
                  <a:gd name="T10" fmla="*/ 2 w 5"/>
                  <a:gd name="T11" fmla="*/ 0 h 3"/>
                  <a:gd name="T12" fmla="*/ 5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3" y="3"/>
                    </a:moveTo>
                    <a:lnTo>
                      <a:pt x="2" y="3"/>
                    </a:lnTo>
                    <a:lnTo>
                      <a:pt x="0" y="1"/>
                    </a:lnTo>
                    <a:lnTo>
                      <a:pt x="2"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60" name="Freeform 1157">
                <a:extLst>
                  <a:ext uri="{FF2B5EF4-FFF2-40B4-BE49-F238E27FC236}">
                    <a16:creationId xmlns:a16="http://schemas.microsoft.com/office/drawing/2014/main" id="{288BF09C-E8D0-47BB-39C7-02B570A2970F}"/>
                  </a:ext>
                </a:extLst>
              </p:cNvPr>
              <p:cNvSpPr>
                <a:spLocks/>
              </p:cNvSpPr>
              <p:nvPr userDrawn="1"/>
            </p:nvSpPr>
            <p:spPr bwMode="gray">
              <a:xfrm>
                <a:off x="2361" y="2013"/>
                <a:ext cx="10" cy="18"/>
              </a:xfrm>
              <a:custGeom>
                <a:avLst/>
                <a:gdLst>
                  <a:gd name="T0" fmla="*/ 10 w 10"/>
                  <a:gd name="T1" fmla="*/ 18 h 18"/>
                  <a:gd name="T2" fmla="*/ 7 w 10"/>
                  <a:gd name="T3" fmla="*/ 14 h 18"/>
                  <a:gd name="T4" fmla="*/ 3 w 10"/>
                  <a:gd name="T5" fmla="*/ 11 h 18"/>
                  <a:gd name="T6" fmla="*/ 2 w 10"/>
                  <a:gd name="T7" fmla="*/ 5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7" y="14"/>
                    </a:lnTo>
                    <a:lnTo>
                      <a:pt x="3" y="11"/>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61" name="Freeform 1158">
                <a:extLst>
                  <a:ext uri="{FF2B5EF4-FFF2-40B4-BE49-F238E27FC236}">
                    <a16:creationId xmlns:a16="http://schemas.microsoft.com/office/drawing/2014/main" id="{1E39F952-FCF6-7F11-0284-D1367FED15B1}"/>
                  </a:ext>
                </a:extLst>
              </p:cNvPr>
              <p:cNvSpPr>
                <a:spLocks/>
              </p:cNvSpPr>
              <p:nvPr userDrawn="1"/>
            </p:nvSpPr>
            <p:spPr bwMode="gray">
              <a:xfrm>
                <a:off x="2515" y="1193"/>
                <a:ext cx="19" cy="2"/>
              </a:xfrm>
              <a:custGeom>
                <a:avLst/>
                <a:gdLst>
                  <a:gd name="T0" fmla="*/ 0 w 19"/>
                  <a:gd name="T1" fmla="*/ 2 h 2"/>
                  <a:gd name="T2" fmla="*/ 7 w 19"/>
                  <a:gd name="T3" fmla="*/ 0 h 2"/>
                  <a:gd name="T4" fmla="*/ 14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0"/>
                    </a:lnTo>
                    <a:lnTo>
                      <a:pt x="14"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62" name="Freeform 1159">
                <a:extLst>
                  <a:ext uri="{FF2B5EF4-FFF2-40B4-BE49-F238E27FC236}">
                    <a16:creationId xmlns:a16="http://schemas.microsoft.com/office/drawing/2014/main" id="{6859CB6E-09AC-D6F1-BFF5-F03A37AC4700}"/>
                  </a:ext>
                </a:extLst>
              </p:cNvPr>
              <p:cNvSpPr>
                <a:spLocks/>
              </p:cNvSpPr>
              <p:nvPr userDrawn="1"/>
            </p:nvSpPr>
            <p:spPr bwMode="gray">
              <a:xfrm>
                <a:off x="2431" y="1226"/>
                <a:ext cx="10" cy="11"/>
              </a:xfrm>
              <a:custGeom>
                <a:avLst/>
                <a:gdLst>
                  <a:gd name="T0" fmla="*/ 0 w 10"/>
                  <a:gd name="T1" fmla="*/ 11 h 11"/>
                  <a:gd name="T2" fmla="*/ 0 w 10"/>
                  <a:gd name="T3" fmla="*/ 7 h 11"/>
                  <a:gd name="T4" fmla="*/ 3 w 10"/>
                  <a:gd name="T5" fmla="*/ 4 h 11"/>
                  <a:gd name="T6" fmla="*/ 5 w 10"/>
                  <a:gd name="T7" fmla="*/ 2 h 11"/>
                  <a:gd name="T8" fmla="*/ 9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9"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63" name="Line 1160">
                <a:extLst>
                  <a:ext uri="{FF2B5EF4-FFF2-40B4-BE49-F238E27FC236}">
                    <a16:creationId xmlns:a16="http://schemas.microsoft.com/office/drawing/2014/main" id="{C16BA480-44B3-AD81-27D0-96CA9A320614}"/>
                  </a:ext>
                </a:extLst>
              </p:cNvPr>
              <p:cNvSpPr>
                <a:spLocks noChangeShapeType="1"/>
              </p:cNvSpPr>
              <p:nvPr userDrawn="1"/>
            </p:nvSpPr>
            <p:spPr bwMode="gray">
              <a:xfrm flipH="1">
                <a:off x="2350" y="1187"/>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64" name="Line 1161">
                <a:extLst>
                  <a:ext uri="{FF2B5EF4-FFF2-40B4-BE49-F238E27FC236}">
                    <a16:creationId xmlns:a16="http://schemas.microsoft.com/office/drawing/2014/main" id="{A64BF21F-906A-1A22-9D20-7E75B9D61155}"/>
                  </a:ext>
                </a:extLst>
              </p:cNvPr>
              <p:cNvSpPr>
                <a:spLocks noChangeShapeType="1"/>
              </p:cNvSpPr>
              <p:nvPr userDrawn="1"/>
            </p:nvSpPr>
            <p:spPr bwMode="gray">
              <a:xfrm flipH="1">
                <a:off x="2347" y="1195"/>
                <a:ext cx="169"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65" name="Freeform 1162">
                <a:extLst>
                  <a:ext uri="{FF2B5EF4-FFF2-40B4-BE49-F238E27FC236}">
                    <a16:creationId xmlns:a16="http://schemas.microsoft.com/office/drawing/2014/main" id="{61CED2A8-672B-E45E-C8C9-267BEB1A5994}"/>
                  </a:ext>
                </a:extLst>
              </p:cNvPr>
              <p:cNvSpPr>
                <a:spLocks/>
              </p:cNvSpPr>
              <p:nvPr userDrawn="1"/>
            </p:nvSpPr>
            <p:spPr bwMode="gray">
              <a:xfrm>
                <a:off x="2347" y="1270"/>
                <a:ext cx="13" cy="10"/>
              </a:xfrm>
              <a:custGeom>
                <a:avLst/>
                <a:gdLst>
                  <a:gd name="T0" fmla="*/ 0 w 10"/>
                  <a:gd name="T1" fmla="*/ 10 h 10"/>
                  <a:gd name="T2" fmla="*/ 221 w 10"/>
                  <a:gd name="T3" fmla="*/ 5 h 10"/>
                  <a:gd name="T4" fmla="*/ 287 w 10"/>
                  <a:gd name="T5" fmla="*/ 2 h 10"/>
                  <a:gd name="T6" fmla="*/ 485 w 10"/>
                  <a:gd name="T7" fmla="*/ 0 h 10"/>
                  <a:gd name="T8" fmla="*/ 820 w 10"/>
                  <a:gd name="T9" fmla="*/ 0 h 10"/>
                  <a:gd name="T10" fmla="*/ 879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2" y="5"/>
                    </a:lnTo>
                    <a:lnTo>
                      <a:pt x="3" y="2"/>
                    </a:lnTo>
                    <a:lnTo>
                      <a:pt x="5" y="0"/>
                    </a:lnTo>
                    <a:lnTo>
                      <a:pt x="9"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66" name="Line 1163">
                <a:extLst>
                  <a:ext uri="{FF2B5EF4-FFF2-40B4-BE49-F238E27FC236}">
                    <a16:creationId xmlns:a16="http://schemas.microsoft.com/office/drawing/2014/main" id="{10083F9C-BD68-C1A4-8508-A9F962DE6598}"/>
                  </a:ext>
                </a:extLst>
              </p:cNvPr>
              <p:cNvSpPr>
                <a:spLocks noChangeShapeType="1"/>
              </p:cNvSpPr>
              <p:nvPr userDrawn="1"/>
            </p:nvSpPr>
            <p:spPr bwMode="gray">
              <a:xfrm flipV="1">
                <a:off x="2359" y="1186"/>
                <a:ext cx="166"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67" name="Freeform 1164">
                <a:extLst>
                  <a:ext uri="{FF2B5EF4-FFF2-40B4-BE49-F238E27FC236}">
                    <a16:creationId xmlns:a16="http://schemas.microsoft.com/office/drawing/2014/main" id="{DFDE607C-533E-F7B5-8E4F-0D37602D9EB8}"/>
                  </a:ext>
                </a:extLst>
              </p:cNvPr>
              <p:cNvSpPr>
                <a:spLocks/>
              </p:cNvSpPr>
              <p:nvPr userDrawn="1"/>
            </p:nvSpPr>
            <p:spPr bwMode="gray">
              <a:xfrm>
                <a:off x="2515" y="1186"/>
                <a:ext cx="10" cy="9"/>
              </a:xfrm>
              <a:custGeom>
                <a:avLst/>
                <a:gdLst>
                  <a:gd name="T0" fmla="*/ 0 w 10"/>
                  <a:gd name="T1" fmla="*/ 9 h 9"/>
                  <a:gd name="T2" fmla="*/ 0 w 10"/>
                  <a:gd name="T3" fmla="*/ 5 h 9"/>
                  <a:gd name="T4" fmla="*/ 2 w 10"/>
                  <a:gd name="T5" fmla="*/ 2 h 9"/>
                  <a:gd name="T6" fmla="*/ 3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2" y="2"/>
                    </a:lnTo>
                    <a:lnTo>
                      <a:pt x="3"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68" name="Freeform 1165">
                <a:extLst>
                  <a:ext uri="{FF2B5EF4-FFF2-40B4-BE49-F238E27FC236}">
                    <a16:creationId xmlns:a16="http://schemas.microsoft.com/office/drawing/2014/main" id="{2E409E19-FC26-441E-E69E-15A1AF58FC68}"/>
                  </a:ext>
                </a:extLst>
              </p:cNvPr>
              <p:cNvSpPr>
                <a:spLocks/>
              </p:cNvSpPr>
              <p:nvPr userDrawn="1"/>
            </p:nvSpPr>
            <p:spPr bwMode="gray">
              <a:xfrm>
                <a:off x="2347" y="1396"/>
                <a:ext cx="5" cy="9"/>
              </a:xfrm>
              <a:custGeom>
                <a:avLst/>
                <a:gdLst>
                  <a:gd name="T0" fmla="*/ 3 w 5"/>
                  <a:gd name="T1" fmla="*/ 0 h 9"/>
                  <a:gd name="T2" fmla="*/ 0 w 5"/>
                  <a:gd name="T3" fmla="*/ 3 h 9"/>
                  <a:gd name="T4" fmla="*/ 0 w 5"/>
                  <a:gd name="T5" fmla="*/ 5 h 9"/>
                  <a:gd name="T6" fmla="*/ 2 w 5"/>
                  <a:gd name="T7" fmla="*/ 7 h 9"/>
                  <a:gd name="T8" fmla="*/ 5 w 5"/>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0"/>
                    </a:moveTo>
                    <a:lnTo>
                      <a:pt x="0" y="3"/>
                    </a:lnTo>
                    <a:lnTo>
                      <a:pt x="0" y="5"/>
                    </a:lnTo>
                    <a:lnTo>
                      <a:pt x="2" y="7"/>
                    </a:lnTo>
                    <a:lnTo>
                      <a:pt x="5"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69" name="Line 1166">
                <a:extLst>
                  <a:ext uri="{FF2B5EF4-FFF2-40B4-BE49-F238E27FC236}">
                    <a16:creationId xmlns:a16="http://schemas.microsoft.com/office/drawing/2014/main" id="{6F1F61CE-324C-FBB8-7F4F-21A88975F69F}"/>
                  </a:ext>
                </a:extLst>
              </p:cNvPr>
              <p:cNvSpPr>
                <a:spLocks noChangeShapeType="1"/>
              </p:cNvSpPr>
              <p:nvPr userDrawn="1"/>
            </p:nvSpPr>
            <p:spPr bwMode="gray">
              <a:xfrm>
                <a:off x="2343" y="1283"/>
                <a:ext cx="6"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70" name="Line 1167">
                <a:extLst>
                  <a:ext uri="{FF2B5EF4-FFF2-40B4-BE49-F238E27FC236}">
                    <a16:creationId xmlns:a16="http://schemas.microsoft.com/office/drawing/2014/main" id="{7AFD1A27-DC9A-34C3-3ECA-EAF5A252B353}"/>
                  </a:ext>
                </a:extLst>
              </p:cNvPr>
              <p:cNvSpPr>
                <a:spLocks noChangeShapeType="1"/>
              </p:cNvSpPr>
              <p:nvPr userDrawn="1"/>
            </p:nvSpPr>
            <p:spPr bwMode="gray">
              <a:xfrm>
                <a:off x="2347" y="1280"/>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71" name="Freeform 1168">
                <a:extLst>
                  <a:ext uri="{FF2B5EF4-FFF2-40B4-BE49-F238E27FC236}">
                    <a16:creationId xmlns:a16="http://schemas.microsoft.com/office/drawing/2014/main" id="{B44F5226-966F-517D-07CF-003844E362E8}"/>
                  </a:ext>
                </a:extLst>
              </p:cNvPr>
              <p:cNvSpPr>
                <a:spLocks/>
              </p:cNvSpPr>
              <p:nvPr userDrawn="1"/>
            </p:nvSpPr>
            <p:spPr bwMode="gray">
              <a:xfrm>
                <a:off x="2350" y="1513"/>
                <a:ext cx="4" cy="21"/>
              </a:xfrm>
              <a:custGeom>
                <a:avLst/>
                <a:gdLst>
                  <a:gd name="T0" fmla="*/ 2 w 5"/>
                  <a:gd name="T1" fmla="*/ 0 h 21"/>
                  <a:gd name="T2" fmla="*/ 0 w 5"/>
                  <a:gd name="T3" fmla="*/ 5 h 21"/>
                  <a:gd name="T4" fmla="*/ 0 w 5"/>
                  <a:gd name="T5" fmla="*/ 10 h 21"/>
                  <a:gd name="T6" fmla="*/ 1 w 5"/>
                  <a:gd name="T7" fmla="*/ 16 h 21"/>
                  <a:gd name="T8" fmla="*/ 2 w 5"/>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0"/>
                    </a:moveTo>
                    <a:lnTo>
                      <a:pt x="0" y="5"/>
                    </a:lnTo>
                    <a:lnTo>
                      <a:pt x="0" y="10"/>
                    </a:lnTo>
                    <a:lnTo>
                      <a:pt x="1" y="16"/>
                    </a:lnTo>
                    <a:lnTo>
                      <a:pt x="5"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72" name="Line 1169">
                <a:extLst>
                  <a:ext uri="{FF2B5EF4-FFF2-40B4-BE49-F238E27FC236}">
                    <a16:creationId xmlns:a16="http://schemas.microsoft.com/office/drawing/2014/main" id="{74306A56-E67E-4ADC-7A34-7675C1142068}"/>
                  </a:ext>
                </a:extLst>
              </p:cNvPr>
              <p:cNvSpPr>
                <a:spLocks noChangeShapeType="1"/>
              </p:cNvSpPr>
              <p:nvPr userDrawn="1"/>
            </p:nvSpPr>
            <p:spPr bwMode="gray">
              <a:xfrm flipH="1" flipV="1">
                <a:off x="2350" y="1287"/>
                <a:ext cx="4" cy="2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73" name="Freeform 1170">
                <a:extLst>
                  <a:ext uri="{FF2B5EF4-FFF2-40B4-BE49-F238E27FC236}">
                    <a16:creationId xmlns:a16="http://schemas.microsoft.com/office/drawing/2014/main" id="{C0ED0B2B-3B7D-6909-EDEB-C555267032D1}"/>
                  </a:ext>
                </a:extLst>
              </p:cNvPr>
              <p:cNvSpPr>
                <a:spLocks/>
              </p:cNvSpPr>
              <p:nvPr userDrawn="1"/>
            </p:nvSpPr>
            <p:spPr bwMode="gray">
              <a:xfrm>
                <a:off x="2345" y="1280"/>
                <a:ext cx="4" cy="7"/>
              </a:xfrm>
              <a:custGeom>
                <a:avLst/>
                <a:gdLst>
                  <a:gd name="T0" fmla="*/ 4 w 4"/>
                  <a:gd name="T1" fmla="*/ 7 h 7"/>
                  <a:gd name="T2" fmla="*/ 2 w 4"/>
                  <a:gd name="T3" fmla="*/ 6 h 7"/>
                  <a:gd name="T4" fmla="*/ 0 w 4"/>
                  <a:gd name="T5" fmla="*/ 4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4"/>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74" name="Freeform 1171">
                <a:extLst>
                  <a:ext uri="{FF2B5EF4-FFF2-40B4-BE49-F238E27FC236}">
                    <a16:creationId xmlns:a16="http://schemas.microsoft.com/office/drawing/2014/main" id="{4CEE5F32-0123-536E-448B-DB6BC02F084E}"/>
                  </a:ext>
                </a:extLst>
              </p:cNvPr>
              <p:cNvSpPr>
                <a:spLocks/>
              </p:cNvSpPr>
              <p:nvPr userDrawn="1"/>
            </p:nvSpPr>
            <p:spPr bwMode="gray">
              <a:xfrm>
                <a:off x="2558" y="1985"/>
                <a:ext cx="19" cy="4"/>
              </a:xfrm>
              <a:custGeom>
                <a:avLst/>
                <a:gdLst>
                  <a:gd name="T0" fmla="*/ 19 w 19"/>
                  <a:gd name="T1" fmla="*/ 0 h 4"/>
                  <a:gd name="T2" fmla="*/ 14 w 19"/>
                  <a:gd name="T3" fmla="*/ 2 h 4"/>
                  <a:gd name="T4" fmla="*/ 10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75" name="Line 1172">
                <a:extLst>
                  <a:ext uri="{FF2B5EF4-FFF2-40B4-BE49-F238E27FC236}">
                    <a16:creationId xmlns:a16="http://schemas.microsoft.com/office/drawing/2014/main" id="{C5E978C9-EE62-7D46-71D4-4A4304DC086A}"/>
                  </a:ext>
                </a:extLst>
              </p:cNvPr>
              <p:cNvSpPr>
                <a:spLocks noChangeShapeType="1"/>
              </p:cNvSpPr>
              <p:nvPr userDrawn="1"/>
            </p:nvSpPr>
            <p:spPr bwMode="gray">
              <a:xfrm>
                <a:off x="2567" y="1870"/>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76" name="Line 1173">
                <a:extLst>
                  <a:ext uri="{FF2B5EF4-FFF2-40B4-BE49-F238E27FC236}">
                    <a16:creationId xmlns:a16="http://schemas.microsoft.com/office/drawing/2014/main" id="{BC683D74-884B-6CDF-DF7E-384AD75F0C30}"/>
                  </a:ext>
                </a:extLst>
              </p:cNvPr>
              <p:cNvSpPr>
                <a:spLocks noChangeShapeType="1"/>
              </p:cNvSpPr>
              <p:nvPr userDrawn="1"/>
            </p:nvSpPr>
            <p:spPr bwMode="gray">
              <a:xfrm>
                <a:off x="2576" y="1873"/>
                <a:ext cx="4"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77" name="Freeform 1174">
                <a:extLst>
                  <a:ext uri="{FF2B5EF4-FFF2-40B4-BE49-F238E27FC236}">
                    <a16:creationId xmlns:a16="http://schemas.microsoft.com/office/drawing/2014/main" id="{BFAB2269-671E-039F-C777-3BB43BFC28DA}"/>
                  </a:ext>
                </a:extLst>
              </p:cNvPr>
              <p:cNvSpPr>
                <a:spLocks/>
              </p:cNvSpPr>
              <p:nvPr userDrawn="1"/>
            </p:nvSpPr>
            <p:spPr bwMode="gray">
              <a:xfrm>
                <a:off x="2558" y="2097"/>
                <a:ext cx="21" cy="4"/>
              </a:xfrm>
              <a:custGeom>
                <a:avLst/>
                <a:gdLst>
                  <a:gd name="T0" fmla="*/ 21 w 21"/>
                  <a:gd name="T1" fmla="*/ 0 h 4"/>
                  <a:gd name="T2" fmla="*/ 15 w 21"/>
                  <a:gd name="T3" fmla="*/ 4 h 4"/>
                  <a:gd name="T4" fmla="*/ 10 w 21"/>
                  <a:gd name="T5" fmla="*/ 4 h 4"/>
                  <a:gd name="T6" fmla="*/ 5 w 21"/>
                  <a:gd name="T7" fmla="*/ 4 h 4"/>
                  <a:gd name="T8" fmla="*/ 0 w 21"/>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21" y="0"/>
                    </a:moveTo>
                    <a:lnTo>
                      <a:pt x="15" y="4"/>
                    </a:lnTo>
                    <a:lnTo>
                      <a:pt x="10"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78" name="Line 1175">
                <a:extLst>
                  <a:ext uri="{FF2B5EF4-FFF2-40B4-BE49-F238E27FC236}">
                    <a16:creationId xmlns:a16="http://schemas.microsoft.com/office/drawing/2014/main" id="{709C8FD0-736A-F7AC-70C7-4E5CB4EE6893}"/>
                  </a:ext>
                </a:extLst>
              </p:cNvPr>
              <p:cNvSpPr>
                <a:spLocks noChangeShapeType="1"/>
              </p:cNvSpPr>
              <p:nvPr userDrawn="1"/>
            </p:nvSpPr>
            <p:spPr bwMode="gray">
              <a:xfrm flipH="1" flipV="1">
                <a:off x="2555" y="1861"/>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79" name="Freeform 1176">
                <a:extLst>
                  <a:ext uri="{FF2B5EF4-FFF2-40B4-BE49-F238E27FC236}">
                    <a16:creationId xmlns:a16="http://schemas.microsoft.com/office/drawing/2014/main" id="{FC4ACC8F-7A07-B4ED-83B0-8B3018F824E8}"/>
                  </a:ext>
                </a:extLst>
              </p:cNvPr>
              <p:cNvSpPr>
                <a:spLocks/>
              </p:cNvSpPr>
              <p:nvPr userDrawn="1"/>
            </p:nvSpPr>
            <p:spPr bwMode="gray">
              <a:xfrm>
                <a:off x="2555" y="1861"/>
                <a:ext cx="22" cy="12"/>
              </a:xfrm>
              <a:custGeom>
                <a:avLst/>
                <a:gdLst>
                  <a:gd name="T0" fmla="*/ 226 w 19"/>
                  <a:gd name="T1" fmla="*/ 12 h 12"/>
                  <a:gd name="T2" fmla="*/ 145 w 19"/>
                  <a:gd name="T3" fmla="*/ 9 h 12"/>
                  <a:gd name="T4" fmla="*/ 60 w 19"/>
                  <a:gd name="T5" fmla="*/ 5 h 12"/>
                  <a:gd name="T6" fmla="*/ 0 w 19"/>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2">
                    <a:moveTo>
                      <a:pt x="19" y="12"/>
                    </a:moveTo>
                    <a:lnTo>
                      <a:pt x="12" y="9"/>
                    </a:lnTo>
                    <a:lnTo>
                      <a:pt x="5"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80" name="Freeform 1177">
                <a:extLst>
                  <a:ext uri="{FF2B5EF4-FFF2-40B4-BE49-F238E27FC236}">
                    <a16:creationId xmlns:a16="http://schemas.microsoft.com/office/drawing/2014/main" id="{2D52156E-52F5-BC40-057F-A871AA4E244A}"/>
                  </a:ext>
                </a:extLst>
              </p:cNvPr>
              <p:cNvSpPr>
                <a:spLocks/>
              </p:cNvSpPr>
              <p:nvPr userDrawn="1"/>
            </p:nvSpPr>
            <p:spPr bwMode="gray">
              <a:xfrm>
                <a:off x="2646" y="2048"/>
                <a:ext cx="12" cy="9"/>
              </a:xfrm>
              <a:custGeom>
                <a:avLst/>
                <a:gdLst>
                  <a:gd name="T0" fmla="*/ 12 w 12"/>
                  <a:gd name="T1" fmla="*/ 0 h 9"/>
                  <a:gd name="T2" fmla="*/ 10 w 12"/>
                  <a:gd name="T3" fmla="*/ 3 h 9"/>
                  <a:gd name="T4" fmla="*/ 9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3"/>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81" name="Line 1178">
                <a:extLst>
                  <a:ext uri="{FF2B5EF4-FFF2-40B4-BE49-F238E27FC236}">
                    <a16:creationId xmlns:a16="http://schemas.microsoft.com/office/drawing/2014/main" id="{779742AB-AA60-8822-DA70-98E27E35FC11}"/>
                  </a:ext>
                </a:extLst>
              </p:cNvPr>
              <p:cNvSpPr>
                <a:spLocks noChangeShapeType="1"/>
              </p:cNvSpPr>
              <p:nvPr userDrawn="1"/>
            </p:nvSpPr>
            <p:spPr bwMode="gray">
              <a:xfrm flipV="1">
                <a:off x="2576" y="2010"/>
                <a:ext cx="159"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82" name="Line 1179">
                <a:extLst>
                  <a:ext uri="{FF2B5EF4-FFF2-40B4-BE49-F238E27FC236}">
                    <a16:creationId xmlns:a16="http://schemas.microsoft.com/office/drawing/2014/main" id="{F873277F-829B-AA06-A371-CB547CC38E5F}"/>
                  </a:ext>
                </a:extLst>
              </p:cNvPr>
              <p:cNvSpPr>
                <a:spLocks noChangeShapeType="1"/>
              </p:cNvSpPr>
              <p:nvPr userDrawn="1"/>
            </p:nvSpPr>
            <p:spPr bwMode="gray">
              <a:xfrm flipV="1">
                <a:off x="2578" y="2003"/>
                <a:ext cx="159"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83" name="Freeform 1180">
                <a:extLst>
                  <a:ext uri="{FF2B5EF4-FFF2-40B4-BE49-F238E27FC236}">
                    <a16:creationId xmlns:a16="http://schemas.microsoft.com/office/drawing/2014/main" id="{E457D5E0-948E-7F66-63AD-6294145C33C3}"/>
                  </a:ext>
                </a:extLst>
              </p:cNvPr>
              <p:cNvSpPr>
                <a:spLocks/>
              </p:cNvSpPr>
              <p:nvPr userDrawn="1"/>
            </p:nvSpPr>
            <p:spPr bwMode="gray">
              <a:xfrm>
                <a:off x="2726" y="2003"/>
                <a:ext cx="11" cy="8"/>
              </a:xfrm>
              <a:custGeom>
                <a:avLst/>
                <a:gdLst>
                  <a:gd name="T0" fmla="*/ 11 w 11"/>
                  <a:gd name="T1" fmla="*/ 0 h 8"/>
                  <a:gd name="T2" fmla="*/ 11 w 11"/>
                  <a:gd name="T3" fmla="*/ 3 h 8"/>
                  <a:gd name="T4" fmla="*/ 9 w 11"/>
                  <a:gd name="T5" fmla="*/ 7 h 8"/>
                  <a:gd name="T6" fmla="*/ 7 w 11"/>
                  <a:gd name="T7" fmla="*/ 8 h 8"/>
                  <a:gd name="T8" fmla="*/ 4 w 11"/>
                  <a:gd name="T9" fmla="*/ 8 h 8"/>
                  <a:gd name="T10" fmla="*/ 0 w 11"/>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11" y="0"/>
                    </a:moveTo>
                    <a:lnTo>
                      <a:pt x="11" y="3"/>
                    </a:lnTo>
                    <a:lnTo>
                      <a:pt x="9" y="7"/>
                    </a:lnTo>
                    <a:lnTo>
                      <a:pt x="7" y="8"/>
                    </a:lnTo>
                    <a:lnTo>
                      <a:pt x="4" y="8"/>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84" name="Line 1181">
                <a:extLst>
                  <a:ext uri="{FF2B5EF4-FFF2-40B4-BE49-F238E27FC236}">
                    <a16:creationId xmlns:a16="http://schemas.microsoft.com/office/drawing/2014/main" id="{4BCE7241-E3B4-FC57-696A-6E270BA5027C}"/>
                  </a:ext>
                </a:extLst>
              </p:cNvPr>
              <p:cNvSpPr>
                <a:spLocks noChangeShapeType="1"/>
              </p:cNvSpPr>
              <p:nvPr userDrawn="1"/>
            </p:nvSpPr>
            <p:spPr bwMode="gray">
              <a:xfrm flipH="1">
                <a:off x="2567" y="2010"/>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85" name="Freeform 1182">
                <a:extLst>
                  <a:ext uri="{FF2B5EF4-FFF2-40B4-BE49-F238E27FC236}">
                    <a16:creationId xmlns:a16="http://schemas.microsoft.com/office/drawing/2014/main" id="{7C5F26B7-E4A0-7F9D-B1A7-449A397F4717}"/>
                  </a:ext>
                </a:extLst>
              </p:cNvPr>
              <p:cNvSpPr>
                <a:spLocks/>
              </p:cNvSpPr>
              <p:nvPr userDrawn="1"/>
            </p:nvSpPr>
            <p:spPr bwMode="gray">
              <a:xfrm>
                <a:off x="2567" y="2097"/>
                <a:ext cx="13" cy="11"/>
              </a:xfrm>
              <a:custGeom>
                <a:avLst/>
                <a:gdLst>
                  <a:gd name="T0" fmla="*/ 0 w 13"/>
                  <a:gd name="T1" fmla="*/ 9 h 11"/>
                  <a:gd name="T2" fmla="*/ 6 w 13"/>
                  <a:gd name="T3" fmla="*/ 11 h 11"/>
                  <a:gd name="T4" fmla="*/ 7 w 13"/>
                  <a:gd name="T5" fmla="*/ 9 h 11"/>
                  <a:gd name="T6" fmla="*/ 11 w 13"/>
                  <a:gd name="T7" fmla="*/ 7 h 11"/>
                  <a:gd name="T8" fmla="*/ 11 w 13"/>
                  <a:gd name="T9" fmla="*/ 5 h 11"/>
                  <a:gd name="T10" fmla="*/ 13 w 13"/>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0" y="9"/>
                    </a:moveTo>
                    <a:lnTo>
                      <a:pt x="6" y="11"/>
                    </a:lnTo>
                    <a:lnTo>
                      <a:pt x="7" y="9"/>
                    </a:lnTo>
                    <a:lnTo>
                      <a:pt x="11" y="7"/>
                    </a:lnTo>
                    <a:lnTo>
                      <a:pt x="11" y="5"/>
                    </a:lnTo>
                    <a:lnTo>
                      <a:pt x="1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86" name="Line 1183">
                <a:extLst>
                  <a:ext uri="{FF2B5EF4-FFF2-40B4-BE49-F238E27FC236}">
                    <a16:creationId xmlns:a16="http://schemas.microsoft.com/office/drawing/2014/main" id="{7F35414D-1C12-9DAC-370B-48D148ADA98A}"/>
                  </a:ext>
                </a:extLst>
              </p:cNvPr>
              <p:cNvSpPr>
                <a:spLocks noChangeShapeType="1"/>
              </p:cNvSpPr>
              <p:nvPr userDrawn="1"/>
            </p:nvSpPr>
            <p:spPr bwMode="gray">
              <a:xfrm flipV="1">
                <a:off x="2741" y="1924"/>
                <a:ext cx="1" cy="7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87" name="Line 1184">
                <a:extLst>
                  <a:ext uri="{FF2B5EF4-FFF2-40B4-BE49-F238E27FC236}">
                    <a16:creationId xmlns:a16="http://schemas.microsoft.com/office/drawing/2014/main" id="{C35C0E0D-C12D-35C0-C527-3BA145954567}"/>
                  </a:ext>
                </a:extLst>
              </p:cNvPr>
              <p:cNvSpPr>
                <a:spLocks noChangeShapeType="1"/>
              </p:cNvSpPr>
              <p:nvPr userDrawn="1"/>
            </p:nvSpPr>
            <p:spPr bwMode="gray">
              <a:xfrm flipV="1">
                <a:off x="2737" y="1924"/>
                <a:ext cx="1"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88" name="Line 1185">
                <a:extLst>
                  <a:ext uri="{FF2B5EF4-FFF2-40B4-BE49-F238E27FC236}">
                    <a16:creationId xmlns:a16="http://schemas.microsoft.com/office/drawing/2014/main" id="{AEFC92AC-12D1-A1E4-F24F-315DB15BD41C}"/>
                  </a:ext>
                </a:extLst>
              </p:cNvPr>
              <p:cNvSpPr>
                <a:spLocks noChangeShapeType="1"/>
              </p:cNvSpPr>
              <p:nvPr userDrawn="1"/>
            </p:nvSpPr>
            <p:spPr bwMode="gray">
              <a:xfrm>
                <a:off x="2733" y="1922"/>
                <a:ext cx="2"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89" name="Freeform 1186">
                <a:extLst>
                  <a:ext uri="{FF2B5EF4-FFF2-40B4-BE49-F238E27FC236}">
                    <a16:creationId xmlns:a16="http://schemas.microsoft.com/office/drawing/2014/main" id="{25C26D6C-C618-D9FB-3D0F-F4699C5ADA5D}"/>
                  </a:ext>
                </a:extLst>
              </p:cNvPr>
              <p:cNvSpPr>
                <a:spLocks/>
              </p:cNvSpPr>
              <p:nvPr userDrawn="1"/>
            </p:nvSpPr>
            <p:spPr bwMode="gray">
              <a:xfrm>
                <a:off x="2735" y="1992"/>
                <a:ext cx="4" cy="11"/>
              </a:xfrm>
              <a:custGeom>
                <a:avLst/>
                <a:gdLst>
                  <a:gd name="T0" fmla="*/ 2 w 4"/>
                  <a:gd name="T1" fmla="*/ 11 h 11"/>
                  <a:gd name="T2" fmla="*/ 4 w 4"/>
                  <a:gd name="T3" fmla="*/ 7 h 11"/>
                  <a:gd name="T4" fmla="*/ 4 w 4"/>
                  <a:gd name="T5" fmla="*/ 5 h 11"/>
                  <a:gd name="T6" fmla="*/ 2 w 4"/>
                  <a:gd name="T7" fmla="*/ 4 h 11"/>
                  <a:gd name="T8" fmla="*/ 0 w 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1">
                    <a:moveTo>
                      <a:pt x="2" y="11"/>
                    </a:moveTo>
                    <a:lnTo>
                      <a:pt x="4" y="7"/>
                    </a:lnTo>
                    <a:lnTo>
                      <a:pt x="4" y="5"/>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90" name="Freeform 1187">
                <a:extLst>
                  <a:ext uri="{FF2B5EF4-FFF2-40B4-BE49-F238E27FC236}">
                    <a16:creationId xmlns:a16="http://schemas.microsoft.com/office/drawing/2014/main" id="{091A528D-B71B-CF30-B65C-F409DBDA42E2}"/>
                  </a:ext>
                </a:extLst>
              </p:cNvPr>
              <p:cNvSpPr>
                <a:spLocks/>
              </p:cNvSpPr>
              <p:nvPr userDrawn="1"/>
            </p:nvSpPr>
            <p:spPr bwMode="gray">
              <a:xfrm>
                <a:off x="2732" y="1377"/>
                <a:ext cx="4" cy="8"/>
              </a:xfrm>
              <a:custGeom>
                <a:avLst/>
                <a:gdLst>
                  <a:gd name="T0" fmla="*/ 2 w 5"/>
                  <a:gd name="T1" fmla="*/ 8 h 8"/>
                  <a:gd name="T2" fmla="*/ 2 w 5"/>
                  <a:gd name="T3" fmla="*/ 7 h 8"/>
                  <a:gd name="T4" fmla="*/ 2 w 5"/>
                  <a:gd name="T5" fmla="*/ 5 h 8"/>
                  <a:gd name="T6" fmla="*/ 2 w 5"/>
                  <a:gd name="T7" fmla="*/ 1 h 8"/>
                  <a:gd name="T8" fmla="*/ 0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8"/>
                    </a:moveTo>
                    <a:lnTo>
                      <a:pt x="5" y="7"/>
                    </a:lnTo>
                    <a:lnTo>
                      <a:pt x="5" y="5"/>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91" name="Line 1188">
                <a:extLst>
                  <a:ext uri="{FF2B5EF4-FFF2-40B4-BE49-F238E27FC236}">
                    <a16:creationId xmlns:a16="http://schemas.microsoft.com/office/drawing/2014/main" id="{CB623AD4-2DA2-F7F0-01AD-A2501880C9F0}"/>
                  </a:ext>
                </a:extLst>
              </p:cNvPr>
              <p:cNvSpPr>
                <a:spLocks noChangeShapeType="1"/>
              </p:cNvSpPr>
              <p:nvPr userDrawn="1"/>
            </p:nvSpPr>
            <p:spPr bwMode="gray">
              <a:xfrm flipH="1" flipV="1">
                <a:off x="2737" y="1265"/>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92" name="Line 1189">
                <a:extLst>
                  <a:ext uri="{FF2B5EF4-FFF2-40B4-BE49-F238E27FC236}">
                    <a16:creationId xmlns:a16="http://schemas.microsoft.com/office/drawing/2014/main" id="{DC1D3351-80B2-4026-9B26-845B69E8B3BB}"/>
                  </a:ext>
                </a:extLst>
              </p:cNvPr>
              <p:cNvSpPr>
                <a:spLocks noChangeShapeType="1"/>
              </p:cNvSpPr>
              <p:nvPr userDrawn="1"/>
            </p:nvSpPr>
            <p:spPr bwMode="gray">
              <a:xfrm flipV="1">
                <a:off x="2735" y="1270"/>
                <a:ext cx="1"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93" name="Freeform 1190">
                <a:extLst>
                  <a:ext uri="{FF2B5EF4-FFF2-40B4-BE49-F238E27FC236}">
                    <a16:creationId xmlns:a16="http://schemas.microsoft.com/office/drawing/2014/main" id="{45A1F8A1-9A92-4492-8681-1EFFF721711D}"/>
                  </a:ext>
                </a:extLst>
              </p:cNvPr>
              <p:cNvSpPr>
                <a:spLocks/>
              </p:cNvSpPr>
              <p:nvPr userDrawn="1"/>
            </p:nvSpPr>
            <p:spPr bwMode="gray">
              <a:xfrm>
                <a:off x="2732" y="1261"/>
                <a:ext cx="4" cy="9"/>
              </a:xfrm>
              <a:custGeom>
                <a:avLst/>
                <a:gdLst>
                  <a:gd name="T0" fmla="*/ 2 w 5"/>
                  <a:gd name="T1" fmla="*/ 9 h 9"/>
                  <a:gd name="T2" fmla="*/ 2 w 5"/>
                  <a:gd name="T3" fmla="*/ 5 h 9"/>
                  <a:gd name="T4" fmla="*/ 2 w 5"/>
                  <a:gd name="T5" fmla="*/ 4 h 9"/>
                  <a:gd name="T6" fmla="*/ 2 w 5"/>
                  <a:gd name="T7" fmla="*/ 2 h 9"/>
                  <a:gd name="T8" fmla="*/ 0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3" y="9"/>
                    </a:moveTo>
                    <a:lnTo>
                      <a:pt x="5" y="5"/>
                    </a:lnTo>
                    <a:lnTo>
                      <a:pt x="5" y="4"/>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94" name="Line 1191">
                <a:extLst>
                  <a:ext uri="{FF2B5EF4-FFF2-40B4-BE49-F238E27FC236}">
                    <a16:creationId xmlns:a16="http://schemas.microsoft.com/office/drawing/2014/main" id="{A640C602-DE61-5498-F5F1-6024A9E706B4}"/>
                  </a:ext>
                </a:extLst>
              </p:cNvPr>
              <p:cNvSpPr>
                <a:spLocks noChangeShapeType="1"/>
              </p:cNvSpPr>
              <p:nvPr userDrawn="1"/>
            </p:nvSpPr>
            <p:spPr bwMode="gray">
              <a:xfrm>
                <a:off x="2732" y="1261"/>
                <a:ext cx="1" cy="24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95" name="Freeform 1192">
                <a:extLst>
                  <a:ext uri="{FF2B5EF4-FFF2-40B4-BE49-F238E27FC236}">
                    <a16:creationId xmlns:a16="http://schemas.microsoft.com/office/drawing/2014/main" id="{AEE9605F-71D0-80B1-A4DD-4B5739553092}"/>
                  </a:ext>
                </a:extLst>
              </p:cNvPr>
              <p:cNvSpPr>
                <a:spLocks/>
              </p:cNvSpPr>
              <p:nvPr userDrawn="1"/>
            </p:nvSpPr>
            <p:spPr bwMode="gray">
              <a:xfrm>
                <a:off x="2733" y="1500"/>
                <a:ext cx="6" cy="4"/>
              </a:xfrm>
              <a:custGeom>
                <a:avLst/>
                <a:gdLst>
                  <a:gd name="T0" fmla="*/ 2 w 6"/>
                  <a:gd name="T1" fmla="*/ 0 h 4"/>
                  <a:gd name="T2" fmla="*/ 4 w 6"/>
                  <a:gd name="T3" fmla="*/ 0 h 4"/>
                  <a:gd name="T4" fmla="*/ 6 w 6"/>
                  <a:gd name="T5" fmla="*/ 0 h 4"/>
                  <a:gd name="T6" fmla="*/ 4 w 6"/>
                  <a:gd name="T7" fmla="*/ 2 h 4"/>
                  <a:gd name="T8" fmla="*/ 2 w 6"/>
                  <a:gd name="T9" fmla="*/ 2 h 4"/>
                  <a:gd name="T10" fmla="*/ 0 w 6"/>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2" y="0"/>
                    </a:moveTo>
                    <a:lnTo>
                      <a:pt x="4" y="0"/>
                    </a:lnTo>
                    <a:lnTo>
                      <a:pt x="6" y="0"/>
                    </a:lnTo>
                    <a:lnTo>
                      <a:pt x="4" y="2"/>
                    </a:lnTo>
                    <a:lnTo>
                      <a:pt x="2"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96" name="Freeform 1193">
                <a:extLst>
                  <a:ext uri="{FF2B5EF4-FFF2-40B4-BE49-F238E27FC236}">
                    <a16:creationId xmlns:a16="http://schemas.microsoft.com/office/drawing/2014/main" id="{8BF2D0DC-DD7C-1CD6-28AE-B2509C8816B0}"/>
                  </a:ext>
                </a:extLst>
              </p:cNvPr>
              <p:cNvSpPr>
                <a:spLocks/>
              </p:cNvSpPr>
              <p:nvPr userDrawn="1"/>
            </p:nvSpPr>
            <p:spPr bwMode="gray">
              <a:xfrm>
                <a:off x="2641" y="1296"/>
                <a:ext cx="13" cy="13"/>
              </a:xfrm>
              <a:custGeom>
                <a:avLst/>
                <a:gdLst>
                  <a:gd name="T0" fmla="*/ 46 w 12"/>
                  <a:gd name="T1" fmla="*/ 2 h 16"/>
                  <a:gd name="T2" fmla="*/ 39 w 12"/>
                  <a:gd name="T3" fmla="*/ 2 h 16"/>
                  <a:gd name="T4" fmla="*/ 33 w 12"/>
                  <a:gd name="T5" fmla="*/ 2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5"/>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97" name="Line 1194">
                <a:extLst>
                  <a:ext uri="{FF2B5EF4-FFF2-40B4-BE49-F238E27FC236}">
                    <a16:creationId xmlns:a16="http://schemas.microsoft.com/office/drawing/2014/main" id="{480CD5BC-F790-EF27-C4C9-4AAD1FCD29D2}"/>
                  </a:ext>
                </a:extLst>
              </p:cNvPr>
              <p:cNvSpPr>
                <a:spLocks noChangeShapeType="1"/>
              </p:cNvSpPr>
              <p:nvPr userDrawn="1"/>
            </p:nvSpPr>
            <p:spPr bwMode="gray">
              <a:xfrm flipH="1">
                <a:off x="2567" y="1257"/>
                <a:ext cx="165"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98" name="Line 1195">
                <a:extLst>
                  <a:ext uri="{FF2B5EF4-FFF2-40B4-BE49-F238E27FC236}">
                    <a16:creationId xmlns:a16="http://schemas.microsoft.com/office/drawing/2014/main" id="{13632057-E5C7-9238-E406-38EFE8A1BFAE}"/>
                  </a:ext>
                </a:extLst>
              </p:cNvPr>
              <p:cNvSpPr>
                <a:spLocks noChangeShapeType="1"/>
              </p:cNvSpPr>
              <p:nvPr userDrawn="1"/>
            </p:nvSpPr>
            <p:spPr bwMode="gray">
              <a:xfrm flipH="1">
                <a:off x="2571" y="1270"/>
                <a:ext cx="164"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99" name="Freeform 1196">
                <a:extLst>
                  <a:ext uri="{FF2B5EF4-FFF2-40B4-BE49-F238E27FC236}">
                    <a16:creationId xmlns:a16="http://schemas.microsoft.com/office/drawing/2014/main" id="{B51ADF3D-0E21-D199-61F4-98A4F31732BF}"/>
                  </a:ext>
                </a:extLst>
              </p:cNvPr>
              <p:cNvSpPr>
                <a:spLocks/>
              </p:cNvSpPr>
              <p:nvPr userDrawn="1"/>
            </p:nvSpPr>
            <p:spPr bwMode="gray">
              <a:xfrm>
                <a:off x="2558" y="1340"/>
                <a:ext cx="13" cy="16"/>
              </a:xfrm>
              <a:custGeom>
                <a:avLst/>
                <a:gdLst>
                  <a:gd name="T0" fmla="*/ 13 w 13"/>
                  <a:gd name="T1" fmla="*/ 16 h 16"/>
                  <a:gd name="T2" fmla="*/ 11 w 13"/>
                  <a:gd name="T3" fmla="*/ 10 h 16"/>
                  <a:gd name="T4" fmla="*/ 9 w 13"/>
                  <a:gd name="T5" fmla="*/ 7 h 16"/>
                  <a:gd name="T6" fmla="*/ 6 w 13"/>
                  <a:gd name="T7" fmla="*/ 2 h 16"/>
                  <a:gd name="T8" fmla="*/ 0 w 13"/>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6">
                    <a:moveTo>
                      <a:pt x="13" y="16"/>
                    </a:moveTo>
                    <a:lnTo>
                      <a:pt x="11" y="10"/>
                    </a:lnTo>
                    <a:lnTo>
                      <a:pt x="9" y="7"/>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00" name="Line 1197">
                <a:extLst>
                  <a:ext uri="{FF2B5EF4-FFF2-40B4-BE49-F238E27FC236}">
                    <a16:creationId xmlns:a16="http://schemas.microsoft.com/office/drawing/2014/main" id="{C3FA0FEE-3EA9-6EEA-BE53-B0E261FFA57E}"/>
                  </a:ext>
                </a:extLst>
              </p:cNvPr>
              <p:cNvSpPr>
                <a:spLocks noChangeShapeType="1"/>
              </p:cNvSpPr>
              <p:nvPr userDrawn="1"/>
            </p:nvSpPr>
            <p:spPr bwMode="gray">
              <a:xfrm flipV="1">
                <a:off x="2558" y="1252"/>
                <a:ext cx="165"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01" name="Freeform 1198">
                <a:extLst>
                  <a:ext uri="{FF2B5EF4-FFF2-40B4-BE49-F238E27FC236}">
                    <a16:creationId xmlns:a16="http://schemas.microsoft.com/office/drawing/2014/main" id="{DCC5B053-8C1E-8156-5DC9-1DEFED2ED0AE}"/>
                  </a:ext>
                </a:extLst>
              </p:cNvPr>
              <p:cNvSpPr>
                <a:spLocks/>
              </p:cNvSpPr>
              <p:nvPr userDrawn="1"/>
            </p:nvSpPr>
            <p:spPr bwMode="gray">
              <a:xfrm>
                <a:off x="2723" y="1252"/>
                <a:ext cx="12" cy="18"/>
              </a:xfrm>
              <a:custGeom>
                <a:avLst/>
                <a:gdLst>
                  <a:gd name="T0" fmla="*/ 12 w 12"/>
                  <a:gd name="T1" fmla="*/ 18 h 18"/>
                  <a:gd name="T2" fmla="*/ 10 w 12"/>
                  <a:gd name="T3" fmla="*/ 13 h 18"/>
                  <a:gd name="T4" fmla="*/ 9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0"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02" name="Freeform 1199">
                <a:extLst>
                  <a:ext uri="{FF2B5EF4-FFF2-40B4-BE49-F238E27FC236}">
                    <a16:creationId xmlns:a16="http://schemas.microsoft.com/office/drawing/2014/main" id="{91208FEA-6313-50A4-8448-984BD04BD160}"/>
                  </a:ext>
                </a:extLst>
              </p:cNvPr>
              <p:cNvSpPr>
                <a:spLocks/>
              </p:cNvSpPr>
              <p:nvPr userDrawn="1"/>
            </p:nvSpPr>
            <p:spPr bwMode="gray">
              <a:xfrm>
                <a:off x="2551" y="1474"/>
                <a:ext cx="20" cy="2"/>
              </a:xfrm>
              <a:custGeom>
                <a:avLst/>
                <a:gdLst>
                  <a:gd name="T0" fmla="*/ 20 w 20"/>
                  <a:gd name="T1" fmla="*/ 0 h 2"/>
                  <a:gd name="T2" fmla="*/ 16 w 20"/>
                  <a:gd name="T3" fmla="*/ 2 h 2"/>
                  <a:gd name="T4" fmla="*/ 11 w 20"/>
                  <a:gd name="T5" fmla="*/ 2 h 2"/>
                  <a:gd name="T6" fmla="*/ 6 w 20"/>
                  <a:gd name="T7" fmla="*/ 2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0"/>
                    </a:moveTo>
                    <a:lnTo>
                      <a:pt x="16" y="2"/>
                    </a:lnTo>
                    <a:lnTo>
                      <a:pt x="11" y="2"/>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03" name="Line 1200">
                <a:extLst>
                  <a:ext uri="{FF2B5EF4-FFF2-40B4-BE49-F238E27FC236}">
                    <a16:creationId xmlns:a16="http://schemas.microsoft.com/office/drawing/2014/main" id="{389C9E99-7EDD-24A5-8864-45581CC1AF04}"/>
                  </a:ext>
                </a:extLst>
              </p:cNvPr>
              <p:cNvSpPr>
                <a:spLocks noChangeShapeType="1"/>
              </p:cNvSpPr>
              <p:nvPr userDrawn="1"/>
            </p:nvSpPr>
            <p:spPr bwMode="gray">
              <a:xfrm>
                <a:off x="2560" y="1359"/>
                <a:ext cx="2" cy="24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04" name="Line 1201">
                <a:extLst>
                  <a:ext uri="{FF2B5EF4-FFF2-40B4-BE49-F238E27FC236}">
                    <a16:creationId xmlns:a16="http://schemas.microsoft.com/office/drawing/2014/main" id="{D8D76917-14E9-9612-2D73-02C2F97818C2}"/>
                  </a:ext>
                </a:extLst>
              </p:cNvPr>
              <p:cNvSpPr>
                <a:spLocks noChangeShapeType="1"/>
              </p:cNvSpPr>
              <p:nvPr userDrawn="1"/>
            </p:nvSpPr>
            <p:spPr bwMode="gray">
              <a:xfrm>
                <a:off x="2571" y="1356"/>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05" name="Freeform 1202">
                <a:extLst>
                  <a:ext uri="{FF2B5EF4-FFF2-40B4-BE49-F238E27FC236}">
                    <a16:creationId xmlns:a16="http://schemas.microsoft.com/office/drawing/2014/main" id="{9ACE1919-A0D2-ABA1-E1AF-2BD963717277}"/>
                  </a:ext>
                </a:extLst>
              </p:cNvPr>
              <p:cNvSpPr>
                <a:spLocks/>
              </p:cNvSpPr>
              <p:nvPr userDrawn="1"/>
            </p:nvSpPr>
            <p:spPr bwMode="gray">
              <a:xfrm>
                <a:off x="2551" y="1592"/>
                <a:ext cx="21" cy="13"/>
              </a:xfrm>
              <a:custGeom>
                <a:avLst/>
                <a:gdLst>
                  <a:gd name="T0" fmla="*/ 21 w 21"/>
                  <a:gd name="T1" fmla="*/ 0 h 14"/>
                  <a:gd name="T2" fmla="*/ 16 w 21"/>
                  <a:gd name="T3" fmla="*/ 5 h 14"/>
                  <a:gd name="T4" fmla="*/ 13 w 21"/>
                  <a:gd name="T5" fmla="*/ 7 h 14"/>
                  <a:gd name="T6" fmla="*/ 7 w 21"/>
                  <a:gd name="T7" fmla="*/ 7 h 14"/>
                  <a:gd name="T8" fmla="*/ 0 w 21"/>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4">
                    <a:moveTo>
                      <a:pt x="21" y="0"/>
                    </a:moveTo>
                    <a:lnTo>
                      <a:pt x="16" y="5"/>
                    </a:lnTo>
                    <a:lnTo>
                      <a:pt x="13" y="8"/>
                    </a:lnTo>
                    <a:lnTo>
                      <a:pt x="7" y="10"/>
                    </a:lnTo>
                    <a:lnTo>
                      <a:pt x="0" y="1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06" name="Line 1203">
                <a:extLst>
                  <a:ext uri="{FF2B5EF4-FFF2-40B4-BE49-F238E27FC236}">
                    <a16:creationId xmlns:a16="http://schemas.microsoft.com/office/drawing/2014/main" id="{B7538787-B7F0-2871-6774-54D6FC1B13BE}"/>
                  </a:ext>
                </a:extLst>
              </p:cNvPr>
              <p:cNvSpPr>
                <a:spLocks noChangeShapeType="1"/>
              </p:cNvSpPr>
              <p:nvPr userDrawn="1"/>
            </p:nvSpPr>
            <p:spPr bwMode="gray">
              <a:xfrm flipH="1" flipV="1">
                <a:off x="2550" y="1357"/>
                <a:ext cx="1"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07" name="Freeform 1204">
                <a:extLst>
                  <a:ext uri="{FF2B5EF4-FFF2-40B4-BE49-F238E27FC236}">
                    <a16:creationId xmlns:a16="http://schemas.microsoft.com/office/drawing/2014/main" id="{00E5070C-7FDA-32D5-3D0C-2244147A29E4}"/>
                  </a:ext>
                </a:extLst>
              </p:cNvPr>
              <p:cNvSpPr>
                <a:spLocks/>
              </p:cNvSpPr>
              <p:nvPr userDrawn="1"/>
            </p:nvSpPr>
            <p:spPr bwMode="gray">
              <a:xfrm>
                <a:off x="2550" y="1356"/>
                <a:ext cx="21" cy="3"/>
              </a:xfrm>
              <a:custGeom>
                <a:avLst/>
                <a:gdLst>
                  <a:gd name="T0" fmla="*/ 0 w 21"/>
                  <a:gd name="T1" fmla="*/ 1 h 3"/>
                  <a:gd name="T2" fmla="*/ 7 w 21"/>
                  <a:gd name="T3" fmla="*/ 3 h 3"/>
                  <a:gd name="T4" fmla="*/ 14 w 21"/>
                  <a:gd name="T5" fmla="*/ 3 h 3"/>
                  <a:gd name="T6" fmla="*/ 21 w 21"/>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3">
                    <a:moveTo>
                      <a:pt x="0" y="1"/>
                    </a:moveTo>
                    <a:lnTo>
                      <a:pt x="7" y="3"/>
                    </a:lnTo>
                    <a:lnTo>
                      <a:pt x="14" y="3"/>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08" name="Freeform 1205">
                <a:extLst>
                  <a:ext uri="{FF2B5EF4-FFF2-40B4-BE49-F238E27FC236}">
                    <a16:creationId xmlns:a16="http://schemas.microsoft.com/office/drawing/2014/main" id="{918E4861-BD14-65B9-E302-BC8E2B69B7A8}"/>
                  </a:ext>
                </a:extLst>
              </p:cNvPr>
              <p:cNvSpPr>
                <a:spLocks/>
              </p:cNvSpPr>
              <p:nvPr userDrawn="1"/>
            </p:nvSpPr>
            <p:spPr bwMode="gray">
              <a:xfrm>
                <a:off x="2726" y="2010"/>
                <a:ext cx="9" cy="7"/>
              </a:xfrm>
              <a:custGeom>
                <a:avLst/>
                <a:gdLst>
                  <a:gd name="T0" fmla="*/ 0 w 9"/>
                  <a:gd name="T1" fmla="*/ 0 h 7"/>
                  <a:gd name="T2" fmla="*/ 2 w 9"/>
                  <a:gd name="T3" fmla="*/ 0 h 7"/>
                  <a:gd name="T4" fmla="*/ 6 w 9"/>
                  <a:gd name="T5" fmla="*/ 0 h 7"/>
                  <a:gd name="T6" fmla="*/ 7 w 9"/>
                  <a:gd name="T7" fmla="*/ 1 h 7"/>
                  <a:gd name="T8" fmla="*/ 7 w 9"/>
                  <a:gd name="T9" fmla="*/ 5 h 7"/>
                  <a:gd name="T10" fmla="*/ 9 w 9"/>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0" y="0"/>
                    </a:moveTo>
                    <a:lnTo>
                      <a:pt x="2" y="0"/>
                    </a:lnTo>
                    <a:lnTo>
                      <a:pt x="6" y="0"/>
                    </a:lnTo>
                    <a:lnTo>
                      <a:pt x="7" y="1"/>
                    </a:lnTo>
                    <a:lnTo>
                      <a:pt x="7" y="5"/>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09" name="Freeform 1206">
                <a:extLst>
                  <a:ext uri="{FF2B5EF4-FFF2-40B4-BE49-F238E27FC236}">
                    <a16:creationId xmlns:a16="http://schemas.microsoft.com/office/drawing/2014/main" id="{774E20F6-1210-CA01-8207-A3757208A9E1}"/>
                  </a:ext>
                </a:extLst>
              </p:cNvPr>
              <p:cNvSpPr>
                <a:spLocks/>
              </p:cNvSpPr>
              <p:nvPr userDrawn="1"/>
            </p:nvSpPr>
            <p:spPr bwMode="gray">
              <a:xfrm>
                <a:off x="2735" y="1992"/>
                <a:ext cx="9" cy="9"/>
              </a:xfrm>
              <a:custGeom>
                <a:avLst/>
                <a:gdLst>
                  <a:gd name="T0" fmla="*/ 0 w 9"/>
                  <a:gd name="T1" fmla="*/ 0 h 9"/>
                  <a:gd name="T2" fmla="*/ 0 w 9"/>
                  <a:gd name="T3" fmla="*/ 4 h 9"/>
                  <a:gd name="T4" fmla="*/ 0 w 9"/>
                  <a:gd name="T5" fmla="*/ 7 h 9"/>
                  <a:gd name="T6" fmla="*/ 2 w 9"/>
                  <a:gd name="T7" fmla="*/ 9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0" y="7"/>
                    </a:lnTo>
                    <a:lnTo>
                      <a:pt x="2" y="9"/>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10" name="Freeform 1207">
                <a:extLst>
                  <a:ext uri="{FF2B5EF4-FFF2-40B4-BE49-F238E27FC236}">
                    <a16:creationId xmlns:a16="http://schemas.microsoft.com/office/drawing/2014/main" id="{CD8DA1E3-18F4-7342-766F-B9D8B0146CF7}"/>
                  </a:ext>
                </a:extLst>
              </p:cNvPr>
              <p:cNvSpPr>
                <a:spLocks/>
              </p:cNvSpPr>
              <p:nvPr userDrawn="1"/>
            </p:nvSpPr>
            <p:spPr bwMode="gray">
              <a:xfrm>
                <a:off x="2632" y="1209"/>
                <a:ext cx="9" cy="19"/>
              </a:xfrm>
              <a:custGeom>
                <a:avLst/>
                <a:gdLst>
                  <a:gd name="T0" fmla="*/ 0 w 9"/>
                  <a:gd name="T1" fmla="*/ 19 h 19"/>
                  <a:gd name="T2" fmla="*/ 0 w 9"/>
                  <a:gd name="T3" fmla="*/ 12 h 19"/>
                  <a:gd name="T4" fmla="*/ 2 w 9"/>
                  <a:gd name="T5" fmla="*/ 8 h 19"/>
                  <a:gd name="T6" fmla="*/ 5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2"/>
                    </a:lnTo>
                    <a:lnTo>
                      <a:pt x="2" y="8"/>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11" name="Line 1208">
                <a:extLst>
                  <a:ext uri="{FF2B5EF4-FFF2-40B4-BE49-F238E27FC236}">
                    <a16:creationId xmlns:a16="http://schemas.microsoft.com/office/drawing/2014/main" id="{D2E7F9B6-2D6B-CD3C-27DB-62AD8A8B2C0E}"/>
                  </a:ext>
                </a:extLst>
              </p:cNvPr>
              <p:cNvSpPr>
                <a:spLocks noChangeShapeType="1"/>
              </p:cNvSpPr>
              <p:nvPr userDrawn="1"/>
            </p:nvSpPr>
            <p:spPr bwMode="gray">
              <a:xfrm>
                <a:off x="2536" y="1184"/>
                <a:ext cx="19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12" name="Line 1209">
                <a:extLst>
                  <a:ext uri="{FF2B5EF4-FFF2-40B4-BE49-F238E27FC236}">
                    <a16:creationId xmlns:a16="http://schemas.microsoft.com/office/drawing/2014/main" id="{AE8F7725-0262-F385-5147-5C5944536438}"/>
                  </a:ext>
                </a:extLst>
              </p:cNvPr>
              <p:cNvSpPr>
                <a:spLocks noChangeShapeType="1"/>
              </p:cNvSpPr>
              <p:nvPr userDrawn="1"/>
            </p:nvSpPr>
            <p:spPr bwMode="gray">
              <a:xfrm>
                <a:off x="2532" y="1195"/>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13" name="Freeform 1210">
                <a:extLst>
                  <a:ext uri="{FF2B5EF4-FFF2-40B4-BE49-F238E27FC236}">
                    <a16:creationId xmlns:a16="http://schemas.microsoft.com/office/drawing/2014/main" id="{9C44878F-C84F-ECD3-8E14-85EB517DA2F6}"/>
                  </a:ext>
                </a:extLst>
              </p:cNvPr>
              <p:cNvSpPr>
                <a:spLocks/>
              </p:cNvSpPr>
              <p:nvPr userDrawn="1"/>
            </p:nvSpPr>
            <p:spPr bwMode="gray">
              <a:xfrm>
                <a:off x="2732" y="1244"/>
                <a:ext cx="8" cy="17"/>
              </a:xfrm>
              <a:custGeom>
                <a:avLst/>
                <a:gdLst>
                  <a:gd name="T0" fmla="*/ 0 w 8"/>
                  <a:gd name="T1" fmla="*/ 17 h 17"/>
                  <a:gd name="T2" fmla="*/ 1 w 8"/>
                  <a:gd name="T3" fmla="*/ 12 h 17"/>
                  <a:gd name="T4" fmla="*/ 3 w 8"/>
                  <a:gd name="T5" fmla="*/ 7 h 17"/>
                  <a:gd name="T6" fmla="*/ 5 w 8"/>
                  <a:gd name="T7" fmla="*/ 1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2"/>
                    </a:lnTo>
                    <a:lnTo>
                      <a:pt x="3" y="7"/>
                    </a:lnTo>
                    <a:lnTo>
                      <a:pt x="5" y="1"/>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14" name="Line 1211">
                <a:extLst>
                  <a:ext uri="{FF2B5EF4-FFF2-40B4-BE49-F238E27FC236}">
                    <a16:creationId xmlns:a16="http://schemas.microsoft.com/office/drawing/2014/main" id="{94DA8379-E97A-CEC2-A7BE-5F86326B0A9F}"/>
                  </a:ext>
                </a:extLst>
              </p:cNvPr>
              <p:cNvSpPr>
                <a:spLocks noChangeShapeType="1"/>
              </p:cNvSpPr>
              <p:nvPr userDrawn="1"/>
            </p:nvSpPr>
            <p:spPr bwMode="gray">
              <a:xfrm flipH="1" flipV="1">
                <a:off x="2543" y="1177"/>
                <a:ext cx="197"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15" name="Freeform 1212">
                <a:extLst>
                  <a:ext uri="{FF2B5EF4-FFF2-40B4-BE49-F238E27FC236}">
                    <a16:creationId xmlns:a16="http://schemas.microsoft.com/office/drawing/2014/main" id="{370120E8-BD43-1F62-C49F-B759224B6E34}"/>
                  </a:ext>
                </a:extLst>
              </p:cNvPr>
              <p:cNvSpPr>
                <a:spLocks/>
              </p:cNvSpPr>
              <p:nvPr userDrawn="1"/>
            </p:nvSpPr>
            <p:spPr bwMode="gray">
              <a:xfrm>
                <a:off x="2532" y="1177"/>
                <a:ext cx="11" cy="18"/>
              </a:xfrm>
              <a:custGeom>
                <a:avLst/>
                <a:gdLst>
                  <a:gd name="T0" fmla="*/ 0 w 11"/>
                  <a:gd name="T1" fmla="*/ 18 h 18"/>
                  <a:gd name="T2" fmla="*/ 2 w 11"/>
                  <a:gd name="T3" fmla="*/ 12 h 18"/>
                  <a:gd name="T4" fmla="*/ 4 w 11"/>
                  <a:gd name="T5" fmla="*/ 7 h 18"/>
                  <a:gd name="T6" fmla="*/ 5 w 11"/>
                  <a:gd name="T7" fmla="*/ 2 h 18"/>
                  <a:gd name="T8" fmla="*/ 11 w 11"/>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8">
                    <a:moveTo>
                      <a:pt x="0" y="18"/>
                    </a:moveTo>
                    <a:lnTo>
                      <a:pt x="2" y="12"/>
                    </a:lnTo>
                    <a:lnTo>
                      <a:pt x="4" y="7"/>
                    </a:lnTo>
                    <a:lnTo>
                      <a:pt x="5" y="2"/>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16" name="Freeform 1213">
                <a:extLst>
                  <a:ext uri="{FF2B5EF4-FFF2-40B4-BE49-F238E27FC236}">
                    <a16:creationId xmlns:a16="http://schemas.microsoft.com/office/drawing/2014/main" id="{247DA3A0-248B-9316-959C-1A59AB964D8C}"/>
                  </a:ext>
                </a:extLst>
              </p:cNvPr>
              <p:cNvSpPr>
                <a:spLocks/>
              </p:cNvSpPr>
              <p:nvPr userDrawn="1"/>
            </p:nvSpPr>
            <p:spPr bwMode="gray">
              <a:xfrm>
                <a:off x="2623" y="1202"/>
                <a:ext cx="9" cy="17"/>
              </a:xfrm>
              <a:custGeom>
                <a:avLst/>
                <a:gdLst>
                  <a:gd name="T0" fmla="*/ 0 w 9"/>
                  <a:gd name="T1" fmla="*/ 17 h 17"/>
                  <a:gd name="T2" fmla="*/ 4 w 9"/>
                  <a:gd name="T3" fmla="*/ 14 h 17"/>
                  <a:gd name="T4" fmla="*/ 5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4"/>
                    </a:lnTo>
                    <a:lnTo>
                      <a:pt x="5"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17" name="Line 1214">
                <a:extLst>
                  <a:ext uri="{FF2B5EF4-FFF2-40B4-BE49-F238E27FC236}">
                    <a16:creationId xmlns:a16="http://schemas.microsoft.com/office/drawing/2014/main" id="{04DF00AC-BC43-59A4-1ABC-01C4B3C97105}"/>
                  </a:ext>
                </a:extLst>
              </p:cNvPr>
              <p:cNvSpPr>
                <a:spLocks noChangeShapeType="1"/>
              </p:cNvSpPr>
              <p:nvPr userDrawn="1"/>
            </p:nvSpPr>
            <p:spPr bwMode="gray">
              <a:xfrm flipH="1" flipV="1">
                <a:off x="2530" y="1179"/>
                <a:ext cx="204"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18" name="Line 1215">
                <a:extLst>
                  <a:ext uri="{FF2B5EF4-FFF2-40B4-BE49-F238E27FC236}">
                    <a16:creationId xmlns:a16="http://schemas.microsoft.com/office/drawing/2014/main" id="{BF1D68A9-C15B-B62D-CD59-0A4348F1F7EB}"/>
                  </a:ext>
                </a:extLst>
              </p:cNvPr>
              <p:cNvSpPr>
                <a:spLocks noChangeShapeType="1"/>
              </p:cNvSpPr>
              <p:nvPr userDrawn="1"/>
            </p:nvSpPr>
            <p:spPr bwMode="gray">
              <a:xfrm flipH="1" flipV="1">
                <a:off x="2524" y="1186"/>
                <a:ext cx="200"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19" name="Freeform 1216">
                <a:extLst>
                  <a:ext uri="{FF2B5EF4-FFF2-40B4-BE49-F238E27FC236}">
                    <a16:creationId xmlns:a16="http://schemas.microsoft.com/office/drawing/2014/main" id="{DC78DBD0-CD39-3B7E-E306-B0E07089E9D7}"/>
                  </a:ext>
                </a:extLst>
              </p:cNvPr>
              <p:cNvSpPr>
                <a:spLocks/>
              </p:cNvSpPr>
              <p:nvPr userDrawn="1"/>
            </p:nvSpPr>
            <p:spPr bwMode="gray">
              <a:xfrm>
                <a:off x="2524" y="1168"/>
                <a:ext cx="9" cy="18"/>
              </a:xfrm>
              <a:custGeom>
                <a:avLst/>
                <a:gdLst>
                  <a:gd name="T0" fmla="*/ 0 w 9"/>
                  <a:gd name="T1" fmla="*/ 18 h 18"/>
                  <a:gd name="T2" fmla="*/ 4 w 9"/>
                  <a:gd name="T3" fmla="*/ 14 h 18"/>
                  <a:gd name="T4" fmla="*/ 7 w 9"/>
                  <a:gd name="T5" fmla="*/ 9 h 18"/>
                  <a:gd name="T6" fmla="*/ 9 w 9"/>
                  <a:gd name="T7" fmla="*/ 6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7" y="9"/>
                    </a:lnTo>
                    <a:lnTo>
                      <a:pt x="9" y="6"/>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20" name="Line 1217">
                <a:extLst>
                  <a:ext uri="{FF2B5EF4-FFF2-40B4-BE49-F238E27FC236}">
                    <a16:creationId xmlns:a16="http://schemas.microsoft.com/office/drawing/2014/main" id="{6501257C-4CCA-D423-82E2-430FAC3C4BA3}"/>
                  </a:ext>
                </a:extLst>
              </p:cNvPr>
              <p:cNvSpPr>
                <a:spLocks noChangeShapeType="1"/>
              </p:cNvSpPr>
              <p:nvPr userDrawn="1"/>
            </p:nvSpPr>
            <p:spPr bwMode="gray">
              <a:xfrm>
                <a:off x="2532" y="1168"/>
                <a:ext cx="200"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21" name="Freeform 1218">
                <a:extLst>
                  <a:ext uri="{FF2B5EF4-FFF2-40B4-BE49-F238E27FC236}">
                    <a16:creationId xmlns:a16="http://schemas.microsoft.com/office/drawing/2014/main" id="{EBC5B37C-0E6A-F166-1729-9C0460ECBA0B}"/>
                  </a:ext>
                </a:extLst>
              </p:cNvPr>
              <p:cNvSpPr>
                <a:spLocks/>
              </p:cNvSpPr>
              <p:nvPr userDrawn="1"/>
            </p:nvSpPr>
            <p:spPr bwMode="gray">
              <a:xfrm>
                <a:off x="2723" y="1235"/>
                <a:ext cx="9" cy="17"/>
              </a:xfrm>
              <a:custGeom>
                <a:avLst/>
                <a:gdLst>
                  <a:gd name="T0" fmla="*/ 0 w 9"/>
                  <a:gd name="T1" fmla="*/ 17 h 17"/>
                  <a:gd name="T2" fmla="*/ 3 w 9"/>
                  <a:gd name="T3" fmla="*/ 14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3" y="14"/>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22" name="Freeform 1219">
                <a:extLst>
                  <a:ext uri="{FF2B5EF4-FFF2-40B4-BE49-F238E27FC236}">
                    <a16:creationId xmlns:a16="http://schemas.microsoft.com/office/drawing/2014/main" id="{41316871-B7B8-B1A2-5BA1-8F18BE49A148}"/>
                  </a:ext>
                </a:extLst>
              </p:cNvPr>
              <p:cNvSpPr>
                <a:spLocks/>
              </p:cNvSpPr>
              <p:nvPr userDrawn="1"/>
            </p:nvSpPr>
            <p:spPr bwMode="gray">
              <a:xfrm>
                <a:off x="2448" y="1305"/>
                <a:ext cx="9" cy="17"/>
              </a:xfrm>
              <a:custGeom>
                <a:avLst/>
                <a:gdLst>
                  <a:gd name="T0" fmla="*/ 9 w 9"/>
                  <a:gd name="T1" fmla="*/ 0 h 17"/>
                  <a:gd name="T2" fmla="*/ 6 w 9"/>
                  <a:gd name="T3" fmla="*/ 3 h 17"/>
                  <a:gd name="T4" fmla="*/ 4 w 9"/>
                  <a:gd name="T5" fmla="*/ 7 h 17"/>
                  <a:gd name="T6" fmla="*/ 2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6" y="3"/>
                    </a:lnTo>
                    <a:lnTo>
                      <a:pt x="4" y="7"/>
                    </a:lnTo>
                    <a:lnTo>
                      <a:pt x="2"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23" name="Line 1220">
                <a:extLst>
                  <a:ext uri="{FF2B5EF4-FFF2-40B4-BE49-F238E27FC236}">
                    <a16:creationId xmlns:a16="http://schemas.microsoft.com/office/drawing/2014/main" id="{F89878FE-78C9-D65D-D3FB-A9670F8872A7}"/>
                  </a:ext>
                </a:extLst>
              </p:cNvPr>
              <p:cNvSpPr>
                <a:spLocks noChangeShapeType="1"/>
              </p:cNvSpPr>
              <p:nvPr userDrawn="1"/>
            </p:nvSpPr>
            <p:spPr bwMode="gray">
              <a:xfrm>
                <a:off x="2352" y="1274"/>
                <a:ext cx="19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24" name="Line 1221">
                <a:extLst>
                  <a:ext uri="{FF2B5EF4-FFF2-40B4-BE49-F238E27FC236}">
                    <a16:creationId xmlns:a16="http://schemas.microsoft.com/office/drawing/2014/main" id="{AC9DA6FE-2747-4661-D420-0622A6E8FED6}"/>
                  </a:ext>
                </a:extLst>
              </p:cNvPr>
              <p:cNvSpPr>
                <a:spLocks noChangeShapeType="1"/>
              </p:cNvSpPr>
              <p:nvPr userDrawn="1"/>
            </p:nvSpPr>
            <p:spPr bwMode="gray">
              <a:xfrm>
                <a:off x="2359" y="1270"/>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25" name="Freeform 1222">
                <a:extLst>
                  <a:ext uri="{FF2B5EF4-FFF2-40B4-BE49-F238E27FC236}">
                    <a16:creationId xmlns:a16="http://schemas.microsoft.com/office/drawing/2014/main" id="{792DBBFD-BA01-F496-486D-61AE07B3CDF8}"/>
                  </a:ext>
                </a:extLst>
              </p:cNvPr>
              <p:cNvSpPr>
                <a:spLocks/>
              </p:cNvSpPr>
              <p:nvPr userDrawn="1"/>
            </p:nvSpPr>
            <p:spPr bwMode="gray">
              <a:xfrm>
                <a:off x="2550" y="1340"/>
                <a:ext cx="8" cy="17"/>
              </a:xfrm>
              <a:custGeom>
                <a:avLst/>
                <a:gdLst>
                  <a:gd name="T0" fmla="*/ 8 w 8"/>
                  <a:gd name="T1" fmla="*/ 0 h 17"/>
                  <a:gd name="T2" fmla="*/ 5 w 8"/>
                  <a:gd name="T3" fmla="*/ 3 h 17"/>
                  <a:gd name="T4" fmla="*/ 1 w 8"/>
                  <a:gd name="T5" fmla="*/ 7 h 17"/>
                  <a:gd name="T6" fmla="*/ 0 w 8"/>
                  <a:gd name="T7" fmla="*/ 12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7"/>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26" name="Line 1223">
                <a:extLst>
                  <a:ext uri="{FF2B5EF4-FFF2-40B4-BE49-F238E27FC236}">
                    <a16:creationId xmlns:a16="http://schemas.microsoft.com/office/drawing/2014/main" id="{737E4891-FEF3-BF6D-9860-319D30BA0DAD}"/>
                  </a:ext>
                </a:extLst>
              </p:cNvPr>
              <p:cNvSpPr>
                <a:spLocks noChangeShapeType="1"/>
              </p:cNvSpPr>
              <p:nvPr userDrawn="1"/>
            </p:nvSpPr>
            <p:spPr bwMode="gray">
              <a:xfrm flipH="1" flipV="1">
                <a:off x="2350" y="1287"/>
                <a:ext cx="201" cy="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27" name="Freeform 1224">
                <a:extLst>
                  <a:ext uri="{FF2B5EF4-FFF2-40B4-BE49-F238E27FC236}">
                    <a16:creationId xmlns:a16="http://schemas.microsoft.com/office/drawing/2014/main" id="{CD8AB4FD-6FE4-11A9-621E-C8B6AE90AC6B}"/>
                  </a:ext>
                </a:extLst>
              </p:cNvPr>
              <p:cNvSpPr>
                <a:spLocks/>
              </p:cNvSpPr>
              <p:nvPr userDrawn="1"/>
            </p:nvSpPr>
            <p:spPr bwMode="gray">
              <a:xfrm>
                <a:off x="2350" y="1270"/>
                <a:ext cx="8" cy="17"/>
              </a:xfrm>
              <a:custGeom>
                <a:avLst/>
                <a:gdLst>
                  <a:gd name="T0" fmla="*/ 0 w 8"/>
                  <a:gd name="T1" fmla="*/ 17 h 17"/>
                  <a:gd name="T2" fmla="*/ 1 w 8"/>
                  <a:gd name="T3" fmla="*/ 14 h 17"/>
                  <a:gd name="T4" fmla="*/ 3 w 8"/>
                  <a:gd name="T5" fmla="*/ 9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1" y="14"/>
                    </a:lnTo>
                    <a:lnTo>
                      <a:pt x="3" y="9"/>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28" name="Freeform 1225">
                <a:extLst>
                  <a:ext uri="{FF2B5EF4-FFF2-40B4-BE49-F238E27FC236}">
                    <a16:creationId xmlns:a16="http://schemas.microsoft.com/office/drawing/2014/main" id="{69AAE27D-8A66-16AF-1379-5A5424E8606D}"/>
                  </a:ext>
                </a:extLst>
              </p:cNvPr>
              <p:cNvSpPr>
                <a:spLocks/>
              </p:cNvSpPr>
              <p:nvPr userDrawn="1"/>
            </p:nvSpPr>
            <p:spPr bwMode="gray">
              <a:xfrm>
                <a:off x="2459" y="2057"/>
                <a:ext cx="10" cy="13"/>
              </a:xfrm>
              <a:custGeom>
                <a:avLst/>
                <a:gdLst>
                  <a:gd name="T0" fmla="*/ 0 w 10"/>
                  <a:gd name="T1" fmla="*/ 0 h 9"/>
                  <a:gd name="T2" fmla="*/ 2 w 10"/>
                  <a:gd name="T3" fmla="*/ 3194 h 9"/>
                  <a:gd name="T4" fmla="*/ 3 w 10"/>
                  <a:gd name="T5" fmla="*/ 3457 h 9"/>
                  <a:gd name="T6" fmla="*/ 7 w 10"/>
                  <a:gd name="T7" fmla="*/ 4614 h 9"/>
                  <a:gd name="T8" fmla="*/ 10 w 10"/>
                  <a:gd name="T9" fmla="*/ 345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0"/>
                    </a:moveTo>
                    <a:lnTo>
                      <a:pt x="2" y="6"/>
                    </a:lnTo>
                    <a:lnTo>
                      <a:pt x="3" y="7"/>
                    </a:lnTo>
                    <a:lnTo>
                      <a:pt x="7" y="9"/>
                    </a:lnTo>
                    <a:lnTo>
                      <a:pt x="1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29" name="Line 1226">
                <a:extLst>
                  <a:ext uri="{FF2B5EF4-FFF2-40B4-BE49-F238E27FC236}">
                    <a16:creationId xmlns:a16="http://schemas.microsoft.com/office/drawing/2014/main" id="{DD974238-0103-E3A7-5C5F-09847726687E}"/>
                  </a:ext>
                </a:extLst>
              </p:cNvPr>
              <p:cNvSpPr>
                <a:spLocks noChangeShapeType="1"/>
              </p:cNvSpPr>
              <p:nvPr userDrawn="1"/>
            </p:nvSpPr>
            <p:spPr bwMode="gray">
              <a:xfrm>
                <a:off x="2367" y="2031"/>
                <a:ext cx="194"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30" name="Line 1227">
                <a:extLst>
                  <a:ext uri="{FF2B5EF4-FFF2-40B4-BE49-F238E27FC236}">
                    <a16:creationId xmlns:a16="http://schemas.microsoft.com/office/drawing/2014/main" id="{759438DC-0E8F-D7BC-E0F4-D0FC07BC9FC2}"/>
                  </a:ext>
                </a:extLst>
              </p:cNvPr>
              <p:cNvSpPr>
                <a:spLocks noChangeShapeType="1"/>
              </p:cNvSpPr>
              <p:nvPr userDrawn="1"/>
            </p:nvSpPr>
            <p:spPr bwMode="gray">
              <a:xfrm>
                <a:off x="2363" y="2022"/>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31" name="Freeform 1228">
                <a:extLst>
                  <a:ext uri="{FF2B5EF4-FFF2-40B4-BE49-F238E27FC236}">
                    <a16:creationId xmlns:a16="http://schemas.microsoft.com/office/drawing/2014/main" id="{297B44D5-6AD0-D418-3F06-E1B7F1F6321B}"/>
                  </a:ext>
                </a:extLst>
              </p:cNvPr>
              <p:cNvSpPr>
                <a:spLocks/>
              </p:cNvSpPr>
              <p:nvPr userDrawn="1"/>
            </p:nvSpPr>
            <p:spPr bwMode="gray">
              <a:xfrm>
                <a:off x="2558" y="2099"/>
                <a:ext cx="8" cy="9"/>
              </a:xfrm>
              <a:custGeom>
                <a:avLst/>
                <a:gdLst>
                  <a:gd name="T0" fmla="*/ 0 w 8"/>
                  <a:gd name="T1" fmla="*/ 0 h 9"/>
                  <a:gd name="T2" fmla="*/ 0 w 8"/>
                  <a:gd name="T3" fmla="*/ 3 h 9"/>
                  <a:gd name="T4" fmla="*/ 1 w 8"/>
                  <a:gd name="T5" fmla="*/ 7 h 9"/>
                  <a:gd name="T6" fmla="*/ 3 w 8"/>
                  <a:gd name="T7" fmla="*/ 9 h 9"/>
                  <a:gd name="T8" fmla="*/ 7 w 8"/>
                  <a:gd name="T9" fmla="*/ 9 h 9"/>
                  <a:gd name="T10" fmla="*/ 8 w 8"/>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0" y="3"/>
                    </a:lnTo>
                    <a:lnTo>
                      <a:pt x="1" y="7"/>
                    </a:lnTo>
                    <a:lnTo>
                      <a:pt x="3" y="9"/>
                    </a:lnTo>
                    <a:lnTo>
                      <a:pt x="7" y="9"/>
                    </a:lnTo>
                    <a:lnTo>
                      <a:pt x="8"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32" name="Line 1229">
                <a:extLst>
                  <a:ext uri="{FF2B5EF4-FFF2-40B4-BE49-F238E27FC236}">
                    <a16:creationId xmlns:a16="http://schemas.microsoft.com/office/drawing/2014/main" id="{9D3DE7B3-C59C-E69B-A7E7-69A14175B563}"/>
                  </a:ext>
                </a:extLst>
              </p:cNvPr>
              <p:cNvSpPr>
                <a:spLocks noChangeShapeType="1"/>
              </p:cNvSpPr>
              <p:nvPr userDrawn="1"/>
            </p:nvSpPr>
            <p:spPr bwMode="gray">
              <a:xfrm flipH="1" flipV="1">
                <a:off x="2371" y="2031"/>
                <a:ext cx="195"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33" name="Freeform 1230">
                <a:extLst>
                  <a:ext uri="{FF2B5EF4-FFF2-40B4-BE49-F238E27FC236}">
                    <a16:creationId xmlns:a16="http://schemas.microsoft.com/office/drawing/2014/main" id="{B7AAD09F-BACF-C479-12A1-7ED03FE54B7F}"/>
                  </a:ext>
                </a:extLst>
              </p:cNvPr>
              <p:cNvSpPr>
                <a:spLocks/>
              </p:cNvSpPr>
              <p:nvPr userDrawn="1"/>
            </p:nvSpPr>
            <p:spPr bwMode="gray">
              <a:xfrm>
                <a:off x="2363" y="2022"/>
                <a:ext cx="8" cy="7"/>
              </a:xfrm>
              <a:custGeom>
                <a:avLst/>
                <a:gdLst>
                  <a:gd name="T0" fmla="*/ 8 w 8"/>
                  <a:gd name="T1" fmla="*/ 7 h 7"/>
                  <a:gd name="T2" fmla="*/ 7 w 8"/>
                  <a:gd name="T3" fmla="*/ 7 h 7"/>
                  <a:gd name="T4" fmla="*/ 3 w 8"/>
                  <a:gd name="T5" fmla="*/ 7 h 7"/>
                  <a:gd name="T6" fmla="*/ 1 w 8"/>
                  <a:gd name="T7" fmla="*/ 5 h 7"/>
                  <a:gd name="T8" fmla="*/ 0 w 8"/>
                  <a:gd name="T9" fmla="*/ 3 h 7"/>
                  <a:gd name="T10" fmla="*/ 0 w 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7">
                    <a:moveTo>
                      <a:pt x="8" y="7"/>
                    </a:moveTo>
                    <a:lnTo>
                      <a:pt x="7" y="7"/>
                    </a:lnTo>
                    <a:lnTo>
                      <a:pt x="3" y="7"/>
                    </a:lnTo>
                    <a:lnTo>
                      <a:pt x="1"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34" name="Freeform 1231">
                <a:extLst>
                  <a:ext uri="{FF2B5EF4-FFF2-40B4-BE49-F238E27FC236}">
                    <a16:creationId xmlns:a16="http://schemas.microsoft.com/office/drawing/2014/main" id="{B500B4B3-48FA-AEB9-79F1-CEFB3299BB58}"/>
                  </a:ext>
                </a:extLst>
              </p:cNvPr>
              <p:cNvSpPr>
                <a:spLocks/>
              </p:cNvSpPr>
              <p:nvPr userDrawn="1"/>
            </p:nvSpPr>
            <p:spPr bwMode="gray">
              <a:xfrm>
                <a:off x="3031" y="1392"/>
                <a:ext cx="10" cy="16"/>
              </a:xfrm>
              <a:custGeom>
                <a:avLst/>
                <a:gdLst>
                  <a:gd name="T0" fmla="*/ 0 w 10"/>
                  <a:gd name="T1" fmla="*/ 0 h 16"/>
                  <a:gd name="T2" fmla="*/ 5 w 10"/>
                  <a:gd name="T3" fmla="*/ 2 h 16"/>
                  <a:gd name="T4" fmla="*/ 7 w 10"/>
                  <a:gd name="T5" fmla="*/ 7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7" y="7"/>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35" name="Freeform 1232">
                <a:extLst>
                  <a:ext uri="{FF2B5EF4-FFF2-40B4-BE49-F238E27FC236}">
                    <a16:creationId xmlns:a16="http://schemas.microsoft.com/office/drawing/2014/main" id="{331A2E14-87CC-18F7-7B32-E236374E6560}"/>
                  </a:ext>
                </a:extLst>
              </p:cNvPr>
              <p:cNvSpPr>
                <a:spLocks/>
              </p:cNvSpPr>
              <p:nvPr userDrawn="1"/>
            </p:nvSpPr>
            <p:spPr bwMode="gray">
              <a:xfrm>
                <a:off x="2836" y="1314"/>
                <a:ext cx="9" cy="13"/>
              </a:xfrm>
              <a:custGeom>
                <a:avLst/>
                <a:gdLst>
                  <a:gd name="T0" fmla="*/ 9 w 9"/>
                  <a:gd name="T1" fmla="*/ 3 h 15"/>
                  <a:gd name="T2" fmla="*/ 5 w 9"/>
                  <a:gd name="T3" fmla="*/ 3 h 15"/>
                  <a:gd name="T4" fmla="*/ 2 w 9"/>
                  <a:gd name="T5" fmla="*/ 3 h 15"/>
                  <a:gd name="T6" fmla="*/ 0 w 9"/>
                  <a:gd name="T7" fmla="*/ 3 h 15"/>
                  <a:gd name="T8" fmla="*/ 0 w 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15"/>
                    </a:moveTo>
                    <a:lnTo>
                      <a:pt x="5" y="14"/>
                    </a:lnTo>
                    <a:lnTo>
                      <a:pt x="2"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36" name="Freeform 1233">
                <a:extLst>
                  <a:ext uri="{FF2B5EF4-FFF2-40B4-BE49-F238E27FC236}">
                    <a16:creationId xmlns:a16="http://schemas.microsoft.com/office/drawing/2014/main" id="{722E350E-B4E5-304E-6872-7D4A4CA0160F}"/>
                  </a:ext>
                </a:extLst>
              </p:cNvPr>
              <p:cNvSpPr>
                <a:spLocks/>
              </p:cNvSpPr>
              <p:nvPr userDrawn="1"/>
            </p:nvSpPr>
            <p:spPr bwMode="gray">
              <a:xfrm>
                <a:off x="2954" y="1361"/>
                <a:ext cx="7" cy="9"/>
              </a:xfrm>
              <a:custGeom>
                <a:avLst/>
                <a:gdLst>
                  <a:gd name="T0" fmla="*/ 7 w 7"/>
                  <a:gd name="T1" fmla="*/ 9 h 9"/>
                  <a:gd name="T2" fmla="*/ 5 w 7"/>
                  <a:gd name="T3" fmla="*/ 9 h 9"/>
                  <a:gd name="T4" fmla="*/ 1 w 7"/>
                  <a:gd name="T5" fmla="*/ 7 h 9"/>
                  <a:gd name="T6" fmla="*/ 0 w 7"/>
                  <a:gd name="T7" fmla="*/ 5 h 9"/>
                  <a:gd name="T8" fmla="*/ 0 w 7"/>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7" y="9"/>
                    </a:moveTo>
                    <a:lnTo>
                      <a:pt x="5" y="9"/>
                    </a:lnTo>
                    <a:lnTo>
                      <a:pt x="1" y="7"/>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37" name="Line 1234">
                <a:extLst>
                  <a:ext uri="{FF2B5EF4-FFF2-40B4-BE49-F238E27FC236}">
                    <a16:creationId xmlns:a16="http://schemas.microsoft.com/office/drawing/2014/main" id="{03B167A6-86FE-4504-2D25-4EC993A36C5B}"/>
                  </a:ext>
                </a:extLst>
              </p:cNvPr>
              <p:cNvSpPr>
                <a:spLocks noChangeShapeType="1"/>
              </p:cNvSpPr>
              <p:nvPr userDrawn="1"/>
            </p:nvSpPr>
            <p:spPr bwMode="gray">
              <a:xfrm>
                <a:off x="2838" y="1327"/>
                <a:ext cx="19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38" name="Line 1235">
                <a:extLst>
                  <a:ext uri="{FF2B5EF4-FFF2-40B4-BE49-F238E27FC236}">
                    <a16:creationId xmlns:a16="http://schemas.microsoft.com/office/drawing/2014/main" id="{CF35DF97-FFF3-DD0D-FC9E-13FF2CDE6A2E}"/>
                  </a:ext>
                </a:extLst>
              </p:cNvPr>
              <p:cNvSpPr>
                <a:spLocks noChangeShapeType="1"/>
              </p:cNvSpPr>
              <p:nvPr userDrawn="1"/>
            </p:nvSpPr>
            <p:spPr bwMode="gray">
              <a:xfrm>
                <a:off x="2845" y="1327"/>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39" name="Freeform 1236">
                <a:extLst>
                  <a:ext uri="{FF2B5EF4-FFF2-40B4-BE49-F238E27FC236}">
                    <a16:creationId xmlns:a16="http://schemas.microsoft.com/office/drawing/2014/main" id="{A14DC7D8-9AA1-F785-6DEF-19F2B1A7EA7E}"/>
                  </a:ext>
                </a:extLst>
              </p:cNvPr>
              <p:cNvSpPr>
                <a:spLocks/>
              </p:cNvSpPr>
              <p:nvPr userDrawn="1"/>
            </p:nvSpPr>
            <p:spPr bwMode="gray">
              <a:xfrm>
                <a:off x="3031" y="1387"/>
                <a:ext cx="4" cy="5"/>
              </a:xfrm>
              <a:custGeom>
                <a:avLst/>
                <a:gdLst>
                  <a:gd name="T0" fmla="*/ 0 w 3"/>
                  <a:gd name="T1" fmla="*/ 3 h 5"/>
                  <a:gd name="T2" fmla="*/ 0 w 3"/>
                  <a:gd name="T3" fmla="*/ 5 h 5"/>
                  <a:gd name="T4" fmla="*/ 0 w 3"/>
                  <a:gd name="T5" fmla="*/ 5 h 5"/>
                  <a:gd name="T6" fmla="*/ 0 w 3"/>
                  <a:gd name="T7" fmla="*/ 5 h 5"/>
                  <a:gd name="T8" fmla="*/ 0 w 3"/>
                  <a:gd name="T9" fmla="*/ 3 h 5"/>
                  <a:gd name="T10" fmla="*/ 0 w 3"/>
                  <a:gd name="T11" fmla="*/ 3 h 5"/>
                  <a:gd name="T12" fmla="*/ 1 w 3"/>
                  <a:gd name="T13" fmla="*/ 2 h 5"/>
                  <a:gd name="T14" fmla="*/ 368 w 3"/>
                  <a:gd name="T15" fmla="*/ 0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0" y="3"/>
                    </a:moveTo>
                    <a:lnTo>
                      <a:pt x="0" y="5"/>
                    </a:lnTo>
                    <a:lnTo>
                      <a:pt x="0" y="3"/>
                    </a:lnTo>
                    <a:lnTo>
                      <a:pt x="1"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40" name="Line 1237">
                <a:extLst>
                  <a:ext uri="{FF2B5EF4-FFF2-40B4-BE49-F238E27FC236}">
                    <a16:creationId xmlns:a16="http://schemas.microsoft.com/office/drawing/2014/main" id="{B7A0EB16-2C3C-EFD7-AE93-481A3A438C44}"/>
                  </a:ext>
                </a:extLst>
              </p:cNvPr>
              <p:cNvSpPr>
                <a:spLocks noChangeShapeType="1"/>
              </p:cNvSpPr>
              <p:nvPr userDrawn="1"/>
            </p:nvSpPr>
            <p:spPr bwMode="gray">
              <a:xfrm flipH="1" flipV="1">
                <a:off x="2837" y="1322"/>
                <a:ext cx="19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41" name="Freeform 1238">
                <a:extLst>
                  <a:ext uri="{FF2B5EF4-FFF2-40B4-BE49-F238E27FC236}">
                    <a16:creationId xmlns:a16="http://schemas.microsoft.com/office/drawing/2014/main" id="{D898AEF3-B448-1CD2-62D8-CEDC53C89A11}"/>
                  </a:ext>
                </a:extLst>
              </p:cNvPr>
              <p:cNvSpPr>
                <a:spLocks/>
              </p:cNvSpPr>
              <p:nvPr userDrawn="1"/>
            </p:nvSpPr>
            <p:spPr bwMode="gray">
              <a:xfrm>
                <a:off x="2837" y="1322"/>
                <a:ext cx="7" cy="9"/>
              </a:xfrm>
              <a:custGeom>
                <a:avLst/>
                <a:gdLst>
                  <a:gd name="T0" fmla="*/ 7 w 7"/>
                  <a:gd name="T1" fmla="*/ 7 h 9"/>
                  <a:gd name="T2" fmla="*/ 5 w 7"/>
                  <a:gd name="T3" fmla="*/ 9 h 9"/>
                  <a:gd name="T4" fmla="*/ 1 w 7"/>
                  <a:gd name="T5" fmla="*/ 7 h 9"/>
                  <a:gd name="T6" fmla="*/ 0 w 7"/>
                  <a:gd name="T7" fmla="*/ 6 h 9"/>
                  <a:gd name="T8" fmla="*/ 0 w 7"/>
                  <a:gd name="T9" fmla="*/ 4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7"/>
                    </a:moveTo>
                    <a:lnTo>
                      <a:pt x="5" y="9"/>
                    </a:lnTo>
                    <a:lnTo>
                      <a:pt x="1" y="7"/>
                    </a:lnTo>
                    <a:lnTo>
                      <a:pt x="0" y="6"/>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42" name="Line 1239">
                <a:extLst>
                  <a:ext uri="{FF2B5EF4-FFF2-40B4-BE49-F238E27FC236}">
                    <a16:creationId xmlns:a16="http://schemas.microsoft.com/office/drawing/2014/main" id="{51179837-484C-7B95-B1FD-3C0626540B80}"/>
                  </a:ext>
                </a:extLst>
              </p:cNvPr>
              <p:cNvSpPr>
                <a:spLocks noChangeShapeType="1"/>
              </p:cNvSpPr>
              <p:nvPr userDrawn="1"/>
            </p:nvSpPr>
            <p:spPr bwMode="gray">
              <a:xfrm flipH="1">
                <a:off x="3370" y="1144"/>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43" name="Line 1240">
                <a:extLst>
                  <a:ext uri="{FF2B5EF4-FFF2-40B4-BE49-F238E27FC236}">
                    <a16:creationId xmlns:a16="http://schemas.microsoft.com/office/drawing/2014/main" id="{8B542EF7-4D73-C8C8-1FE5-4ACEC0CB2F32}"/>
                  </a:ext>
                </a:extLst>
              </p:cNvPr>
              <p:cNvSpPr>
                <a:spLocks noChangeShapeType="1"/>
              </p:cNvSpPr>
              <p:nvPr userDrawn="1"/>
            </p:nvSpPr>
            <p:spPr bwMode="gray">
              <a:xfrm flipH="1">
                <a:off x="3384" y="1149"/>
                <a:ext cx="30" cy="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44" name="Line 1241">
                <a:extLst>
                  <a:ext uri="{FF2B5EF4-FFF2-40B4-BE49-F238E27FC236}">
                    <a16:creationId xmlns:a16="http://schemas.microsoft.com/office/drawing/2014/main" id="{5AE5C5A8-3ACB-75ED-C5E9-5739F8B53DDE}"/>
                  </a:ext>
                </a:extLst>
              </p:cNvPr>
              <p:cNvSpPr>
                <a:spLocks noChangeShapeType="1"/>
              </p:cNvSpPr>
              <p:nvPr userDrawn="1"/>
            </p:nvSpPr>
            <p:spPr bwMode="gray">
              <a:xfrm flipV="1">
                <a:off x="3358" y="1133"/>
                <a:ext cx="45" cy="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45" name="Freeform 1242">
                <a:extLst>
                  <a:ext uri="{FF2B5EF4-FFF2-40B4-BE49-F238E27FC236}">
                    <a16:creationId xmlns:a16="http://schemas.microsoft.com/office/drawing/2014/main" id="{A73ADC83-AA5C-6073-5BA8-5D6A6D7343CE}"/>
                  </a:ext>
                </a:extLst>
              </p:cNvPr>
              <p:cNvSpPr>
                <a:spLocks/>
              </p:cNvSpPr>
              <p:nvPr userDrawn="1"/>
            </p:nvSpPr>
            <p:spPr bwMode="gray">
              <a:xfrm>
                <a:off x="3401" y="1133"/>
                <a:ext cx="11" cy="16"/>
              </a:xfrm>
              <a:custGeom>
                <a:avLst/>
                <a:gdLst>
                  <a:gd name="T0" fmla="*/ 11 w 11"/>
                  <a:gd name="T1" fmla="*/ 16 h 16"/>
                  <a:gd name="T2" fmla="*/ 6 w 11"/>
                  <a:gd name="T3" fmla="*/ 14 h 16"/>
                  <a:gd name="T4" fmla="*/ 4 w 11"/>
                  <a:gd name="T5" fmla="*/ 11 h 16"/>
                  <a:gd name="T6" fmla="*/ 0 w 11"/>
                  <a:gd name="T7" fmla="*/ 6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6" y="14"/>
                    </a:lnTo>
                    <a:lnTo>
                      <a:pt x="4" y="11"/>
                    </a:lnTo>
                    <a:lnTo>
                      <a:pt x="0"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46" name="Freeform 1243">
                <a:extLst>
                  <a:ext uri="{FF2B5EF4-FFF2-40B4-BE49-F238E27FC236}">
                    <a16:creationId xmlns:a16="http://schemas.microsoft.com/office/drawing/2014/main" id="{33BD46BB-C0C6-EEB1-5E2B-5FBC9D71A61D}"/>
                  </a:ext>
                </a:extLst>
              </p:cNvPr>
              <p:cNvSpPr>
                <a:spLocks/>
              </p:cNvSpPr>
              <p:nvPr userDrawn="1"/>
            </p:nvSpPr>
            <p:spPr bwMode="gray">
              <a:xfrm>
                <a:off x="3540" y="1252"/>
                <a:ext cx="10" cy="13"/>
              </a:xfrm>
              <a:custGeom>
                <a:avLst/>
                <a:gdLst>
                  <a:gd name="T0" fmla="*/ 0 w 10"/>
                  <a:gd name="T1" fmla="*/ 0 h 16"/>
                  <a:gd name="T2" fmla="*/ 3 w 10"/>
                  <a:gd name="T3" fmla="*/ 2 h 16"/>
                  <a:gd name="T4" fmla="*/ 7 w 10"/>
                  <a:gd name="T5" fmla="*/ 2 h 16"/>
                  <a:gd name="T6" fmla="*/ 8 w 10"/>
                  <a:gd name="T7" fmla="*/ 2 h 16"/>
                  <a:gd name="T8" fmla="*/ 10 w 10"/>
                  <a:gd name="T9" fmla="*/ 2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6"/>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47" name="Line 1244">
                <a:extLst>
                  <a:ext uri="{FF2B5EF4-FFF2-40B4-BE49-F238E27FC236}">
                    <a16:creationId xmlns:a16="http://schemas.microsoft.com/office/drawing/2014/main" id="{0F3E1224-E7BD-3990-C3F1-1C9F8F951480}"/>
                  </a:ext>
                </a:extLst>
              </p:cNvPr>
              <p:cNvSpPr>
                <a:spLocks noChangeShapeType="1"/>
              </p:cNvSpPr>
              <p:nvPr userDrawn="1"/>
            </p:nvSpPr>
            <p:spPr bwMode="gray">
              <a:xfrm flipV="1">
                <a:off x="3540" y="1217"/>
                <a:ext cx="79"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48" name="Line 1245">
                <a:extLst>
                  <a:ext uri="{FF2B5EF4-FFF2-40B4-BE49-F238E27FC236}">
                    <a16:creationId xmlns:a16="http://schemas.microsoft.com/office/drawing/2014/main" id="{7389389B-9074-BAC1-B17D-5A7271AE59D5}"/>
                  </a:ext>
                </a:extLst>
              </p:cNvPr>
              <p:cNvSpPr>
                <a:spLocks noChangeShapeType="1"/>
              </p:cNvSpPr>
              <p:nvPr userDrawn="1"/>
            </p:nvSpPr>
            <p:spPr bwMode="gray">
              <a:xfrm flipV="1">
                <a:off x="3540" y="1212"/>
                <a:ext cx="72" cy="4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49" name="Freeform 1246">
                <a:extLst>
                  <a:ext uri="{FF2B5EF4-FFF2-40B4-BE49-F238E27FC236}">
                    <a16:creationId xmlns:a16="http://schemas.microsoft.com/office/drawing/2014/main" id="{843B1ECE-EEF7-7F69-408B-429B8F2997C4}"/>
                  </a:ext>
                </a:extLst>
              </p:cNvPr>
              <p:cNvSpPr>
                <a:spLocks/>
              </p:cNvSpPr>
              <p:nvPr userDrawn="1"/>
            </p:nvSpPr>
            <p:spPr bwMode="gray">
              <a:xfrm>
                <a:off x="3610" y="1212"/>
                <a:ext cx="10" cy="16"/>
              </a:xfrm>
              <a:custGeom>
                <a:avLst/>
                <a:gdLst>
                  <a:gd name="T0" fmla="*/ 0 w 10"/>
                  <a:gd name="T1" fmla="*/ 0 h 16"/>
                  <a:gd name="T2" fmla="*/ 3 w 10"/>
                  <a:gd name="T3" fmla="*/ 2 h 16"/>
                  <a:gd name="T4" fmla="*/ 7 w 10"/>
                  <a:gd name="T5" fmla="*/ 5 h 16"/>
                  <a:gd name="T6" fmla="*/ 8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8"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50" name="Line 1247">
                <a:extLst>
                  <a:ext uri="{FF2B5EF4-FFF2-40B4-BE49-F238E27FC236}">
                    <a16:creationId xmlns:a16="http://schemas.microsoft.com/office/drawing/2014/main" id="{99533EDB-A13F-6C55-D6A8-94D7FB73A7BD}"/>
                  </a:ext>
                </a:extLst>
              </p:cNvPr>
              <p:cNvSpPr>
                <a:spLocks noChangeShapeType="1"/>
              </p:cNvSpPr>
              <p:nvPr userDrawn="1"/>
            </p:nvSpPr>
            <p:spPr bwMode="gray">
              <a:xfrm flipH="1">
                <a:off x="3540" y="1228"/>
                <a:ext cx="82"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51" name="Freeform 1248">
                <a:extLst>
                  <a:ext uri="{FF2B5EF4-FFF2-40B4-BE49-F238E27FC236}">
                    <a16:creationId xmlns:a16="http://schemas.microsoft.com/office/drawing/2014/main" id="{30F20F62-7E7B-97E0-5825-1D3F79ED36D0}"/>
                  </a:ext>
                </a:extLst>
              </p:cNvPr>
              <p:cNvSpPr>
                <a:spLocks/>
              </p:cNvSpPr>
              <p:nvPr userDrawn="1"/>
            </p:nvSpPr>
            <p:spPr bwMode="gray">
              <a:xfrm>
                <a:off x="3484" y="1170"/>
                <a:ext cx="8" cy="9"/>
              </a:xfrm>
              <a:custGeom>
                <a:avLst/>
                <a:gdLst>
                  <a:gd name="T0" fmla="*/ 0 w 8"/>
                  <a:gd name="T1" fmla="*/ 0 h 9"/>
                  <a:gd name="T2" fmla="*/ 3 w 8"/>
                  <a:gd name="T3" fmla="*/ 0 h 9"/>
                  <a:gd name="T4" fmla="*/ 5 w 8"/>
                  <a:gd name="T5" fmla="*/ 2 h 9"/>
                  <a:gd name="T6" fmla="*/ 7 w 8"/>
                  <a:gd name="T7" fmla="*/ 3 h 9"/>
                  <a:gd name="T8" fmla="*/ 8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0" y="0"/>
                    </a:moveTo>
                    <a:lnTo>
                      <a:pt x="3" y="0"/>
                    </a:lnTo>
                    <a:lnTo>
                      <a:pt x="5" y="2"/>
                    </a:lnTo>
                    <a:lnTo>
                      <a:pt x="7" y="3"/>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52" name="Line 1249">
                <a:extLst>
                  <a:ext uri="{FF2B5EF4-FFF2-40B4-BE49-F238E27FC236}">
                    <a16:creationId xmlns:a16="http://schemas.microsoft.com/office/drawing/2014/main" id="{68F4D72F-25D2-18C4-B2E2-E5719E771D23}"/>
                  </a:ext>
                </a:extLst>
              </p:cNvPr>
              <p:cNvSpPr>
                <a:spLocks noChangeShapeType="1"/>
              </p:cNvSpPr>
              <p:nvPr userDrawn="1"/>
            </p:nvSpPr>
            <p:spPr bwMode="gray">
              <a:xfrm flipH="1" flipV="1">
                <a:off x="3412" y="1147"/>
                <a:ext cx="203"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53" name="Line 1250">
                <a:extLst>
                  <a:ext uri="{FF2B5EF4-FFF2-40B4-BE49-F238E27FC236}">
                    <a16:creationId xmlns:a16="http://schemas.microsoft.com/office/drawing/2014/main" id="{81EDADBA-681F-A4F7-73CA-53E9102CCFD3}"/>
                  </a:ext>
                </a:extLst>
              </p:cNvPr>
              <p:cNvSpPr>
                <a:spLocks noChangeShapeType="1"/>
              </p:cNvSpPr>
              <p:nvPr userDrawn="1"/>
            </p:nvSpPr>
            <p:spPr bwMode="gray">
              <a:xfrm flipH="1" flipV="1">
                <a:off x="3412" y="1149"/>
                <a:ext cx="198"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54" name="Freeform 1251">
                <a:extLst>
                  <a:ext uri="{FF2B5EF4-FFF2-40B4-BE49-F238E27FC236}">
                    <a16:creationId xmlns:a16="http://schemas.microsoft.com/office/drawing/2014/main" id="{ED9EF283-958E-3631-AD65-23242DD76B9C}"/>
                  </a:ext>
                </a:extLst>
              </p:cNvPr>
              <p:cNvSpPr>
                <a:spLocks/>
              </p:cNvSpPr>
              <p:nvPr userDrawn="1"/>
            </p:nvSpPr>
            <p:spPr bwMode="gray">
              <a:xfrm>
                <a:off x="3410" y="1149"/>
                <a:ext cx="4" cy="4"/>
              </a:xfrm>
              <a:custGeom>
                <a:avLst/>
                <a:gdLst>
                  <a:gd name="T0" fmla="*/ 4 w 4"/>
                  <a:gd name="T1" fmla="*/ 0 h 5"/>
                  <a:gd name="T2" fmla="*/ 4 w 4"/>
                  <a:gd name="T3" fmla="*/ 0 h 5"/>
                  <a:gd name="T4" fmla="*/ 4 w 4"/>
                  <a:gd name="T5" fmla="*/ 0 h 5"/>
                  <a:gd name="T6" fmla="*/ 2 w 4"/>
                  <a:gd name="T7" fmla="*/ 2 h 5"/>
                  <a:gd name="T8" fmla="*/ 2 w 4"/>
                  <a:gd name="T9" fmla="*/ 2 h 5"/>
                  <a:gd name="T10" fmla="*/ 0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2" y="2"/>
                    </a:lnTo>
                    <a:lnTo>
                      <a:pt x="2"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55" name="Line 1252">
                <a:extLst>
                  <a:ext uri="{FF2B5EF4-FFF2-40B4-BE49-F238E27FC236}">
                    <a16:creationId xmlns:a16="http://schemas.microsoft.com/office/drawing/2014/main" id="{55DD9732-46A0-1F07-C8D7-16CCF8B7C3C3}"/>
                  </a:ext>
                </a:extLst>
              </p:cNvPr>
              <p:cNvSpPr>
                <a:spLocks noChangeShapeType="1"/>
              </p:cNvSpPr>
              <p:nvPr userDrawn="1"/>
            </p:nvSpPr>
            <p:spPr bwMode="gray">
              <a:xfrm>
                <a:off x="3410" y="1153"/>
                <a:ext cx="20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56" name="Freeform 1253">
                <a:extLst>
                  <a:ext uri="{FF2B5EF4-FFF2-40B4-BE49-F238E27FC236}">
                    <a16:creationId xmlns:a16="http://schemas.microsoft.com/office/drawing/2014/main" id="{0033029B-00A6-0E71-683D-E75747E7C713}"/>
                  </a:ext>
                </a:extLst>
              </p:cNvPr>
              <p:cNvSpPr>
                <a:spLocks/>
              </p:cNvSpPr>
              <p:nvPr userDrawn="1"/>
            </p:nvSpPr>
            <p:spPr bwMode="gray">
              <a:xfrm>
                <a:off x="3610" y="1210"/>
                <a:ext cx="7" cy="9"/>
              </a:xfrm>
              <a:custGeom>
                <a:avLst/>
                <a:gdLst>
                  <a:gd name="T0" fmla="*/ 7 w 7"/>
                  <a:gd name="T1" fmla="*/ 9 h 9"/>
                  <a:gd name="T2" fmla="*/ 7 w 7"/>
                  <a:gd name="T3" fmla="*/ 6 h 9"/>
                  <a:gd name="T4" fmla="*/ 5 w 7"/>
                  <a:gd name="T5" fmla="*/ 4 h 9"/>
                  <a:gd name="T6" fmla="*/ 5 w 7"/>
                  <a:gd name="T7" fmla="*/ 2 h 9"/>
                  <a:gd name="T8" fmla="*/ 1 w 7"/>
                  <a:gd name="T9" fmla="*/ 0 h 9"/>
                  <a:gd name="T10" fmla="*/ 0 w 7"/>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5" y="4"/>
                    </a:lnTo>
                    <a:lnTo>
                      <a:pt x="5" y="2"/>
                    </a:lnTo>
                    <a:lnTo>
                      <a:pt x="1"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57" name="Freeform 1254">
                <a:extLst>
                  <a:ext uri="{FF2B5EF4-FFF2-40B4-BE49-F238E27FC236}">
                    <a16:creationId xmlns:a16="http://schemas.microsoft.com/office/drawing/2014/main" id="{B902B4B6-AA86-4BE5-6116-4533C5EBCEE7}"/>
                  </a:ext>
                </a:extLst>
              </p:cNvPr>
              <p:cNvSpPr>
                <a:spLocks/>
              </p:cNvSpPr>
              <p:nvPr userDrawn="1"/>
            </p:nvSpPr>
            <p:spPr bwMode="gray">
              <a:xfrm>
                <a:off x="3613" y="1327"/>
                <a:ext cx="5" cy="7"/>
              </a:xfrm>
              <a:custGeom>
                <a:avLst/>
                <a:gdLst>
                  <a:gd name="T0" fmla="*/ 4 w 5"/>
                  <a:gd name="T1" fmla="*/ 7 h 7"/>
                  <a:gd name="T2" fmla="*/ 5 w 5"/>
                  <a:gd name="T3" fmla="*/ 6 h 7"/>
                  <a:gd name="T4" fmla="*/ 5 w 5"/>
                  <a:gd name="T5" fmla="*/ 4 h 7"/>
                  <a:gd name="T6" fmla="*/ 4 w 5"/>
                  <a:gd name="T7" fmla="*/ 2 h 7"/>
                  <a:gd name="T8" fmla="*/ 2 w 5"/>
                  <a:gd name="T9" fmla="*/ 2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6"/>
                    </a:lnTo>
                    <a:lnTo>
                      <a:pt x="5" y="4"/>
                    </a:lnTo>
                    <a:lnTo>
                      <a:pt x="4" y="2"/>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58" name="Line 1255">
                <a:extLst>
                  <a:ext uri="{FF2B5EF4-FFF2-40B4-BE49-F238E27FC236}">
                    <a16:creationId xmlns:a16="http://schemas.microsoft.com/office/drawing/2014/main" id="{FC3F24C2-91D5-B1E0-F58B-7D1BBC793E36}"/>
                  </a:ext>
                </a:extLst>
              </p:cNvPr>
              <p:cNvSpPr>
                <a:spLocks noChangeShapeType="1"/>
              </p:cNvSpPr>
              <p:nvPr userDrawn="1"/>
            </p:nvSpPr>
            <p:spPr bwMode="gray">
              <a:xfrm flipV="1">
                <a:off x="3618" y="1222"/>
                <a:ext cx="4" cy="1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59" name="Line 1256">
                <a:extLst>
                  <a:ext uri="{FF2B5EF4-FFF2-40B4-BE49-F238E27FC236}">
                    <a16:creationId xmlns:a16="http://schemas.microsoft.com/office/drawing/2014/main" id="{64925F25-5B94-25BE-5F4D-45B94523E620}"/>
                  </a:ext>
                </a:extLst>
              </p:cNvPr>
              <p:cNvSpPr>
                <a:spLocks noChangeShapeType="1"/>
              </p:cNvSpPr>
              <p:nvPr userDrawn="1"/>
            </p:nvSpPr>
            <p:spPr bwMode="gray">
              <a:xfrm flipV="1">
                <a:off x="3615" y="1228"/>
                <a:ext cx="5"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60" name="Freeform 1257">
                <a:extLst>
                  <a:ext uri="{FF2B5EF4-FFF2-40B4-BE49-F238E27FC236}">
                    <a16:creationId xmlns:a16="http://schemas.microsoft.com/office/drawing/2014/main" id="{81B788C6-BB5F-963F-EAA1-0D03ABF97790}"/>
                  </a:ext>
                </a:extLst>
              </p:cNvPr>
              <p:cNvSpPr>
                <a:spLocks/>
              </p:cNvSpPr>
              <p:nvPr userDrawn="1"/>
            </p:nvSpPr>
            <p:spPr bwMode="gray">
              <a:xfrm>
                <a:off x="3618" y="1219"/>
                <a:ext cx="4" cy="9"/>
              </a:xfrm>
              <a:custGeom>
                <a:avLst/>
                <a:gdLst>
                  <a:gd name="T0" fmla="*/ 2 w 5"/>
                  <a:gd name="T1" fmla="*/ 9 h 9"/>
                  <a:gd name="T2" fmla="*/ 2 w 5"/>
                  <a:gd name="T3" fmla="*/ 7 h 9"/>
                  <a:gd name="T4" fmla="*/ 2 w 5"/>
                  <a:gd name="T5" fmla="*/ 5 h 9"/>
                  <a:gd name="T6" fmla="*/ 2 w 5"/>
                  <a:gd name="T7" fmla="*/ 4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4"/>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61" name="Line 1258">
                <a:extLst>
                  <a:ext uri="{FF2B5EF4-FFF2-40B4-BE49-F238E27FC236}">
                    <a16:creationId xmlns:a16="http://schemas.microsoft.com/office/drawing/2014/main" id="{8851ACE4-48C8-B117-B3E6-6C3660900511}"/>
                  </a:ext>
                </a:extLst>
              </p:cNvPr>
              <p:cNvSpPr>
                <a:spLocks noChangeShapeType="1"/>
              </p:cNvSpPr>
              <p:nvPr userDrawn="1"/>
            </p:nvSpPr>
            <p:spPr bwMode="gray">
              <a:xfrm flipH="1">
                <a:off x="3611" y="1219"/>
                <a:ext cx="6" cy="1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62" name="Freeform 1259">
                <a:extLst>
                  <a:ext uri="{FF2B5EF4-FFF2-40B4-BE49-F238E27FC236}">
                    <a16:creationId xmlns:a16="http://schemas.microsoft.com/office/drawing/2014/main" id="{D872DC95-57AE-7A5C-6273-323360C43FE5}"/>
                  </a:ext>
                </a:extLst>
              </p:cNvPr>
              <p:cNvSpPr>
                <a:spLocks/>
              </p:cNvSpPr>
              <p:nvPr userDrawn="1"/>
            </p:nvSpPr>
            <p:spPr bwMode="gray">
              <a:xfrm>
                <a:off x="2816" y="1205"/>
                <a:ext cx="22" cy="4"/>
              </a:xfrm>
              <a:custGeom>
                <a:avLst/>
                <a:gdLst>
                  <a:gd name="T0" fmla="*/ 226 w 19"/>
                  <a:gd name="T1" fmla="*/ 0 h 2"/>
                  <a:gd name="T2" fmla="*/ 168 w 19"/>
                  <a:gd name="T3" fmla="*/ 262144 h 2"/>
                  <a:gd name="T4" fmla="*/ 125 w 19"/>
                  <a:gd name="T5" fmla="*/ 262144 h 2"/>
                  <a:gd name="T6" fmla="*/ 60 w 19"/>
                  <a:gd name="T7" fmla="*/ 262144 h 2"/>
                  <a:gd name="T8" fmla="*/ 0 w 19"/>
                  <a:gd name="T9" fmla="*/ 262144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2"/>
                    </a:lnTo>
                    <a:lnTo>
                      <a:pt x="10" y="2"/>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63" name="Line 1260">
                <a:extLst>
                  <a:ext uri="{FF2B5EF4-FFF2-40B4-BE49-F238E27FC236}">
                    <a16:creationId xmlns:a16="http://schemas.microsoft.com/office/drawing/2014/main" id="{FA1FF30D-2EF2-9B21-479C-B608C8DE8274}"/>
                  </a:ext>
                </a:extLst>
              </p:cNvPr>
              <p:cNvSpPr>
                <a:spLocks noChangeShapeType="1"/>
              </p:cNvSpPr>
              <p:nvPr userDrawn="1"/>
            </p:nvSpPr>
            <p:spPr bwMode="gray">
              <a:xfrm flipV="1">
                <a:off x="2828" y="1202"/>
                <a:ext cx="1" cy="11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64" name="Line 1261">
                <a:extLst>
                  <a:ext uri="{FF2B5EF4-FFF2-40B4-BE49-F238E27FC236}">
                    <a16:creationId xmlns:a16="http://schemas.microsoft.com/office/drawing/2014/main" id="{BEA5AB85-A565-D966-B6E7-76ADC23AFB09}"/>
                  </a:ext>
                </a:extLst>
              </p:cNvPr>
              <p:cNvSpPr>
                <a:spLocks noChangeShapeType="1"/>
              </p:cNvSpPr>
              <p:nvPr userDrawn="1"/>
            </p:nvSpPr>
            <p:spPr bwMode="gray">
              <a:xfrm flipV="1">
                <a:off x="2836" y="1196"/>
                <a:ext cx="1" cy="1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65" name="Line 1262">
                <a:extLst>
                  <a:ext uri="{FF2B5EF4-FFF2-40B4-BE49-F238E27FC236}">
                    <a16:creationId xmlns:a16="http://schemas.microsoft.com/office/drawing/2014/main" id="{9CE887ED-2870-4C20-67C5-749C4A304A5A}"/>
                  </a:ext>
                </a:extLst>
              </p:cNvPr>
              <p:cNvSpPr>
                <a:spLocks noChangeShapeType="1"/>
              </p:cNvSpPr>
              <p:nvPr userDrawn="1"/>
            </p:nvSpPr>
            <p:spPr bwMode="gray">
              <a:xfrm>
                <a:off x="2816" y="1205"/>
                <a:ext cx="4" cy="10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66" name="Freeform 1263">
                <a:extLst>
                  <a:ext uri="{FF2B5EF4-FFF2-40B4-BE49-F238E27FC236}">
                    <a16:creationId xmlns:a16="http://schemas.microsoft.com/office/drawing/2014/main" id="{2F6589FC-5EDA-96D2-7464-732CE720FC90}"/>
                  </a:ext>
                </a:extLst>
              </p:cNvPr>
              <p:cNvSpPr>
                <a:spLocks/>
              </p:cNvSpPr>
              <p:nvPr userDrawn="1"/>
            </p:nvSpPr>
            <p:spPr bwMode="gray">
              <a:xfrm>
                <a:off x="2816" y="1314"/>
                <a:ext cx="22" cy="3"/>
              </a:xfrm>
              <a:custGeom>
                <a:avLst/>
                <a:gdLst>
                  <a:gd name="T0" fmla="*/ 226 w 19"/>
                  <a:gd name="T1" fmla="*/ 0 h 3"/>
                  <a:gd name="T2" fmla="*/ 145 w 19"/>
                  <a:gd name="T3" fmla="*/ 3 h 3"/>
                  <a:gd name="T4" fmla="*/ 80 w 19"/>
                  <a:gd name="T5" fmla="*/ 3 h 3"/>
                  <a:gd name="T6" fmla="*/ 0 w 1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3">
                    <a:moveTo>
                      <a:pt x="19" y="0"/>
                    </a:moveTo>
                    <a:lnTo>
                      <a:pt x="12" y="3"/>
                    </a:lnTo>
                    <a:lnTo>
                      <a:pt x="7"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67" name="Freeform 1264">
                <a:extLst>
                  <a:ext uri="{FF2B5EF4-FFF2-40B4-BE49-F238E27FC236}">
                    <a16:creationId xmlns:a16="http://schemas.microsoft.com/office/drawing/2014/main" id="{06A1425E-46B2-AC8A-DD03-BDB7EAA55B5D}"/>
                  </a:ext>
                </a:extLst>
              </p:cNvPr>
              <p:cNvSpPr>
                <a:spLocks/>
              </p:cNvSpPr>
              <p:nvPr userDrawn="1"/>
            </p:nvSpPr>
            <p:spPr bwMode="gray">
              <a:xfrm>
                <a:off x="2819" y="1214"/>
                <a:ext cx="20" cy="2"/>
              </a:xfrm>
              <a:custGeom>
                <a:avLst/>
                <a:gdLst>
                  <a:gd name="T0" fmla="*/ 20 w 20"/>
                  <a:gd name="T1" fmla="*/ 2 h 2"/>
                  <a:gd name="T2" fmla="*/ 14 w 20"/>
                  <a:gd name="T3" fmla="*/ 0 h 2"/>
                  <a:gd name="T4" fmla="*/ 9 w 20"/>
                  <a:gd name="T5" fmla="*/ 0 h 2"/>
                  <a:gd name="T6" fmla="*/ 6 w 20"/>
                  <a:gd name="T7" fmla="*/ 0 h 2"/>
                  <a:gd name="T8" fmla="*/ 0 w 20"/>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
                    <a:moveTo>
                      <a:pt x="20" y="2"/>
                    </a:moveTo>
                    <a:lnTo>
                      <a:pt x="14" y="0"/>
                    </a:lnTo>
                    <a:lnTo>
                      <a:pt x="9"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68" name="Line 1265">
                <a:extLst>
                  <a:ext uri="{FF2B5EF4-FFF2-40B4-BE49-F238E27FC236}">
                    <a16:creationId xmlns:a16="http://schemas.microsoft.com/office/drawing/2014/main" id="{93B279C9-70A9-5392-8E5C-D7D31CCE6355}"/>
                  </a:ext>
                </a:extLst>
              </p:cNvPr>
              <p:cNvSpPr>
                <a:spLocks noChangeShapeType="1"/>
              </p:cNvSpPr>
              <p:nvPr userDrawn="1"/>
            </p:nvSpPr>
            <p:spPr bwMode="gray">
              <a:xfrm>
                <a:off x="2828" y="1202"/>
                <a:ext cx="1" cy="1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69" name="Line 1266">
                <a:extLst>
                  <a:ext uri="{FF2B5EF4-FFF2-40B4-BE49-F238E27FC236}">
                    <a16:creationId xmlns:a16="http://schemas.microsoft.com/office/drawing/2014/main" id="{6935E8B2-6062-4084-A30B-707A00FAE46A}"/>
                  </a:ext>
                </a:extLst>
              </p:cNvPr>
              <p:cNvSpPr>
                <a:spLocks noChangeShapeType="1"/>
              </p:cNvSpPr>
              <p:nvPr userDrawn="1"/>
            </p:nvSpPr>
            <p:spPr bwMode="gray">
              <a:xfrm>
                <a:off x="2837" y="1196"/>
                <a:ext cx="1" cy="12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70" name="Freeform 1267">
                <a:extLst>
                  <a:ext uri="{FF2B5EF4-FFF2-40B4-BE49-F238E27FC236}">
                    <a16:creationId xmlns:a16="http://schemas.microsoft.com/office/drawing/2014/main" id="{5944FE1C-3602-00AE-B202-38BDA76E0018}"/>
                  </a:ext>
                </a:extLst>
              </p:cNvPr>
              <p:cNvSpPr>
                <a:spLocks/>
              </p:cNvSpPr>
              <p:nvPr userDrawn="1"/>
            </p:nvSpPr>
            <p:spPr bwMode="gray">
              <a:xfrm>
                <a:off x="2819" y="1321"/>
                <a:ext cx="20" cy="1"/>
              </a:xfrm>
              <a:custGeom>
                <a:avLst/>
                <a:gdLst>
                  <a:gd name="T0" fmla="*/ 20 w 20"/>
                  <a:gd name="T1" fmla="*/ 1 h 1"/>
                  <a:gd name="T2" fmla="*/ 13 w 20"/>
                  <a:gd name="T3" fmla="*/ 0 h 1"/>
                  <a:gd name="T4" fmla="*/ 7 w 20"/>
                  <a:gd name="T5" fmla="*/ 0 h 1"/>
                  <a:gd name="T6" fmla="*/ 0 w 20"/>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20" y="1"/>
                    </a:moveTo>
                    <a:lnTo>
                      <a:pt x="13" y="0"/>
                    </a:lnTo>
                    <a:lnTo>
                      <a:pt x="7"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71" name="Line 1268">
                <a:extLst>
                  <a:ext uri="{FF2B5EF4-FFF2-40B4-BE49-F238E27FC236}">
                    <a16:creationId xmlns:a16="http://schemas.microsoft.com/office/drawing/2014/main" id="{5DD05C4A-E24D-B951-52BA-7765E3FCD4CC}"/>
                  </a:ext>
                </a:extLst>
              </p:cNvPr>
              <p:cNvSpPr>
                <a:spLocks noChangeShapeType="1"/>
              </p:cNvSpPr>
              <p:nvPr userDrawn="1"/>
            </p:nvSpPr>
            <p:spPr bwMode="gray">
              <a:xfrm flipV="1">
                <a:off x="2819" y="1205"/>
                <a:ext cx="1" cy="1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72" name="Freeform 1269">
                <a:extLst>
                  <a:ext uri="{FF2B5EF4-FFF2-40B4-BE49-F238E27FC236}">
                    <a16:creationId xmlns:a16="http://schemas.microsoft.com/office/drawing/2014/main" id="{59E872B0-B3DE-C088-518B-B57D94F7D232}"/>
                  </a:ext>
                </a:extLst>
              </p:cNvPr>
              <p:cNvSpPr>
                <a:spLocks/>
              </p:cNvSpPr>
              <p:nvPr userDrawn="1"/>
            </p:nvSpPr>
            <p:spPr bwMode="gray">
              <a:xfrm>
                <a:off x="3038" y="1515"/>
                <a:ext cx="5" cy="8"/>
              </a:xfrm>
              <a:custGeom>
                <a:avLst/>
                <a:gdLst>
                  <a:gd name="T0" fmla="*/ 3 w 5"/>
                  <a:gd name="T1" fmla="*/ 0 h 8"/>
                  <a:gd name="T2" fmla="*/ 0 w 5"/>
                  <a:gd name="T3" fmla="*/ 1 h 8"/>
                  <a:gd name="T4" fmla="*/ 0 w 5"/>
                  <a:gd name="T5" fmla="*/ 3 h 8"/>
                  <a:gd name="T6" fmla="*/ 1 w 5"/>
                  <a:gd name="T7" fmla="*/ 7 h 8"/>
                  <a:gd name="T8" fmla="*/ 5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3" y="0"/>
                    </a:moveTo>
                    <a:lnTo>
                      <a:pt x="0" y="1"/>
                    </a:lnTo>
                    <a:lnTo>
                      <a:pt x="0" y="3"/>
                    </a:lnTo>
                    <a:lnTo>
                      <a:pt x="1"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73" name="Line 1270">
                <a:extLst>
                  <a:ext uri="{FF2B5EF4-FFF2-40B4-BE49-F238E27FC236}">
                    <a16:creationId xmlns:a16="http://schemas.microsoft.com/office/drawing/2014/main" id="{53A7761F-BD1F-6CE6-14C9-B5757AB1DD80}"/>
                  </a:ext>
                </a:extLst>
              </p:cNvPr>
              <p:cNvSpPr>
                <a:spLocks noChangeShapeType="1"/>
              </p:cNvSpPr>
              <p:nvPr userDrawn="1"/>
            </p:nvSpPr>
            <p:spPr bwMode="gray">
              <a:xfrm flipH="1">
                <a:off x="3038" y="1405"/>
                <a:ext cx="1" cy="15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74" name="Line 1271">
                <a:extLst>
                  <a:ext uri="{FF2B5EF4-FFF2-40B4-BE49-F238E27FC236}">
                    <a16:creationId xmlns:a16="http://schemas.microsoft.com/office/drawing/2014/main" id="{0B7C37EB-3EA0-6136-5D14-BB3A2A9A3EFA}"/>
                  </a:ext>
                </a:extLst>
              </p:cNvPr>
              <p:cNvSpPr>
                <a:spLocks noChangeShapeType="1"/>
              </p:cNvSpPr>
              <p:nvPr userDrawn="1"/>
            </p:nvSpPr>
            <p:spPr bwMode="gray">
              <a:xfrm flipH="1">
                <a:off x="3039" y="1408"/>
                <a:ext cx="2" cy="14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75" name="Line 1272">
                <a:extLst>
                  <a:ext uri="{FF2B5EF4-FFF2-40B4-BE49-F238E27FC236}">
                    <a16:creationId xmlns:a16="http://schemas.microsoft.com/office/drawing/2014/main" id="{F3371222-87A6-6481-F3F0-E897FCB9A2E7}"/>
                  </a:ext>
                </a:extLst>
              </p:cNvPr>
              <p:cNvSpPr>
                <a:spLocks noChangeShapeType="1"/>
              </p:cNvSpPr>
              <p:nvPr userDrawn="1"/>
            </p:nvSpPr>
            <p:spPr bwMode="gray">
              <a:xfrm flipV="1">
                <a:off x="3045" y="1405"/>
                <a:ext cx="2" cy="1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76" name="Freeform 1273">
                <a:extLst>
                  <a:ext uri="{FF2B5EF4-FFF2-40B4-BE49-F238E27FC236}">
                    <a16:creationId xmlns:a16="http://schemas.microsoft.com/office/drawing/2014/main" id="{EBD8DB1F-DACC-029B-59B4-CCC1F5414E2F}"/>
                  </a:ext>
                </a:extLst>
              </p:cNvPr>
              <p:cNvSpPr>
                <a:spLocks/>
              </p:cNvSpPr>
              <p:nvPr userDrawn="1"/>
            </p:nvSpPr>
            <p:spPr bwMode="gray">
              <a:xfrm>
                <a:off x="3039" y="1405"/>
                <a:ext cx="6" cy="4"/>
              </a:xfrm>
              <a:custGeom>
                <a:avLst/>
                <a:gdLst>
                  <a:gd name="T0" fmla="*/ 2 w 6"/>
                  <a:gd name="T1" fmla="*/ 368 h 3"/>
                  <a:gd name="T2" fmla="*/ 0 w 6"/>
                  <a:gd name="T3" fmla="*/ 368 h 3"/>
                  <a:gd name="T4" fmla="*/ 0 w 6"/>
                  <a:gd name="T5" fmla="*/ 1 h 3"/>
                  <a:gd name="T6" fmla="*/ 0 w 6"/>
                  <a:gd name="T7" fmla="*/ 1 h 3"/>
                  <a:gd name="T8" fmla="*/ 2 w 6"/>
                  <a:gd name="T9" fmla="*/ 0 h 3"/>
                  <a:gd name="T10" fmla="*/ 6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2" y="3"/>
                    </a:moveTo>
                    <a:lnTo>
                      <a:pt x="0" y="3"/>
                    </a:lnTo>
                    <a:lnTo>
                      <a:pt x="0" y="1"/>
                    </a:lnTo>
                    <a:lnTo>
                      <a:pt x="2" y="0"/>
                    </a:lnTo>
                    <a:lnTo>
                      <a:pt x="6"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77" name="Freeform 1274">
                <a:extLst>
                  <a:ext uri="{FF2B5EF4-FFF2-40B4-BE49-F238E27FC236}">
                    <a16:creationId xmlns:a16="http://schemas.microsoft.com/office/drawing/2014/main" id="{137A210C-D744-35C1-AD6E-C7AC9B1B0969}"/>
                  </a:ext>
                </a:extLst>
              </p:cNvPr>
              <p:cNvSpPr>
                <a:spLocks/>
              </p:cNvSpPr>
              <p:nvPr userDrawn="1"/>
            </p:nvSpPr>
            <p:spPr bwMode="gray">
              <a:xfrm>
                <a:off x="3193" y="847"/>
                <a:ext cx="17" cy="1"/>
              </a:xfrm>
              <a:custGeom>
                <a:avLst/>
                <a:gdLst>
                  <a:gd name="T0" fmla="*/ 0 w 17"/>
                  <a:gd name="T1" fmla="*/ 1 h 1"/>
                  <a:gd name="T2" fmla="*/ 5 w 17"/>
                  <a:gd name="T3" fmla="*/ 0 h 1"/>
                  <a:gd name="T4" fmla="*/ 12 w 17"/>
                  <a:gd name="T5" fmla="*/ 0 h 1"/>
                  <a:gd name="T6" fmla="*/ 17 w 1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
                    <a:moveTo>
                      <a:pt x="0" y="1"/>
                    </a:moveTo>
                    <a:lnTo>
                      <a:pt x="5" y="0"/>
                    </a:lnTo>
                    <a:lnTo>
                      <a:pt x="12" y="0"/>
                    </a:lnTo>
                    <a:lnTo>
                      <a:pt x="1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78" name="Line 1275">
                <a:extLst>
                  <a:ext uri="{FF2B5EF4-FFF2-40B4-BE49-F238E27FC236}">
                    <a16:creationId xmlns:a16="http://schemas.microsoft.com/office/drawing/2014/main" id="{BF2DB289-4DBA-0CAD-9F39-3FB87B2EB381}"/>
                  </a:ext>
                </a:extLst>
              </p:cNvPr>
              <p:cNvSpPr>
                <a:spLocks noChangeShapeType="1"/>
              </p:cNvSpPr>
              <p:nvPr userDrawn="1"/>
            </p:nvSpPr>
            <p:spPr bwMode="gray">
              <a:xfrm flipH="1">
                <a:off x="3185" y="840"/>
                <a:ext cx="10"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79" name="Line 1276">
                <a:extLst>
                  <a:ext uri="{FF2B5EF4-FFF2-40B4-BE49-F238E27FC236}">
                    <a16:creationId xmlns:a16="http://schemas.microsoft.com/office/drawing/2014/main" id="{EC49C9BC-B8EC-A94F-EEFD-F787AD3C53B1}"/>
                  </a:ext>
                </a:extLst>
              </p:cNvPr>
              <p:cNvSpPr>
                <a:spLocks noChangeShapeType="1"/>
              </p:cNvSpPr>
              <p:nvPr userDrawn="1"/>
            </p:nvSpPr>
            <p:spPr bwMode="gray">
              <a:xfrm flipV="1">
                <a:off x="3188" y="840"/>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80" name="Freeform 1277">
                <a:extLst>
                  <a:ext uri="{FF2B5EF4-FFF2-40B4-BE49-F238E27FC236}">
                    <a16:creationId xmlns:a16="http://schemas.microsoft.com/office/drawing/2014/main" id="{195CAA03-33A4-FCDE-1C4A-51A9A1C782E2}"/>
                  </a:ext>
                </a:extLst>
              </p:cNvPr>
              <p:cNvSpPr>
                <a:spLocks/>
              </p:cNvSpPr>
              <p:nvPr userDrawn="1"/>
            </p:nvSpPr>
            <p:spPr bwMode="gray">
              <a:xfrm>
                <a:off x="3193" y="840"/>
                <a:ext cx="10" cy="8"/>
              </a:xfrm>
              <a:custGeom>
                <a:avLst/>
                <a:gdLst>
                  <a:gd name="T0" fmla="*/ 10 w 10"/>
                  <a:gd name="T1" fmla="*/ 0 h 8"/>
                  <a:gd name="T2" fmla="*/ 5 w 10"/>
                  <a:gd name="T3" fmla="*/ 0 h 8"/>
                  <a:gd name="T4" fmla="*/ 1 w 10"/>
                  <a:gd name="T5" fmla="*/ 1 h 8"/>
                  <a:gd name="T6" fmla="*/ 0 w 10"/>
                  <a:gd name="T7" fmla="*/ 3 h 8"/>
                  <a:gd name="T8" fmla="*/ 0 w 10"/>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10" y="0"/>
                    </a:moveTo>
                    <a:lnTo>
                      <a:pt x="5" y="0"/>
                    </a:lnTo>
                    <a:lnTo>
                      <a:pt x="1" y="1"/>
                    </a:lnTo>
                    <a:lnTo>
                      <a:pt x="0" y="3"/>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81" name="Freeform 1278">
                <a:extLst>
                  <a:ext uri="{FF2B5EF4-FFF2-40B4-BE49-F238E27FC236}">
                    <a16:creationId xmlns:a16="http://schemas.microsoft.com/office/drawing/2014/main" id="{DDFBB49A-D8AB-B7A3-62EE-95358F08D6AB}"/>
                  </a:ext>
                </a:extLst>
              </p:cNvPr>
              <p:cNvSpPr>
                <a:spLocks/>
              </p:cNvSpPr>
              <p:nvPr userDrawn="1"/>
            </p:nvSpPr>
            <p:spPr bwMode="gray">
              <a:xfrm>
                <a:off x="3401" y="1013"/>
                <a:ext cx="4" cy="7"/>
              </a:xfrm>
              <a:custGeom>
                <a:avLst/>
                <a:gdLst>
                  <a:gd name="T0" fmla="*/ 1 w 6"/>
                  <a:gd name="T1" fmla="*/ 7 h 7"/>
                  <a:gd name="T2" fmla="*/ 1 w 6"/>
                  <a:gd name="T3" fmla="*/ 7 h 7"/>
                  <a:gd name="T4" fmla="*/ 1 w 6"/>
                  <a:gd name="T5" fmla="*/ 6 h 7"/>
                  <a:gd name="T6" fmla="*/ 1 w 6"/>
                  <a:gd name="T7" fmla="*/ 4 h 7"/>
                  <a:gd name="T8" fmla="*/ 1 w 6"/>
                  <a:gd name="T9" fmla="*/ 2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6" y="7"/>
                    </a:lnTo>
                    <a:lnTo>
                      <a:pt x="6" y="6"/>
                    </a:lnTo>
                    <a:lnTo>
                      <a:pt x="4" y="4"/>
                    </a:lnTo>
                    <a:lnTo>
                      <a:pt x="2"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82" name="Line 1279">
                <a:extLst>
                  <a:ext uri="{FF2B5EF4-FFF2-40B4-BE49-F238E27FC236}">
                    <a16:creationId xmlns:a16="http://schemas.microsoft.com/office/drawing/2014/main" id="{E386A746-C0A1-BA85-FFD9-F1E8B1273DC0}"/>
                  </a:ext>
                </a:extLst>
              </p:cNvPr>
              <p:cNvSpPr>
                <a:spLocks noChangeShapeType="1"/>
              </p:cNvSpPr>
              <p:nvPr userDrawn="1"/>
            </p:nvSpPr>
            <p:spPr bwMode="gray">
              <a:xfrm flipV="1">
                <a:off x="3403" y="909"/>
                <a:ext cx="5" cy="22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83" name="Line 1280">
                <a:extLst>
                  <a:ext uri="{FF2B5EF4-FFF2-40B4-BE49-F238E27FC236}">
                    <a16:creationId xmlns:a16="http://schemas.microsoft.com/office/drawing/2014/main" id="{9F364350-994B-B8E2-870B-4C4CCDFFCEFD}"/>
                  </a:ext>
                </a:extLst>
              </p:cNvPr>
              <p:cNvSpPr>
                <a:spLocks noChangeShapeType="1"/>
              </p:cNvSpPr>
              <p:nvPr userDrawn="1"/>
            </p:nvSpPr>
            <p:spPr bwMode="gray">
              <a:xfrm flipV="1">
                <a:off x="3401" y="913"/>
                <a:ext cx="4"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84" name="Freeform 1281">
                <a:extLst>
                  <a:ext uri="{FF2B5EF4-FFF2-40B4-BE49-F238E27FC236}">
                    <a16:creationId xmlns:a16="http://schemas.microsoft.com/office/drawing/2014/main" id="{6EEBA0F1-43BE-9B71-623E-FC59D952C5E3}"/>
                  </a:ext>
                </a:extLst>
              </p:cNvPr>
              <p:cNvSpPr>
                <a:spLocks/>
              </p:cNvSpPr>
              <p:nvPr userDrawn="1"/>
            </p:nvSpPr>
            <p:spPr bwMode="gray">
              <a:xfrm>
                <a:off x="3403" y="906"/>
                <a:ext cx="5" cy="7"/>
              </a:xfrm>
              <a:custGeom>
                <a:avLst/>
                <a:gdLst>
                  <a:gd name="T0" fmla="*/ 4 w 5"/>
                  <a:gd name="T1" fmla="*/ 7 h 7"/>
                  <a:gd name="T2" fmla="*/ 5 w 5"/>
                  <a:gd name="T3" fmla="*/ 5 h 7"/>
                  <a:gd name="T4" fmla="*/ 5 w 5"/>
                  <a:gd name="T5" fmla="*/ 4 h 7"/>
                  <a:gd name="T6" fmla="*/ 5 w 5"/>
                  <a:gd name="T7" fmla="*/ 2 h 7"/>
                  <a:gd name="T8" fmla="*/ 4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4" y="7"/>
                    </a:moveTo>
                    <a:lnTo>
                      <a:pt x="5" y="5"/>
                    </a:lnTo>
                    <a:lnTo>
                      <a:pt x="5" y="4"/>
                    </a:lnTo>
                    <a:lnTo>
                      <a:pt x="5"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85" name="Line 1282">
                <a:extLst>
                  <a:ext uri="{FF2B5EF4-FFF2-40B4-BE49-F238E27FC236}">
                    <a16:creationId xmlns:a16="http://schemas.microsoft.com/office/drawing/2014/main" id="{CFCE6A1A-979D-0F37-003A-6E027A4C68F4}"/>
                  </a:ext>
                </a:extLst>
              </p:cNvPr>
              <p:cNvSpPr>
                <a:spLocks noChangeShapeType="1"/>
              </p:cNvSpPr>
              <p:nvPr userDrawn="1"/>
            </p:nvSpPr>
            <p:spPr bwMode="gray">
              <a:xfrm flipH="1">
                <a:off x="3398" y="906"/>
                <a:ext cx="5"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86" name="Freeform 1283">
                <a:extLst>
                  <a:ext uri="{FF2B5EF4-FFF2-40B4-BE49-F238E27FC236}">
                    <a16:creationId xmlns:a16="http://schemas.microsoft.com/office/drawing/2014/main" id="{58A779A2-BD66-683D-6327-B76191CA9A9F}"/>
                  </a:ext>
                </a:extLst>
              </p:cNvPr>
              <p:cNvSpPr>
                <a:spLocks/>
              </p:cNvSpPr>
              <p:nvPr userDrawn="1"/>
            </p:nvSpPr>
            <p:spPr bwMode="gray">
              <a:xfrm>
                <a:off x="3398" y="1133"/>
                <a:ext cx="5" cy="6"/>
              </a:xfrm>
              <a:custGeom>
                <a:avLst/>
                <a:gdLst>
                  <a:gd name="T0" fmla="*/ 3 w 5"/>
                  <a:gd name="T1" fmla="*/ 0 h 6"/>
                  <a:gd name="T2" fmla="*/ 5 w 5"/>
                  <a:gd name="T3" fmla="*/ 2 h 6"/>
                  <a:gd name="T4" fmla="*/ 5 w 5"/>
                  <a:gd name="T5" fmla="*/ 2 h 6"/>
                  <a:gd name="T6" fmla="*/ 5 w 5"/>
                  <a:gd name="T7" fmla="*/ 4 h 6"/>
                  <a:gd name="T8" fmla="*/ 2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0"/>
                    </a:moveTo>
                    <a:lnTo>
                      <a:pt x="5" y="2"/>
                    </a:lnTo>
                    <a:lnTo>
                      <a:pt x="5" y="4"/>
                    </a:lnTo>
                    <a:lnTo>
                      <a:pt x="2" y="4"/>
                    </a:lnTo>
                    <a:lnTo>
                      <a:pt x="0"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87" name="Freeform 1284">
                <a:extLst>
                  <a:ext uri="{FF2B5EF4-FFF2-40B4-BE49-F238E27FC236}">
                    <a16:creationId xmlns:a16="http://schemas.microsoft.com/office/drawing/2014/main" id="{7D228F91-D0D3-4D58-3A25-8C420366DABB}"/>
                  </a:ext>
                </a:extLst>
              </p:cNvPr>
              <p:cNvSpPr>
                <a:spLocks/>
              </p:cNvSpPr>
              <p:nvPr userDrawn="1"/>
            </p:nvSpPr>
            <p:spPr bwMode="gray">
              <a:xfrm>
                <a:off x="3324" y="935"/>
                <a:ext cx="11" cy="16"/>
              </a:xfrm>
              <a:custGeom>
                <a:avLst/>
                <a:gdLst>
                  <a:gd name="T0" fmla="*/ 11 w 11"/>
                  <a:gd name="T1" fmla="*/ 16 h 16"/>
                  <a:gd name="T2" fmla="*/ 11 w 11"/>
                  <a:gd name="T3" fmla="*/ 10 h 16"/>
                  <a:gd name="T4" fmla="*/ 9 w 11"/>
                  <a:gd name="T5" fmla="*/ 5 h 16"/>
                  <a:gd name="T6" fmla="*/ 6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11" y="10"/>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88" name="Line 1285">
                <a:extLst>
                  <a:ext uri="{FF2B5EF4-FFF2-40B4-BE49-F238E27FC236}">
                    <a16:creationId xmlns:a16="http://schemas.microsoft.com/office/drawing/2014/main" id="{AC0BF2F8-ED88-AA7A-9EE2-737089B6B05B}"/>
                  </a:ext>
                </a:extLst>
              </p:cNvPr>
              <p:cNvSpPr>
                <a:spLocks noChangeShapeType="1"/>
              </p:cNvSpPr>
              <p:nvPr userDrawn="1"/>
            </p:nvSpPr>
            <p:spPr bwMode="gray">
              <a:xfrm flipH="1">
                <a:off x="3314" y="904"/>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89" name="Line 1286">
                <a:extLst>
                  <a:ext uri="{FF2B5EF4-FFF2-40B4-BE49-F238E27FC236}">
                    <a16:creationId xmlns:a16="http://schemas.microsoft.com/office/drawing/2014/main" id="{B058FC3C-E10C-49BF-E97B-4484569E2CEA}"/>
                  </a:ext>
                </a:extLst>
              </p:cNvPr>
              <p:cNvSpPr>
                <a:spLocks noChangeShapeType="1"/>
              </p:cNvSpPr>
              <p:nvPr userDrawn="1"/>
            </p:nvSpPr>
            <p:spPr bwMode="gray">
              <a:xfrm flipH="1">
                <a:off x="3314" y="913"/>
                <a:ext cx="9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90" name="Line 1287">
                <a:extLst>
                  <a:ext uri="{FF2B5EF4-FFF2-40B4-BE49-F238E27FC236}">
                    <a16:creationId xmlns:a16="http://schemas.microsoft.com/office/drawing/2014/main" id="{70BED2EF-A586-5EE2-14DC-57B35DD87DBB}"/>
                  </a:ext>
                </a:extLst>
              </p:cNvPr>
              <p:cNvSpPr>
                <a:spLocks noChangeShapeType="1"/>
              </p:cNvSpPr>
              <p:nvPr userDrawn="1"/>
            </p:nvSpPr>
            <p:spPr bwMode="gray">
              <a:xfrm flipV="1">
                <a:off x="3314" y="897"/>
                <a:ext cx="82"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91" name="Freeform 1288">
                <a:extLst>
                  <a:ext uri="{FF2B5EF4-FFF2-40B4-BE49-F238E27FC236}">
                    <a16:creationId xmlns:a16="http://schemas.microsoft.com/office/drawing/2014/main" id="{64D837E9-BA4D-0F89-1403-2FA6BA980F47}"/>
                  </a:ext>
                </a:extLst>
              </p:cNvPr>
              <p:cNvSpPr>
                <a:spLocks/>
              </p:cNvSpPr>
              <p:nvPr userDrawn="1"/>
            </p:nvSpPr>
            <p:spPr bwMode="gray">
              <a:xfrm>
                <a:off x="3396" y="897"/>
                <a:ext cx="11" cy="16"/>
              </a:xfrm>
              <a:custGeom>
                <a:avLst/>
                <a:gdLst>
                  <a:gd name="T0" fmla="*/ 0 w 11"/>
                  <a:gd name="T1" fmla="*/ 0 h 16"/>
                  <a:gd name="T2" fmla="*/ 4 w 11"/>
                  <a:gd name="T3" fmla="*/ 4 h 16"/>
                  <a:gd name="T4" fmla="*/ 7 w 11"/>
                  <a:gd name="T5" fmla="*/ 7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4"/>
                    </a:lnTo>
                    <a:lnTo>
                      <a:pt x="7" y="7"/>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92" name="Freeform 1289">
                <a:extLst>
                  <a:ext uri="{FF2B5EF4-FFF2-40B4-BE49-F238E27FC236}">
                    <a16:creationId xmlns:a16="http://schemas.microsoft.com/office/drawing/2014/main" id="{44BDE2D2-7C33-9DF6-B66E-FB50B8863539}"/>
                  </a:ext>
                </a:extLst>
              </p:cNvPr>
              <p:cNvSpPr>
                <a:spLocks/>
              </p:cNvSpPr>
              <p:nvPr userDrawn="1"/>
            </p:nvSpPr>
            <p:spPr bwMode="gray">
              <a:xfrm>
                <a:off x="3298" y="866"/>
                <a:ext cx="9" cy="8"/>
              </a:xfrm>
              <a:custGeom>
                <a:avLst/>
                <a:gdLst>
                  <a:gd name="T0" fmla="*/ 9 w 9"/>
                  <a:gd name="T1" fmla="*/ 8 h 8"/>
                  <a:gd name="T2" fmla="*/ 7 w 9"/>
                  <a:gd name="T3" fmla="*/ 5 h 8"/>
                  <a:gd name="T4" fmla="*/ 5 w 9"/>
                  <a:gd name="T5" fmla="*/ 1 h 8"/>
                  <a:gd name="T6" fmla="*/ 4 w 9"/>
                  <a:gd name="T7" fmla="*/ 0 h 8"/>
                  <a:gd name="T8" fmla="*/ 0 w 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8"/>
                    </a:moveTo>
                    <a:lnTo>
                      <a:pt x="7" y="5"/>
                    </a:lnTo>
                    <a:lnTo>
                      <a:pt x="5" y="1"/>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93" name="Line 1290">
                <a:extLst>
                  <a:ext uri="{FF2B5EF4-FFF2-40B4-BE49-F238E27FC236}">
                    <a16:creationId xmlns:a16="http://schemas.microsoft.com/office/drawing/2014/main" id="{9A9117CB-B272-1EAD-D053-68D1B228821F}"/>
                  </a:ext>
                </a:extLst>
              </p:cNvPr>
              <p:cNvSpPr>
                <a:spLocks noChangeShapeType="1"/>
              </p:cNvSpPr>
              <p:nvPr userDrawn="1"/>
            </p:nvSpPr>
            <p:spPr bwMode="gray">
              <a:xfrm>
                <a:off x="3207" y="840"/>
                <a:ext cx="195"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94" name="Line 1291">
                <a:extLst>
                  <a:ext uri="{FF2B5EF4-FFF2-40B4-BE49-F238E27FC236}">
                    <a16:creationId xmlns:a16="http://schemas.microsoft.com/office/drawing/2014/main" id="{01AC3ADB-91B1-321D-46DB-1576CA2B122D}"/>
                  </a:ext>
                </a:extLst>
              </p:cNvPr>
              <p:cNvSpPr>
                <a:spLocks noChangeShapeType="1"/>
              </p:cNvSpPr>
              <p:nvPr userDrawn="1"/>
            </p:nvSpPr>
            <p:spPr bwMode="gray">
              <a:xfrm>
                <a:off x="3210" y="847"/>
                <a:ext cx="194"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95" name="Freeform 1292">
                <a:extLst>
                  <a:ext uri="{FF2B5EF4-FFF2-40B4-BE49-F238E27FC236}">
                    <a16:creationId xmlns:a16="http://schemas.microsoft.com/office/drawing/2014/main" id="{3B714F49-9F1B-4BCC-0660-FAABB75F6134}"/>
                  </a:ext>
                </a:extLst>
              </p:cNvPr>
              <p:cNvSpPr>
                <a:spLocks/>
              </p:cNvSpPr>
              <p:nvPr userDrawn="1"/>
            </p:nvSpPr>
            <p:spPr bwMode="gray">
              <a:xfrm>
                <a:off x="3396" y="897"/>
                <a:ext cx="7" cy="9"/>
              </a:xfrm>
              <a:custGeom>
                <a:avLst/>
                <a:gdLst>
                  <a:gd name="T0" fmla="*/ 7 w 7"/>
                  <a:gd name="T1" fmla="*/ 9 h 9"/>
                  <a:gd name="T2" fmla="*/ 7 w 7"/>
                  <a:gd name="T3" fmla="*/ 6 h 9"/>
                  <a:gd name="T4" fmla="*/ 7 w 7"/>
                  <a:gd name="T5" fmla="*/ 2 h 9"/>
                  <a:gd name="T6" fmla="*/ 5 w 7"/>
                  <a:gd name="T7" fmla="*/ 0 h 9"/>
                  <a:gd name="T8" fmla="*/ 4 w 7"/>
                  <a:gd name="T9" fmla="*/ 0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7" y="9"/>
                    </a:moveTo>
                    <a:lnTo>
                      <a:pt x="7" y="6"/>
                    </a:lnTo>
                    <a:lnTo>
                      <a:pt x="7" y="2"/>
                    </a:lnTo>
                    <a:lnTo>
                      <a:pt x="5" y="0"/>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96" name="Line 1293">
                <a:extLst>
                  <a:ext uri="{FF2B5EF4-FFF2-40B4-BE49-F238E27FC236}">
                    <a16:creationId xmlns:a16="http://schemas.microsoft.com/office/drawing/2014/main" id="{E36A7F77-0A89-F839-F158-90F08F6A52E5}"/>
                  </a:ext>
                </a:extLst>
              </p:cNvPr>
              <p:cNvSpPr>
                <a:spLocks noChangeShapeType="1"/>
              </p:cNvSpPr>
              <p:nvPr userDrawn="1"/>
            </p:nvSpPr>
            <p:spPr bwMode="gray">
              <a:xfrm flipH="1" flipV="1">
                <a:off x="3202" y="840"/>
                <a:ext cx="194"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697" name="Freeform 1294">
                <a:extLst>
                  <a:ext uri="{FF2B5EF4-FFF2-40B4-BE49-F238E27FC236}">
                    <a16:creationId xmlns:a16="http://schemas.microsoft.com/office/drawing/2014/main" id="{1E1D6AA8-24CF-3B53-D032-893818195B53}"/>
                  </a:ext>
                </a:extLst>
              </p:cNvPr>
              <p:cNvSpPr>
                <a:spLocks/>
              </p:cNvSpPr>
              <p:nvPr userDrawn="1"/>
            </p:nvSpPr>
            <p:spPr bwMode="gray">
              <a:xfrm>
                <a:off x="3202" y="838"/>
                <a:ext cx="7" cy="9"/>
              </a:xfrm>
              <a:custGeom>
                <a:avLst/>
                <a:gdLst>
                  <a:gd name="T0" fmla="*/ 0 w 7"/>
                  <a:gd name="T1" fmla="*/ 2 h 9"/>
                  <a:gd name="T2" fmla="*/ 4 w 7"/>
                  <a:gd name="T3" fmla="*/ 0 h 9"/>
                  <a:gd name="T4" fmla="*/ 5 w 7"/>
                  <a:gd name="T5" fmla="*/ 2 h 9"/>
                  <a:gd name="T6" fmla="*/ 7 w 7"/>
                  <a:gd name="T7" fmla="*/ 3 h 9"/>
                  <a:gd name="T8" fmla="*/ 7 w 7"/>
                  <a:gd name="T9" fmla="*/ 7 h 9"/>
                  <a:gd name="T10" fmla="*/ 7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4" y="0"/>
                    </a:lnTo>
                    <a:lnTo>
                      <a:pt x="5" y="2"/>
                    </a:lnTo>
                    <a:lnTo>
                      <a:pt x="7" y="3"/>
                    </a:lnTo>
                    <a:lnTo>
                      <a:pt x="7" y="7"/>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98" name="Freeform 1295">
                <a:extLst>
                  <a:ext uri="{FF2B5EF4-FFF2-40B4-BE49-F238E27FC236}">
                    <a16:creationId xmlns:a16="http://schemas.microsoft.com/office/drawing/2014/main" id="{B117499E-579B-88B1-0E18-C7C753FF88FF}"/>
                  </a:ext>
                </a:extLst>
              </p:cNvPr>
              <p:cNvSpPr>
                <a:spLocks/>
              </p:cNvSpPr>
              <p:nvPr userDrawn="1"/>
            </p:nvSpPr>
            <p:spPr bwMode="gray">
              <a:xfrm>
                <a:off x="3345" y="1822"/>
                <a:ext cx="9" cy="8"/>
              </a:xfrm>
              <a:custGeom>
                <a:avLst/>
                <a:gdLst>
                  <a:gd name="T0" fmla="*/ 0 w 9"/>
                  <a:gd name="T1" fmla="*/ 0 h 8"/>
                  <a:gd name="T2" fmla="*/ 4 w 9"/>
                  <a:gd name="T3" fmla="*/ 0 h 8"/>
                  <a:gd name="T4" fmla="*/ 6 w 9"/>
                  <a:gd name="T5" fmla="*/ 0 h 8"/>
                  <a:gd name="T6" fmla="*/ 7 w 9"/>
                  <a:gd name="T7" fmla="*/ 1 h 8"/>
                  <a:gd name="T8" fmla="*/ 9 w 9"/>
                  <a:gd name="T9" fmla="*/ 5 h 8"/>
                  <a:gd name="T10" fmla="*/ 9 w 9"/>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4" y="0"/>
                    </a:lnTo>
                    <a:lnTo>
                      <a:pt x="6" y="0"/>
                    </a:lnTo>
                    <a:lnTo>
                      <a:pt x="7" y="1"/>
                    </a:lnTo>
                    <a:lnTo>
                      <a:pt x="9" y="5"/>
                    </a:lnTo>
                    <a:lnTo>
                      <a:pt x="9"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699" name="Freeform 1296">
                <a:extLst>
                  <a:ext uri="{FF2B5EF4-FFF2-40B4-BE49-F238E27FC236}">
                    <a16:creationId xmlns:a16="http://schemas.microsoft.com/office/drawing/2014/main" id="{CBC701BC-B7D0-C77C-FFE5-0767C2C80514}"/>
                  </a:ext>
                </a:extLst>
              </p:cNvPr>
              <p:cNvSpPr>
                <a:spLocks/>
              </p:cNvSpPr>
              <p:nvPr userDrawn="1"/>
            </p:nvSpPr>
            <p:spPr bwMode="gray">
              <a:xfrm>
                <a:off x="2976" y="1826"/>
                <a:ext cx="11" cy="13"/>
              </a:xfrm>
              <a:custGeom>
                <a:avLst/>
                <a:gdLst>
                  <a:gd name="T0" fmla="*/ 11 w 11"/>
                  <a:gd name="T1" fmla="*/ 2 h 16"/>
                  <a:gd name="T2" fmla="*/ 7 w 11"/>
                  <a:gd name="T3" fmla="*/ 2 h 16"/>
                  <a:gd name="T4" fmla="*/ 4 w 11"/>
                  <a:gd name="T5" fmla="*/ 2 h 16"/>
                  <a:gd name="T6" fmla="*/ 0 w 11"/>
                  <a:gd name="T7" fmla="*/ 2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1"/>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00" name="Freeform 1297">
                <a:extLst>
                  <a:ext uri="{FF2B5EF4-FFF2-40B4-BE49-F238E27FC236}">
                    <a16:creationId xmlns:a16="http://schemas.microsoft.com/office/drawing/2014/main" id="{31DAB6FD-774A-4D16-5605-A5FC7A4CEF96}"/>
                  </a:ext>
                </a:extLst>
              </p:cNvPr>
              <p:cNvSpPr>
                <a:spLocks/>
              </p:cNvSpPr>
              <p:nvPr userDrawn="1"/>
            </p:nvSpPr>
            <p:spPr bwMode="gray">
              <a:xfrm>
                <a:off x="3081" y="1873"/>
                <a:ext cx="9" cy="7"/>
              </a:xfrm>
              <a:custGeom>
                <a:avLst/>
                <a:gdLst>
                  <a:gd name="T0" fmla="*/ 9 w 9"/>
                  <a:gd name="T1" fmla="*/ 7 h 7"/>
                  <a:gd name="T2" fmla="*/ 7 w 9"/>
                  <a:gd name="T3" fmla="*/ 7 h 7"/>
                  <a:gd name="T4" fmla="*/ 4 w 9"/>
                  <a:gd name="T5" fmla="*/ 7 h 7"/>
                  <a:gd name="T6" fmla="*/ 2 w 9"/>
                  <a:gd name="T7" fmla="*/ 7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7" y="7"/>
                    </a:lnTo>
                    <a:lnTo>
                      <a:pt x="4" y="7"/>
                    </a:lnTo>
                    <a:lnTo>
                      <a:pt x="2" y="7"/>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01" name="Line 1298">
                <a:extLst>
                  <a:ext uri="{FF2B5EF4-FFF2-40B4-BE49-F238E27FC236}">
                    <a16:creationId xmlns:a16="http://schemas.microsoft.com/office/drawing/2014/main" id="{423B24F4-4DF9-0706-E190-763DBEB3AF35}"/>
                  </a:ext>
                </a:extLst>
              </p:cNvPr>
              <p:cNvSpPr>
                <a:spLocks noChangeShapeType="1"/>
              </p:cNvSpPr>
              <p:nvPr userDrawn="1"/>
            </p:nvSpPr>
            <p:spPr bwMode="gray">
              <a:xfrm>
                <a:off x="2984" y="1840"/>
                <a:ext cx="204"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02" name="Line 1299">
                <a:extLst>
                  <a:ext uri="{FF2B5EF4-FFF2-40B4-BE49-F238E27FC236}">
                    <a16:creationId xmlns:a16="http://schemas.microsoft.com/office/drawing/2014/main" id="{BDF123F7-FE4A-939F-AA6E-06849BEA4E38}"/>
                  </a:ext>
                </a:extLst>
              </p:cNvPr>
              <p:cNvSpPr>
                <a:spLocks noChangeShapeType="1"/>
              </p:cNvSpPr>
              <p:nvPr userDrawn="1"/>
            </p:nvSpPr>
            <p:spPr bwMode="gray">
              <a:xfrm>
                <a:off x="2987" y="1840"/>
                <a:ext cx="20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03" name="Freeform 1300">
                <a:extLst>
                  <a:ext uri="{FF2B5EF4-FFF2-40B4-BE49-F238E27FC236}">
                    <a16:creationId xmlns:a16="http://schemas.microsoft.com/office/drawing/2014/main" id="{05650262-61CC-9977-DB26-32A1C9B65806}"/>
                  </a:ext>
                </a:extLst>
              </p:cNvPr>
              <p:cNvSpPr>
                <a:spLocks/>
              </p:cNvSpPr>
              <p:nvPr userDrawn="1"/>
            </p:nvSpPr>
            <p:spPr bwMode="gray">
              <a:xfrm>
                <a:off x="3185" y="1909"/>
                <a:ext cx="8" cy="9"/>
              </a:xfrm>
              <a:custGeom>
                <a:avLst/>
                <a:gdLst>
                  <a:gd name="T0" fmla="*/ 8 w 8"/>
                  <a:gd name="T1" fmla="*/ 7 h 9"/>
                  <a:gd name="T2" fmla="*/ 5 w 8"/>
                  <a:gd name="T3" fmla="*/ 9 h 9"/>
                  <a:gd name="T4" fmla="*/ 3 w 8"/>
                  <a:gd name="T5" fmla="*/ 9 h 9"/>
                  <a:gd name="T6" fmla="*/ 1 w 8"/>
                  <a:gd name="T7" fmla="*/ 7 h 9"/>
                  <a:gd name="T8" fmla="*/ 0 w 8"/>
                  <a:gd name="T9" fmla="*/ 3 h 9"/>
                  <a:gd name="T10" fmla="*/ 0 w 8"/>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8" y="7"/>
                    </a:moveTo>
                    <a:lnTo>
                      <a:pt x="5" y="9"/>
                    </a:lnTo>
                    <a:lnTo>
                      <a:pt x="3" y="9"/>
                    </a:lnTo>
                    <a:lnTo>
                      <a:pt x="1"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04" name="Line 1301">
                <a:extLst>
                  <a:ext uri="{FF2B5EF4-FFF2-40B4-BE49-F238E27FC236}">
                    <a16:creationId xmlns:a16="http://schemas.microsoft.com/office/drawing/2014/main" id="{75DE8CAD-9F01-4E3B-AA89-E4BF80706714}"/>
                  </a:ext>
                </a:extLst>
              </p:cNvPr>
              <p:cNvSpPr>
                <a:spLocks noChangeShapeType="1"/>
              </p:cNvSpPr>
              <p:nvPr userDrawn="1"/>
            </p:nvSpPr>
            <p:spPr bwMode="gray">
              <a:xfrm flipH="1" flipV="1">
                <a:off x="2978" y="1835"/>
                <a:ext cx="20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05" name="Freeform 1302">
                <a:extLst>
                  <a:ext uri="{FF2B5EF4-FFF2-40B4-BE49-F238E27FC236}">
                    <a16:creationId xmlns:a16="http://schemas.microsoft.com/office/drawing/2014/main" id="{ABE04BE0-55EF-6118-2785-D8B2672F5AAF}"/>
                  </a:ext>
                </a:extLst>
              </p:cNvPr>
              <p:cNvSpPr>
                <a:spLocks/>
              </p:cNvSpPr>
              <p:nvPr userDrawn="1"/>
            </p:nvSpPr>
            <p:spPr bwMode="gray">
              <a:xfrm>
                <a:off x="2978" y="1835"/>
                <a:ext cx="9" cy="9"/>
              </a:xfrm>
              <a:custGeom>
                <a:avLst/>
                <a:gdLst>
                  <a:gd name="T0" fmla="*/ 9 w 9"/>
                  <a:gd name="T1" fmla="*/ 7 h 9"/>
                  <a:gd name="T2" fmla="*/ 5 w 9"/>
                  <a:gd name="T3" fmla="*/ 9 h 9"/>
                  <a:gd name="T4" fmla="*/ 4 w 9"/>
                  <a:gd name="T5" fmla="*/ 9 h 9"/>
                  <a:gd name="T6" fmla="*/ 2 w 9"/>
                  <a:gd name="T7" fmla="*/ 7 h 9"/>
                  <a:gd name="T8" fmla="*/ 0 w 9"/>
                  <a:gd name="T9" fmla="*/ 3 h 9"/>
                  <a:gd name="T10" fmla="*/ 0 w 9"/>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7"/>
                    </a:moveTo>
                    <a:lnTo>
                      <a:pt x="5" y="9"/>
                    </a:lnTo>
                    <a:lnTo>
                      <a:pt x="4" y="9"/>
                    </a:lnTo>
                    <a:lnTo>
                      <a:pt x="2"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06" name="Freeform 1303">
                <a:extLst>
                  <a:ext uri="{FF2B5EF4-FFF2-40B4-BE49-F238E27FC236}">
                    <a16:creationId xmlns:a16="http://schemas.microsoft.com/office/drawing/2014/main" id="{3C421887-A7FF-F168-8439-08EBBCB5983D}"/>
                  </a:ext>
                </a:extLst>
              </p:cNvPr>
              <p:cNvSpPr>
                <a:spLocks/>
              </p:cNvSpPr>
              <p:nvPr userDrawn="1"/>
            </p:nvSpPr>
            <p:spPr bwMode="gray">
              <a:xfrm>
                <a:off x="3290" y="1848"/>
                <a:ext cx="12" cy="10"/>
              </a:xfrm>
              <a:custGeom>
                <a:avLst/>
                <a:gdLst>
                  <a:gd name="T0" fmla="*/ 0 w 12"/>
                  <a:gd name="T1" fmla="*/ 8 h 10"/>
                  <a:gd name="T2" fmla="*/ 3 w 12"/>
                  <a:gd name="T3" fmla="*/ 10 h 10"/>
                  <a:gd name="T4" fmla="*/ 7 w 12"/>
                  <a:gd name="T5" fmla="*/ 8 h 10"/>
                  <a:gd name="T6" fmla="*/ 8 w 12"/>
                  <a:gd name="T7" fmla="*/ 8 h 10"/>
                  <a:gd name="T8" fmla="*/ 10 w 12"/>
                  <a:gd name="T9" fmla="*/ 5 h 10"/>
                  <a:gd name="T10" fmla="*/ 12 w 12"/>
                  <a:gd name="T11" fmla="*/ 3 h 10"/>
                  <a:gd name="T12" fmla="*/ 12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8"/>
                    </a:moveTo>
                    <a:lnTo>
                      <a:pt x="3" y="10"/>
                    </a:lnTo>
                    <a:lnTo>
                      <a:pt x="7" y="8"/>
                    </a:lnTo>
                    <a:lnTo>
                      <a:pt x="8" y="8"/>
                    </a:lnTo>
                    <a:lnTo>
                      <a:pt x="10" y="5"/>
                    </a:lnTo>
                    <a:lnTo>
                      <a:pt x="12"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07" name="Line 1304">
                <a:extLst>
                  <a:ext uri="{FF2B5EF4-FFF2-40B4-BE49-F238E27FC236}">
                    <a16:creationId xmlns:a16="http://schemas.microsoft.com/office/drawing/2014/main" id="{11B414FC-B249-B45F-40E1-52E9631AD7F7}"/>
                  </a:ext>
                </a:extLst>
              </p:cNvPr>
              <p:cNvSpPr>
                <a:spLocks noChangeShapeType="1"/>
              </p:cNvSpPr>
              <p:nvPr userDrawn="1"/>
            </p:nvSpPr>
            <p:spPr bwMode="gray">
              <a:xfrm flipV="1">
                <a:off x="3202" y="1819"/>
                <a:ext cx="156"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08" name="Line 1305">
                <a:extLst>
                  <a:ext uri="{FF2B5EF4-FFF2-40B4-BE49-F238E27FC236}">
                    <a16:creationId xmlns:a16="http://schemas.microsoft.com/office/drawing/2014/main" id="{D89AA8DD-A926-029C-7CD7-98681C435EFA}"/>
                  </a:ext>
                </a:extLst>
              </p:cNvPr>
              <p:cNvSpPr>
                <a:spLocks noChangeShapeType="1"/>
              </p:cNvSpPr>
              <p:nvPr userDrawn="1"/>
            </p:nvSpPr>
            <p:spPr bwMode="gray">
              <a:xfrm flipV="1">
                <a:off x="3193" y="1822"/>
                <a:ext cx="152"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09" name="Freeform 1306">
                <a:extLst>
                  <a:ext uri="{FF2B5EF4-FFF2-40B4-BE49-F238E27FC236}">
                    <a16:creationId xmlns:a16="http://schemas.microsoft.com/office/drawing/2014/main" id="{5C3B5859-1572-25CB-F841-237C765F1D9E}"/>
                  </a:ext>
                </a:extLst>
              </p:cNvPr>
              <p:cNvSpPr>
                <a:spLocks/>
              </p:cNvSpPr>
              <p:nvPr userDrawn="1"/>
            </p:nvSpPr>
            <p:spPr bwMode="gray">
              <a:xfrm>
                <a:off x="3345" y="1810"/>
                <a:ext cx="22" cy="13"/>
              </a:xfrm>
              <a:custGeom>
                <a:avLst/>
                <a:gdLst>
                  <a:gd name="T0" fmla="*/ 0 w 21"/>
                  <a:gd name="T1" fmla="*/ 13 h 13"/>
                  <a:gd name="T2" fmla="*/ 7 w 21"/>
                  <a:gd name="T3" fmla="*/ 13 h 13"/>
                  <a:gd name="T4" fmla="*/ 30 w 21"/>
                  <a:gd name="T5" fmla="*/ 9 h 13"/>
                  <a:gd name="T6" fmla="*/ 38 w 21"/>
                  <a:gd name="T7" fmla="*/ 6 h 13"/>
                  <a:gd name="T8" fmla="*/ 44 w 2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3">
                    <a:moveTo>
                      <a:pt x="0" y="13"/>
                    </a:moveTo>
                    <a:lnTo>
                      <a:pt x="7" y="13"/>
                    </a:lnTo>
                    <a:lnTo>
                      <a:pt x="13" y="9"/>
                    </a:lnTo>
                    <a:lnTo>
                      <a:pt x="18" y="6"/>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10" name="Line 1307">
                <a:extLst>
                  <a:ext uri="{FF2B5EF4-FFF2-40B4-BE49-F238E27FC236}">
                    <a16:creationId xmlns:a16="http://schemas.microsoft.com/office/drawing/2014/main" id="{1C0A22CE-E551-1A04-BF64-5CE9263E0ADB}"/>
                  </a:ext>
                </a:extLst>
              </p:cNvPr>
              <p:cNvSpPr>
                <a:spLocks noChangeShapeType="1"/>
              </p:cNvSpPr>
              <p:nvPr userDrawn="1"/>
            </p:nvSpPr>
            <p:spPr bwMode="gray">
              <a:xfrm flipH="1">
                <a:off x="3206" y="1810"/>
                <a:ext cx="161" cy="10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11" name="Freeform 1308">
                <a:extLst>
                  <a:ext uri="{FF2B5EF4-FFF2-40B4-BE49-F238E27FC236}">
                    <a16:creationId xmlns:a16="http://schemas.microsoft.com/office/drawing/2014/main" id="{21A9B0A1-92ED-D839-4220-64524C4D5180}"/>
                  </a:ext>
                </a:extLst>
              </p:cNvPr>
              <p:cNvSpPr>
                <a:spLocks/>
              </p:cNvSpPr>
              <p:nvPr userDrawn="1"/>
            </p:nvSpPr>
            <p:spPr bwMode="gray">
              <a:xfrm>
                <a:off x="3193" y="1909"/>
                <a:ext cx="13" cy="9"/>
              </a:xfrm>
              <a:custGeom>
                <a:avLst/>
                <a:gdLst>
                  <a:gd name="T0" fmla="*/ 13 w 13"/>
                  <a:gd name="T1" fmla="*/ 0 h 9"/>
                  <a:gd name="T2" fmla="*/ 11 w 13"/>
                  <a:gd name="T3" fmla="*/ 3 h 9"/>
                  <a:gd name="T4" fmla="*/ 9 w 13"/>
                  <a:gd name="T5" fmla="*/ 7 h 9"/>
                  <a:gd name="T6" fmla="*/ 6 w 13"/>
                  <a:gd name="T7" fmla="*/ 9 h 9"/>
                  <a:gd name="T8" fmla="*/ 0 w 13"/>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9">
                    <a:moveTo>
                      <a:pt x="13" y="0"/>
                    </a:moveTo>
                    <a:lnTo>
                      <a:pt x="11" y="3"/>
                    </a:lnTo>
                    <a:lnTo>
                      <a:pt x="9" y="7"/>
                    </a:lnTo>
                    <a:lnTo>
                      <a:pt x="6"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12" name="Freeform 1309">
                <a:extLst>
                  <a:ext uri="{FF2B5EF4-FFF2-40B4-BE49-F238E27FC236}">
                    <a16:creationId xmlns:a16="http://schemas.microsoft.com/office/drawing/2014/main" id="{0BF0CABB-C20B-39ED-FECC-8B8BF0B7B21C}"/>
                  </a:ext>
                </a:extLst>
              </p:cNvPr>
              <p:cNvSpPr>
                <a:spLocks/>
              </p:cNvSpPr>
              <p:nvPr userDrawn="1"/>
            </p:nvSpPr>
            <p:spPr bwMode="gray">
              <a:xfrm>
                <a:off x="3519" y="1709"/>
                <a:ext cx="8" cy="17"/>
              </a:xfrm>
              <a:custGeom>
                <a:avLst/>
                <a:gdLst>
                  <a:gd name="T0" fmla="*/ 8 w 8"/>
                  <a:gd name="T1" fmla="*/ 0 h 17"/>
                  <a:gd name="T2" fmla="*/ 5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13" name="Freeform 1310">
                <a:extLst>
                  <a:ext uri="{FF2B5EF4-FFF2-40B4-BE49-F238E27FC236}">
                    <a16:creationId xmlns:a16="http://schemas.microsoft.com/office/drawing/2014/main" id="{2DE4E0B4-84D6-CFE9-650D-41249C70DCF9}"/>
                  </a:ext>
                </a:extLst>
              </p:cNvPr>
              <p:cNvSpPr>
                <a:spLocks/>
              </p:cNvSpPr>
              <p:nvPr userDrawn="1"/>
            </p:nvSpPr>
            <p:spPr bwMode="gray">
              <a:xfrm>
                <a:off x="3580" y="1670"/>
                <a:ext cx="13" cy="9"/>
              </a:xfrm>
              <a:custGeom>
                <a:avLst/>
                <a:gdLst>
                  <a:gd name="T0" fmla="*/ 0 w 12"/>
                  <a:gd name="T1" fmla="*/ 9 h 9"/>
                  <a:gd name="T2" fmla="*/ 3 w 12"/>
                  <a:gd name="T3" fmla="*/ 9 h 9"/>
                  <a:gd name="T4" fmla="*/ 36 w 12"/>
                  <a:gd name="T5" fmla="*/ 7 h 9"/>
                  <a:gd name="T6" fmla="*/ 39 w 12"/>
                  <a:gd name="T7" fmla="*/ 4 h 9"/>
                  <a:gd name="T8" fmla="*/ 46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3" y="9"/>
                    </a:lnTo>
                    <a:lnTo>
                      <a:pt x="9" y="7"/>
                    </a:lnTo>
                    <a:lnTo>
                      <a:pt x="10" y="4"/>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14" name="Line 1311">
                <a:extLst>
                  <a:ext uri="{FF2B5EF4-FFF2-40B4-BE49-F238E27FC236}">
                    <a16:creationId xmlns:a16="http://schemas.microsoft.com/office/drawing/2014/main" id="{54EDFE83-31AC-3377-CBAD-D04CFC46B1B4}"/>
                  </a:ext>
                </a:extLst>
              </p:cNvPr>
              <p:cNvSpPr>
                <a:spLocks noChangeShapeType="1"/>
              </p:cNvSpPr>
              <p:nvPr userDrawn="1"/>
            </p:nvSpPr>
            <p:spPr bwMode="gray">
              <a:xfrm flipV="1">
                <a:off x="3531" y="1621"/>
                <a:ext cx="147"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15" name="Line 1312">
                <a:extLst>
                  <a:ext uri="{FF2B5EF4-FFF2-40B4-BE49-F238E27FC236}">
                    <a16:creationId xmlns:a16="http://schemas.microsoft.com/office/drawing/2014/main" id="{BF81374C-8B97-4E6B-D5E5-94B6E69C1841}"/>
                  </a:ext>
                </a:extLst>
              </p:cNvPr>
              <p:cNvSpPr>
                <a:spLocks noChangeShapeType="1"/>
              </p:cNvSpPr>
              <p:nvPr userDrawn="1"/>
            </p:nvSpPr>
            <p:spPr bwMode="gray">
              <a:xfrm flipV="1">
                <a:off x="3527" y="1622"/>
                <a:ext cx="143" cy="8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16" name="Freeform 1313">
                <a:extLst>
                  <a:ext uri="{FF2B5EF4-FFF2-40B4-BE49-F238E27FC236}">
                    <a16:creationId xmlns:a16="http://schemas.microsoft.com/office/drawing/2014/main" id="{73C622ED-D7EE-45CC-96AD-491AFF4F4627}"/>
                  </a:ext>
                </a:extLst>
              </p:cNvPr>
              <p:cNvSpPr>
                <a:spLocks/>
              </p:cNvSpPr>
              <p:nvPr userDrawn="1"/>
            </p:nvSpPr>
            <p:spPr bwMode="gray">
              <a:xfrm>
                <a:off x="3670" y="1614"/>
                <a:ext cx="12" cy="9"/>
              </a:xfrm>
              <a:custGeom>
                <a:avLst/>
                <a:gdLst>
                  <a:gd name="T0" fmla="*/ 0 w 12"/>
                  <a:gd name="T1" fmla="*/ 9 h 9"/>
                  <a:gd name="T2" fmla="*/ 5 w 12"/>
                  <a:gd name="T3" fmla="*/ 9 h 9"/>
                  <a:gd name="T4" fmla="*/ 9 w 12"/>
                  <a:gd name="T5" fmla="*/ 7 h 9"/>
                  <a:gd name="T6" fmla="*/ 11 w 12"/>
                  <a:gd name="T7" fmla="*/ 6 h 9"/>
                  <a:gd name="T8" fmla="*/ 12 w 12"/>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0" y="9"/>
                    </a:moveTo>
                    <a:lnTo>
                      <a:pt x="5" y="9"/>
                    </a:lnTo>
                    <a:lnTo>
                      <a:pt x="9" y="7"/>
                    </a:lnTo>
                    <a:lnTo>
                      <a:pt x="11" y="6"/>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17" name="Line 1314">
                <a:extLst>
                  <a:ext uri="{FF2B5EF4-FFF2-40B4-BE49-F238E27FC236}">
                    <a16:creationId xmlns:a16="http://schemas.microsoft.com/office/drawing/2014/main" id="{1E0A95E8-1CA3-9669-3737-11CD3759FD6D}"/>
                  </a:ext>
                </a:extLst>
              </p:cNvPr>
              <p:cNvSpPr>
                <a:spLocks noChangeShapeType="1"/>
              </p:cNvSpPr>
              <p:nvPr userDrawn="1"/>
            </p:nvSpPr>
            <p:spPr bwMode="gray">
              <a:xfrm flipH="1">
                <a:off x="3531" y="1614"/>
                <a:ext cx="150"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18" name="Freeform 1315">
                <a:extLst>
                  <a:ext uri="{FF2B5EF4-FFF2-40B4-BE49-F238E27FC236}">
                    <a16:creationId xmlns:a16="http://schemas.microsoft.com/office/drawing/2014/main" id="{844F82AB-292F-2027-BBC1-A227D17FFA2E}"/>
                  </a:ext>
                </a:extLst>
              </p:cNvPr>
              <p:cNvSpPr>
                <a:spLocks/>
              </p:cNvSpPr>
              <p:nvPr userDrawn="1"/>
            </p:nvSpPr>
            <p:spPr bwMode="gray">
              <a:xfrm>
                <a:off x="3527" y="1707"/>
                <a:ext cx="4" cy="7"/>
              </a:xfrm>
              <a:custGeom>
                <a:avLst/>
                <a:gdLst>
                  <a:gd name="T0" fmla="*/ 0 w 4"/>
                  <a:gd name="T1" fmla="*/ 4 h 7"/>
                  <a:gd name="T2" fmla="*/ 0 w 4"/>
                  <a:gd name="T3" fmla="*/ 5 h 7"/>
                  <a:gd name="T4" fmla="*/ 2 w 4"/>
                  <a:gd name="T5" fmla="*/ 7 h 7"/>
                  <a:gd name="T6" fmla="*/ 4 w 4"/>
                  <a:gd name="T7" fmla="*/ 5 h 7"/>
                  <a:gd name="T8" fmla="*/ 4 w 4"/>
                  <a:gd name="T9" fmla="*/ 4 h 7"/>
                  <a:gd name="T10" fmla="*/ 4 w 4"/>
                  <a:gd name="T11" fmla="*/ 2 h 7"/>
                  <a:gd name="T12" fmla="*/ 4 w 4"/>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7">
                    <a:moveTo>
                      <a:pt x="0" y="4"/>
                    </a:moveTo>
                    <a:lnTo>
                      <a:pt x="0" y="5"/>
                    </a:lnTo>
                    <a:lnTo>
                      <a:pt x="2" y="7"/>
                    </a:lnTo>
                    <a:lnTo>
                      <a:pt x="4" y="5"/>
                    </a:lnTo>
                    <a:lnTo>
                      <a:pt x="4" y="4"/>
                    </a:lnTo>
                    <a:lnTo>
                      <a:pt x="4"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19" name="Freeform 1316">
                <a:extLst>
                  <a:ext uri="{FF2B5EF4-FFF2-40B4-BE49-F238E27FC236}">
                    <a16:creationId xmlns:a16="http://schemas.microsoft.com/office/drawing/2014/main" id="{A8E246D2-4F89-93E1-F3D6-AC9DFFA4A2EA}"/>
                  </a:ext>
                </a:extLst>
              </p:cNvPr>
              <p:cNvSpPr>
                <a:spLocks/>
              </p:cNvSpPr>
              <p:nvPr userDrawn="1"/>
            </p:nvSpPr>
            <p:spPr bwMode="gray">
              <a:xfrm>
                <a:off x="3670" y="1605"/>
                <a:ext cx="9" cy="17"/>
              </a:xfrm>
              <a:custGeom>
                <a:avLst/>
                <a:gdLst>
                  <a:gd name="T0" fmla="*/ 9 w 9"/>
                  <a:gd name="T1" fmla="*/ 0 h 17"/>
                  <a:gd name="T2" fmla="*/ 9 w 9"/>
                  <a:gd name="T3" fmla="*/ 5 h 17"/>
                  <a:gd name="T4" fmla="*/ 7 w 9"/>
                  <a:gd name="T5" fmla="*/ 8 h 17"/>
                  <a:gd name="T6" fmla="*/ 4 w 9"/>
                  <a:gd name="T7" fmla="*/ 14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9" y="5"/>
                    </a:lnTo>
                    <a:lnTo>
                      <a:pt x="7" y="8"/>
                    </a:lnTo>
                    <a:lnTo>
                      <a:pt x="4"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20" name="Freeform 1317">
                <a:extLst>
                  <a:ext uri="{FF2B5EF4-FFF2-40B4-BE49-F238E27FC236}">
                    <a16:creationId xmlns:a16="http://schemas.microsoft.com/office/drawing/2014/main" id="{7142EA8D-11BD-3778-13CE-E50CC258BE07}"/>
                  </a:ext>
                </a:extLst>
              </p:cNvPr>
              <p:cNvSpPr>
                <a:spLocks/>
              </p:cNvSpPr>
              <p:nvPr userDrawn="1"/>
            </p:nvSpPr>
            <p:spPr bwMode="gray">
              <a:xfrm>
                <a:off x="3248" y="1515"/>
                <a:ext cx="8" cy="17"/>
              </a:xfrm>
              <a:custGeom>
                <a:avLst/>
                <a:gdLst>
                  <a:gd name="T0" fmla="*/ 0 w 8"/>
                  <a:gd name="T1" fmla="*/ 17 h 17"/>
                  <a:gd name="T2" fmla="*/ 3 w 8"/>
                  <a:gd name="T3" fmla="*/ 15 h 17"/>
                  <a:gd name="T4" fmla="*/ 7 w 8"/>
                  <a:gd name="T5" fmla="*/ 10 h 17"/>
                  <a:gd name="T6" fmla="*/ 8 w 8"/>
                  <a:gd name="T7" fmla="*/ 5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5"/>
                    </a:lnTo>
                    <a:lnTo>
                      <a:pt x="7" y="10"/>
                    </a:lnTo>
                    <a:lnTo>
                      <a:pt x="8"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21" name="Line 1318">
                <a:extLst>
                  <a:ext uri="{FF2B5EF4-FFF2-40B4-BE49-F238E27FC236}">
                    <a16:creationId xmlns:a16="http://schemas.microsoft.com/office/drawing/2014/main" id="{7F2D04C8-BF2B-C2BA-01A5-65F7FC470718}"/>
                  </a:ext>
                </a:extLst>
              </p:cNvPr>
              <p:cNvSpPr>
                <a:spLocks noChangeShapeType="1"/>
              </p:cNvSpPr>
              <p:nvPr userDrawn="1"/>
            </p:nvSpPr>
            <p:spPr bwMode="gray">
              <a:xfrm flipH="1" flipV="1">
                <a:off x="3151" y="1490"/>
                <a:ext cx="207"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22" name="Line 1319">
                <a:extLst>
                  <a:ext uri="{FF2B5EF4-FFF2-40B4-BE49-F238E27FC236}">
                    <a16:creationId xmlns:a16="http://schemas.microsoft.com/office/drawing/2014/main" id="{42112962-B035-313B-D05D-0534D5B5B568}"/>
                  </a:ext>
                </a:extLst>
              </p:cNvPr>
              <p:cNvSpPr>
                <a:spLocks noChangeShapeType="1"/>
              </p:cNvSpPr>
              <p:nvPr userDrawn="1"/>
            </p:nvSpPr>
            <p:spPr bwMode="gray">
              <a:xfrm flipH="1" flipV="1">
                <a:off x="3144" y="1497"/>
                <a:ext cx="208" cy="7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23" name="Freeform 1320">
                <a:extLst>
                  <a:ext uri="{FF2B5EF4-FFF2-40B4-BE49-F238E27FC236}">
                    <a16:creationId xmlns:a16="http://schemas.microsoft.com/office/drawing/2014/main" id="{2F237790-D762-903C-CEB2-CF90E738DDAF}"/>
                  </a:ext>
                </a:extLst>
              </p:cNvPr>
              <p:cNvSpPr>
                <a:spLocks/>
              </p:cNvSpPr>
              <p:nvPr userDrawn="1"/>
            </p:nvSpPr>
            <p:spPr bwMode="gray">
              <a:xfrm>
                <a:off x="3144" y="1480"/>
                <a:ext cx="9" cy="17"/>
              </a:xfrm>
              <a:custGeom>
                <a:avLst/>
                <a:gdLst>
                  <a:gd name="T0" fmla="*/ 0 w 9"/>
                  <a:gd name="T1" fmla="*/ 17 h 17"/>
                  <a:gd name="T2" fmla="*/ 4 w 9"/>
                  <a:gd name="T3" fmla="*/ 15 h 17"/>
                  <a:gd name="T4" fmla="*/ 7 w 9"/>
                  <a:gd name="T5" fmla="*/ 10 h 17"/>
                  <a:gd name="T6" fmla="*/ 9 w 9"/>
                  <a:gd name="T7" fmla="*/ 5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4" y="15"/>
                    </a:lnTo>
                    <a:lnTo>
                      <a:pt x="7" y="10"/>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24" name="Line 1321">
                <a:extLst>
                  <a:ext uri="{FF2B5EF4-FFF2-40B4-BE49-F238E27FC236}">
                    <a16:creationId xmlns:a16="http://schemas.microsoft.com/office/drawing/2014/main" id="{20668A7A-FB0B-012C-3C45-ABDE67ED8783}"/>
                  </a:ext>
                </a:extLst>
              </p:cNvPr>
              <p:cNvSpPr>
                <a:spLocks noChangeShapeType="1"/>
              </p:cNvSpPr>
              <p:nvPr userDrawn="1"/>
            </p:nvSpPr>
            <p:spPr bwMode="gray">
              <a:xfrm>
                <a:off x="3153" y="1480"/>
                <a:ext cx="208" cy="7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25" name="Freeform 1322">
                <a:extLst>
                  <a:ext uri="{FF2B5EF4-FFF2-40B4-BE49-F238E27FC236}">
                    <a16:creationId xmlns:a16="http://schemas.microsoft.com/office/drawing/2014/main" id="{320B914B-C4EE-9EDF-9CBF-AEC8D77402DD}"/>
                  </a:ext>
                </a:extLst>
              </p:cNvPr>
              <p:cNvSpPr>
                <a:spLocks/>
              </p:cNvSpPr>
              <p:nvPr userDrawn="1"/>
            </p:nvSpPr>
            <p:spPr bwMode="gray">
              <a:xfrm>
                <a:off x="3352" y="1551"/>
                <a:ext cx="9" cy="18"/>
              </a:xfrm>
              <a:custGeom>
                <a:avLst/>
                <a:gdLst>
                  <a:gd name="T0" fmla="*/ 0 w 9"/>
                  <a:gd name="T1" fmla="*/ 18 h 18"/>
                  <a:gd name="T2" fmla="*/ 4 w 9"/>
                  <a:gd name="T3" fmla="*/ 14 h 18"/>
                  <a:gd name="T4" fmla="*/ 6 w 9"/>
                  <a:gd name="T5" fmla="*/ 9 h 18"/>
                  <a:gd name="T6" fmla="*/ 7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4" y="14"/>
                    </a:lnTo>
                    <a:lnTo>
                      <a:pt x="6" y="9"/>
                    </a:lnTo>
                    <a:lnTo>
                      <a:pt x="7"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26" name="Freeform 1323">
                <a:extLst>
                  <a:ext uri="{FF2B5EF4-FFF2-40B4-BE49-F238E27FC236}">
                    <a16:creationId xmlns:a16="http://schemas.microsoft.com/office/drawing/2014/main" id="{9BEE669D-669A-C40F-C111-B4D017717DBD}"/>
                  </a:ext>
                </a:extLst>
              </p:cNvPr>
              <p:cNvSpPr>
                <a:spLocks/>
              </p:cNvSpPr>
              <p:nvPr userDrawn="1"/>
            </p:nvSpPr>
            <p:spPr bwMode="gray">
              <a:xfrm>
                <a:off x="3076" y="1530"/>
                <a:ext cx="13" cy="9"/>
              </a:xfrm>
              <a:custGeom>
                <a:avLst/>
                <a:gdLst>
                  <a:gd name="T0" fmla="*/ 46 w 12"/>
                  <a:gd name="T1" fmla="*/ 0 h 9"/>
                  <a:gd name="T2" fmla="*/ 36 w 12"/>
                  <a:gd name="T3" fmla="*/ 0 h 9"/>
                  <a:gd name="T4" fmla="*/ 30 w 12"/>
                  <a:gd name="T5" fmla="*/ 0 h 9"/>
                  <a:gd name="T6" fmla="*/ 4 w 12"/>
                  <a:gd name="T7" fmla="*/ 2 h 9"/>
                  <a:gd name="T8" fmla="*/ 2 w 12"/>
                  <a:gd name="T9" fmla="*/ 6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9" y="0"/>
                    </a:lnTo>
                    <a:lnTo>
                      <a:pt x="7" y="0"/>
                    </a:lnTo>
                    <a:lnTo>
                      <a:pt x="4" y="2"/>
                    </a:lnTo>
                    <a:lnTo>
                      <a:pt x="2"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727" name="Line 1324">
                <a:extLst>
                  <a:ext uri="{FF2B5EF4-FFF2-40B4-BE49-F238E27FC236}">
                    <a16:creationId xmlns:a16="http://schemas.microsoft.com/office/drawing/2014/main" id="{8FACAF50-FD92-DA0D-097D-B76986AF40C7}"/>
                  </a:ext>
                </a:extLst>
              </p:cNvPr>
              <p:cNvSpPr>
                <a:spLocks noChangeShapeType="1"/>
              </p:cNvSpPr>
              <p:nvPr userDrawn="1"/>
            </p:nvSpPr>
            <p:spPr bwMode="gray">
              <a:xfrm flipH="1">
                <a:off x="2984" y="1497"/>
                <a:ext cx="159"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728" name="Line 1325">
                <a:extLst>
                  <a:ext uri="{FF2B5EF4-FFF2-40B4-BE49-F238E27FC236}">
                    <a16:creationId xmlns:a16="http://schemas.microsoft.com/office/drawing/2014/main" id="{6D470A42-7AF7-D36F-4C05-ABF03F50CCDC}"/>
                  </a:ext>
                </a:extLst>
              </p:cNvPr>
              <p:cNvSpPr>
                <a:spLocks noChangeShapeType="1"/>
              </p:cNvSpPr>
              <p:nvPr userDrawn="1"/>
            </p:nvSpPr>
            <p:spPr bwMode="gray">
              <a:xfrm flipH="1">
                <a:off x="2989" y="1497"/>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grpSp>
        <p:grpSp>
          <p:nvGrpSpPr>
            <p:cNvPr id="4073" name="Group 1326">
              <a:extLst>
                <a:ext uri="{FF2B5EF4-FFF2-40B4-BE49-F238E27FC236}">
                  <a16:creationId xmlns:a16="http://schemas.microsoft.com/office/drawing/2014/main" id="{14810FB4-BCA6-39AF-1CDA-3258A7ED82D2}"/>
                </a:ext>
              </a:extLst>
            </p:cNvPr>
            <p:cNvGrpSpPr>
              <a:grpSpLocks/>
            </p:cNvGrpSpPr>
            <p:nvPr userDrawn="1"/>
          </p:nvGrpSpPr>
          <p:grpSpPr bwMode="auto">
            <a:xfrm>
              <a:off x="4230" y="2817"/>
              <a:ext cx="1410" cy="1369"/>
              <a:chOff x="2282" y="873"/>
              <a:chExt cx="1410" cy="1369"/>
            </a:xfrm>
          </p:grpSpPr>
          <p:sp>
            <p:nvSpPr>
              <p:cNvPr id="4329" name="Freeform 1327">
                <a:extLst>
                  <a:ext uri="{FF2B5EF4-FFF2-40B4-BE49-F238E27FC236}">
                    <a16:creationId xmlns:a16="http://schemas.microsoft.com/office/drawing/2014/main" id="{D3D30D03-4923-7084-5E46-825F056B79C5}"/>
                  </a:ext>
                </a:extLst>
              </p:cNvPr>
              <p:cNvSpPr>
                <a:spLocks/>
              </p:cNvSpPr>
              <p:nvPr userDrawn="1"/>
            </p:nvSpPr>
            <p:spPr bwMode="gray">
              <a:xfrm>
                <a:off x="2978" y="1586"/>
                <a:ext cx="11" cy="13"/>
              </a:xfrm>
              <a:custGeom>
                <a:avLst/>
                <a:gdLst>
                  <a:gd name="T0" fmla="*/ 11 w 11"/>
                  <a:gd name="T1" fmla="*/ 2 h 11"/>
                  <a:gd name="T2" fmla="*/ 7 w 11"/>
                  <a:gd name="T3" fmla="*/ 0 h 11"/>
                  <a:gd name="T4" fmla="*/ 4 w 11"/>
                  <a:gd name="T5" fmla="*/ 2 h 11"/>
                  <a:gd name="T6" fmla="*/ 0 w 11"/>
                  <a:gd name="T7" fmla="*/ 93 h 11"/>
                  <a:gd name="T8" fmla="*/ 0 w 11"/>
                  <a:gd name="T9" fmla="*/ 182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11" y="2"/>
                    </a:moveTo>
                    <a:lnTo>
                      <a:pt x="7" y="0"/>
                    </a:lnTo>
                    <a:lnTo>
                      <a:pt x="4" y="2"/>
                    </a:lnTo>
                    <a:lnTo>
                      <a:pt x="0" y="6"/>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30" name="Line 1328">
                <a:extLst>
                  <a:ext uri="{FF2B5EF4-FFF2-40B4-BE49-F238E27FC236}">
                    <a16:creationId xmlns:a16="http://schemas.microsoft.com/office/drawing/2014/main" id="{9C0F34D3-B5F7-C27C-E76B-D8F0F07DE0B3}"/>
                  </a:ext>
                </a:extLst>
              </p:cNvPr>
              <p:cNvSpPr>
                <a:spLocks noChangeShapeType="1"/>
              </p:cNvSpPr>
              <p:nvPr userDrawn="1"/>
            </p:nvSpPr>
            <p:spPr bwMode="gray">
              <a:xfrm flipV="1">
                <a:off x="2978" y="1502"/>
                <a:ext cx="165"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31" name="Freeform 1329">
                <a:extLst>
                  <a:ext uri="{FF2B5EF4-FFF2-40B4-BE49-F238E27FC236}">
                    <a16:creationId xmlns:a16="http://schemas.microsoft.com/office/drawing/2014/main" id="{64DE0D58-45CD-E4F1-AE2D-62B78E9F03D2}"/>
                  </a:ext>
                </a:extLst>
              </p:cNvPr>
              <p:cNvSpPr>
                <a:spLocks/>
              </p:cNvSpPr>
              <p:nvPr userDrawn="1"/>
            </p:nvSpPr>
            <p:spPr bwMode="gray">
              <a:xfrm>
                <a:off x="3141" y="1495"/>
                <a:ext cx="3" cy="7"/>
              </a:xfrm>
              <a:custGeom>
                <a:avLst/>
                <a:gdLst>
                  <a:gd name="T0" fmla="*/ 3 w 3"/>
                  <a:gd name="T1" fmla="*/ 2 h 7"/>
                  <a:gd name="T2" fmla="*/ 3 w 3"/>
                  <a:gd name="T3" fmla="*/ 2 h 7"/>
                  <a:gd name="T4" fmla="*/ 2 w 3"/>
                  <a:gd name="T5" fmla="*/ 0 h 7"/>
                  <a:gd name="T6" fmla="*/ 2 w 3"/>
                  <a:gd name="T7" fmla="*/ 0 h 7"/>
                  <a:gd name="T8" fmla="*/ 0 w 3"/>
                  <a:gd name="T9" fmla="*/ 2 h 7"/>
                  <a:gd name="T10" fmla="*/ 0 w 3"/>
                  <a:gd name="T11" fmla="*/ 4 h 7"/>
                  <a:gd name="T12" fmla="*/ 2 w 3"/>
                  <a:gd name="T13" fmla="*/ 7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3" y="2"/>
                    </a:moveTo>
                    <a:lnTo>
                      <a:pt x="3" y="2"/>
                    </a:lnTo>
                    <a:lnTo>
                      <a:pt x="2" y="0"/>
                    </a:lnTo>
                    <a:lnTo>
                      <a:pt x="0" y="2"/>
                    </a:lnTo>
                    <a:lnTo>
                      <a:pt x="0" y="4"/>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32" name="Freeform 1330">
                <a:extLst>
                  <a:ext uri="{FF2B5EF4-FFF2-40B4-BE49-F238E27FC236}">
                    <a16:creationId xmlns:a16="http://schemas.microsoft.com/office/drawing/2014/main" id="{1200AA36-F65B-425E-9F20-1805630DC6DB}"/>
                  </a:ext>
                </a:extLst>
              </p:cNvPr>
              <p:cNvSpPr>
                <a:spLocks/>
              </p:cNvSpPr>
              <p:nvPr userDrawn="1"/>
            </p:nvSpPr>
            <p:spPr bwMode="gray">
              <a:xfrm>
                <a:off x="3188" y="1660"/>
                <a:ext cx="9" cy="19"/>
              </a:xfrm>
              <a:custGeom>
                <a:avLst/>
                <a:gdLst>
                  <a:gd name="T0" fmla="*/ 9 w 9"/>
                  <a:gd name="T1" fmla="*/ 0 h 19"/>
                  <a:gd name="T2" fmla="*/ 5 w 9"/>
                  <a:gd name="T3" fmla="*/ 3 h 19"/>
                  <a:gd name="T4" fmla="*/ 4 w 9"/>
                  <a:gd name="T5" fmla="*/ 9 h 19"/>
                  <a:gd name="T6" fmla="*/ 2 w 9"/>
                  <a:gd name="T7" fmla="*/ 14 h 19"/>
                  <a:gd name="T8" fmla="*/ 0 w 9"/>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9" y="0"/>
                    </a:moveTo>
                    <a:lnTo>
                      <a:pt x="5" y="3"/>
                    </a:lnTo>
                    <a:lnTo>
                      <a:pt x="4" y="9"/>
                    </a:lnTo>
                    <a:lnTo>
                      <a:pt x="2" y="14"/>
                    </a:lnTo>
                    <a:lnTo>
                      <a:pt x="0" y="1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33" name="Freeform 1331">
                <a:extLst>
                  <a:ext uri="{FF2B5EF4-FFF2-40B4-BE49-F238E27FC236}">
                    <a16:creationId xmlns:a16="http://schemas.microsoft.com/office/drawing/2014/main" id="{FFE8EDE4-6C95-99B8-2365-49D39FB50FBC}"/>
                  </a:ext>
                </a:extLst>
              </p:cNvPr>
              <p:cNvSpPr>
                <a:spLocks/>
              </p:cNvSpPr>
              <p:nvPr userDrawn="1"/>
            </p:nvSpPr>
            <p:spPr bwMode="gray">
              <a:xfrm>
                <a:off x="2980" y="1588"/>
                <a:ext cx="9" cy="18"/>
              </a:xfrm>
              <a:custGeom>
                <a:avLst/>
                <a:gdLst>
                  <a:gd name="T0" fmla="*/ 9 w 9"/>
                  <a:gd name="T1" fmla="*/ 0 h 18"/>
                  <a:gd name="T2" fmla="*/ 5 w 9"/>
                  <a:gd name="T3" fmla="*/ 2 h 18"/>
                  <a:gd name="T4" fmla="*/ 3 w 9"/>
                  <a:gd name="T5" fmla="*/ 7 h 18"/>
                  <a:gd name="T6" fmla="*/ 2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3" y="7"/>
                    </a:lnTo>
                    <a:lnTo>
                      <a:pt x="2"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34" name="Freeform 1332">
                <a:extLst>
                  <a:ext uri="{FF2B5EF4-FFF2-40B4-BE49-F238E27FC236}">
                    <a16:creationId xmlns:a16="http://schemas.microsoft.com/office/drawing/2014/main" id="{C15C149F-4E9A-447D-CDA8-9A15881ADBE7}"/>
                  </a:ext>
                </a:extLst>
              </p:cNvPr>
              <p:cNvSpPr>
                <a:spLocks/>
              </p:cNvSpPr>
              <p:nvPr userDrawn="1"/>
            </p:nvSpPr>
            <p:spPr bwMode="gray">
              <a:xfrm>
                <a:off x="3295" y="1602"/>
                <a:ext cx="13" cy="18"/>
              </a:xfrm>
              <a:custGeom>
                <a:avLst/>
                <a:gdLst>
                  <a:gd name="T0" fmla="*/ 0 w 12"/>
                  <a:gd name="T1" fmla="*/ 0 h 18"/>
                  <a:gd name="T2" fmla="*/ 5 w 12"/>
                  <a:gd name="T3" fmla="*/ 4 h 18"/>
                  <a:gd name="T4" fmla="*/ 33 w 12"/>
                  <a:gd name="T5" fmla="*/ 7 h 18"/>
                  <a:gd name="T6" fmla="*/ 39 w 12"/>
                  <a:gd name="T7" fmla="*/ 12 h 18"/>
                  <a:gd name="T8" fmla="*/ 46 w 12"/>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0" y="0"/>
                    </a:moveTo>
                    <a:lnTo>
                      <a:pt x="5" y="4"/>
                    </a:lnTo>
                    <a:lnTo>
                      <a:pt x="8" y="7"/>
                    </a:lnTo>
                    <a:lnTo>
                      <a:pt x="10" y="12"/>
                    </a:lnTo>
                    <a:lnTo>
                      <a:pt x="12"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35" name="Line 1333">
                <a:extLst>
                  <a:ext uri="{FF2B5EF4-FFF2-40B4-BE49-F238E27FC236}">
                    <a16:creationId xmlns:a16="http://schemas.microsoft.com/office/drawing/2014/main" id="{9E44E5B9-30E1-2C79-6B84-3D58EF190647}"/>
                  </a:ext>
                </a:extLst>
              </p:cNvPr>
              <p:cNvSpPr>
                <a:spLocks noChangeShapeType="1"/>
              </p:cNvSpPr>
              <p:nvPr userDrawn="1"/>
            </p:nvSpPr>
            <p:spPr bwMode="gray">
              <a:xfrm flipV="1">
                <a:off x="3206" y="1572"/>
                <a:ext cx="159"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36" name="Line 1334">
                <a:extLst>
                  <a:ext uri="{FF2B5EF4-FFF2-40B4-BE49-F238E27FC236}">
                    <a16:creationId xmlns:a16="http://schemas.microsoft.com/office/drawing/2014/main" id="{1477DAF3-8AC2-5A1C-B785-34C2388C521D}"/>
                  </a:ext>
                </a:extLst>
              </p:cNvPr>
              <p:cNvSpPr>
                <a:spLocks noChangeShapeType="1"/>
              </p:cNvSpPr>
              <p:nvPr userDrawn="1"/>
            </p:nvSpPr>
            <p:spPr bwMode="gray">
              <a:xfrm flipV="1">
                <a:off x="3197" y="1569"/>
                <a:ext cx="155" cy="9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37" name="Freeform 1335">
                <a:extLst>
                  <a:ext uri="{FF2B5EF4-FFF2-40B4-BE49-F238E27FC236}">
                    <a16:creationId xmlns:a16="http://schemas.microsoft.com/office/drawing/2014/main" id="{B2E9D865-6F14-11C5-5D3D-FAB5B6727482}"/>
                  </a:ext>
                </a:extLst>
              </p:cNvPr>
              <p:cNvSpPr>
                <a:spLocks/>
              </p:cNvSpPr>
              <p:nvPr userDrawn="1"/>
            </p:nvSpPr>
            <p:spPr bwMode="gray">
              <a:xfrm>
                <a:off x="3352" y="1569"/>
                <a:ext cx="20" cy="13"/>
              </a:xfrm>
              <a:custGeom>
                <a:avLst/>
                <a:gdLst>
                  <a:gd name="T0" fmla="*/ 0 w 20"/>
                  <a:gd name="T1" fmla="*/ 0 h 12"/>
                  <a:gd name="T2" fmla="*/ 6 w 20"/>
                  <a:gd name="T3" fmla="*/ 0 h 12"/>
                  <a:gd name="T4" fmla="*/ 11 w 20"/>
                  <a:gd name="T5" fmla="*/ 2 h 12"/>
                  <a:gd name="T6" fmla="*/ 16 w 20"/>
                  <a:gd name="T7" fmla="*/ 30 h 12"/>
                  <a:gd name="T8" fmla="*/ 20 w 20"/>
                  <a:gd name="T9" fmla="*/ 46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2">
                    <a:moveTo>
                      <a:pt x="0" y="0"/>
                    </a:moveTo>
                    <a:lnTo>
                      <a:pt x="6" y="0"/>
                    </a:lnTo>
                    <a:lnTo>
                      <a:pt x="11" y="2"/>
                    </a:lnTo>
                    <a:lnTo>
                      <a:pt x="16" y="7"/>
                    </a:lnTo>
                    <a:lnTo>
                      <a:pt x="20" y="1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38" name="Line 1336">
                <a:extLst>
                  <a:ext uri="{FF2B5EF4-FFF2-40B4-BE49-F238E27FC236}">
                    <a16:creationId xmlns:a16="http://schemas.microsoft.com/office/drawing/2014/main" id="{D43D7612-29B0-F2F8-E558-4F73E72372CF}"/>
                  </a:ext>
                </a:extLst>
              </p:cNvPr>
              <p:cNvSpPr>
                <a:spLocks noChangeShapeType="1"/>
              </p:cNvSpPr>
              <p:nvPr userDrawn="1"/>
            </p:nvSpPr>
            <p:spPr bwMode="gray">
              <a:xfrm flipH="1">
                <a:off x="3210" y="1581"/>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39" name="Freeform 1337">
                <a:extLst>
                  <a:ext uri="{FF2B5EF4-FFF2-40B4-BE49-F238E27FC236}">
                    <a16:creationId xmlns:a16="http://schemas.microsoft.com/office/drawing/2014/main" id="{903832FB-6289-8792-7360-91666CACC223}"/>
                  </a:ext>
                </a:extLst>
              </p:cNvPr>
              <p:cNvSpPr>
                <a:spLocks/>
              </p:cNvSpPr>
              <p:nvPr userDrawn="1"/>
            </p:nvSpPr>
            <p:spPr bwMode="gray">
              <a:xfrm>
                <a:off x="3197" y="1660"/>
                <a:ext cx="13" cy="17"/>
              </a:xfrm>
              <a:custGeom>
                <a:avLst/>
                <a:gdLst>
                  <a:gd name="T0" fmla="*/ 46 w 12"/>
                  <a:gd name="T1" fmla="*/ 17 h 17"/>
                  <a:gd name="T2" fmla="*/ 39 w 12"/>
                  <a:gd name="T3" fmla="*/ 12 h 17"/>
                  <a:gd name="T4" fmla="*/ 36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9"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40" name="Freeform 1338">
                <a:extLst>
                  <a:ext uri="{FF2B5EF4-FFF2-40B4-BE49-F238E27FC236}">
                    <a16:creationId xmlns:a16="http://schemas.microsoft.com/office/drawing/2014/main" id="{01B226E5-AB44-3281-2086-04B75F9A9D81}"/>
                  </a:ext>
                </a:extLst>
              </p:cNvPr>
              <p:cNvSpPr>
                <a:spLocks/>
              </p:cNvSpPr>
              <p:nvPr userDrawn="1"/>
            </p:nvSpPr>
            <p:spPr bwMode="gray">
              <a:xfrm>
                <a:off x="3527" y="1452"/>
                <a:ext cx="7" cy="10"/>
              </a:xfrm>
              <a:custGeom>
                <a:avLst/>
                <a:gdLst>
                  <a:gd name="T0" fmla="*/ 7 w 7"/>
                  <a:gd name="T1" fmla="*/ 8 h 10"/>
                  <a:gd name="T2" fmla="*/ 4 w 7"/>
                  <a:gd name="T3" fmla="*/ 10 h 10"/>
                  <a:gd name="T4" fmla="*/ 2 w 7"/>
                  <a:gd name="T5" fmla="*/ 8 h 10"/>
                  <a:gd name="T6" fmla="*/ 0 w 7"/>
                  <a:gd name="T7" fmla="*/ 7 h 10"/>
                  <a:gd name="T8" fmla="*/ 0 w 7"/>
                  <a:gd name="T9" fmla="*/ 3 h 10"/>
                  <a:gd name="T10" fmla="*/ 0 w 7"/>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0">
                    <a:moveTo>
                      <a:pt x="7" y="8"/>
                    </a:moveTo>
                    <a:lnTo>
                      <a:pt x="4" y="10"/>
                    </a:lnTo>
                    <a:lnTo>
                      <a:pt x="2"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41" name="Freeform 1339">
                <a:extLst>
                  <a:ext uri="{FF2B5EF4-FFF2-40B4-BE49-F238E27FC236}">
                    <a16:creationId xmlns:a16="http://schemas.microsoft.com/office/drawing/2014/main" id="{09C0562F-D02B-A4DB-FA36-5989B1761CC6}"/>
                  </a:ext>
                </a:extLst>
              </p:cNvPr>
              <p:cNvSpPr>
                <a:spLocks/>
              </p:cNvSpPr>
              <p:nvPr userDrawn="1"/>
            </p:nvSpPr>
            <p:spPr bwMode="gray">
              <a:xfrm>
                <a:off x="3589" y="1429"/>
                <a:ext cx="10" cy="16"/>
              </a:xfrm>
              <a:custGeom>
                <a:avLst/>
                <a:gdLst>
                  <a:gd name="T0" fmla="*/ 0 w 10"/>
                  <a:gd name="T1" fmla="*/ 0 h 16"/>
                  <a:gd name="T2" fmla="*/ 3 w 10"/>
                  <a:gd name="T3" fmla="*/ 2 h 16"/>
                  <a:gd name="T4" fmla="*/ 7 w 10"/>
                  <a:gd name="T5" fmla="*/ 5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3" y="2"/>
                    </a:lnTo>
                    <a:lnTo>
                      <a:pt x="7" y="5"/>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42" name="Line 1340">
                <a:extLst>
                  <a:ext uri="{FF2B5EF4-FFF2-40B4-BE49-F238E27FC236}">
                    <a16:creationId xmlns:a16="http://schemas.microsoft.com/office/drawing/2014/main" id="{3B3B781C-1A5F-051C-F2E9-AD6140BD08F0}"/>
                  </a:ext>
                </a:extLst>
              </p:cNvPr>
              <p:cNvSpPr>
                <a:spLocks noChangeShapeType="1"/>
              </p:cNvSpPr>
              <p:nvPr userDrawn="1"/>
            </p:nvSpPr>
            <p:spPr bwMode="gray">
              <a:xfrm flipV="1">
                <a:off x="3538" y="1382"/>
                <a:ext cx="149" cy="8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43" name="Line 1341">
                <a:extLst>
                  <a:ext uri="{FF2B5EF4-FFF2-40B4-BE49-F238E27FC236}">
                    <a16:creationId xmlns:a16="http://schemas.microsoft.com/office/drawing/2014/main" id="{DE3B9F02-B513-0455-1286-09812C050703}"/>
                  </a:ext>
                </a:extLst>
              </p:cNvPr>
              <p:cNvSpPr>
                <a:spLocks noChangeShapeType="1"/>
              </p:cNvSpPr>
              <p:nvPr userDrawn="1"/>
            </p:nvSpPr>
            <p:spPr bwMode="gray">
              <a:xfrm flipV="1">
                <a:off x="3534" y="1375"/>
                <a:ext cx="143"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44" name="Freeform 1342">
                <a:extLst>
                  <a:ext uri="{FF2B5EF4-FFF2-40B4-BE49-F238E27FC236}">
                    <a16:creationId xmlns:a16="http://schemas.microsoft.com/office/drawing/2014/main" id="{1F48A72E-8F10-5B44-DDCD-6F96A8EF52C8}"/>
                  </a:ext>
                </a:extLst>
              </p:cNvPr>
              <p:cNvSpPr>
                <a:spLocks/>
              </p:cNvSpPr>
              <p:nvPr userDrawn="1"/>
            </p:nvSpPr>
            <p:spPr bwMode="gray">
              <a:xfrm>
                <a:off x="3678" y="1375"/>
                <a:ext cx="13" cy="16"/>
              </a:xfrm>
              <a:custGeom>
                <a:avLst/>
                <a:gdLst>
                  <a:gd name="T0" fmla="*/ 0 w 12"/>
                  <a:gd name="T1" fmla="*/ 0 h 16"/>
                  <a:gd name="T2" fmla="*/ 5 w 12"/>
                  <a:gd name="T3" fmla="*/ 2 h 16"/>
                  <a:gd name="T4" fmla="*/ 36 w 12"/>
                  <a:gd name="T5" fmla="*/ 7 h 16"/>
                  <a:gd name="T6" fmla="*/ 39 w 12"/>
                  <a:gd name="T7" fmla="*/ 10 h 16"/>
                  <a:gd name="T8" fmla="*/ 46 w 12"/>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0" y="0"/>
                    </a:moveTo>
                    <a:lnTo>
                      <a:pt x="5" y="2"/>
                    </a:lnTo>
                    <a:lnTo>
                      <a:pt x="9" y="7"/>
                    </a:lnTo>
                    <a:lnTo>
                      <a:pt x="10" y="10"/>
                    </a:lnTo>
                    <a:lnTo>
                      <a:pt x="12"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45" name="Line 1343">
                <a:extLst>
                  <a:ext uri="{FF2B5EF4-FFF2-40B4-BE49-F238E27FC236}">
                    <a16:creationId xmlns:a16="http://schemas.microsoft.com/office/drawing/2014/main" id="{4380EE97-F5D6-49C9-5822-65D8E21F1F41}"/>
                  </a:ext>
                </a:extLst>
              </p:cNvPr>
              <p:cNvSpPr>
                <a:spLocks noChangeShapeType="1"/>
              </p:cNvSpPr>
              <p:nvPr userDrawn="1"/>
            </p:nvSpPr>
            <p:spPr bwMode="gray">
              <a:xfrm flipH="1">
                <a:off x="3538" y="1391"/>
                <a:ext cx="152"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46" name="Freeform 1344">
                <a:extLst>
                  <a:ext uri="{FF2B5EF4-FFF2-40B4-BE49-F238E27FC236}">
                    <a16:creationId xmlns:a16="http://schemas.microsoft.com/office/drawing/2014/main" id="{A599A9E2-0EE2-B351-FCF6-5DA3760DFFC3}"/>
                  </a:ext>
                </a:extLst>
              </p:cNvPr>
              <p:cNvSpPr>
                <a:spLocks/>
              </p:cNvSpPr>
              <p:nvPr userDrawn="1"/>
            </p:nvSpPr>
            <p:spPr bwMode="gray">
              <a:xfrm>
                <a:off x="3534" y="1460"/>
                <a:ext cx="4" cy="21"/>
              </a:xfrm>
              <a:custGeom>
                <a:avLst/>
                <a:gdLst>
                  <a:gd name="T0" fmla="*/ 0 w 4"/>
                  <a:gd name="T1" fmla="*/ 0 h 21"/>
                  <a:gd name="T2" fmla="*/ 4 w 4"/>
                  <a:gd name="T3" fmla="*/ 6 h 21"/>
                  <a:gd name="T4" fmla="*/ 4 w 4"/>
                  <a:gd name="T5" fmla="*/ 11 h 21"/>
                  <a:gd name="T6" fmla="*/ 4 w 4"/>
                  <a:gd name="T7" fmla="*/ 16 h 21"/>
                  <a:gd name="T8" fmla="*/ 4 w 4"/>
                  <a:gd name="T9" fmla="*/ 21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1">
                    <a:moveTo>
                      <a:pt x="0" y="0"/>
                    </a:moveTo>
                    <a:lnTo>
                      <a:pt x="4" y="6"/>
                    </a:lnTo>
                    <a:lnTo>
                      <a:pt x="4" y="11"/>
                    </a:lnTo>
                    <a:lnTo>
                      <a:pt x="4" y="16"/>
                    </a:lnTo>
                    <a:lnTo>
                      <a:pt x="4" y="2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47" name="Freeform 1345">
                <a:extLst>
                  <a:ext uri="{FF2B5EF4-FFF2-40B4-BE49-F238E27FC236}">
                    <a16:creationId xmlns:a16="http://schemas.microsoft.com/office/drawing/2014/main" id="{CE881E9E-2D30-AC98-8411-D96A25FBD156}"/>
                  </a:ext>
                </a:extLst>
              </p:cNvPr>
              <p:cNvSpPr>
                <a:spLocks/>
              </p:cNvSpPr>
              <p:nvPr userDrawn="1"/>
            </p:nvSpPr>
            <p:spPr bwMode="gray">
              <a:xfrm>
                <a:off x="3576" y="1340"/>
                <a:ext cx="4" cy="9"/>
              </a:xfrm>
              <a:custGeom>
                <a:avLst/>
                <a:gdLst>
                  <a:gd name="T0" fmla="*/ 0 w 7"/>
                  <a:gd name="T1" fmla="*/ 2 h 9"/>
                  <a:gd name="T2" fmla="*/ 1 w 7"/>
                  <a:gd name="T3" fmla="*/ 0 h 9"/>
                  <a:gd name="T4" fmla="*/ 1 w 7"/>
                  <a:gd name="T5" fmla="*/ 2 h 9"/>
                  <a:gd name="T6" fmla="*/ 1 w 7"/>
                  <a:gd name="T7" fmla="*/ 2 h 9"/>
                  <a:gd name="T8" fmla="*/ 1 w 7"/>
                  <a:gd name="T9" fmla="*/ 5 h 9"/>
                  <a:gd name="T10" fmla="*/ 1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2"/>
                    </a:moveTo>
                    <a:lnTo>
                      <a:pt x="2" y="0"/>
                    </a:lnTo>
                    <a:lnTo>
                      <a:pt x="4" y="2"/>
                    </a:lnTo>
                    <a:lnTo>
                      <a:pt x="6" y="2"/>
                    </a:lnTo>
                    <a:lnTo>
                      <a:pt x="7" y="5"/>
                    </a:lnTo>
                    <a:lnTo>
                      <a:pt x="7"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48" name="Line 1346">
                <a:extLst>
                  <a:ext uri="{FF2B5EF4-FFF2-40B4-BE49-F238E27FC236}">
                    <a16:creationId xmlns:a16="http://schemas.microsoft.com/office/drawing/2014/main" id="{663790D2-BA13-DAE8-82B7-587B7250B81C}"/>
                  </a:ext>
                </a:extLst>
              </p:cNvPr>
              <p:cNvSpPr>
                <a:spLocks noChangeShapeType="1"/>
              </p:cNvSpPr>
              <p:nvPr userDrawn="1"/>
            </p:nvSpPr>
            <p:spPr bwMode="gray">
              <a:xfrm flipH="1" flipV="1">
                <a:off x="3536" y="1328"/>
                <a:ext cx="149" cy="4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49" name="Line 1347">
                <a:extLst>
                  <a:ext uri="{FF2B5EF4-FFF2-40B4-BE49-F238E27FC236}">
                    <a16:creationId xmlns:a16="http://schemas.microsoft.com/office/drawing/2014/main" id="{662E0291-D205-F672-C638-10962D3F5CD8}"/>
                  </a:ext>
                </a:extLst>
              </p:cNvPr>
              <p:cNvSpPr>
                <a:spLocks noChangeShapeType="1"/>
              </p:cNvSpPr>
              <p:nvPr userDrawn="1"/>
            </p:nvSpPr>
            <p:spPr bwMode="gray">
              <a:xfrm flipH="1" flipV="1">
                <a:off x="3536" y="1329"/>
                <a:ext cx="142" cy="4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50" name="Line 1348">
                <a:extLst>
                  <a:ext uri="{FF2B5EF4-FFF2-40B4-BE49-F238E27FC236}">
                    <a16:creationId xmlns:a16="http://schemas.microsoft.com/office/drawing/2014/main" id="{806520AA-EA6B-CD77-F7DB-8BB11568DA51}"/>
                  </a:ext>
                </a:extLst>
              </p:cNvPr>
              <p:cNvSpPr>
                <a:spLocks noChangeShapeType="1"/>
              </p:cNvSpPr>
              <p:nvPr userDrawn="1"/>
            </p:nvSpPr>
            <p:spPr bwMode="gray">
              <a:xfrm>
                <a:off x="3536" y="1335"/>
                <a:ext cx="151"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51" name="Freeform 1349">
                <a:extLst>
                  <a:ext uri="{FF2B5EF4-FFF2-40B4-BE49-F238E27FC236}">
                    <a16:creationId xmlns:a16="http://schemas.microsoft.com/office/drawing/2014/main" id="{BDAE6618-6EF7-C4C7-F286-967269609ED1}"/>
                  </a:ext>
                </a:extLst>
              </p:cNvPr>
              <p:cNvSpPr>
                <a:spLocks/>
              </p:cNvSpPr>
              <p:nvPr userDrawn="1"/>
            </p:nvSpPr>
            <p:spPr bwMode="gray">
              <a:xfrm>
                <a:off x="3678" y="1373"/>
                <a:ext cx="9" cy="9"/>
              </a:xfrm>
              <a:custGeom>
                <a:avLst/>
                <a:gdLst>
                  <a:gd name="T0" fmla="*/ 9 w 9"/>
                  <a:gd name="T1" fmla="*/ 9 h 9"/>
                  <a:gd name="T2" fmla="*/ 9 w 9"/>
                  <a:gd name="T3" fmla="*/ 7 h 9"/>
                  <a:gd name="T4" fmla="*/ 7 w 9"/>
                  <a:gd name="T5" fmla="*/ 4 h 9"/>
                  <a:gd name="T6" fmla="*/ 5 w 9"/>
                  <a:gd name="T7" fmla="*/ 2 h 9"/>
                  <a:gd name="T8" fmla="*/ 3 w 9"/>
                  <a:gd name="T9" fmla="*/ 0 h 9"/>
                  <a:gd name="T10" fmla="*/ 0 w 9"/>
                  <a:gd name="T11" fmla="*/ 2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9" y="9"/>
                    </a:moveTo>
                    <a:lnTo>
                      <a:pt x="9" y="7"/>
                    </a:lnTo>
                    <a:lnTo>
                      <a:pt x="7" y="4"/>
                    </a:lnTo>
                    <a:lnTo>
                      <a:pt x="5" y="2"/>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52" name="Freeform 1350">
                <a:extLst>
                  <a:ext uri="{FF2B5EF4-FFF2-40B4-BE49-F238E27FC236}">
                    <a16:creationId xmlns:a16="http://schemas.microsoft.com/office/drawing/2014/main" id="{874AE751-B80D-3A91-C4F6-DCAC77FF082D}"/>
                  </a:ext>
                </a:extLst>
              </p:cNvPr>
              <p:cNvSpPr>
                <a:spLocks/>
              </p:cNvSpPr>
              <p:nvPr userDrawn="1"/>
            </p:nvSpPr>
            <p:spPr bwMode="gray">
              <a:xfrm>
                <a:off x="3186" y="1795"/>
                <a:ext cx="21" cy="4"/>
              </a:xfrm>
              <a:custGeom>
                <a:avLst/>
                <a:gdLst>
                  <a:gd name="T0" fmla="*/ 0 w 21"/>
                  <a:gd name="T1" fmla="*/ 0 h 1"/>
                  <a:gd name="T2" fmla="*/ 6 w 21"/>
                  <a:gd name="T3" fmla="*/ 2147483647 h 1"/>
                  <a:gd name="T4" fmla="*/ 11 w 21"/>
                  <a:gd name="T5" fmla="*/ 2147483647 h 1"/>
                  <a:gd name="T6" fmla="*/ 16 w 21"/>
                  <a:gd name="T7" fmla="*/ 2147483647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6" y="1"/>
                    </a:lnTo>
                    <a:lnTo>
                      <a:pt x="11" y="1"/>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53" name="Line 1351">
                <a:extLst>
                  <a:ext uri="{FF2B5EF4-FFF2-40B4-BE49-F238E27FC236}">
                    <a16:creationId xmlns:a16="http://schemas.microsoft.com/office/drawing/2014/main" id="{B77BC719-6C64-BF2F-3F11-7B6C72D84B0C}"/>
                  </a:ext>
                </a:extLst>
              </p:cNvPr>
              <p:cNvSpPr>
                <a:spLocks noChangeShapeType="1"/>
              </p:cNvSpPr>
              <p:nvPr userDrawn="1"/>
            </p:nvSpPr>
            <p:spPr bwMode="gray">
              <a:xfrm flipV="1">
                <a:off x="3195" y="1679"/>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54" name="Line 1352">
                <a:extLst>
                  <a:ext uri="{FF2B5EF4-FFF2-40B4-BE49-F238E27FC236}">
                    <a16:creationId xmlns:a16="http://schemas.microsoft.com/office/drawing/2014/main" id="{4F66CF16-24BF-B6A8-0445-CEC7FE4957A6}"/>
                  </a:ext>
                </a:extLst>
              </p:cNvPr>
              <p:cNvSpPr>
                <a:spLocks noChangeShapeType="1"/>
              </p:cNvSpPr>
              <p:nvPr userDrawn="1"/>
            </p:nvSpPr>
            <p:spPr bwMode="gray">
              <a:xfrm flipV="1">
                <a:off x="3185" y="1679"/>
                <a:ext cx="3"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55" name="Freeform 1353">
                <a:extLst>
                  <a:ext uri="{FF2B5EF4-FFF2-40B4-BE49-F238E27FC236}">
                    <a16:creationId xmlns:a16="http://schemas.microsoft.com/office/drawing/2014/main" id="{10E244C2-4C09-BF57-3C41-927DA1D76B25}"/>
                  </a:ext>
                </a:extLst>
              </p:cNvPr>
              <p:cNvSpPr>
                <a:spLocks/>
              </p:cNvSpPr>
              <p:nvPr userDrawn="1"/>
            </p:nvSpPr>
            <p:spPr bwMode="gray">
              <a:xfrm>
                <a:off x="3188" y="1677"/>
                <a:ext cx="22" cy="4"/>
              </a:xfrm>
              <a:custGeom>
                <a:avLst/>
                <a:gdLst>
                  <a:gd name="T0" fmla="*/ 0 w 21"/>
                  <a:gd name="T1" fmla="*/ 2 h 4"/>
                  <a:gd name="T2" fmla="*/ 5 w 21"/>
                  <a:gd name="T3" fmla="*/ 4 h 4"/>
                  <a:gd name="T4" fmla="*/ 28 w 21"/>
                  <a:gd name="T5" fmla="*/ 4 h 4"/>
                  <a:gd name="T6" fmla="*/ 34 w 21"/>
                  <a:gd name="T7" fmla="*/ 2 h 4"/>
                  <a:gd name="T8" fmla="*/ 44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1" y="4"/>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56" name="Line 1354">
                <a:extLst>
                  <a:ext uri="{FF2B5EF4-FFF2-40B4-BE49-F238E27FC236}">
                    <a16:creationId xmlns:a16="http://schemas.microsoft.com/office/drawing/2014/main" id="{550AFF42-182B-D4C7-1019-E54E7F51AAE5}"/>
                  </a:ext>
                </a:extLst>
              </p:cNvPr>
              <p:cNvSpPr>
                <a:spLocks noChangeShapeType="1"/>
              </p:cNvSpPr>
              <p:nvPr userDrawn="1"/>
            </p:nvSpPr>
            <p:spPr bwMode="gray">
              <a:xfrm flipH="1">
                <a:off x="3206" y="1677"/>
                <a:ext cx="4"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57" name="Freeform 1355">
                <a:extLst>
                  <a:ext uri="{FF2B5EF4-FFF2-40B4-BE49-F238E27FC236}">
                    <a16:creationId xmlns:a16="http://schemas.microsoft.com/office/drawing/2014/main" id="{1B7D1F68-154C-86DE-27DF-DF127D22D65A}"/>
                  </a:ext>
                </a:extLst>
              </p:cNvPr>
              <p:cNvSpPr>
                <a:spLocks/>
              </p:cNvSpPr>
              <p:nvPr userDrawn="1"/>
            </p:nvSpPr>
            <p:spPr bwMode="gray">
              <a:xfrm>
                <a:off x="3185" y="1910"/>
                <a:ext cx="21" cy="2"/>
              </a:xfrm>
              <a:custGeom>
                <a:avLst/>
                <a:gdLst>
                  <a:gd name="T0" fmla="*/ 21 w 21"/>
                  <a:gd name="T1" fmla="*/ 0 h 2"/>
                  <a:gd name="T2" fmla="*/ 15 w 21"/>
                  <a:gd name="T3" fmla="*/ 2 h 2"/>
                  <a:gd name="T4" fmla="*/ 10 w 21"/>
                  <a:gd name="T5" fmla="*/ 2 h 2"/>
                  <a:gd name="T6" fmla="*/ 5 w 21"/>
                  <a:gd name="T7" fmla="*/ 2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58" name="Freeform 1356">
                <a:extLst>
                  <a:ext uri="{FF2B5EF4-FFF2-40B4-BE49-F238E27FC236}">
                    <a16:creationId xmlns:a16="http://schemas.microsoft.com/office/drawing/2014/main" id="{28E5C683-4859-F0CC-5CFE-B17FF5639A87}"/>
                  </a:ext>
                </a:extLst>
              </p:cNvPr>
              <p:cNvSpPr>
                <a:spLocks/>
              </p:cNvSpPr>
              <p:nvPr userDrawn="1"/>
            </p:nvSpPr>
            <p:spPr bwMode="gray">
              <a:xfrm>
                <a:off x="3681" y="1495"/>
                <a:ext cx="7" cy="7"/>
              </a:xfrm>
              <a:custGeom>
                <a:avLst/>
                <a:gdLst>
                  <a:gd name="T0" fmla="*/ 4 w 7"/>
                  <a:gd name="T1" fmla="*/ 7 h 7"/>
                  <a:gd name="T2" fmla="*/ 7 w 7"/>
                  <a:gd name="T3" fmla="*/ 6 h 7"/>
                  <a:gd name="T4" fmla="*/ 7 w 7"/>
                  <a:gd name="T5" fmla="*/ 4 h 7"/>
                  <a:gd name="T6" fmla="*/ 6 w 7"/>
                  <a:gd name="T7" fmla="*/ 2 h 7"/>
                  <a:gd name="T8" fmla="*/ 4 w 7"/>
                  <a:gd name="T9" fmla="*/ 0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6"/>
                    </a:lnTo>
                    <a:lnTo>
                      <a:pt x="7" y="4"/>
                    </a:lnTo>
                    <a:lnTo>
                      <a:pt x="6" y="2"/>
                    </a:lnTo>
                    <a:lnTo>
                      <a:pt x="4"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59" name="Line 1357">
                <a:extLst>
                  <a:ext uri="{FF2B5EF4-FFF2-40B4-BE49-F238E27FC236}">
                    <a16:creationId xmlns:a16="http://schemas.microsoft.com/office/drawing/2014/main" id="{EB0ED166-AA98-E0BF-5E56-19FAFCDE25F8}"/>
                  </a:ext>
                </a:extLst>
              </p:cNvPr>
              <p:cNvSpPr>
                <a:spLocks noChangeShapeType="1"/>
              </p:cNvSpPr>
              <p:nvPr userDrawn="1"/>
            </p:nvSpPr>
            <p:spPr bwMode="gray">
              <a:xfrm flipV="1">
                <a:off x="3683" y="1387"/>
                <a:ext cx="9"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60" name="Line 1358">
                <a:extLst>
                  <a:ext uri="{FF2B5EF4-FFF2-40B4-BE49-F238E27FC236}">
                    <a16:creationId xmlns:a16="http://schemas.microsoft.com/office/drawing/2014/main" id="{FBB5FECB-4AFB-B532-9441-1A1B35A55370}"/>
                  </a:ext>
                </a:extLst>
              </p:cNvPr>
              <p:cNvSpPr>
                <a:spLocks noChangeShapeType="1"/>
              </p:cNvSpPr>
              <p:nvPr userDrawn="1"/>
            </p:nvSpPr>
            <p:spPr bwMode="gray">
              <a:xfrm flipV="1">
                <a:off x="3681" y="1391"/>
                <a:ext cx="9" cy="22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61" name="Freeform 1359">
                <a:extLst>
                  <a:ext uri="{FF2B5EF4-FFF2-40B4-BE49-F238E27FC236}">
                    <a16:creationId xmlns:a16="http://schemas.microsoft.com/office/drawing/2014/main" id="{A082E348-2425-C2AA-CAFD-ADD684170D7A}"/>
                  </a:ext>
                </a:extLst>
              </p:cNvPr>
              <p:cNvSpPr>
                <a:spLocks/>
              </p:cNvSpPr>
              <p:nvPr userDrawn="1"/>
            </p:nvSpPr>
            <p:spPr bwMode="gray">
              <a:xfrm>
                <a:off x="3687" y="1382"/>
                <a:ext cx="5" cy="9"/>
              </a:xfrm>
              <a:custGeom>
                <a:avLst/>
                <a:gdLst>
                  <a:gd name="T0" fmla="*/ 3 w 5"/>
                  <a:gd name="T1" fmla="*/ 9 h 9"/>
                  <a:gd name="T2" fmla="*/ 5 w 5"/>
                  <a:gd name="T3" fmla="*/ 7 h 9"/>
                  <a:gd name="T4" fmla="*/ 5 w 5"/>
                  <a:gd name="T5" fmla="*/ 5 h 9"/>
                  <a:gd name="T6" fmla="*/ 3 w 5"/>
                  <a:gd name="T7" fmla="*/ 3 h 9"/>
                  <a:gd name="T8" fmla="*/ 1 w 5"/>
                  <a:gd name="T9" fmla="*/ 2 h 9"/>
                  <a:gd name="T10" fmla="*/ 0 w 5"/>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3" y="9"/>
                    </a:moveTo>
                    <a:lnTo>
                      <a:pt x="5" y="7"/>
                    </a:lnTo>
                    <a:lnTo>
                      <a:pt x="5" y="5"/>
                    </a:lnTo>
                    <a:lnTo>
                      <a:pt x="3" y="3"/>
                    </a:lnTo>
                    <a:lnTo>
                      <a:pt x="1"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62" name="Line 1360">
                <a:extLst>
                  <a:ext uri="{FF2B5EF4-FFF2-40B4-BE49-F238E27FC236}">
                    <a16:creationId xmlns:a16="http://schemas.microsoft.com/office/drawing/2014/main" id="{A61A50A5-D59B-D7B4-0EB0-583631B7F8DC}"/>
                  </a:ext>
                </a:extLst>
              </p:cNvPr>
              <p:cNvSpPr>
                <a:spLocks noChangeShapeType="1"/>
              </p:cNvSpPr>
              <p:nvPr userDrawn="1"/>
            </p:nvSpPr>
            <p:spPr bwMode="gray">
              <a:xfrm flipH="1">
                <a:off x="3678" y="1382"/>
                <a:ext cx="9" cy="22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63" name="Freeform 1361">
                <a:extLst>
                  <a:ext uri="{FF2B5EF4-FFF2-40B4-BE49-F238E27FC236}">
                    <a16:creationId xmlns:a16="http://schemas.microsoft.com/office/drawing/2014/main" id="{1931DB61-DAAA-327D-C7EF-CEBA283ADDF4}"/>
                  </a:ext>
                </a:extLst>
              </p:cNvPr>
              <p:cNvSpPr>
                <a:spLocks/>
              </p:cNvSpPr>
              <p:nvPr userDrawn="1"/>
            </p:nvSpPr>
            <p:spPr bwMode="gray">
              <a:xfrm>
                <a:off x="3678" y="1606"/>
                <a:ext cx="5" cy="8"/>
              </a:xfrm>
              <a:custGeom>
                <a:avLst/>
                <a:gdLst>
                  <a:gd name="T0" fmla="*/ 0 w 5"/>
                  <a:gd name="T1" fmla="*/ 0 h 8"/>
                  <a:gd name="T2" fmla="*/ 2 w 5"/>
                  <a:gd name="T3" fmla="*/ 1 h 8"/>
                  <a:gd name="T4" fmla="*/ 5 w 5"/>
                  <a:gd name="T5" fmla="*/ 3 h 8"/>
                  <a:gd name="T6" fmla="*/ 5 w 5"/>
                  <a:gd name="T7" fmla="*/ 5 h 8"/>
                  <a:gd name="T8" fmla="*/ 5 w 5"/>
                  <a:gd name="T9" fmla="*/ 7 h 8"/>
                  <a:gd name="T10" fmla="*/ 3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2" y="1"/>
                    </a:lnTo>
                    <a:lnTo>
                      <a:pt x="5" y="3"/>
                    </a:lnTo>
                    <a:lnTo>
                      <a:pt x="5" y="5"/>
                    </a:lnTo>
                    <a:lnTo>
                      <a:pt x="5"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64" name="Freeform 1362">
                <a:extLst>
                  <a:ext uri="{FF2B5EF4-FFF2-40B4-BE49-F238E27FC236}">
                    <a16:creationId xmlns:a16="http://schemas.microsoft.com/office/drawing/2014/main" id="{28031C0E-C748-E534-0388-E23815525A7E}"/>
                  </a:ext>
                </a:extLst>
              </p:cNvPr>
              <p:cNvSpPr>
                <a:spLocks/>
              </p:cNvSpPr>
              <p:nvPr userDrawn="1"/>
            </p:nvSpPr>
            <p:spPr bwMode="gray">
              <a:xfrm>
                <a:off x="3351" y="1941"/>
                <a:ext cx="21" cy="4"/>
              </a:xfrm>
              <a:custGeom>
                <a:avLst/>
                <a:gdLst>
                  <a:gd name="T0" fmla="*/ 0 w 21"/>
                  <a:gd name="T1" fmla="*/ 2 h 4"/>
                  <a:gd name="T2" fmla="*/ 5 w 21"/>
                  <a:gd name="T3" fmla="*/ 4 h 4"/>
                  <a:gd name="T4" fmla="*/ 10 w 21"/>
                  <a:gd name="T5" fmla="*/ 4 h 4"/>
                  <a:gd name="T6" fmla="*/ 15 w 21"/>
                  <a:gd name="T7" fmla="*/ 2 h 4"/>
                  <a:gd name="T8" fmla="*/ 21 w 21"/>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
                    <a:moveTo>
                      <a:pt x="0" y="2"/>
                    </a:moveTo>
                    <a:lnTo>
                      <a:pt x="5" y="4"/>
                    </a:lnTo>
                    <a:lnTo>
                      <a:pt x="10" y="4"/>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65" name="Line 1363">
                <a:extLst>
                  <a:ext uri="{FF2B5EF4-FFF2-40B4-BE49-F238E27FC236}">
                    <a16:creationId xmlns:a16="http://schemas.microsoft.com/office/drawing/2014/main" id="{F64226E7-F218-74E6-A8B7-D13F5CC12E78}"/>
                  </a:ext>
                </a:extLst>
              </p:cNvPr>
              <p:cNvSpPr>
                <a:spLocks noChangeShapeType="1"/>
              </p:cNvSpPr>
              <p:nvPr userDrawn="1"/>
            </p:nvSpPr>
            <p:spPr bwMode="gray">
              <a:xfrm flipH="1">
                <a:off x="3359" y="1826"/>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66" name="Line 1364">
                <a:extLst>
                  <a:ext uri="{FF2B5EF4-FFF2-40B4-BE49-F238E27FC236}">
                    <a16:creationId xmlns:a16="http://schemas.microsoft.com/office/drawing/2014/main" id="{D104040F-DD1E-B3EF-E60C-7FB6FC916B27}"/>
                  </a:ext>
                </a:extLst>
              </p:cNvPr>
              <p:cNvSpPr>
                <a:spLocks noChangeShapeType="1"/>
              </p:cNvSpPr>
              <p:nvPr userDrawn="1"/>
            </p:nvSpPr>
            <p:spPr bwMode="gray">
              <a:xfrm flipH="1">
                <a:off x="3349" y="1831"/>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67" name="Freeform 1365">
                <a:extLst>
                  <a:ext uri="{FF2B5EF4-FFF2-40B4-BE49-F238E27FC236}">
                    <a16:creationId xmlns:a16="http://schemas.microsoft.com/office/drawing/2014/main" id="{F6AE1BAC-8021-5469-1CAE-FDB20E626927}"/>
                  </a:ext>
                </a:extLst>
              </p:cNvPr>
              <p:cNvSpPr>
                <a:spLocks/>
              </p:cNvSpPr>
              <p:nvPr userDrawn="1"/>
            </p:nvSpPr>
            <p:spPr bwMode="gray">
              <a:xfrm>
                <a:off x="3349" y="2053"/>
                <a:ext cx="19" cy="4"/>
              </a:xfrm>
              <a:custGeom>
                <a:avLst/>
                <a:gdLst>
                  <a:gd name="T0" fmla="*/ 0 w 19"/>
                  <a:gd name="T1" fmla="*/ 2 h 4"/>
                  <a:gd name="T2" fmla="*/ 5 w 19"/>
                  <a:gd name="T3" fmla="*/ 4 h 4"/>
                  <a:gd name="T4" fmla="*/ 10 w 19"/>
                  <a:gd name="T5" fmla="*/ 4 h 4"/>
                  <a:gd name="T6" fmla="*/ 14 w 19"/>
                  <a:gd name="T7" fmla="*/ 2 h 4"/>
                  <a:gd name="T8" fmla="*/ 19 w 19"/>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0" y="2"/>
                    </a:moveTo>
                    <a:lnTo>
                      <a:pt x="5" y="4"/>
                    </a:lnTo>
                    <a:lnTo>
                      <a:pt x="10" y="4"/>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68" name="Line 1366">
                <a:extLst>
                  <a:ext uri="{FF2B5EF4-FFF2-40B4-BE49-F238E27FC236}">
                    <a16:creationId xmlns:a16="http://schemas.microsoft.com/office/drawing/2014/main" id="{D76F0EAB-B8F3-FF96-49FD-219697DFED80}"/>
                  </a:ext>
                </a:extLst>
              </p:cNvPr>
              <p:cNvSpPr>
                <a:spLocks noChangeShapeType="1"/>
              </p:cNvSpPr>
              <p:nvPr userDrawn="1"/>
            </p:nvSpPr>
            <p:spPr bwMode="gray">
              <a:xfrm flipV="1">
                <a:off x="3368" y="1817"/>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69" name="Freeform 1367">
                <a:extLst>
                  <a:ext uri="{FF2B5EF4-FFF2-40B4-BE49-F238E27FC236}">
                    <a16:creationId xmlns:a16="http://schemas.microsoft.com/office/drawing/2014/main" id="{6B07A47F-36C0-0391-AC68-200C538CBE4A}"/>
                  </a:ext>
                </a:extLst>
              </p:cNvPr>
              <p:cNvSpPr>
                <a:spLocks/>
              </p:cNvSpPr>
              <p:nvPr userDrawn="1"/>
            </p:nvSpPr>
            <p:spPr bwMode="gray">
              <a:xfrm>
                <a:off x="3354" y="1817"/>
                <a:ext cx="19" cy="14"/>
              </a:xfrm>
              <a:custGeom>
                <a:avLst/>
                <a:gdLst>
                  <a:gd name="T0" fmla="*/ 0 w 19"/>
                  <a:gd name="T1" fmla="*/ 14 h 14"/>
                  <a:gd name="T2" fmla="*/ 5 w 19"/>
                  <a:gd name="T3" fmla="*/ 11 h 14"/>
                  <a:gd name="T4" fmla="*/ 11 w 19"/>
                  <a:gd name="T5" fmla="*/ 9 h 14"/>
                  <a:gd name="T6" fmla="*/ 16 w 19"/>
                  <a:gd name="T7" fmla="*/ 6 h 14"/>
                  <a:gd name="T8" fmla="*/ 19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5" y="11"/>
                    </a:lnTo>
                    <a:lnTo>
                      <a:pt x="11" y="9"/>
                    </a:lnTo>
                    <a:lnTo>
                      <a:pt x="16" y="6"/>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70" name="Freeform 1368">
                <a:extLst>
                  <a:ext uri="{FF2B5EF4-FFF2-40B4-BE49-F238E27FC236}">
                    <a16:creationId xmlns:a16="http://schemas.microsoft.com/office/drawing/2014/main" id="{BCF3C784-4399-1CEA-8566-988080F4BD94}"/>
                  </a:ext>
                </a:extLst>
              </p:cNvPr>
              <p:cNvSpPr>
                <a:spLocks/>
              </p:cNvSpPr>
              <p:nvPr userDrawn="1"/>
            </p:nvSpPr>
            <p:spPr bwMode="gray">
              <a:xfrm>
                <a:off x="3248" y="2017"/>
                <a:ext cx="7" cy="8"/>
              </a:xfrm>
              <a:custGeom>
                <a:avLst/>
                <a:gdLst>
                  <a:gd name="T0" fmla="*/ 0 w 7"/>
                  <a:gd name="T1" fmla="*/ 0 h 8"/>
                  <a:gd name="T2" fmla="*/ 0 w 7"/>
                  <a:gd name="T3" fmla="*/ 3 h 8"/>
                  <a:gd name="T4" fmla="*/ 1 w 7"/>
                  <a:gd name="T5" fmla="*/ 7 h 8"/>
                  <a:gd name="T6" fmla="*/ 3 w 7"/>
                  <a:gd name="T7" fmla="*/ 8 h 8"/>
                  <a:gd name="T8" fmla="*/ 5 w 7"/>
                  <a:gd name="T9" fmla="*/ 8 h 8"/>
                  <a:gd name="T10" fmla="*/ 7 w 7"/>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0" y="0"/>
                    </a:moveTo>
                    <a:lnTo>
                      <a:pt x="0" y="3"/>
                    </a:lnTo>
                    <a:lnTo>
                      <a:pt x="1" y="7"/>
                    </a:lnTo>
                    <a:lnTo>
                      <a:pt x="3" y="8"/>
                    </a:lnTo>
                    <a:lnTo>
                      <a:pt x="5" y="8"/>
                    </a:lnTo>
                    <a:lnTo>
                      <a:pt x="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71" name="Line 1369">
                <a:extLst>
                  <a:ext uri="{FF2B5EF4-FFF2-40B4-BE49-F238E27FC236}">
                    <a16:creationId xmlns:a16="http://schemas.microsoft.com/office/drawing/2014/main" id="{CFA5CE92-EEE6-6D33-2A21-5129E42770ED}"/>
                  </a:ext>
                </a:extLst>
              </p:cNvPr>
              <p:cNvSpPr>
                <a:spLocks noChangeShapeType="1"/>
              </p:cNvSpPr>
              <p:nvPr userDrawn="1"/>
            </p:nvSpPr>
            <p:spPr bwMode="gray">
              <a:xfrm flipH="1" flipV="1">
                <a:off x="3150" y="1987"/>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72" name="Line 1370">
                <a:extLst>
                  <a:ext uri="{FF2B5EF4-FFF2-40B4-BE49-F238E27FC236}">
                    <a16:creationId xmlns:a16="http://schemas.microsoft.com/office/drawing/2014/main" id="{D45ECF6F-9B70-F66A-BE5F-E5C57F5D75E8}"/>
                  </a:ext>
                </a:extLst>
              </p:cNvPr>
              <p:cNvSpPr>
                <a:spLocks noChangeShapeType="1"/>
              </p:cNvSpPr>
              <p:nvPr userDrawn="1"/>
            </p:nvSpPr>
            <p:spPr bwMode="gray">
              <a:xfrm flipH="1" flipV="1">
                <a:off x="3146" y="1980"/>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73" name="Freeform 1371">
                <a:extLst>
                  <a:ext uri="{FF2B5EF4-FFF2-40B4-BE49-F238E27FC236}">
                    <a16:creationId xmlns:a16="http://schemas.microsoft.com/office/drawing/2014/main" id="{9808D612-620D-9745-BE4F-062971DA56AF}"/>
                  </a:ext>
                </a:extLst>
              </p:cNvPr>
              <p:cNvSpPr>
                <a:spLocks/>
              </p:cNvSpPr>
              <p:nvPr userDrawn="1"/>
            </p:nvSpPr>
            <p:spPr bwMode="gray">
              <a:xfrm>
                <a:off x="3146" y="1980"/>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74" name="Line 1372">
                <a:extLst>
                  <a:ext uri="{FF2B5EF4-FFF2-40B4-BE49-F238E27FC236}">
                    <a16:creationId xmlns:a16="http://schemas.microsoft.com/office/drawing/2014/main" id="{35594204-0739-E95B-0ED0-4D43F3726290}"/>
                  </a:ext>
                </a:extLst>
              </p:cNvPr>
              <p:cNvSpPr>
                <a:spLocks noChangeShapeType="1"/>
              </p:cNvSpPr>
              <p:nvPr userDrawn="1"/>
            </p:nvSpPr>
            <p:spPr bwMode="gray">
              <a:xfrm>
                <a:off x="3155" y="1987"/>
                <a:ext cx="204"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75" name="Freeform 1373">
                <a:extLst>
                  <a:ext uri="{FF2B5EF4-FFF2-40B4-BE49-F238E27FC236}">
                    <a16:creationId xmlns:a16="http://schemas.microsoft.com/office/drawing/2014/main" id="{36F359F2-F551-19FD-428F-929BE158F72E}"/>
                  </a:ext>
                </a:extLst>
              </p:cNvPr>
              <p:cNvSpPr>
                <a:spLocks/>
              </p:cNvSpPr>
              <p:nvPr userDrawn="1"/>
            </p:nvSpPr>
            <p:spPr bwMode="gray">
              <a:xfrm>
                <a:off x="3349" y="2055"/>
                <a:ext cx="9" cy="7"/>
              </a:xfrm>
              <a:custGeom>
                <a:avLst/>
                <a:gdLst>
                  <a:gd name="T0" fmla="*/ 9 w 9"/>
                  <a:gd name="T1" fmla="*/ 7 h 7"/>
                  <a:gd name="T2" fmla="*/ 5 w 9"/>
                  <a:gd name="T3" fmla="*/ 7 h 7"/>
                  <a:gd name="T4" fmla="*/ 2 w 9"/>
                  <a:gd name="T5" fmla="*/ 7 h 7"/>
                  <a:gd name="T6" fmla="*/ 2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5" y="7"/>
                    </a:lnTo>
                    <a:lnTo>
                      <a:pt x="2"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76" name="Freeform 1374">
                <a:extLst>
                  <a:ext uri="{FF2B5EF4-FFF2-40B4-BE49-F238E27FC236}">
                    <a16:creationId xmlns:a16="http://schemas.microsoft.com/office/drawing/2014/main" id="{B5A53479-A374-0868-C96F-79FB15C0D8AA}"/>
                  </a:ext>
                </a:extLst>
              </p:cNvPr>
              <p:cNvSpPr>
                <a:spLocks/>
              </p:cNvSpPr>
              <p:nvPr userDrawn="1"/>
            </p:nvSpPr>
            <p:spPr bwMode="gray">
              <a:xfrm>
                <a:off x="3150" y="1357"/>
                <a:ext cx="4" cy="7"/>
              </a:xfrm>
              <a:custGeom>
                <a:avLst/>
                <a:gdLst>
                  <a:gd name="T0" fmla="*/ 2 w 5"/>
                  <a:gd name="T1" fmla="*/ 7 h 7"/>
                  <a:gd name="T2" fmla="*/ 2 w 5"/>
                  <a:gd name="T3" fmla="*/ 7 h 7"/>
                  <a:gd name="T4" fmla="*/ 1 w 5"/>
                  <a:gd name="T5" fmla="*/ 6 h 7"/>
                  <a:gd name="T6" fmla="*/ 0 w 5"/>
                  <a:gd name="T7" fmla="*/ 4 h 7"/>
                  <a:gd name="T8" fmla="*/ 0 w 5"/>
                  <a:gd name="T9" fmla="*/ 2 h 7"/>
                  <a:gd name="T10" fmla="*/ 2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5" y="7"/>
                    </a:moveTo>
                    <a:lnTo>
                      <a:pt x="3" y="7"/>
                    </a:ln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77" name="Line 1375">
                <a:extLst>
                  <a:ext uri="{FF2B5EF4-FFF2-40B4-BE49-F238E27FC236}">
                    <a16:creationId xmlns:a16="http://schemas.microsoft.com/office/drawing/2014/main" id="{75B68824-94B8-3BA3-7984-BD395C9674B5}"/>
                  </a:ext>
                </a:extLst>
              </p:cNvPr>
              <p:cNvSpPr>
                <a:spLocks noChangeShapeType="1"/>
              </p:cNvSpPr>
              <p:nvPr userDrawn="1"/>
            </p:nvSpPr>
            <p:spPr bwMode="gray">
              <a:xfrm flipV="1">
                <a:off x="3148" y="1245"/>
                <a:ext cx="4"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78" name="Line 1376">
                <a:extLst>
                  <a:ext uri="{FF2B5EF4-FFF2-40B4-BE49-F238E27FC236}">
                    <a16:creationId xmlns:a16="http://schemas.microsoft.com/office/drawing/2014/main" id="{43C33155-B2AF-7987-C0F0-485155E0DFE5}"/>
                  </a:ext>
                </a:extLst>
              </p:cNvPr>
              <p:cNvSpPr>
                <a:spLocks noChangeShapeType="1"/>
              </p:cNvSpPr>
              <p:nvPr userDrawn="1"/>
            </p:nvSpPr>
            <p:spPr bwMode="gray">
              <a:xfrm flipV="1">
                <a:off x="3153" y="1248"/>
                <a:ext cx="4"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79" name="Freeform 1377">
                <a:extLst>
                  <a:ext uri="{FF2B5EF4-FFF2-40B4-BE49-F238E27FC236}">
                    <a16:creationId xmlns:a16="http://schemas.microsoft.com/office/drawing/2014/main" id="{EDD8BB49-60AB-EA38-84AD-ED13E21E2619}"/>
                  </a:ext>
                </a:extLst>
              </p:cNvPr>
              <p:cNvSpPr>
                <a:spLocks/>
              </p:cNvSpPr>
              <p:nvPr userDrawn="1"/>
            </p:nvSpPr>
            <p:spPr bwMode="gray">
              <a:xfrm>
                <a:off x="3151" y="1240"/>
                <a:ext cx="6" cy="9"/>
              </a:xfrm>
              <a:custGeom>
                <a:avLst/>
                <a:gdLst>
                  <a:gd name="T0" fmla="*/ 6 w 6"/>
                  <a:gd name="T1" fmla="*/ 9 h 9"/>
                  <a:gd name="T2" fmla="*/ 4 w 6"/>
                  <a:gd name="T3" fmla="*/ 7 h 9"/>
                  <a:gd name="T4" fmla="*/ 2 w 6"/>
                  <a:gd name="T5" fmla="*/ 5 h 9"/>
                  <a:gd name="T6" fmla="*/ 0 w 6"/>
                  <a:gd name="T7" fmla="*/ 4 h 9"/>
                  <a:gd name="T8" fmla="*/ 0 w 6"/>
                  <a:gd name="T9" fmla="*/ 2 h 9"/>
                  <a:gd name="T10" fmla="*/ 4 w 6"/>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6" y="9"/>
                    </a:moveTo>
                    <a:lnTo>
                      <a:pt x="4" y="7"/>
                    </a:lnTo>
                    <a:lnTo>
                      <a:pt x="2" y="5"/>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80" name="Line 1378">
                <a:extLst>
                  <a:ext uri="{FF2B5EF4-FFF2-40B4-BE49-F238E27FC236}">
                    <a16:creationId xmlns:a16="http://schemas.microsoft.com/office/drawing/2014/main" id="{7A51C49E-554A-52F5-0CB6-0F109763E272}"/>
                  </a:ext>
                </a:extLst>
              </p:cNvPr>
              <p:cNvSpPr>
                <a:spLocks noChangeShapeType="1"/>
              </p:cNvSpPr>
              <p:nvPr userDrawn="1"/>
            </p:nvSpPr>
            <p:spPr bwMode="gray">
              <a:xfrm flipH="1">
                <a:off x="3151" y="1240"/>
                <a:ext cx="4"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81" name="Freeform 1379">
                <a:extLst>
                  <a:ext uri="{FF2B5EF4-FFF2-40B4-BE49-F238E27FC236}">
                    <a16:creationId xmlns:a16="http://schemas.microsoft.com/office/drawing/2014/main" id="{C7F0CF51-8A3F-D9E5-4B75-2EA89B98A6A5}"/>
                  </a:ext>
                </a:extLst>
              </p:cNvPr>
              <p:cNvSpPr>
                <a:spLocks/>
              </p:cNvSpPr>
              <p:nvPr userDrawn="1"/>
            </p:nvSpPr>
            <p:spPr bwMode="gray">
              <a:xfrm>
                <a:off x="3148" y="1480"/>
                <a:ext cx="5" cy="5"/>
              </a:xfrm>
              <a:custGeom>
                <a:avLst/>
                <a:gdLst>
                  <a:gd name="T0" fmla="*/ 5 w 5"/>
                  <a:gd name="T1" fmla="*/ 0 h 5"/>
                  <a:gd name="T2" fmla="*/ 3 w 5"/>
                  <a:gd name="T3" fmla="*/ 1 h 5"/>
                  <a:gd name="T4" fmla="*/ 2 w 5"/>
                  <a:gd name="T5" fmla="*/ 1 h 5"/>
                  <a:gd name="T6" fmla="*/ 0 w 5"/>
                  <a:gd name="T7" fmla="*/ 3 h 5"/>
                  <a:gd name="T8" fmla="*/ 2 w 5"/>
                  <a:gd name="T9" fmla="*/ 3 h 5"/>
                  <a:gd name="T10" fmla="*/ 3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1"/>
                    </a:lnTo>
                    <a:lnTo>
                      <a:pt x="2" y="1"/>
                    </a:lnTo>
                    <a:lnTo>
                      <a:pt x="0" y="3"/>
                    </a:lnTo>
                    <a:lnTo>
                      <a:pt x="2" y="3"/>
                    </a:lnTo>
                    <a:lnTo>
                      <a:pt x="3"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82" name="Freeform 1380">
                <a:extLst>
                  <a:ext uri="{FF2B5EF4-FFF2-40B4-BE49-F238E27FC236}">
                    <a16:creationId xmlns:a16="http://schemas.microsoft.com/office/drawing/2014/main" id="{BDF8055E-5CEF-371F-9D0B-DD87EFB4C4EB}"/>
                  </a:ext>
                </a:extLst>
              </p:cNvPr>
              <p:cNvSpPr>
                <a:spLocks/>
              </p:cNvSpPr>
              <p:nvPr userDrawn="1"/>
            </p:nvSpPr>
            <p:spPr bwMode="gray">
              <a:xfrm>
                <a:off x="3262" y="1265"/>
                <a:ext cx="8" cy="17"/>
              </a:xfrm>
              <a:custGeom>
                <a:avLst/>
                <a:gdLst>
                  <a:gd name="T0" fmla="*/ 0 w 8"/>
                  <a:gd name="T1" fmla="*/ 17 h 17"/>
                  <a:gd name="T2" fmla="*/ 0 w 8"/>
                  <a:gd name="T3" fmla="*/ 12 h 17"/>
                  <a:gd name="T4" fmla="*/ 1 w 8"/>
                  <a:gd name="T5" fmla="*/ 7 h 17"/>
                  <a:gd name="T6" fmla="*/ 5 w 8"/>
                  <a:gd name="T7" fmla="*/ 3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0" y="12"/>
                    </a:lnTo>
                    <a:lnTo>
                      <a:pt x="1" y="7"/>
                    </a:lnTo>
                    <a:lnTo>
                      <a:pt x="5" y="3"/>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83" name="Line 1381">
                <a:extLst>
                  <a:ext uri="{FF2B5EF4-FFF2-40B4-BE49-F238E27FC236}">
                    <a16:creationId xmlns:a16="http://schemas.microsoft.com/office/drawing/2014/main" id="{725D2FDC-5C7A-5967-45F7-6E42F9AA4288}"/>
                  </a:ext>
                </a:extLst>
              </p:cNvPr>
              <p:cNvSpPr>
                <a:spLocks noChangeShapeType="1"/>
              </p:cNvSpPr>
              <p:nvPr userDrawn="1"/>
            </p:nvSpPr>
            <p:spPr bwMode="gray">
              <a:xfrm>
                <a:off x="3160" y="1238"/>
                <a:ext cx="208"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84" name="Line 1382">
                <a:extLst>
                  <a:ext uri="{FF2B5EF4-FFF2-40B4-BE49-F238E27FC236}">
                    <a16:creationId xmlns:a16="http://schemas.microsoft.com/office/drawing/2014/main" id="{7F130A31-EBC8-AE15-9BD3-A543B2F1801F}"/>
                  </a:ext>
                </a:extLst>
              </p:cNvPr>
              <p:cNvSpPr>
                <a:spLocks noChangeShapeType="1"/>
              </p:cNvSpPr>
              <p:nvPr userDrawn="1"/>
            </p:nvSpPr>
            <p:spPr bwMode="gray">
              <a:xfrm>
                <a:off x="3158" y="1248"/>
                <a:ext cx="209"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85" name="Freeform 1383">
                <a:extLst>
                  <a:ext uri="{FF2B5EF4-FFF2-40B4-BE49-F238E27FC236}">
                    <a16:creationId xmlns:a16="http://schemas.microsoft.com/office/drawing/2014/main" id="{2C0E4661-ABBD-4EE4-1FCA-14347E90074E}"/>
                  </a:ext>
                </a:extLst>
              </p:cNvPr>
              <p:cNvSpPr>
                <a:spLocks/>
              </p:cNvSpPr>
              <p:nvPr userDrawn="1"/>
            </p:nvSpPr>
            <p:spPr bwMode="gray">
              <a:xfrm>
                <a:off x="3366" y="1300"/>
                <a:ext cx="9" cy="17"/>
              </a:xfrm>
              <a:custGeom>
                <a:avLst/>
                <a:gdLst>
                  <a:gd name="T0" fmla="*/ 0 w 9"/>
                  <a:gd name="T1" fmla="*/ 17 h 17"/>
                  <a:gd name="T2" fmla="*/ 0 w 9"/>
                  <a:gd name="T3" fmla="*/ 12 h 17"/>
                  <a:gd name="T4" fmla="*/ 2 w 9"/>
                  <a:gd name="T5" fmla="*/ 7 h 17"/>
                  <a:gd name="T6" fmla="*/ 6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86" name="Line 1384">
                <a:extLst>
                  <a:ext uri="{FF2B5EF4-FFF2-40B4-BE49-F238E27FC236}">
                    <a16:creationId xmlns:a16="http://schemas.microsoft.com/office/drawing/2014/main" id="{AA415ECD-0D87-461F-BDA2-4C3A8542D841}"/>
                  </a:ext>
                </a:extLst>
              </p:cNvPr>
              <p:cNvSpPr>
                <a:spLocks noChangeShapeType="1"/>
              </p:cNvSpPr>
              <p:nvPr userDrawn="1"/>
            </p:nvSpPr>
            <p:spPr bwMode="gray">
              <a:xfrm flipH="1" flipV="1">
                <a:off x="3165" y="1231"/>
                <a:ext cx="213"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87" name="Freeform 1385">
                <a:extLst>
                  <a:ext uri="{FF2B5EF4-FFF2-40B4-BE49-F238E27FC236}">
                    <a16:creationId xmlns:a16="http://schemas.microsoft.com/office/drawing/2014/main" id="{31C7F627-BAE2-A5BF-3631-439FAB1B6669}"/>
                  </a:ext>
                </a:extLst>
              </p:cNvPr>
              <p:cNvSpPr>
                <a:spLocks/>
              </p:cNvSpPr>
              <p:nvPr userDrawn="1"/>
            </p:nvSpPr>
            <p:spPr bwMode="gray">
              <a:xfrm>
                <a:off x="3158" y="1231"/>
                <a:ext cx="4" cy="18"/>
              </a:xfrm>
              <a:custGeom>
                <a:avLst/>
                <a:gdLst>
                  <a:gd name="T0" fmla="*/ 0 w 8"/>
                  <a:gd name="T1" fmla="*/ 18 h 18"/>
                  <a:gd name="T2" fmla="*/ 1 w 8"/>
                  <a:gd name="T3" fmla="*/ 13 h 18"/>
                  <a:gd name="T4" fmla="*/ 1 w 8"/>
                  <a:gd name="T5" fmla="*/ 7 h 18"/>
                  <a:gd name="T6" fmla="*/ 1 w 8"/>
                  <a:gd name="T7" fmla="*/ 4 h 18"/>
                  <a:gd name="T8" fmla="*/ 1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88" name="Freeform 1386">
                <a:extLst>
                  <a:ext uri="{FF2B5EF4-FFF2-40B4-BE49-F238E27FC236}">
                    <a16:creationId xmlns:a16="http://schemas.microsoft.com/office/drawing/2014/main" id="{B29C1BE9-3835-BA65-24FA-22352654E006}"/>
                  </a:ext>
                </a:extLst>
              </p:cNvPr>
              <p:cNvSpPr>
                <a:spLocks/>
              </p:cNvSpPr>
              <p:nvPr userDrawn="1"/>
            </p:nvSpPr>
            <p:spPr bwMode="gray">
              <a:xfrm>
                <a:off x="3363" y="1433"/>
                <a:ext cx="22" cy="3"/>
              </a:xfrm>
              <a:custGeom>
                <a:avLst/>
                <a:gdLst>
                  <a:gd name="T0" fmla="*/ 0 w 21"/>
                  <a:gd name="T1" fmla="*/ 1 h 3"/>
                  <a:gd name="T2" fmla="*/ 5 w 21"/>
                  <a:gd name="T3" fmla="*/ 3 h 3"/>
                  <a:gd name="T4" fmla="*/ 10 w 21"/>
                  <a:gd name="T5" fmla="*/ 3 h 3"/>
                  <a:gd name="T6" fmla="*/ 34 w 21"/>
                  <a:gd name="T7" fmla="*/ 1 h 3"/>
                  <a:gd name="T8" fmla="*/ 44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1"/>
                    </a:moveTo>
                    <a:lnTo>
                      <a:pt x="5" y="3"/>
                    </a:lnTo>
                    <a:lnTo>
                      <a:pt x="10" y="3"/>
                    </a:lnTo>
                    <a:lnTo>
                      <a:pt x="16"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89" name="Line 1387">
                <a:extLst>
                  <a:ext uri="{FF2B5EF4-FFF2-40B4-BE49-F238E27FC236}">
                    <a16:creationId xmlns:a16="http://schemas.microsoft.com/office/drawing/2014/main" id="{E45EAF14-C326-83E1-2661-F5E140DAC984}"/>
                  </a:ext>
                </a:extLst>
              </p:cNvPr>
              <p:cNvSpPr>
                <a:spLocks noChangeShapeType="1"/>
              </p:cNvSpPr>
              <p:nvPr userDrawn="1"/>
            </p:nvSpPr>
            <p:spPr bwMode="gray">
              <a:xfrm flipH="1">
                <a:off x="3372" y="1318"/>
                <a:ext cx="5"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90" name="Line 1388">
                <a:extLst>
                  <a:ext uri="{FF2B5EF4-FFF2-40B4-BE49-F238E27FC236}">
                    <a16:creationId xmlns:a16="http://schemas.microsoft.com/office/drawing/2014/main" id="{1685B2B4-1F46-C14B-180B-D4E3A513A03F}"/>
                  </a:ext>
                </a:extLst>
              </p:cNvPr>
              <p:cNvSpPr>
                <a:spLocks noChangeShapeType="1"/>
              </p:cNvSpPr>
              <p:nvPr userDrawn="1"/>
            </p:nvSpPr>
            <p:spPr bwMode="gray">
              <a:xfrm flipH="1">
                <a:off x="3361" y="131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91" name="Freeform 1389">
                <a:extLst>
                  <a:ext uri="{FF2B5EF4-FFF2-40B4-BE49-F238E27FC236}">
                    <a16:creationId xmlns:a16="http://schemas.microsoft.com/office/drawing/2014/main" id="{9BC50D60-9302-499C-262A-B895CD246E5C}"/>
                  </a:ext>
                </a:extLst>
              </p:cNvPr>
              <p:cNvSpPr>
                <a:spLocks/>
              </p:cNvSpPr>
              <p:nvPr userDrawn="1"/>
            </p:nvSpPr>
            <p:spPr bwMode="gray">
              <a:xfrm>
                <a:off x="3361" y="1551"/>
                <a:ext cx="19" cy="13"/>
              </a:xfrm>
              <a:custGeom>
                <a:avLst/>
                <a:gdLst>
                  <a:gd name="T0" fmla="*/ 0 w 19"/>
                  <a:gd name="T1" fmla="*/ 0 h 11"/>
                  <a:gd name="T2" fmla="*/ 5 w 19"/>
                  <a:gd name="T3" fmla="*/ 93 h 11"/>
                  <a:gd name="T4" fmla="*/ 12 w 19"/>
                  <a:gd name="T5" fmla="*/ 154 h 11"/>
                  <a:gd name="T6" fmla="*/ 19 w 19"/>
                  <a:gd name="T7" fmla="*/ 182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1">
                    <a:moveTo>
                      <a:pt x="0" y="0"/>
                    </a:moveTo>
                    <a:lnTo>
                      <a:pt x="5" y="6"/>
                    </a:lnTo>
                    <a:lnTo>
                      <a:pt x="12" y="9"/>
                    </a:lnTo>
                    <a:lnTo>
                      <a:pt x="19"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92" name="Line 1390">
                <a:extLst>
                  <a:ext uri="{FF2B5EF4-FFF2-40B4-BE49-F238E27FC236}">
                    <a16:creationId xmlns:a16="http://schemas.microsoft.com/office/drawing/2014/main" id="{96917E6C-018E-5F59-644C-814C1C98D663}"/>
                  </a:ext>
                </a:extLst>
              </p:cNvPr>
              <p:cNvSpPr>
                <a:spLocks noChangeShapeType="1"/>
              </p:cNvSpPr>
              <p:nvPr userDrawn="1"/>
            </p:nvSpPr>
            <p:spPr bwMode="gray">
              <a:xfrm flipV="1">
                <a:off x="3380" y="1315"/>
                <a:ext cx="6" cy="2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93" name="Freeform 1391">
                <a:extLst>
                  <a:ext uri="{FF2B5EF4-FFF2-40B4-BE49-F238E27FC236}">
                    <a16:creationId xmlns:a16="http://schemas.microsoft.com/office/drawing/2014/main" id="{98F2F6F3-D791-A875-9761-F6F7844F8F42}"/>
                  </a:ext>
                </a:extLst>
              </p:cNvPr>
              <p:cNvSpPr>
                <a:spLocks/>
              </p:cNvSpPr>
              <p:nvPr userDrawn="1"/>
            </p:nvSpPr>
            <p:spPr bwMode="gray">
              <a:xfrm>
                <a:off x="3366" y="1315"/>
                <a:ext cx="20" cy="4"/>
              </a:xfrm>
              <a:custGeom>
                <a:avLst/>
                <a:gdLst>
                  <a:gd name="T0" fmla="*/ 20 w 20"/>
                  <a:gd name="T1" fmla="*/ 0 h 4"/>
                  <a:gd name="T2" fmla="*/ 14 w 20"/>
                  <a:gd name="T3" fmla="*/ 4 h 4"/>
                  <a:gd name="T4" fmla="*/ 11 w 20"/>
                  <a:gd name="T5" fmla="*/ 4 h 4"/>
                  <a:gd name="T6" fmla="*/ 6 w 20"/>
                  <a:gd name="T7" fmla="*/ 4 h 4"/>
                  <a:gd name="T8" fmla="*/ 0 w 20"/>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
                    <a:moveTo>
                      <a:pt x="20" y="0"/>
                    </a:moveTo>
                    <a:lnTo>
                      <a:pt x="14" y="4"/>
                    </a:lnTo>
                    <a:lnTo>
                      <a:pt x="11" y="4"/>
                    </a:lnTo>
                    <a:lnTo>
                      <a:pt x="6"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94" name="Freeform 1392">
                <a:extLst>
                  <a:ext uri="{FF2B5EF4-FFF2-40B4-BE49-F238E27FC236}">
                    <a16:creationId xmlns:a16="http://schemas.microsoft.com/office/drawing/2014/main" id="{D7792411-07EC-6244-3A4F-0D71B6BC6363}"/>
                  </a:ext>
                </a:extLst>
              </p:cNvPr>
              <p:cNvSpPr>
                <a:spLocks/>
              </p:cNvSpPr>
              <p:nvPr userDrawn="1"/>
            </p:nvSpPr>
            <p:spPr bwMode="gray">
              <a:xfrm>
                <a:off x="3515" y="1840"/>
                <a:ext cx="4" cy="9"/>
              </a:xfrm>
              <a:custGeom>
                <a:avLst/>
                <a:gdLst>
                  <a:gd name="T0" fmla="*/ 0 w 5"/>
                  <a:gd name="T1" fmla="*/ 0 h 9"/>
                  <a:gd name="T2" fmla="*/ 2 w 5"/>
                  <a:gd name="T3" fmla="*/ 2 h 9"/>
                  <a:gd name="T4" fmla="*/ 2 w 5"/>
                  <a:gd name="T5" fmla="*/ 4 h 9"/>
                  <a:gd name="T6" fmla="*/ 2 w 5"/>
                  <a:gd name="T7" fmla="*/ 5 h 9"/>
                  <a:gd name="T8" fmla="*/ 2 w 5"/>
                  <a:gd name="T9" fmla="*/ 7 h 9"/>
                  <a:gd name="T10" fmla="*/ 2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2" y="2"/>
                    </a:lnTo>
                    <a:lnTo>
                      <a:pt x="5" y="4"/>
                    </a:lnTo>
                    <a:lnTo>
                      <a:pt x="5" y="5"/>
                    </a:lnTo>
                    <a:lnTo>
                      <a:pt x="5"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95" name="Line 1393">
                <a:extLst>
                  <a:ext uri="{FF2B5EF4-FFF2-40B4-BE49-F238E27FC236}">
                    <a16:creationId xmlns:a16="http://schemas.microsoft.com/office/drawing/2014/main" id="{FFE030B8-534A-CACA-5111-60D7B150B3BE}"/>
                  </a:ext>
                </a:extLst>
              </p:cNvPr>
              <p:cNvSpPr>
                <a:spLocks noChangeShapeType="1"/>
              </p:cNvSpPr>
              <p:nvPr userDrawn="1"/>
            </p:nvSpPr>
            <p:spPr bwMode="gray">
              <a:xfrm flipH="1">
                <a:off x="3517" y="1726"/>
                <a:ext cx="7"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96" name="Line 1394">
                <a:extLst>
                  <a:ext uri="{FF2B5EF4-FFF2-40B4-BE49-F238E27FC236}">
                    <a16:creationId xmlns:a16="http://schemas.microsoft.com/office/drawing/2014/main" id="{9390831A-EA81-B0E2-6B3B-96A06818E4CF}"/>
                  </a:ext>
                </a:extLst>
              </p:cNvPr>
              <p:cNvSpPr>
                <a:spLocks noChangeShapeType="1"/>
              </p:cNvSpPr>
              <p:nvPr userDrawn="1"/>
            </p:nvSpPr>
            <p:spPr bwMode="gray">
              <a:xfrm flipH="1">
                <a:off x="3512" y="1728"/>
                <a:ext cx="7"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97" name="Freeform 1395">
                <a:extLst>
                  <a:ext uri="{FF2B5EF4-FFF2-40B4-BE49-F238E27FC236}">
                    <a16:creationId xmlns:a16="http://schemas.microsoft.com/office/drawing/2014/main" id="{1E2ECEC5-012D-59C9-B057-C76D691A560E}"/>
                  </a:ext>
                </a:extLst>
              </p:cNvPr>
              <p:cNvSpPr>
                <a:spLocks/>
              </p:cNvSpPr>
              <p:nvPr userDrawn="1"/>
            </p:nvSpPr>
            <p:spPr bwMode="gray">
              <a:xfrm>
                <a:off x="3512" y="1950"/>
                <a:ext cx="5" cy="9"/>
              </a:xfrm>
              <a:custGeom>
                <a:avLst/>
                <a:gdLst>
                  <a:gd name="T0" fmla="*/ 0 w 5"/>
                  <a:gd name="T1" fmla="*/ 0 h 9"/>
                  <a:gd name="T2" fmla="*/ 3 w 5"/>
                  <a:gd name="T3" fmla="*/ 2 h 9"/>
                  <a:gd name="T4" fmla="*/ 5 w 5"/>
                  <a:gd name="T5" fmla="*/ 4 h 9"/>
                  <a:gd name="T6" fmla="*/ 5 w 5"/>
                  <a:gd name="T7" fmla="*/ 5 h 9"/>
                  <a:gd name="T8" fmla="*/ 5 w 5"/>
                  <a:gd name="T9" fmla="*/ 7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2"/>
                    </a:lnTo>
                    <a:lnTo>
                      <a:pt x="5" y="4"/>
                    </a:lnTo>
                    <a:lnTo>
                      <a:pt x="5" y="5"/>
                    </a:lnTo>
                    <a:lnTo>
                      <a:pt x="5" y="7"/>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98" name="Line 1396">
                <a:extLst>
                  <a:ext uri="{FF2B5EF4-FFF2-40B4-BE49-F238E27FC236}">
                    <a16:creationId xmlns:a16="http://schemas.microsoft.com/office/drawing/2014/main" id="{9F77856A-BD9D-3CF9-17C7-5E296D401303}"/>
                  </a:ext>
                </a:extLst>
              </p:cNvPr>
              <p:cNvSpPr>
                <a:spLocks noChangeShapeType="1"/>
              </p:cNvSpPr>
              <p:nvPr userDrawn="1"/>
            </p:nvSpPr>
            <p:spPr bwMode="gray">
              <a:xfrm flipV="1">
                <a:off x="3515" y="172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99" name="Freeform 1397">
                <a:extLst>
                  <a:ext uri="{FF2B5EF4-FFF2-40B4-BE49-F238E27FC236}">
                    <a16:creationId xmlns:a16="http://schemas.microsoft.com/office/drawing/2014/main" id="{B289D775-234B-F320-7ABB-F9013D920038}"/>
                  </a:ext>
                </a:extLst>
              </p:cNvPr>
              <p:cNvSpPr>
                <a:spLocks/>
              </p:cNvSpPr>
              <p:nvPr userDrawn="1"/>
            </p:nvSpPr>
            <p:spPr bwMode="gray">
              <a:xfrm>
                <a:off x="3519" y="1725"/>
                <a:ext cx="5" cy="4"/>
              </a:xfrm>
              <a:custGeom>
                <a:avLst/>
                <a:gdLst>
                  <a:gd name="T0" fmla="*/ 0 w 5"/>
                  <a:gd name="T1" fmla="*/ 368 h 3"/>
                  <a:gd name="T2" fmla="*/ 1 w 5"/>
                  <a:gd name="T3" fmla="*/ 368 h 3"/>
                  <a:gd name="T4" fmla="*/ 3 w 5"/>
                  <a:gd name="T5" fmla="*/ 368 h 3"/>
                  <a:gd name="T6" fmla="*/ 5 w 5"/>
                  <a:gd name="T7" fmla="*/ 1 h 3"/>
                  <a:gd name="T8" fmla="*/ 5 w 5"/>
                  <a:gd name="T9" fmla="*/ 1 h 3"/>
                  <a:gd name="T10" fmla="*/ 5 w 5"/>
                  <a:gd name="T11" fmla="*/ 1 h 3"/>
                  <a:gd name="T12" fmla="*/ 5 w 5"/>
                  <a:gd name="T13" fmla="*/ 1 h 3"/>
                  <a:gd name="T14" fmla="*/ 3 w 5"/>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 h="3">
                    <a:moveTo>
                      <a:pt x="0" y="3"/>
                    </a:moveTo>
                    <a:lnTo>
                      <a:pt x="1" y="3"/>
                    </a:lnTo>
                    <a:lnTo>
                      <a:pt x="3" y="3"/>
                    </a:lnTo>
                    <a:lnTo>
                      <a:pt x="5" y="1"/>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00" name="Freeform 1398">
                <a:extLst>
                  <a:ext uri="{FF2B5EF4-FFF2-40B4-BE49-F238E27FC236}">
                    <a16:creationId xmlns:a16="http://schemas.microsoft.com/office/drawing/2014/main" id="{49E8DDF3-D87B-5D16-470F-57A345EE4F6A}"/>
                  </a:ext>
                </a:extLst>
              </p:cNvPr>
              <p:cNvSpPr>
                <a:spLocks/>
              </p:cNvSpPr>
              <p:nvPr userDrawn="1"/>
            </p:nvSpPr>
            <p:spPr bwMode="gray">
              <a:xfrm>
                <a:off x="3503" y="1950"/>
                <a:ext cx="9" cy="18"/>
              </a:xfrm>
              <a:custGeom>
                <a:avLst/>
                <a:gdLst>
                  <a:gd name="T0" fmla="*/ 0 w 9"/>
                  <a:gd name="T1" fmla="*/ 18 h 18"/>
                  <a:gd name="T2" fmla="*/ 3 w 9"/>
                  <a:gd name="T3" fmla="*/ 14 h 18"/>
                  <a:gd name="T4" fmla="*/ 7 w 9"/>
                  <a:gd name="T5" fmla="*/ 9 h 18"/>
                  <a:gd name="T6" fmla="*/ 9 w 9"/>
                  <a:gd name="T7" fmla="*/ 5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3" y="14"/>
                    </a:lnTo>
                    <a:lnTo>
                      <a:pt x="7" y="9"/>
                    </a:lnTo>
                    <a:lnTo>
                      <a:pt x="9" y="5"/>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01" name="Freeform 1399">
                <a:extLst>
                  <a:ext uri="{FF2B5EF4-FFF2-40B4-BE49-F238E27FC236}">
                    <a16:creationId xmlns:a16="http://schemas.microsoft.com/office/drawing/2014/main" id="{BA920A62-2121-39F1-A93E-06F7A0BF72BE}"/>
                  </a:ext>
                </a:extLst>
              </p:cNvPr>
              <p:cNvSpPr>
                <a:spLocks/>
              </p:cNvSpPr>
              <p:nvPr userDrawn="1"/>
            </p:nvSpPr>
            <p:spPr bwMode="gray">
              <a:xfrm>
                <a:off x="3307" y="1153"/>
                <a:ext cx="19" cy="4"/>
              </a:xfrm>
              <a:custGeom>
                <a:avLst/>
                <a:gdLst>
                  <a:gd name="T0" fmla="*/ 19 w 19"/>
                  <a:gd name="T1" fmla="*/ 262144 h 2"/>
                  <a:gd name="T2" fmla="*/ 14 w 19"/>
                  <a:gd name="T3" fmla="*/ 0 h 2"/>
                  <a:gd name="T4" fmla="*/ 9 w 19"/>
                  <a:gd name="T5" fmla="*/ 0 h 2"/>
                  <a:gd name="T6" fmla="*/ 3 w 19"/>
                  <a:gd name="T7" fmla="*/ 0 h 2"/>
                  <a:gd name="T8" fmla="*/ 0 w 19"/>
                  <a:gd name="T9" fmla="*/ 262144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2"/>
                    </a:moveTo>
                    <a:lnTo>
                      <a:pt x="14" y="0"/>
                    </a:lnTo>
                    <a:lnTo>
                      <a:pt x="9"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02" name="Freeform 1400">
                <a:extLst>
                  <a:ext uri="{FF2B5EF4-FFF2-40B4-BE49-F238E27FC236}">
                    <a16:creationId xmlns:a16="http://schemas.microsoft.com/office/drawing/2014/main" id="{4658A432-A7D3-568D-3B37-7B3BB0A90DB2}"/>
                  </a:ext>
                </a:extLst>
              </p:cNvPr>
              <p:cNvSpPr>
                <a:spLocks/>
              </p:cNvSpPr>
              <p:nvPr userDrawn="1"/>
            </p:nvSpPr>
            <p:spPr bwMode="gray">
              <a:xfrm>
                <a:off x="2347" y="1774"/>
                <a:ext cx="13" cy="17"/>
              </a:xfrm>
              <a:custGeom>
                <a:avLst/>
                <a:gdLst>
                  <a:gd name="T0" fmla="*/ 0 w 10"/>
                  <a:gd name="T1" fmla="*/ 0 h 17"/>
                  <a:gd name="T2" fmla="*/ 287 w 10"/>
                  <a:gd name="T3" fmla="*/ 3 h 17"/>
                  <a:gd name="T4" fmla="*/ 631 w 10"/>
                  <a:gd name="T5" fmla="*/ 7 h 17"/>
                  <a:gd name="T6" fmla="*/ 820 w 10"/>
                  <a:gd name="T7" fmla="*/ 12 h 17"/>
                  <a:gd name="T8" fmla="*/ 879 w 10"/>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0" y="0"/>
                    </a:moveTo>
                    <a:lnTo>
                      <a:pt x="3" y="3"/>
                    </a:lnTo>
                    <a:lnTo>
                      <a:pt x="7" y="7"/>
                    </a:lnTo>
                    <a:lnTo>
                      <a:pt x="9" y="12"/>
                    </a:lnTo>
                    <a:lnTo>
                      <a:pt x="1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03" name="Freeform 1401">
                <a:extLst>
                  <a:ext uri="{FF2B5EF4-FFF2-40B4-BE49-F238E27FC236}">
                    <a16:creationId xmlns:a16="http://schemas.microsoft.com/office/drawing/2014/main" id="{FD8966A4-0967-2345-DA41-2935A9F441E7}"/>
                  </a:ext>
                </a:extLst>
              </p:cNvPr>
              <p:cNvSpPr>
                <a:spLocks/>
              </p:cNvSpPr>
              <p:nvPr userDrawn="1"/>
            </p:nvSpPr>
            <p:spPr bwMode="gray">
              <a:xfrm>
                <a:off x="3529" y="1338"/>
                <a:ext cx="7" cy="9"/>
              </a:xfrm>
              <a:custGeom>
                <a:avLst/>
                <a:gdLst>
                  <a:gd name="T0" fmla="*/ 0 w 7"/>
                  <a:gd name="T1" fmla="*/ 0 h 9"/>
                  <a:gd name="T2" fmla="*/ 4 w 7"/>
                  <a:gd name="T3" fmla="*/ 0 h 9"/>
                  <a:gd name="T4" fmla="*/ 5 w 7"/>
                  <a:gd name="T5" fmla="*/ 2 h 9"/>
                  <a:gd name="T6" fmla="*/ 7 w 7"/>
                  <a:gd name="T7" fmla="*/ 4 h 9"/>
                  <a:gd name="T8" fmla="*/ 7 w 7"/>
                  <a:gd name="T9" fmla="*/ 7 h 9"/>
                  <a:gd name="T10" fmla="*/ 4 w 7"/>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0" y="0"/>
                    </a:moveTo>
                    <a:lnTo>
                      <a:pt x="4" y="0"/>
                    </a:lnTo>
                    <a:lnTo>
                      <a:pt x="5" y="2"/>
                    </a:lnTo>
                    <a:lnTo>
                      <a:pt x="7" y="4"/>
                    </a:lnTo>
                    <a:lnTo>
                      <a:pt x="7"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04" name="Line 1402">
                <a:extLst>
                  <a:ext uri="{FF2B5EF4-FFF2-40B4-BE49-F238E27FC236}">
                    <a16:creationId xmlns:a16="http://schemas.microsoft.com/office/drawing/2014/main" id="{F923A5AD-B5BE-1E77-5B43-62A7325983D9}"/>
                  </a:ext>
                </a:extLst>
              </p:cNvPr>
              <p:cNvSpPr>
                <a:spLocks noChangeShapeType="1"/>
              </p:cNvSpPr>
              <p:nvPr userDrawn="1"/>
            </p:nvSpPr>
            <p:spPr bwMode="gray">
              <a:xfrm flipH="1">
                <a:off x="3533" y="1226"/>
                <a:ext cx="7"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05" name="Line 1403">
                <a:extLst>
                  <a:ext uri="{FF2B5EF4-FFF2-40B4-BE49-F238E27FC236}">
                    <a16:creationId xmlns:a16="http://schemas.microsoft.com/office/drawing/2014/main" id="{2A2F6D4A-79A6-6F6F-0C82-D0A8974B13E5}"/>
                  </a:ext>
                </a:extLst>
              </p:cNvPr>
              <p:cNvSpPr>
                <a:spLocks noChangeShapeType="1"/>
              </p:cNvSpPr>
              <p:nvPr userDrawn="1"/>
            </p:nvSpPr>
            <p:spPr bwMode="gray">
              <a:xfrm flipH="1">
                <a:off x="3527" y="1221"/>
                <a:ext cx="6" cy="23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06" name="Freeform 1404">
                <a:extLst>
                  <a:ext uri="{FF2B5EF4-FFF2-40B4-BE49-F238E27FC236}">
                    <a16:creationId xmlns:a16="http://schemas.microsoft.com/office/drawing/2014/main" id="{0AC6ABC2-ACFB-2578-7FAE-1A203424A144}"/>
                  </a:ext>
                </a:extLst>
              </p:cNvPr>
              <p:cNvSpPr>
                <a:spLocks/>
              </p:cNvSpPr>
              <p:nvPr userDrawn="1"/>
            </p:nvSpPr>
            <p:spPr bwMode="gray">
              <a:xfrm>
                <a:off x="3527" y="1452"/>
                <a:ext cx="6" cy="22"/>
              </a:xfrm>
              <a:custGeom>
                <a:avLst/>
                <a:gdLst>
                  <a:gd name="T0" fmla="*/ 0 w 6"/>
                  <a:gd name="T1" fmla="*/ 0 h 22"/>
                  <a:gd name="T2" fmla="*/ 2 w 6"/>
                  <a:gd name="T3" fmla="*/ 5 h 22"/>
                  <a:gd name="T4" fmla="*/ 6 w 6"/>
                  <a:gd name="T5" fmla="*/ 8 h 22"/>
                  <a:gd name="T6" fmla="*/ 6 w 6"/>
                  <a:gd name="T7" fmla="*/ 12 h 22"/>
                  <a:gd name="T8" fmla="*/ 6 w 6"/>
                  <a:gd name="T9" fmla="*/ 17 h 22"/>
                  <a:gd name="T10" fmla="*/ 2 w 6"/>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2">
                    <a:moveTo>
                      <a:pt x="0" y="0"/>
                    </a:moveTo>
                    <a:lnTo>
                      <a:pt x="2" y="5"/>
                    </a:lnTo>
                    <a:lnTo>
                      <a:pt x="6" y="8"/>
                    </a:lnTo>
                    <a:lnTo>
                      <a:pt x="6" y="12"/>
                    </a:lnTo>
                    <a:lnTo>
                      <a:pt x="6" y="17"/>
                    </a:lnTo>
                    <a:lnTo>
                      <a:pt x="2" y="2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07" name="Line 1405">
                <a:extLst>
                  <a:ext uri="{FF2B5EF4-FFF2-40B4-BE49-F238E27FC236}">
                    <a16:creationId xmlns:a16="http://schemas.microsoft.com/office/drawing/2014/main" id="{D4C9BEA6-2648-3F84-595F-0487C4C9F144}"/>
                  </a:ext>
                </a:extLst>
              </p:cNvPr>
              <p:cNvSpPr>
                <a:spLocks noChangeShapeType="1"/>
              </p:cNvSpPr>
              <p:nvPr userDrawn="1"/>
            </p:nvSpPr>
            <p:spPr bwMode="gray">
              <a:xfrm flipV="1">
                <a:off x="3529" y="1230"/>
                <a:ext cx="7" cy="2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08" name="Freeform 1406">
                <a:extLst>
                  <a:ext uri="{FF2B5EF4-FFF2-40B4-BE49-F238E27FC236}">
                    <a16:creationId xmlns:a16="http://schemas.microsoft.com/office/drawing/2014/main" id="{BA22FFD8-E826-4DEE-C30B-2F7B234CEC3D}"/>
                  </a:ext>
                </a:extLst>
              </p:cNvPr>
              <p:cNvSpPr>
                <a:spLocks/>
              </p:cNvSpPr>
              <p:nvPr userDrawn="1"/>
            </p:nvSpPr>
            <p:spPr bwMode="gray">
              <a:xfrm>
                <a:off x="3533" y="1221"/>
                <a:ext cx="7" cy="9"/>
              </a:xfrm>
              <a:custGeom>
                <a:avLst/>
                <a:gdLst>
                  <a:gd name="T0" fmla="*/ 3 w 7"/>
                  <a:gd name="T1" fmla="*/ 9 h 9"/>
                  <a:gd name="T2" fmla="*/ 7 w 7"/>
                  <a:gd name="T3" fmla="*/ 7 h 9"/>
                  <a:gd name="T4" fmla="*/ 7 w 7"/>
                  <a:gd name="T5" fmla="*/ 5 h 9"/>
                  <a:gd name="T6" fmla="*/ 5 w 7"/>
                  <a:gd name="T7" fmla="*/ 3 h 9"/>
                  <a:gd name="T8" fmla="*/ 3 w 7"/>
                  <a:gd name="T9" fmla="*/ 2 h 9"/>
                  <a:gd name="T10" fmla="*/ 0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3" y="9"/>
                    </a:moveTo>
                    <a:lnTo>
                      <a:pt x="7" y="7"/>
                    </a:lnTo>
                    <a:lnTo>
                      <a:pt x="7" y="5"/>
                    </a:lnTo>
                    <a:lnTo>
                      <a:pt x="5" y="3"/>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09" name="Freeform 1407">
                <a:extLst>
                  <a:ext uri="{FF2B5EF4-FFF2-40B4-BE49-F238E27FC236}">
                    <a16:creationId xmlns:a16="http://schemas.microsoft.com/office/drawing/2014/main" id="{5ABBC4F1-A5E1-157B-0C30-385F18CA7150}"/>
                  </a:ext>
                </a:extLst>
              </p:cNvPr>
              <p:cNvSpPr>
                <a:spLocks/>
              </p:cNvSpPr>
              <p:nvPr userDrawn="1"/>
            </p:nvSpPr>
            <p:spPr bwMode="gray">
              <a:xfrm>
                <a:off x="3143" y="1985"/>
                <a:ext cx="12" cy="9"/>
              </a:xfrm>
              <a:custGeom>
                <a:avLst/>
                <a:gdLst>
                  <a:gd name="T0" fmla="*/ 12 w 12"/>
                  <a:gd name="T1" fmla="*/ 2 h 9"/>
                  <a:gd name="T2" fmla="*/ 8 w 12"/>
                  <a:gd name="T3" fmla="*/ 0 h 9"/>
                  <a:gd name="T4" fmla="*/ 5 w 12"/>
                  <a:gd name="T5" fmla="*/ 2 h 9"/>
                  <a:gd name="T6" fmla="*/ 1 w 12"/>
                  <a:gd name="T7" fmla="*/ 4 h 9"/>
                  <a:gd name="T8" fmla="*/ 1 w 12"/>
                  <a:gd name="T9" fmla="*/ 5 h 9"/>
                  <a:gd name="T10" fmla="*/ 0 w 12"/>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2"/>
                    </a:moveTo>
                    <a:lnTo>
                      <a:pt x="8" y="0"/>
                    </a:lnTo>
                    <a:lnTo>
                      <a:pt x="5" y="2"/>
                    </a:lnTo>
                    <a:lnTo>
                      <a:pt x="1" y="4"/>
                    </a:lnTo>
                    <a:lnTo>
                      <a:pt x="1"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10" name="Freeform 1408">
                <a:extLst>
                  <a:ext uri="{FF2B5EF4-FFF2-40B4-BE49-F238E27FC236}">
                    <a16:creationId xmlns:a16="http://schemas.microsoft.com/office/drawing/2014/main" id="{EA8ED7DF-EBE5-0744-7EFA-91E086A9ACB4}"/>
                  </a:ext>
                </a:extLst>
              </p:cNvPr>
              <p:cNvSpPr>
                <a:spLocks/>
              </p:cNvSpPr>
              <p:nvPr userDrawn="1"/>
            </p:nvSpPr>
            <p:spPr bwMode="gray">
              <a:xfrm>
                <a:off x="3220" y="1182"/>
                <a:ext cx="10" cy="16"/>
              </a:xfrm>
              <a:custGeom>
                <a:avLst/>
                <a:gdLst>
                  <a:gd name="T0" fmla="*/ 10 w 10"/>
                  <a:gd name="T1" fmla="*/ 16 h 16"/>
                  <a:gd name="T2" fmla="*/ 10 w 10"/>
                  <a:gd name="T3" fmla="*/ 11 h 16"/>
                  <a:gd name="T4" fmla="*/ 8 w 10"/>
                  <a:gd name="T5" fmla="*/ 6 h 16"/>
                  <a:gd name="T6" fmla="*/ 5 w 10"/>
                  <a:gd name="T7" fmla="*/ 2 h 16"/>
                  <a:gd name="T8" fmla="*/ 0 w 10"/>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10" y="16"/>
                    </a:moveTo>
                    <a:lnTo>
                      <a:pt x="10" y="11"/>
                    </a:lnTo>
                    <a:lnTo>
                      <a:pt x="8" y="6"/>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11" name="Line 1409">
                <a:extLst>
                  <a:ext uri="{FF2B5EF4-FFF2-40B4-BE49-F238E27FC236}">
                    <a16:creationId xmlns:a16="http://schemas.microsoft.com/office/drawing/2014/main" id="{FD594192-2813-4742-A9D8-F5FBE8E11466}"/>
                  </a:ext>
                </a:extLst>
              </p:cNvPr>
              <p:cNvSpPr>
                <a:spLocks noChangeShapeType="1"/>
              </p:cNvSpPr>
              <p:nvPr userDrawn="1"/>
            </p:nvSpPr>
            <p:spPr bwMode="gray">
              <a:xfrm flipV="1">
                <a:off x="3151"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12" name="Line 1410">
                <a:extLst>
                  <a:ext uri="{FF2B5EF4-FFF2-40B4-BE49-F238E27FC236}">
                    <a16:creationId xmlns:a16="http://schemas.microsoft.com/office/drawing/2014/main" id="{F727B19E-DB47-CC0E-17F2-18FFD60FB43A}"/>
                  </a:ext>
                </a:extLst>
              </p:cNvPr>
              <p:cNvSpPr>
                <a:spLocks noChangeShapeType="1"/>
              </p:cNvSpPr>
              <p:nvPr userDrawn="1"/>
            </p:nvSpPr>
            <p:spPr bwMode="gray">
              <a:xfrm flipV="1">
                <a:off x="3155" y="1156"/>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13" name="Freeform 1411">
                <a:extLst>
                  <a:ext uri="{FF2B5EF4-FFF2-40B4-BE49-F238E27FC236}">
                    <a16:creationId xmlns:a16="http://schemas.microsoft.com/office/drawing/2014/main" id="{E1A690FA-F394-2713-08F0-9346798E3662}"/>
                  </a:ext>
                </a:extLst>
              </p:cNvPr>
              <p:cNvSpPr>
                <a:spLocks/>
              </p:cNvSpPr>
              <p:nvPr userDrawn="1"/>
            </p:nvSpPr>
            <p:spPr bwMode="gray">
              <a:xfrm>
                <a:off x="3295" y="1140"/>
                <a:ext cx="13" cy="16"/>
              </a:xfrm>
              <a:custGeom>
                <a:avLst/>
                <a:gdLst>
                  <a:gd name="T0" fmla="*/ 46 w 12"/>
                  <a:gd name="T1" fmla="*/ 16 h 16"/>
                  <a:gd name="T2" fmla="*/ 39 w 12"/>
                  <a:gd name="T3" fmla="*/ 11 h 16"/>
                  <a:gd name="T4" fmla="*/ 33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1"/>
                    </a:lnTo>
                    <a:lnTo>
                      <a:pt x="8"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14" name="Line 1412">
                <a:extLst>
                  <a:ext uri="{FF2B5EF4-FFF2-40B4-BE49-F238E27FC236}">
                    <a16:creationId xmlns:a16="http://schemas.microsoft.com/office/drawing/2014/main" id="{5DC8D820-EE9E-0896-D700-AE3A94E5D953}"/>
                  </a:ext>
                </a:extLst>
              </p:cNvPr>
              <p:cNvSpPr>
                <a:spLocks noChangeShapeType="1"/>
              </p:cNvSpPr>
              <p:nvPr userDrawn="1"/>
            </p:nvSpPr>
            <p:spPr bwMode="gray">
              <a:xfrm flipH="1">
                <a:off x="3143" y="1140"/>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15" name="Freeform 1413">
                <a:extLst>
                  <a:ext uri="{FF2B5EF4-FFF2-40B4-BE49-F238E27FC236}">
                    <a16:creationId xmlns:a16="http://schemas.microsoft.com/office/drawing/2014/main" id="{904E85D8-D585-49EA-C7CF-9B561AF3F7B3}"/>
                  </a:ext>
                </a:extLst>
              </p:cNvPr>
              <p:cNvSpPr>
                <a:spLocks/>
              </p:cNvSpPr>
              <p:nvPr userDrawn="1"/>
            </p:nvSpPr>
            <p:spPr bwMode="gray">
              <a:xfrm>
                <a:off x="3143" y="1222"/>
                <a:ext cx="12" cy="17"/>
              </a:xfrm>
              <a:custGeom>
                <a:avLst/>
                <a:gdLst>
                  <a:gd name="T0" fmla="*/ 12 w 12"/>
                  <a:gd name="T1" fmla="*/ 17 h 17"/>
                  <a:gd name="T2" fmla="*/ 10 w 12"/>
                  <a:gd name="T3" fmla="*/ 12 h 17"/>
                  <a:gd name="T4" fmla="*/ 8 w 12"/>
                  <a:gd name="T5" fmla="*/ 7 h 17"/>
                  <a:gd name="T6" fmla="*/ 5 w 12"/>
                  <a:gd name="T7" fmla="*/ 3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10" y="12"/>
                    </a:lnTo>
                    <a:lnTo>
                      <a:pt x="8" y="7"/>
                    </a:lnTo>
                    <a:lnTo>
                      <a:pt x="5"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16" name="Freeform 1414">
                <a:extLst>
                  <a:ext uri="{FF2B5EF4-FFF2-40B4-BE49-F238E27FC236}">
                    <a16:creationId xmlns:a16="http://schemas.microsoft.com/office/drawing/2014/main" id="{215D98FA-8966-925E-DB74-8AACC7FF09F5}"/>
                  </a:ext>
                </a:extLst>
              </p:cNvPr>
              <p:cNvSpPr>
                <a:spLocks/>
              </p:cNvSpPr>
              <p:nvPr userDrawn="1"/>
            </p:nvSpPr>
            <p:spPr bwMode="gray">
              <a:xfrm>
                <a:off x="3232" y="1172"/>
                <a:ext cx="10" cy="13"/>
              </a:xfrm>
              <a:custGeom>
                <a:avLst/>
                <a:gdLst>
                  <a:gd name="T0" fmla="*/ 10 w 10"/>
                  <a:gd name="T1" fmla="*/ 2 h 17"/>
                  <a:gd name="T2" fmla="*/ 7 w 10"/>
                  <a:gd name="T3" fmla="*/ 2 h 17"/>
                  <a:gd name="T4" fmla="*/ 3 w 10"/>
                  <a:gd name="T5" fmla="*/ 2 h 17"/>
                  <a:gd name="T6" fmla="*/ 0 w 10"/>
                  <a:gd name="T7" fmla="*/ 2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17" name="Line 1415">
                <a:extLst>
                  <a:ext uri="{FF2B5EF4-FFF2-40B4-BE49-F238E27FC236}">
                    <a16:creationId xmlns:a16="http://schemas.microsoft.com/office/drawing/2014/main" id="{8A72D7DF-5C63-C7D2-CA96-E230D3696DBB}"/>
                  </a:ext>
                </a:extLst>
              </p:cNvPr>
              <p:cNvSpPr>
                <a:spLocks noChangeShapeType="1"/>
              </p:cNvSpPr>
              <p:nvPr userDrawn="1"/>
            </p:nvSpPr>
            <p:spPr bwMode="gray">
              <a:xfrm flipH="1">
                <a:off x="3158" y="1140"/>
                <a:ext cx="152"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18" name="Line 1416">
                <a:extLst>
                  <a:ext uri="{FF2B5EF4-FFF2-40B4-BE49-F238E27FC236}">
                    <a16:creationId xmlns:a16="http://schemas.microsoft.com/office/drawing/2014/main" id="{00851AEF-1684-779C-7D03-A2A36C8896E7}"/>
                  </a:ext>
                </a:extLst>
              </p:cNvPr>
              <p:cNvSpPr>
                <a:spLocks noChangeShapeType="1"/>
              </p:cNvSpPr>
              <p:nvPr userDrawn="1"/>
            </p:nvSpPr>
            <p:spPr bwMode="gray">
              <a:xfrm flipH="1">
                <a:off x="3165" y="1147"/>
                <a:ext cx="152"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19" name="Freeform 1417">
                <a:extLst>
                  <a:ext uri="{FF2B5EF4-FFF2-40B4-BE49-F238E27FC236}">
                    <a16:creationId xmlns:a16="http://schemas.microsoft.com/office/drawing/2014/main" id="{B03082A3-5F2C-45A5-8BCB-3728AB5EB4D4}"/>
                  </a:ext>
                </a:extLst>
              </p:cNvPr>
              <p:cNvSpPr>
                <a:spLocks/>
              </p:cNvSpPr>
              <p:nvPr userDrawn="1"/>
            </p:nvSpPr>
            <p:spPr bwMode="gray">
              <a:xfrm>
                <a:off x="3155" y="1214"/>
                <a:ext cx="10" cy="17"/>
              </a:xfrm>
              <a:custGeom>
                <a:avLst/>
                <a:gdLst>
                  <a:gd name="T0" fmla="*/ 10 w 10"/>
                  <a:gd name="T1" fmla="*/ 17 h 17"/>
                  <a:gd name="T2" fmla="*/ 7 w 10"/>
                  <a:gd name="T3" fmla="*/ 14 h 17"/>
                  <a:gd name="T4" fmla="*/ 3 w 10"/>
                  <a:gd name="T5" fmla="*/ 10 h 17"/>
                  <a:gd name="T6" fmla="*/ 0 w 10"/>
                  <a:gd name="T7" fmla="*/ 5 h 17"/>
                  <a:gd name="T8" fmla="*/ 0 w 1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7">
                    <a:moveTo>
                      <a:pt x="10" y="17"/>
                    </a:moveTo>
                    <a:lnTo>
                      <a:pt x="7" y="14"/>
                    </a:lnTo>
                    <a:lnTo>
                      <a:pt x="3"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20" name="Line 1418">
                <a:extLst>
                  <a:ext uri="{FF2B5EF4-FFF2-40B4-BE49-F238E27FC236}">
                    <a16:creationId xmlns:a16="http://schemas.microsoft.com/office/drawing/2014/main" id="{509DE0AC-C0D9-60FC-C4FD-DD2DD8DDD51D}"/>
                  </a:ext>
                </a:extLst>
              </p:cNvPr>
              <p:cNvSpPr>
                <a:spLocks noChangeShapeType="1"/>
              </p:cNvSpPr>
              <p:nvPr userDrawn="1"/>
            </p:nvSpPr>
            <p:spPr bwMode="gray">
              <a:xfrm flipV="1">
                <a:off x="3155" y="1132"/>
                <a:ext cx="152"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21" name="Freeform 1419">
                <a:extLst>
                  <a:ext uri="{FF2B5EF4-FFF2-40B4-BE49-F238E27FC236}">
                    <a16:creationId xmlns:a16="http://schemas.microsoft.com/office/drawing/2014/main" id="{DDEDCE7F-D7F4-24C8-5FDD-BC1F0BF77DFC}"/>
                  </a:ext>
                </a:extLst>
              </p:cNvPr>
              <p:cNvSpPr>
                <a:spLocks/>
              </p:cNvSpPr>
              <p:nvPr userDrawn="1"/>
            </p:nvSpPr>
            <p:spPr bwMode="gray">
              <a:xfrm>
                <a:off x="3307" y="1132"/>
                <a:ext cx="10" cy="15"/>
              </a:xfrm>
              <a:custGeom>
                <a:avLst/>
                <a:gdLst>
                  <a:gd name="T0" fmla="*/ 10 w 10"/>
                  <a:gd name="T1" fmla="*/ 15 h 15"/>
                  <a:gd name="T2" fmla="*/ 7 w 10"/>
                  <a:gd name="T3" fmla="*/ 14 h 15"/>
                  <a:gd name="T4" fmla="*/ 3 w 10"/>
                  <a:gd name="T5" fmla="*/ 8 h 15"/>
                  <a:gd name="T6" fmla="*/ 0 w 10"/>
                  <a:gd name="T7" fmla="*/ 5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7" y="14"/>
                    </a:lnTo>
                    <a:lnTo>
                      <a:pt x="3" y="8"/>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22" name="Freeform 1420">
                <a:extLst>
                  <a:ext uri="{FF2B5EF4-FFF2-40B4-BE49-F238E27FC236}">
                    <a16:creationId xmlns:a16="http://schemas.microsoft.com/office/drawing/2014/main" id="{9D637920-BC8D-916C-F70D-F2F686EECC82}"/>
                  </a:ext>
                </a:extLst>
              </p:cNvPr>
              <p:cNvSpPr>
                <a:spLocks/>
              </p:cNvSpPr>
              <p:nvPr userDrawn="1"/>
            </p:nvSpPr>
            <p:spPr bwMode="gray">
              <a:xfrm>
                <a:off x="3450" y="1256"/>
                <a:ext cx="13" cy="17"/>
              </a:xfrm>
              <a:custGeom>
                <a:avLst/>
                <a:gdLst>
                  <a:gd name="T0" fmla="*/ 0 w 13"/>
                  <a:gd name="T1" fmla="*/ 0 h 17"/>
                  <a:gd name="T2" fmla="*/ 6 w 13"/>
                  <a:gd name="T3" fmla="*/ 2 h 17"/>
                  <a:gd name="T4" fmla="*/ 9 w 13"/>
                  <a:gd name="T5" fmla="*/ 7 h 17"/>
                  <a:gd name="T6" fmla="*/ 11 w 13"/>
                  <a:gd name="T7" fmla="*/ 10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6" y="2"/>
                    </a:lnTo>
                    <a:lnTo>
                      <a:pt x="9" y="7"/>
                    </a:lnTo>
                    <a:lnTo>
                      <a:pt x="11" y="10"/>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23" name="Line 1421">
                <a:extLst>
                  <a:ext uri="{FF2B5EF4-FFF2-40B4-BE49-F238E27FC236}">
                    <a16:creationId xmlns:a16="http://schemas.microsoft.com/office/drawing/2014/main" id="{30DF8114-FD1D-4050-C1B7-81D02441BCC9}"/>
                  </a:ext>
                </a:extLst>
              </p:cNvPr>
              <p:cNvSpPr>
                <a:spLocks noChangeShapeType="1"/>
              </p:cNvSpPr>
              <p:nvPr userDrawn="1"/>
            </p:nvSpPr>
            <p:spPr bwMode="gray">
              <a:xfrm flipV="1">
                <a:off x="3384" y="1219"/>
                <a:ext cx="150"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24" name="Line 1422">
                <a:extLst>
                  <a:ext uri="{FF2B5EF4-FFF2-40B4-BE49-F238E27FC236}">
                    <a16:creationId xmlns:a16="http://schemas.microsoft.com/office/drawing/2014/main" id="{F980EC95-ED8C-D2D9-78FF-7B6A49790A09}"/>
                  </a:ext>
                </a:extLst>
              </p:cNvPr>
              <p:cNvSpPr>
                <a:spLocks noChangeShapeType="1"/>
              </p:cNvSpPr>
              <p:nvPr userDrawn="1"/>
            </p:nvSpPr>
            <p:spPr bwMode="gray">
              <a:xfrm flipV="1">
                <a:off x="3375" y="1214"/>
                <a:ext cx="151"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25" name="Freeform 1423">
                <a:extLst>
                  <a:ext uri="{FF2B5EF4-FFF2-40B4-BE49-F238E27FC236}">
                    <a16:creationId xmlns:a16="http://schemas.microsoft.com/office/drawing/2014/main" id="{F2DB1E86-6E6B-30DA-0BDB-6F02E81E4880}"/>
                  </a:ext>
                </a:extLst>
              </p:cNvPr>
              <p:cNvSpPr>
                <a:spLocks/>
              </p:cNvSpPr>
              <p:nvPr userDrawn="1"/>
            </p:nvSpPr>
            <p:spPr bwMode="gray">
              <a:xfrm>
                <a:off x="3526" y="1214"/>
                <a:ext cx="10" cy="16"/>
              </a:xfrm>
              <a:custGeom>
                <a:avLst/>
                <a:gdLst>
                  <a:gd name="T0" fmla="*/ 0 w 10"/>
                  <a:gd name="T1" fmla="*/ 0 h 16"/>
                  <a:gd name="T2" fmla="*/ 5 w 10"/>
                  <a:gd name="T3" fmla="*/ 2 h 16"/>
                  <a:gd name="T4" fmla="*/ 8 w 10"/>
                  <a:gd name="T5" fmla="*/ 5 h 16"/>
                  <a:gd name="T6" fmla="*/ 10 w 10"/>
                  <a:gd name="T7" fmla="*/ 10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5"/>
                    </a:lnTo>
                    <a:lnTo>
                      <a:pt x="10" y="10"/>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26" name="Line 1424">
                <a:extLst>
                  <a:ext uri="{FF2B5EF4-FFF2-40B4-BE49-F238E27FC236}">
                    <a16:creationId xmlns:a16="http://schemas.microsoft.com/office/drawing/2014/main" id="{C2D6AE03-58C5-3D3E-D381-579C2CB5FDA4}"/>
                  </a:ext>
                </a:extLst>
              </p:cNvPr>
              <p:cNvSpPr>
                <a:spLocks noChangeShapeType="1"/>
              </p:cNvSpPr>
              <p:nvPr userDrawn="1"/>
            </p:nvSpPr>
            <p:spPr bwMode="gray">
              <a:xfrm flipH="1">
                <a:off x="3386" y="1230"/>
                <a:ext cx="150" cy="8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27" name="Freeform 1425">
                <a:extLst>
                  <a:ext uri="{FF2B5EF4-FFF2-40B4-BE49-F238E27FC236}">
                    <a16:creationId xmlns:a16="http://schemas.microsoft.com/office/drawing/2014/main" id="{2F113E8D-D2AD-8E5A-114E-C401D6F39C50}"/>
                  </a:ext>
                </a:extLst>
              </p:cNvPr>
              <p:cNvSpPr>
                <a:spLocks/>
              </p:cNvSpPr>
              <p:nvPr userDrawn="1"/>
            </p:nvSpPr>
            <p:spPr bwMode="gray">
              <a:xfrm>
                <a:off x="3375" y="1300"/>
                <a:ext cx="11" cy="15"/>
              </a:xfrm>
              <a:custGeom>
                <a:avLst/>
                <a:gdLst>
                  <a:gd name="T0" fmla="*/ 11 w 11"/>
                  <a:gd name="T1" fmla="*/ 15 h 15"/>
                  <a:gd name="T2" fmla="*/ 11 w 11"/>
                  <a:gd name="T3" fmla="*/ 10 h 15"/>
                  <a:gd name="T4" fmla="*/ 9 w 11"/>
                  <a:gd name="T5" fmla="*/ 5 h 15"/>
                  <a:gd name="T6" fmla="*/ 5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28" name="Freeform 1426">
                <a:extLst>
                  <a:ext uri="{FF2B5EF4-FFF2-40B4-BE49-F238E27FC236}">
                    <a16:creationId xmlns:a16="http://schemas.microsoft.com/office/drawing/2014/main" id="{896E4D2A-6FCD-334B-3921-F3C7C10DB319}"/>
                  </a:ext>
                </a:extLst>
              </p:cNvPr>
              <p:cNvSpPr>
                <a:spLocks/>
              </p:cNvSpPr>
              <p:nvPr userDrawn="1"/>
            </p:nvSpPr>
            <p:spPr bwMode="gray">
              <a:xfrm>
                <a:off x="3431" y="2006"/>
                <a:ext cx="11" cy="9"/>
              </a:xfrm>
              <a:custGeom>
                <a:avLst/>
                <a:gdLst>
                  <a:gd name="T0" fmla="*/ 11 w 11"/>
                  <a:gd name="T1" fmla="*/ 0 h 9"/>
                  <a:gd name="T2" fmla="*/ 11 w 11"/>
                  <a:gd name="T3" fmla="*/ 4 h 9"/>
                  <a:gd name="T4" fmla="*/ 7 w 11"/>
                  <a:gd name="T5" fmla="*/ 7 h 9"/>
                  <a:gd name="T6" fmla="*/ 4 w 11"/>
                  <a:gd name="T7" fmla="*/ 9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11" y="4"/>
                    </a:lnTo>
                    <a:lnTo>
                      <a:pt x="7" y="7"/>
                    </a:lnTo>
                    <a:lnTo>
                      <a:pt x="4"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29" name="Line 1427">
                <a:extLst>
                  <a:ext uri="{FF2B5EF4-FFF2-40B4-BE49-F238E27FC236}">
                    <a16:creationId xmlns:a16="http://schemas.microsoft.com/office/drawing/2014/main" id="{749E3ADC-1A31-2728-01F6-F5ACD76F1304}"/>
                  </a:ext>
                </a:extLst>
              </p:cNvPr>
              <p:cNvSpPr>
                <a:spLocks noChangeShapeType="1"/>
              </p:cNvSpPr>
              <p:nvPr userDrawn="1"/>
            </p:nvSpPr>
            <p:spPr bwMode="gray">
              <a:xfrm flipV="1">
                <a:off x="3365" y="1966"/>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30" name="Line 1428">
                <a:extLst>
                  <a:ext uri="{FF2B5EF4-FFF2-40B4-BE49-F238E27FC236}">
                    <a16:creationId xmlns:a16="http://schemas.microsoft.com/office/drawing/2014/main" id="{6BA845BA-E728-62F8-00DE-75D62B3C98DA}"/>
                  </a:ext>
                </a:extLst>
              </p:cNvPr>
              <p:cNvSpPr>
                <a:spLocks noChangeShapeType="1"/>
              </p:cNvSpPr>
              <p:nvPr userDrawn="1"/>
            </p:nvSpPr>
            <p:spPr bwMode="gray">
              <a:xfrm flipV="1">
                <a:off x="3368" y="1959"/>
                <a:ext cx="14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31" name="Freeform 1429">
                <a:extLst>
                  <a:ext uri="{FF2B5EF4-FFF2-40B4-BE49-F238E27FC236}">
                    <a16:creationId xmlns:a16="http://schemas.microsoft.com/office/drawing/2014/main" id="{4C419996-BADB-3BDC-6DB3-84536ED9EBCD}"/>
                  </a:ext>
                </a:extLst>
              </p:cNvPr>
              <p:cNvSpPr>
                <a:spLocks/>
              </p:cNvSpPr>
              <p:nvPr userDrawn="1"/>
            </p:nvSpPr>
            <p:spPr bwMode="gray">
              <a:xfrm>
                <a:off x="3503" y="1959"/>
                <a:ext cx="13" cy="9"/>
              </a:xfrm>
              <a:custGeom>
                <a:avLst/>
                <a:gdLst>
                  <a:gd name="T0" fmla="*/ 46 w 12"/>
                  <a:gd name="T1" fmla="*/ 0 h 9"/>
                  <a:gd name="T2" fmla="*/ 39 w 12"/>
                  <a:gd name="T3" fmla="*/ 5 h 9"/>
                  <a:gd name="T4" fmla="*/ 36 w 12"/>
                  <a:gd name="T5" fmla="*/ 7 h 9"/>
                  <a:gd name="T6" fmla="*/ 5 w 12"/>
                  <a:gd name="T7" fmla="*/ 9 h 9"/>
                  <a:gd name="T8" fmla="*/ 0 w 12"/>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9">
                    <a:moveTo>
                      <a:pt x="12" y="0"/>
                    </a:moveTo>
                    <a:lnTo>
                      <a:pt x="10" y="5"/>
                    </a:lnTo>
                    <a:lnTo>
                      <a:pt x="9" y="7"/>
                    </a:lnTo>
                    <a:lnTo>
                      <a:pt x="5" y="9"/>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32" name="Line 1430">
                <a:extLst>
                  <a:ext uri="{FF2B5EF4-FFF2-40B4-BE49-F238E27FC236}">
                    <a16:creationId xmlns:a16="http://schemas.microsoft.com/office/drawing/2014/main" id="{1F625E8C-2B16-DD5C-4887-77A4504D0DF6}"/>
                  </a:ext>
                </a:extLst>
              </p:cNvPr>
              <p:cNvSpPr>
                <a:spLocks noChangeShapeType="1"/>
              </p:cNvSpPr>
              <p:nvPr userDrawn="1"/>
            </p:nvSpPr>
            <p:spPr bwMode="gray">
              <a:xfrm flipH="1">
                <a:off x="3358" y="1968"/>
                <a:ext cx="143"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33" name="Freeform 1431">
                <a:extLst>
                  <a:ext uri="{FF2B5EF4-FFF2-40B4-BE49-F238E27FC236}">
                    <a16:creationId xmlns:a16="http://schemas.microsoft.com/office/drawing/2014/main" id="{283FCCD0-39AA-12A5-5235-A74A0CAE9976}"/>
                  </a:ext>
                </a:extLst>
              </p:cNvPr>
              <p:cNvSpPr>
                <a:spLocks/>
              </p:cNvSpPr>
              <p:nvPr userDrawn="1"/>
            </p:nvSpPr>
            <p:spPr bwMode="gray">
              <a:xfrm>
                <a:off x="3358" y="2053"/>
                <a:ext cx="10" cy="9"/>
              </a:xfrm>
              <a:custGeom>
                <a:avLst/>
                <a:gdLst>
                  <a:gd name="T0" fmla="*/ 0 w 10"/>
                  <a:gd name="T1" fmla="*/ 9 h 9"/>
                  <a:gd name="T2" fmla="*/ 3 w 10"/>
                  <a:gd name="T3" fmla="*/ 9 h 9"/>
                  <a:gd name="T4" fmla="*/ 7 w 10"/>
                  <a:gd name="T5" fmla="*/ 9 h 9"/>
                  <a:gd name="T6" fmla="*/ 10 w 10"/>
                  <a:gd name="T7" fmla="*/ 6 h 9"/>
                  <a:gd name="T8" fmla="*/ 10 w 1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0" y="9"/>
                    </a:moveTo>
                    <a:lnTo>
                      <a:pt x="3" y="9"/>
                    </a:lnTo>
                    <a:lnTo>
                      <a:pt x="7" y="9"/>
                    </a:lnTo>
                    <a:lnTo>
                      <a:pt x="10" y="6"/>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34" name="Freeform 1432">
                <a:extLst>
                  <a:ext uri="{FF2B5EF4-FFF2-40B4-BE49-F238E27FC236}">
                    <a16:creationId xmlns:a16="http://schemas.microsoft.com/office/drawing/2014/main" id="{E36A9D0E-C84E-BA64-6268-964AEBCE0845}"/>
                  </a:ext>
                </a:extLst>
              </p:cNvPr>
              <p:cNvSpPr>
                <a:spLocks/>
              </p:cNvSpPr>
              <p:nvPr userDrawn="1"/>
            </p:nvSpPr>
            <p:spPr bwMode="gray">
              <a:xfrm>
                <a:off x="2377" y="1219"/>
                <a:ext cx="8" cy="16"/>
              </a:xfrm>
              <a:custGeom>
                <a:avLst/>
                <a:gdLst>
                  <a:gd name="T0" fmla="*/ 8 w 8"/>
                  <a:gd name="T1" fmla="*/ 0 h 16"/>
                  <a:gd name="T2" fmla="*/ 7 w 8"/>
                  <a:gd name="T3" fmla="*/ 5 h 16"/>
                  <a:gd name="T4" fmla="*/ 5 w 8"/>
                  <a:gd name="T5" fmla="*/ 9 h 16"/>
                  <a:gd name="T6" fmla="*/ 3 w 8"/>
                  <a:gd name="T7" fmla="*/ 14 h 16"/>
                  <a:gd name="T8" fmla="*/ 0 w 8"/>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6">
                    <a:moveTo>
                      <a:pt x="8" y="0"/>
                    </a:moveTo>
                    <a:lnTo>
                      <a:pt x="7" y="5"/>
                    </a:lnTo>
                    <a:lnTo>
                      <a:pt x="5" y="9"/>
                    </a:lnTo>
                    <a:lnTo>
                      <a:pt x="3" y="14"/>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35" name="Line 1433">
                <a:extLst>
                  <a:ext uri="{FF2B5EF4-FFF2-40B4-BE49-F238E27FC236}">
                    <a16:creationId xmlns:a16="http://schemas.microsoft.com/office/drawing/2014/main" id="{B4F38048-8F9F-302A-699A-8F095FAC3759}"/>
                  </a:ext>
                </a:extLst>
              </p:cNvPr>
              <p:cNvSpPr>
                <a:spLocks noChangeShapeType="1"/>
              </p:cNvSpPr>
              <p:nvPr userDrawn="1"/>
            </p:nvSpPr>
            <p:spPr bwMode="gray">
              <a:xfrm flipH="1" flipV="1">
                <a:off x="2289" y="1196"/>
                <a:ext cx="124"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36" name="Line 1434">
                <a:extLst>
                  <a:ext uri="{FF2B5EF4-FFF2-40B4-BE49-F238E27FC236}">
                    <a16:creationId xmlns:a16="http://schemas.microsoft.com/office/drawing/2014/main" id="{33FB18A0-379B-BA17-C8DB-C2E6E6E63C24}"/>
                  </a:ext>
                </a:extLst>
              </p:cNvPr>
              <p:cNvSpPr>
                <a:spLocks noChangeShapeType="1"/>
              </p:cNvSpPr>
              <p:nvPr userDrawn="1"/>
            </p:nvSpPr>
            <p:spPr bwMode="gray">
              <a:xfrm flipH="1" flipV="1">
                <a:off x="2293" y="1187"/>
                <a:ext cx="135" cy="4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37" name="Freeform 1435">
                <a:extLst>
                  <a:ext uri="{FF2B5EF4-FFF2-40B4-BE49-F238E27FC236}">
                    <a16:creationId xmlns:a16="http://schemas.microsoft.com/office/drawing/2014/main" id="{F8F88BD0-812E-C717-85E3-EBCFBB5081A8}"/>
                  </a:ext>
                </a:extLst>
              </p:cNvPr>
              <p:cNvSpPr>
                <a:spLocks/>
              </p:cNvSpPr>
              <p:nvPr userDrawn="1"/>
            </p:nvSpPr>
            <p:spPr bwMode="gray">
              <a:xfrm>
                <a:off x="2284" y="1187"/>
                <a:ext cx="9" cy="15"/>
              </a:xfrm>
              <a:custGeom>
                <a:avLst/>
                <a:gdLst>
                  <a:gd name="T0" fmla="*/ 9 w 9"/>
                  <a:gd name="T1" fmla="*/ 0 h 15"/>
                  <a:gd name="T2" fmla="*/ 7 w 9"/>
                  <a:gd name="T3" fmla="*/ 3 h 15"/>
                  <a:gd name="T4" fmla="*/ 5 w 9"/>
                  <a:gd name="T5" fmla="*/ 8 h 15"/>
                  <a:gd name="T6" fmla="*/ 3 w 9"/>
                  <a:gd name="T7" fmla="*/ 12 h 15"/>
                  <a:gd name="T8" fmla="*/ 0 w 9"/>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5">
                    <a:moveTo>
                      <a:pt x="9" y="0"/>
                    </a:moveTo>
                    <a:lnTo>
                      <a:pt x="7" y="3"/>
                    </a:lnTo>
                    <a:lnTo>
                      <a:pt x="5" y="8"/>
                    </a:lnTo>
                    <a:lnTo>
                      <a:pt x="3" y="12"/>
                    </a:lnTo>
                    <a:lnTo>
                      <a:pt x="0"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38" name="Line 1436">
                <a:extLst>
                  <a:ext uri="{FF2B5EF4-FFF2-40B4-BE49-F238E27FC236}">
                    <a16:creationId xmlns:a16="http://schemas.microsoft.com/office/drawing/2014/main" id="{159E4B46-048A-88BF-A6BA-0848E3775467}"/>
                  </a:ext>
                </a:extLst>
              </p:cNvPr>
              <p:cNvSpPr>
                <a:spLocks noChangeShapeType="1"/>
              </p:cNvSpPr>
              <p:nvPr userDrawn="1"/>
            </p:nvSpPr>
            <p:spPr bwMode="gray">
              <a:xfrm>
                <a:off x="2284" y="1203"/>
                <a:ext cx="119"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39" name="Freeform 1437">
                <a:extLst>
                  <a:ext uri="{FF2B5EF4-FFF2-40B4-BE49-F238E27FC236}">
                    <a16:creationId xmlns:a16="http://schemas.microsoft.com/office/drawing/2014/main" id="{B9A32076-9B95-8D7D-7AC0-8B11441BBA5D}"/>
                  </a:ext>
                </a:extLst>
              </p:cNvPr>
              <p:cNvSpPr>
                <a:spLocks/>
              </p:cNvSpPr>
              <p:nvPr userDrawn="1"/>
            </p:nvSpPr>
            <p:spPr bwMode="gray">
              <a:xfrm>
                <a:off x="2286" y="1097"/>
                <a:ext cx="5" cy="8"/>
              </a:xfrm>
              <a:custGeom>
                <a:avLst/>
                <a:gdLst>
                  <a:gd name="T0" fmla="*/ 5 w 5"/>
                  <a:gd name="T1" fmla="*/ 8 h 8"/>
                  <a:gd name="T2" fmla="*/ 1 w 5"/>
                  <a:gd name="T3" fmla="*/ 7 h 8"/>
                  <a:gd name="T4" fmla="*/ 0 w 5"/>
                  <a:gd name="T5" fmla="*/ 5 h 8"/>
                  <a:gd name="T6" fmla="*/ 1 w 5"/>
                  <a:gd name="T7" fmla="*/ 3 h 8"/>
                  <a:gd name="T8" fmla="*/ 3 w 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5" y="8"/>
                    </a:moveTo>
                    <a:lnTo>
                      <a:pt x="1" y="7"/>
                    </a:lnTo>
                    <a:lnTo>
                      <a:pt x="0" y="5"/>
                    </a:lnTo>
                    <a:lnTo>
                      <a:pt x="1" y="3"/>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40" name="Line 1438">
                <a:extLst>
                  <a:ext uri="{FF2B5EF4-FFF2-40B4-BE49-F238E27FC236}">
                    <a16:creationId xmlns:a16="http://schemas.microsoft.com/office/drawing/2014/main" id="{1B6627D1-EC62-A8F3-00E2-8A7EAD972BA9}"/>
                  </a:ext>
                </a:extLst>
              </p:cNvPr>
              <p:cNvSpPr>
                <a:spLocks noChangeShapeType="1"/>
              </p:cNvSpPr>
              <p:nvPr userDrawn="1"/>
            </p:nvSpPr>
            <p:spPr bwMode="gray">
              <a:xfrm flipH="1" flipV="1">
                <a:off x="2282" y="960"/>
                <a:ext cx="5"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41" name="Line 1439">
                <a:extLst>
                  <a:ext uri="{FF2B5EF4-FFF2-40B4-BE49-F238E27FC236}">
                    <a16:creationId xmlns:a16="http://schemas.microsoft.com/office/drawing/2014/main" id="{0760047E-D4E9-F460-5BB3-5C2D32E61A71}"/>
                  </a:ext>
                </a:extLst>
              </p:cNvPr>
              <p:cNvSpPr>
                <a:spLocks noChangeShapeType="1"/>
              </p:cNvSpPr>
              <p:nvPr userDrawn="1"/>
            </p:nvSpPr>
            <p:spPr bwMode="gray">
              <a:xfrm flipH="1" flipV="1">
                <a:off x="2289" y="966"/>
                <a:ext cx="4"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42" name="Freeform 1440">
                <a:extLst>
                  <a:ext uri="{FF2B5EF4-FFF2-40B4-BE49-F238E27FC236}">
                    <a16:creationId xmlns:a16="http://schemas.microsoft.com/office/drawing/2014/main" id="{4A825758-7B5B-7B3F-E21E-B2D454B0F8F7}"/>
                  </a:ext>
                </a:extLst>
              </p:cNvPr>
              <p:cNvSpPr>
                <a:spLocks/>
              </p:cNvSpPr>
              <p:nvPr userDrawn="1"/>
            </p:nvSpPr>
            <p:spPr bwMode="gray">
              <a:xfrm>
                <a:off x="2284" y="957"/>
                <a:ext cx="4" cy="9"/>
              </a:xfrm>
              <a:custGeom>
                <a:avLst/>
                <a:gdLst>
                  <a:gd name="T0" fmla="*/ 368 w 3"/>
                  <a:gd name="T1" fmla="*/ 9 h 9"/>
                  <a:gd name="T2" fmla="*/ 0 w 3"/>
                  <a:gd name="T3" fmla="*/ 7 h 9"/>
                  <a:gd name="T4" fmla="*/ 0 w 3"/>
                  <a:gd name="T5" fmla="*/ 5 h 9"/>
                  <a:gd name="T6" fmla="*/ 0 w 3"/>
                  <a:gd name="T7" fmla="*/ 2 h 9"/>
                  <a:gd name="T8" fmla="*/ 276 w 3"/>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9">
                    <a:moveTo>
                      <a:pt x="3" y="9"/>
                    </a:moveTo>
                    <a:lnTo>
                      <a:pt x="0" y="7"/>
                    </a:lnTo>
                    <a:lnTo>
                      <a:pt x="0" y="5"/>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43" name="Line 1441">
                <a:extLst>
                  <a:ext uri="{FF2B5EF4-FFF2-40B4-BE49-F238E27FC236}">
                    <a16:creationId xmlns:a16="http://schemas.microsoft.com/office/drawing/2014/main" id="{32B4F780-9A32-96B2-57A1-C6CAA835FF63}"/>
                  </a:ext>
                </a:extLst>
              </p:cNvPr>
              <p:cNvSpPr>
                <a:spLocks noChangeShapeType="1"/>
              </p:cNvSpPr>
              <p:nvPr userDrawn="1"/>
            </p:nvSpPr>
            <p:spPr bwMode="gray">
              <a:xfrm>
                <a:off x="2286" y="957"/>
                <a:ext cx="5"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44" name="Freeform 1442">
                <a:extLst>
                  <a:ext uri="{FF2B5EF4-FFF2-40B4-BE49-F238E27FC236}">
                    <a16:creationId xmlns:a16="http://schemas.microsoft.com/office/drawing/2014/main" id="{31018378-5EF1-2497-84CA-BDDD82509D7D}"/>
                  </a:ext>
                </a:extLst>
              </p:cNvPr>
              <p:cNvSpPr>
                <a:spLocks/>
              </p:cNvSpPr>
              <p:nvPr userDrawn="1"/>
            </p:nvSpPr>
            <p:spPr bwMode="gray">
              <a:xfrm>
                <a:off x="2289" y="1187"/>
                <a:ext cx="4" cy="4"/>
              </a:xfrm>
              <a:custGeom>
                <a:avLst/>
                <a:gdLst>
                  <a:gd name="T0" fmla="*/ 1 w 6"/>
                  <a:gd name="T1" fmla="*/ 0 h 3"/>
                  <a:gd name="T2" fmla="*/ 1 w 6"/>
                  <a:gd name="T3" fmla="*/ 0 h 3"/>
                  <a:gd name="T4" fmla="*/ 0 w 6"/>
                  <a:gd name="T5" fmla="*/ 1 h 3"/>
                  <a:gd name="T6" fmla="*/ 0 w 6"/>
                  <a:gd name="T7" fmla="*/ 1 h 3"/>
                  <a:gd name="T8" fmla="*/ 0 w 6"/>
                  <a:gd name="T9" fmla="*/ 368 h 3"/>
                  <a:gd name="T10" fmla="*/ 1 w 6"/>
                  <a:gd name="T11" fmla="*/ 368 h 3"/>
                  <a:gd name="T12" fmla="*/ 1 w 6"/>
                  <a:gd name="T13" fmla="*/ 368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6" y="0"/>
                    </a:moveTo>
                    <a:lnTo>
                      <a:pt x="2" y="0"/>
                    </a:lnTo>
                    <a:lnTo>
                      <a:pt x="0" y="1"/>
                    </a:lnTo>
                    <a:lnTo>
                      <a:pt x="0" y="3"/>
                    </a:lnTo>
                    <a:lnTo>
                      <a:pt x="2" y="3"/>
                    </a:lnTo>
                    <a:lnTo>
                      <a:pt x="4"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45" name="Freeform 1443">
                <a:extLst>
                  <a:ext uri="{FF2B5EF4-FFF2-40B4-BE49-F238E27FC236}">
                    <a16:creationId xmlns:a16="http://schemas.microsoft.com/office/drawing/2014/main" id="{7E358A20-22F8-1464-EDFE-D9F395BC7D60}"/>
                  </a:ext>
                </a:extLst>
              </p:cNvPr>
              <p:cNvSpPr>
                <a:spLocks/>
              </p:cNvSpPr>
              <p:nvPr userDrawn="1"/>
            </p:nvSpPr>
            <p:spPr bwMode="gray">
              <a:xfrm>
                <a:off x="2380" y="978"/>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46" name="Line 1444">
                <a:extLst>
                  <a:ext uri="{FF2B5EF4-FFF2-40B4-BE49-F238E27FC236}">
                    <a16:creationId xmlns:a16="http://schemas.microsoft.com/office/drawing/2014/main" id="{49613107-41C5-05F3-FAF9-CDF15BD09B20}"/>
                  </a:ext>
                </a:extLst>
              </p:cNvPr>
              <p:cNvSpPr>
                <a:spLocks noChangeShapeType="1"/>
              </p:cNvSpPr>
              <p:nvPr userDrawn="1"/>
            </p:nvSpPr>
            <p:spPr bwMode="gray">
              <a:xfrm>
                <a:off x="2289" y="953"/>
                <a:ext cx="189"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47" name="Line 1445">
                <a:extLst>
                  <a:ext uri="{FF2B5EF4-FFF2-40B4-BE49-F238E27FC236}">
                    <a16:creationId xmlns:a16="http://schemas.microsoft.com/office/drawing/2014/main" id="{92670F4D-106A-7BC6-C8A6-092B01A63F5E}"/>
                  </a:ext>
                </a:extLst>
              </p:cNvPr>
              <p:cNvSpPr>
                <a:spLocks noChangeShapeType="1"/>
              </p:cNvSpPr>
              <p:nvPr userDrawn="1"/>
            </p:nvSpPr>
            <p:spPr bwMode="gray">
              <a:xfrm>
                <a:off x="2289" y="966"/>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48" name="Freeform 1446">
                <a:extLst>
                  <a:ext uri="{FF2B5EF4-FFF2-40B4-BE49-F238E27FC236}">
                    <a16:creationId xmlns:a16="http://schemas.microsoft.com/office/drawing/2014/main" id="{F2C37D1A-FF7A-7510-E623-9CC64DC518E3}"/>
                  </a:ext>
                </a:extLst>
              </p:cNvPr>
              <p:cNvSpPr>
                <a:spLocks/>
              </p:cNvSpPr>
              <p:nvPr userDrawn="1"/>
            </p:nvSpPr>
            <p:spPr bwMode="gray">
              <a:xfrm>
                <a:off x="2475" y="1009"/>
                <a:ext cx="8" cy="18"/>
              </a:xfrm>
              <a:custGeom>
                <a:avLst/>
                <a:gdLst>
                  <a:gd name="T0" fmla="*/ 0 w 8"/>
                  <a:gd name="T1" fmla="*/ 18 h 18"/>
                  <a:gd name="T2" fmla="*/ 1 w 8"/>
                  <a:gd name="T3" fmla="*/ 13 h 18"/>
                  <a:gd name="T4" fmla="*/ 3 w 8"/>
                  <a:gd name="T5" fmla="*/ 7 h 18"/>
                  <a:gd name="T6" fmla="*/ 5 w 8"/>
                  <a:gd name="T7" fmla="*/ 4 h 18"/>
                  <a:gd name="T8" fmla="*/ 8 w 8"/>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8">
                    <a:moveTo>
                      <a:pt x="0" y="18"/>
                    </a:moveTo>
                    <a:lnTo>
                      <a:pt x="1" y="13"/>
                    </a:lnTo>
                    <a:lnTo>
                      <a:pt x="3" y="7"/>
                    </a:lnTo>
                    <a:lnTo>
                      <a:pt x="5" y="4"/>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49" name="Line 1447">
                <a:extLst>
                  <a:ext uri="{FF2B5EF4-FFF2-40B4-BE49-F238E27FC236}">
                    <a16:creationId xmlns:a16="http://schemas.microsoft.com/office/drawing/2014/main" id="{379BA6C8-B938-6407-55BF-0A05E7D2C200}"/>
                  </a:ext>
                </a:extLst>
              </p:cNvPr>
              <p:cNvSpPr>
                <a:spLocks noChangeShapeType="1"/>
              </p:cNvSpPr>
              <p:nvPr userDrawn="1"/>
            </p:nvSpPr>
            <p:spPr bwMode="gray">
              <a:xfrm flipH="1" flipV="1">
                <a:off x="2298" y="948"/>
                <a:ext cx="187" cy="6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50" name="Freeform 1448">
                <a:extLst>
                  <a:ext uri="{FF2B5EF4-FFF2-40B4-BE49-F238E27FC236}">
                    <a16:creationId xmlns:a16="http://schemas.microsoft.com/office/drawing/2014/main" id="{F339B4FC-84CA-D751-DB0B-075F316F7147}"/>
                  </a:ext>
                </a:extLst>
              </p:cNvPr>
              <p:cNvSpPr>
                <a:spLocks/>
              </p:cNvSpPr>
              <p:nvPr userDrawn="1"/>
            </p:nvSpPr>
            <p:spPr bwMode="gray">
              <a:xfrm>
                <a:off x="2289" y="948"/>
                <a:ext cx="9" cy="18"/>
              </a:xfrm>
              <a:custGeom>
                <a:avLst/>
                <a:gdLst>
                  <a:gd name="T0" fmla="*/ 9 w 9"/>
                  <a:gd name="T1" fmla="*/ 0 h 18"/>
                  <a:gd name="T2" fmla="*/ 6 w 9"/>
                  <a:gd name="T3" fmla="*/ 4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6" y="4"/>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51" name="Freeform 1449">
                <a:extLst>
                  <a:ext uri="{FF2B5EF4-FFF2-40B4-BE49-F238E27FC236}">
                    <a16:creationId xmlns:a16="http://schemas.microsoft.com/office/drawing/2014/main" id="{4789E84A-B34C-5759-41E7-7FD7F9DFB58C}"/>
                  </a:ext>
                </a:extLst>
              </p:cNvPr>
              <p:cNvSpPr>
                <a:spLocks/>
              </p:cNvSpPr>
              <p:nvPr userDrawn="1"/>
            </p:nvSpPr>
            <p:spPr bwMode="gray">
              <a:xfrm>
                <a:off x="2476" y="1167"/>
                <a:ext cx="22" cy="1"/>
              </a:xfrm>
              <a:custGeom>
                <a:avLst/>
                <a:gdLst>
                  <a:gd name="T0" fmla="*/ 0 w 20"/>
                  <a:gd name="T1" fmla="*/ 1 h 1"/>
                  <a:gd name="T2" fmla="*/ 34 w 20"/>
                  <a:gd name="T3" fmla="*/ 1 h 1"/>
                  <a:gd name="T4" fmla="*/ 55 w 20"/>
                  <a:gd name="T5" fmla="*/ 1 h 1"/>
                  <a:gd name="T6" fmla="*/ 84 w 20"/>
                  <a:gd name="T7" fmla="*/ 1 h 1"/>
                  <a:gd name="T8" fmla="*/ 101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1"/>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52" name="Line 1450">
                <a:extLst>
                  <a:ext uri="{FF2B5EF4-FFF2-40B4-BE49-F238E27FC236}">
                    <a16:creationId xmlns:a16="http://schemas.microsoft.com/office/drawing/2014/main" id="{0A98B6A4-706A-CAA2-B1F2-C4E9654C5D25}"/>
                  </a:ext>
                </a:extLst>
              </p:cNvPr>
              <p:cNvSpPr>
                <a:spLocks noChangeShapeType="1"/>
              </p:cNvSpPr>
              <p:nvPr userDrawn="1"/>
            </p:nvSpPr>
            <p:spPr bwMode="gray">
              <a:xfrm>
                <a:off x="2485" y="1027"/>
                <a:ext cx="4" cy="1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53" name="Line 1451">
                <a:extLst>
                  <a:ext uri="{FF2B5EF4-FFF2-40B4-BE49-F238E27FC236}">
                    <a16:creationId xmlns:a16="http://schemas.microsoft.com/office/drawing/2014/main" id="{C77C8E08-03AF-D9B1-F86E-DD5AC251ADEF}"/>
                  </a:ext>
                </a:extLst>
              </p:cNvPr>
              <p:cNvSpPr>
                <a:spLocks noChangeShapeType="1"/>
              </p:cNvSpPr>
              <p:nvPr userDrawn="1"/>
            </p:nvSpPr>
            <p:spPr bwMode="gray">
              <a:xfrm>
                <a:off x="2475" y="1027"/>
                <a:ext cx="4" cy="1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54" name="Line 1452">
                <a:extLst>
                  <a:ext uri="{FF2B5EF4-FFF2-40B4-BE49-F238E27FC236}">
                    <a16:creationId xmlns:a16="http://schemas.microsoft.com/office/drawing/2014/main" id="{E4D3EAC7-5076-A77B-14F7-41398FA3088E}"/>
                  </a:ext>
                </a:extLst>
              </p:cNvPr>
              <p:cNvSpPr>
                <a:spLocks noChangeShapeType="1"/>
              </p:cNvSpPr>
              <p:nvPr userDrawn="1"/>
            </p:nvSpPr>
            <p:spPr bwMode="gray">
              <a:xfrm flipH="1" flipV="1">
                <a:off x="2494" y="1025"/>
                <a:ext cx="4" cy="17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55" name="Freeform 1453">
                <a:extLst>
                  <a:ext uri="{FF2B5EF4-FFF2-40B4-BE49-F238E27FC236}">
                    <a16:creationId xmlns:a16="http://schemas.microsoft.com/office/drawing/2014/main" id="{F25EA697-680E-476D-8322-C41396CF93F8}"/>
                  </a:ext>
                </a:extLst>
              </p:cNvPr>
              <p:cNvSpPr>
                <a:spLocks/>
              </p:cNvSpPr>
              <p:nvPr userDrawn="1"/>
            </p:nvSpPr>
            <p:spPr bwMode="gray">
              <a:xfrm>
                <a:off x="2475" y="1025"/>
                <a:ext cx="19" cy="2"/>
              </a:xfrm>
              <a:custGeom>
                <a:avLst/>
                <a:gdLst>
                  <a:gd name="T0" fmla="*/ 0 w 19"/>
                  <a:gd name="T1" fmla="*/ 2 h 2"/>
                  <a:gd name="T2" fmla="*/ 7 w 19"/>
                  <a:gd name="T3" fmla="*/ 2 h 2"/>
                  <a:gd name="T4" fmla="*/ 14 w 19"/>
                  <a:gd name="T5" fmla="*/ 2 h 2"/>
                  <a:gd name="T6" fmla="*/ 19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7" y="2"/>
                    </a:lnTo>
                    <a:lnTo>
                      <a:pt x="14" y="2"/>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56" name="Freeform 1454">
                <a:extLst>
                  <a:ext uri="{FF2B5EF4-FFF2-40B4-BE49-F238E27FC236}">
                    <a16:creationId xmlns:a16="http://schemas.microsoft.com/office/drawing/2014/main" id="{819BFC98-8755-E5C2-B9E0-9DAE5CF41FB4}"/>
                  </a:ext>
                </a:extLst>
              </p:cNvPr>
              <p:cNvSpPr>
                <a:spLocks/>
              </p:cNvSpPr>
              <p:nvPr userDrawn="1"/>
            </p:nvSpPr>
            <p:spPr bwMode="gray">
              <a:xfrm>
                <a:off x="2443" y="880"/>
                <a:ext cx="22" cy="2"/>
              </a:xfrm>
              <a:custGeom>
                <a:avLst/>
                <a:gdLst>
                  <a:gd name="T0" fmla="*/ 226 w 19"/>
                  <a:gd name="T1" fmla="*/ 2 h 2"/>
                  <a:gd name="T2" fmla="*/ 145 w 19"/>
                  <a:gd name="T3" fmla="*/ 0 h 2"/>
                  <a:gd name="T4" fmla="*/ 60 w 19"/>
                  <a:gd name="T5" fmla="*/ 0 h 2"/>
                  <a:gd name="T6" fmla="*/ 0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2"/>
                    </a:moveTo>
                    <a:lnTo>
                      <a:pt x="12"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57" name="Line 1455">
                <a:extLst>
                  <a:ext uri="{FF2B5EF4-FFF2-40B4-BE49-F238E27FC236}">
                    <a16:creationId xmlns:a16="http://schemas.microsoft.com/office/drawing/2014/main" id="{608225D3-A4CA-07A4-9515-343EB4E93489}"/>
                  </a:ext>
                </a:extLst>
              </p:cNvPr>
              <p:cNvSpPr>
                <a:spLocks noChangeShapeType="1"/>
              </p:cNvSpPr>
              <p:nvPr userDrawn="1"/>
            </p:nvSpPr>
            <p:spPr bwMode="gray">
              <a:xfrm>
                <a:off x="2459" y="873"/>
                <a:ext cx="31"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58" name="Line 1456">
                <a:extLst>
                  <a:ext uri="{FF2B5EF4-FFF2-40B4-BE49-F238E27FC236}">
                    <a16:creationId xmlns:a16="http://schemas.microsoft.com/office/drawing/2014/main" id="{B3F88E3F-4FDA-44E8-59B2-FB995E48CDA9}"/>
                  </a:ext>
                </a:extLst>
              </p:cNvPr>
              <p:cNvSpPr>
                <a:spLocks noChangeShapeType="1"/>
              </p:cNvSpPr>
              <p:nvPr userDrawn="1"/>
            </p:nvSpPr>
            <p:spPr bwMode="gray">
              <a:xfrm>
                <a:off x="2463" y="882"/>
                <a:ext cx="28" cy="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59" name="Line 1457">
                <a:extLst>
                  <a:ext uri="{FF2B5EF4-FFF2-40B4-BE49-F238E27FC236}">
                    <a16:creationId xmlns:a16="http://schemas.microsoft.com/office/drawing/2014/main" id="{6F478719-5F4D-A6F9-A234-1C2A151C3587}"/>
                  </a:ext>
                </a:extLst>
              </p:cNvPr>
              <p:cNvSpPr>
                <a:spLocks noChangeShapeType="1"/>
              </p:cNvSpPr>
              <p:nvPr userDrawn="1"/>
            </p:nvSpPr>
            <p:spPr bwMode="gray">
              <a:xfrm flipH="1" flipV="1">
                <a:off x="2454" y="873"/>
                <a:ext cx="36"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60" name="Freeform 1458">
                <a:extLst>
                  <a:ext uri="{FF2B5EF4-FFF2-40B4-BE49-F238E27FC236}">
                    <a16:creationId xmlns:a16="http://schemas.microsoft.com/office/drawing/2014/main" id="{D030BC8F-FEF4-6E6A-BB31-18EB82C521B3}"/>
                  </a:ext>
                </a:extLst>
              </p:cNvPr>
              <p:cNvSpPr>
                <a:spLocks/>
              </p:cNvSpPr>
              <p:nvPr userDrawn="1"/>
            </p:nvSpPr>
            <p:spPr bwMode="gray">
              <a:xfrm>
                <a:off x="2454" y="873"/>
                <a:ext cx="8" cy="9"/>
              </a:xfrm>
              <a:custGeom>
                <a:avLst/>
                <a:gdLst>
                  <a:gd name="T0" fmla="*/ 0 w 8"/>
                  <a:gd name="T1" fmla="*/ 0 h 9"/>
                  <a:gd name="T2" fmla="*/ 3 w 8"/>
                  <a:gd name="T3" fmla="*/ 0 h 9"/>
                  <a:gd name="T4" fmla="*/ 5 w 8"/>
                  <a:gd name="T5" fmla="*/ 0 h 9"/>
                  <a:gd name="T6" fmla="*/ 7 w 8"/>
                  <a:gd name="T7" fmla="*/ 2 h 9"/>
                  <a:gd name="T8" fmla="*/ 7 w 8"/>
                  <a:gd name="T9" fmla="*/ 5 h 9"/>
                  <a:gd name="T10" fmla="*/ 8 w 8"/>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0" y="0"/>
                    </a:moveTo>
                    <a:lnTo>
                      <a:pt x="3" y="0"/>
                    </a:lnTo>
                    <a:lnTo>
                      <a:pt x="5" y="0"/>
                    </a:lnTo>
                    <a:lnTo>
                      <a:pt x="7" y="2"/>
                    </a:lnTo>
                    <a:lnTo>
                      <a:pt x="7" y="5"/>
                    </a:lnTo>
                    <a:lnTo>
                      <a:pt x="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61" name="Freeform 1459">
                <a:extLst>
                  <a:ext uri="{FF2B5EF4-FFF2-40B4-BE49-F238E27FC236}">
                    <a16:creationId xmlns:a16="http://schemas.microsoft.com/office/drawing/2014/main" id="{77CC8378-4CD2-705F-8165-A2FBCEE5335F}"/>
                  </a:ext>
                </a:extLst>
              </p:cNvPr>
              <p:cNvSpPr>
                <a:spLocks/>
              </p:cNvSpPr>
              <p:nvPr userDrawn="1"/>
            </p:nvSpPr>
            <p:spPr bwMode="gray">
              <a:xfrm>
                <a:off x="2364" y="909"/>
                <a:ext cx="13" cy="10"/>
              </a:xfrm>
              <a:custGeom>
                <a:avLst/>
                <a:gdLst>
                  <a:gd name="T0" fmla="*/ 0 w 11"/>
                  <a:gd name="T1" fmla="*/ 10 h 10"/>
                  <a:gd name="T2" fmla="*/ 2 w 11"/>
                  <a:gd name="T3" fmla="*/ 5 h 10"/>
                  <a:gd name="T4" fmla="*/ 67 w 11"/>
                  <a:gd name="T5" fmla="*/ 1 h 10"/>
                  <a:gd name="T6" fmla="*/ 93 w 11"/>
                  <a:gd name="T7" fmla="*/ 0 h 10"/>
                  <a:gd name="T8" fmla="*/ 154 w 11"/>
                  <a:gd name="T9" fmla="*/ 0 h 10"/>
                  <a:gd name="T10" fmla="*/ 182 w 11"/>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0" y="10"/>
                    </a:moveTo>
                    <a:lnTo>
                      <a:pt x="2" y="5"/>
                    </a:lnTo>
                    <a:lnTo>
                      <a:pt x="4" y="1"/>
                    </a:lnTo>
                    <a:lnTo>
                      <a:pt x="6" y="0"/>
                    </a:lnTo>
                    <a:lnTo>
                      <a:pt x="9"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62" name="Line 1460">
                <a:extLst>
                  <a:ext uri="{FF2B5EF4-FFF2-40B4-BE49-F238E27FC236}">
                    <a16:creationId xmlns:a16="http://schemas.microsoft.com/office/drawing/2014/main" id="{35DFF96C-3591-E463-EC34-56595068AAE9}"/>
                  </a:ext>
                </a:extLst>
              </p:cNvPr>
              <p:cNvSpPr>
                <a:spLocks noChangeShapeType="1"/>
              </p:cNvSpPr>
              <p:nvPr userDrawn="1"/>
            </p:nvSpPr>
            <p:spPr bwMode="gray">
              <a:xfrm flipV="1">
                <a:off x="2289" y="874"/>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63" name="Line 1461">
                <a:extLst>
                  <a:ext uri="{FF2B5EF4-FFF2-40B4-BE49-F238E27FC236}">
                    <a16:creationId xmlns:a16="http://schemas.microsoft.com/office/drawing/2014/main" id="{0FA87855-3BF3-A076-86E7-326BB3E9DD75}"/>
                  </a:ext>
                </a:extLst>
              </p:cNvPr>
              <p:cNvSpPr>
                <a:spLocks noChangeShapeType="1"/>
              </p:cNvSpPr>
              <p:nvPr userDrawn="1"/>
            </p:nvSpPr>
            <p:spPr bwMode="gray">
              <a:xfrm flipV="1">
                <a:off x="2286" y="882"/>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64" name="Freeform 1462">
                <a:extLst>
                  <a:ext uri="{FF2B5EF4-FFF2-40B4-BE49-F238E27FC236}">
                    <a16:creationId xmlns:a16="http://schemas.microsoft.com/office/drawing/2014/main" id="{8A8E6271-3940-2514-43F2-96432D48D375}"/>
                  </a:ext>
                </a:extLst>
              </p:cNvPr>
              <p:cNvSpPr>
                <a:spLocks/>
              </p:cNvSpPr>
              <p:nvPr userDrawn="1"/>
            </p:nvSpPr>
            <p:spPr bwMode="gray">
              <a:xfrm>
                <a:off x="2443" y="873"/>
                <a:ext cx="13" cy="9"/>
              </a:xfrm>
              <a:custGeom>
                <a:avLst/>
                <a:gdLst>
                  <a:gd name="T0" fmla="*/ 0 w 11"/>
                  <a:gd name="T1" fmla="*/ 9 h 9"/>
                  <a:gd name="T2" fmla="*/ 0 w 11"/>
                  <a:gd name="T3" fmla="*/ 5 h 9"/>
                  <a:gd name="T4" fmla="*/ 2 w 11"/>
                  <a:gd name="T5" fmla="*/ 3 h 9"/>
                  <a:gd name="T6" fmla="*/ 67 w 11"/>
                  <a:gd name="T7" fmla="*/ 0 h 9"/>
                  <a:gd name="T8" fmla="*/ 110 w 11"/>
                  <a:gd name="T9" fmla="*/ 0 h 9"/>
                  <a:gd name="T10" fmla="*/ 182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5"/>
                    </a:lnTo>
                    <a:lnTo>
                      <a:pt x="2" y="3"/>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65" name="Line 1463">
                <a:extLst>
                  <a:ext uri="{FF2B5EF4-FFF2-40B4-BE49-F238E27FC236}">
                    <a16:creationId xmlns:a16="http://schemas.microsoft.com/office/drawing/2014/main" id="{683A5FB3-6FFD-72EB-3EA7-355ACD7E6936}"/>
                  </a:ext>
                </a:extLst>
              </p:cNvPr>
              <p:cNvSpPr>
                <a:spLocks noChangeShapeType="1"/>
              </p:cNvSpPr>
              <p:nvPr userDrawn="1"/>
            </p:nvSpPr>
            <p:spPr bwMode="gray">
              <a:xfrm flipH="1">
                <a:off x="2298" y="873"/>
                <a:ext cx="158"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66" name="Freeform 1464">
                <a:extLst>
                  <a:ext uri="{FF2B5EF4-FFF2-40B4-BE49-F238E27FC236}">
                    <a16:creationId xmlns:a16="http://schemas.microsoft.com/office/drawing/2014/main" id="{094D5F3C-46B5-A96E-F3D6-5CE2E3FD0232}"/>
                  </a:ext>
                </a:extLst>
              </p:cNvPr>
              <p:cNvSpPr>
                <a:spLocks/>
              </p:cNvSpPr>
              <p:nvPr userDrawn="1"/>
            </p:nvSpPr>
            <p:spPr bwMode="gray">
              <a:xfrm>
                <a:off x="2286" y="948"/>
                <a:ext cx="13" cy="9"/>
              </a:xfrm>
              <a:custGeom>
                <a:avLst/>
                <a:gdLst>
                  <a:gd name="T0" fmla="*/ 879 w 10"/>
                  <a:gd name="T1" fmla="*/ 0 h 9"/>
                  <a:gd name="T2" fmla="*/ 631 w 10"/>
                  <a:gd name="T3" fmla="*/ 0 h 9"/>
                  <a:gd name="T4" fmla="*/ 485 w 10"/>
                  <a:gd name="T5" fmla="*/ 0 h 9"/>
                  <a:gd name="T6" fmla="*/ 287 w 10"/>
                  <a:gd name="T7" fmla="*/ 2 h 9"/>
                  <a:gd name="T8" fmla="*/ 0 w 10"/>
                  <a:gd name="T9" fmla="*/ 5 h 9"/>
                  <a:gd name="T10" fmla="*/ 0 w 10"/>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10" y="0"/>
                    </a:moveTo>
                    <a:lnTo>
                      <a:pt x="7" y="0"/>
                    </a:lnTo>
                    <a:lnTo>
                      <a:pt x="5" y="0"/>
                    </a:lnTo>
                    <a:lnTo>
                      <a:pt x="3" y="2"/>
                    </a:lnTo>
                    <a:lnTo>
                      <a:pt x="0"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67" name="Freeform 1465">
                <a:extLst>
                  <a:ext uri="{FF2B5EF4-FFF2-40B4-BE49-F238E27FC236}">
                    <a16:creationId xmlns:a16="http://schemas.microsoft.com/office/drawing/2014/main" id="{720D0DD5-A964-FBAD-157A-737BFFE36935}"/>
                  </a:ext>
                </a:extLst>
              </p:cNvPr>
              <p:cNvSpPr>
                <a:spLocks/>
              </p:cNvSpPr>
              <p:nvPr userDrawn="1"/>
            </p:nvSpPr>
            <p:spPr bwMode="gray">
              <a:xfrm>
                <a:off x="2483" y="1001"/>
                <a:ext cx="11" cy="8"/>
              </a:xfrm>
              <a:custGeom>
                <a:avLst/>
                <a:gdLst>
                  <a:gd name="T0" fmla="*/ 0 w 11"/>
                  <a:gd name="T1" fmla="*/ 8 h 8"/>
                  <a:gd name="T2" fmla="*/ 4 w 11"/>
                  <a:gd name="T3" fmla="*/ 8 h 8"/>
                  <a:gd name="T4" fmla="*/ 7 w 11"/>
                  <a:gd name="T5" fmla="*/ 8 h 8"/>
                  <a:gd name="T6" fmla="*/ 9 w 11"/>
                  <a:gd name="T7" fmla="*/ 5 h 8"/>
                  <a:gd name="T8" fmla="*/ 11 w 11"/>
                  <a:gd name="T9" fmla="*/ 3 h 8"/>
                  <a:gd name="T10" fmla="*/ 11 w 11"/>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8">
                    <a:moveTo>
                      <a:pt x="0" y="8"/>
                    </a:moveTo>
                    <a:lnTo>
                      <a:pt x="4" y="8"/>
                    </a:lnTo>
                    <a:lnTo>
                      <a:pt x="7" y="8"/>
                    </a:lnTo>
                    <a:lnTo>
                      <a:pt x="9" y="5"/>
                    </a:lnTo>
                    <a:lnTo>
                      <a:pt x="11"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68" name="Line 1466">
                <a:extLst>
                  <a:ext uri="{FF2B5EF4-FFF2-40B4-BE49-F238E27FC236}">
                    <a16:creationId xmlns:a16="http://schemas.microsoft.com/office/drawing/2014/main" id="{28365253-4FDF-60BE-0386-1E9E3E5298B6}"/>
                  </a:ext>
                </a:extLst>
              </p:cNvPr>
              <p:cNvSpPr>
                <a:spLocks noChangeShapeType="1"/>
              </p:cNvSpPr>
              <p:nvPr userDrawn="1"/>
            </p:nvSpPr>
            <p:spPr bwMode="gray">
              <a:xfrm flipH="1">
                <a:off x="2494" y="1018"/>
                <a:ext cx="14" cy="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69" name="Freeform 1467">
                <a:extLst>
                  <a:ext uri="{FF2B5EF4-FFF2-40B4-BE49-F238E27FC236}">
                    <a16:creationId xmlns:a16="http://schemas.microsoft.com/office/drawing/2014/main" id="{0E300671-8B3F-0D71-2480-1164974DC140}"/>
                  </a:ext>
                </a:extLst>
              </p:cNvPr>
              <p:cNvSpPr>
                <a:spLocks/>
              </p:cNvSpPr>
              <p:nvPr userDrawn="1"/>
            </p:nvSpPr>
            <p:spPr bwMode="gray">
              <a:xfrm>
                <a:off x="2494" y="1016"/>
                <a:ext cx="13" cy="9"/>
              </a:xfrm>
              <a:custGeom>
                <a:avLst/>
                <a:gdLst>
                  <a:gd name="T0" fmla="*/ 0 w 10"/>
                  <a:gd name="T1" fmla="*/ 9 h 9"/>
                  <a:gd name="T2" fmla="*/ 221 w 10"/>
                  <a:gd name="T3" fmla="*/ 6 h 9"/>
                  <a:gd name="T4" fmla="*/ 221 w 10"/>
                  <a:gd name="T5" fmla="*/ 2 h 9"/>
                  <a:gd name="T6" fmla="*/ 485 w 10"/>
                  <a:gd name="T7" fmla="*/ 0 h 9"/>
                  <a:gd name="T8" fmla="*/ 631 w 10"/>
                  <a:gd name="T9" fmla="*/ 0 h 9"/>
                  <a:gd name="T10" fmla="*/ 879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2" y="6"/>
                    </a:lnTo>
                    <a:lnTo>
                      <a:pt x="2"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70" name="Freeform 1468">
                <a:extLst>
                  <a:ext uri="{FF2B5EF4-FFF2-40B4-BE49-F238E27FC236}">
                    <a16:creationId xmlns:a16="http://schemas.microsoft.com/office/drawing/2014/main" id="{A87DAD60-CC08-E495-C7A3-9E87B6B6B381}"/>
                  </a:ext>
                </a:extLst>
              </p:cNvPr>
              <p:cNvSpPr>
                <a:spLocks/>
              </p:cNvSpPr>
              <p:nvPr userDrawn="1"/>
            </p:nvSpPr>
            <p:spPr bwMode="gray">
              <a:xfrm>
                <a:off x="2906" y="2029"/>
                <a:ext cx="20" cy="4"/>
              </a:xfrm>
              <a:custGeom>
                <a:avLst/>
                <a:gdLst>
                  <a:gd name="T0" fmla="*/ 20 w 20"/>
                  <a:gd name="T1" fmla="*/ 276 h 3"/>
                  <a:gd name="T2" fmla="*/ 16 w 20"/>
                  <a:gd name="T3" fmla="*/ 0 h 3"/>
                  <a:gd name="T4" fmla="*/ 11 w 20"/>
                  <a:gd name="T5" fmla="*/ 0 h 3"/>
                  <a:gd name="T6" fmla="*/ 6 w 20"/>
                  <a:gd name="T7" fmla="*/ 276 h 3"/>
                  <a:gd name="T8" fmla="*/ 0 w 20"/>
                  <a:gd name="T9" fmla="*/ 368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2"/>
                    </a:moveTo>
                    <a:lnTo>
                      <a:pt x="16" y="0"/>
                    </a:lnTo>
                    <a:lnTo>
                      <a:pt x="11" y="0"/>
                    </a:lnTo>
                    <a:lnTo>
                      <a:pt x="6" y="2"/>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71" name="Line 1469">
                <a:extLst>
                  <a:ext uri="{FF2B5EF4-FFF2-40B4-BE49-F238E27FC236}">
                    <a16:creationId xmlns:a16="http://schemas.microsoft.com/office/drawing/2014/main" id="{82E3E095-4D57-A177-69C2-F5AF39E590C9}"/>
                  </a:ext>
                </a:extLst>
              </p:cNvPr>
              <p:cNvSpPr>
                <a:spLocks noChangeShapeType="1"/>
              </p:cNvSpPr>
              <p:nvPr userDrawn="1"/>
            </p:nvSpPr>
            <p:spPr bwMode="gray">
              <a:xfrm flipV="1">
                <a:off x="2915" y="1920"/>
                <a:ext cx="2"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72" name="Line 1470">
                <a:extLst>
                  <a:ext uri="{FF2B5EF4-FFF2-40B4-BE49-F238E27FC236}">
                    <a16:creationId xmlns:a16="http://schemas.microsoft.com/office/drawing/2014/main" id="{49A0AD48-08D1-37AE-0132-86A867181D92}"/>
                  </a:ext>
                </a:extLst>
              </p:cNvPr>
              <p:cNvSpPr>
                <a:spLocks noChangeShapeType="1"/>
              </p:cNvSpPr>
              <p:nvPr userDrawn="1"/>
            </p:nvSpPr>
            <p:spPr bwMode="gray">
              <a:xfrm flipV="1">
                <a:off x="2926" y="1922"/>
                <a:ext cx="1"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73" name="Freeform 1471">
                <a:extLst>
                  <a:ext uri="{FF2B5EF4-FFF2-40B4-BE49-F238E27FC236}">
                    <a16:creationId xmlns:a16="http://schemas.microsoft.com/office/drawing/2014/main" id="{AAC1E6D4-C2B4-CB62-C6A2-DB14F9048EED}"/>
                  </a:ext>
                </a:extLst>
              </p:cNvPr>
              <p:cNvSpPr>
                <a:spLocks/>
              </p:cNvSpPr>
              <p:nvPr userDrawn="1"/>
            </p:nvSpPr>
            <p:spPr bwMode="gray">
              <a:xfrm>
                <a:off x="2908" y="1920"/>
                <a:ext cx="19" cy="4"/>
              </a:xfrm>
              <a:custGeom>
                <a:avLst/>
                <a:gdLst>
                  <a:gd name="T0" fmla="*/ 19 w 19"/>
                  <a:gd name="T1" fmla="*/ 2 h 4"/>
                  <a:gd name="T2" fmla="*/ 14 w 19"/>
                  <a:gd name="T3" fmla="*/ 0 h 4"/>
                  <a:gd name="T4" fmla="*/ 9 w 19"/>
                  <a:gd name="T5" fmla="*/ 0 h 4"/>
                  <a:gd name="T6" fmla="*/ 4 w 19"/>
                  <a:gd name="T7" fmla="*/ 2 h 4"/>
                  <a:gd name="T8" fmla="*/ 0 w 1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2"/>
                    </a:moveTo>
                    <a:lnTo>
                      <a:pt x="14" y="0"/>
                    </a:lnTo>
                    <a:lnTo>
                      <a:pt x="9" y="0"/>
                    </a:lnTo>
                    <a:lnTo>
                      <a:pt x="4" y="2"/>
                    </a:lnTo>
                    <a:lnTo>
                      <a:pt x="0"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74" name="Line 1472">
                <a:extLst>
                  <a:ext uri="{FF2B5EF4-FFF2-40B4-BE49-F238E27FC236}">
                    <a16:creationId xmlns:a16="http://schemas.microsoft.com/office/drawing/2014/main" id="{A436AD38-AB1F-F2EB-240E-D55FB2E6E073}"/>
                  </a:ext>
                </a:extLst>
              </p:cNvPr>
              <p:cNvSpPr>
                <a:spLocks noChangeShapeType="1"/>
              </p:cNvSpPr>
              <p:nvPr userDrawn="1"/>
            </p:nvSpPr>
            <p:spPr bwMode="gray">
              <a:xfrm flipH="1">
                <a:off x="2906" y="1924"/>
                <a:ext cx="2" cy="21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75" name="Freeform 1473">
                <a:extLst>
                  <a:ext uri="{FF2B5EF4-FFF2-40B4-BE49-F238E27FC236}">
                    <a16:creationId xmlns:a16="http://schemas.microsoft.com/office/drawing/2014/main" id="{37777F99-5E65-D638-D990-39E15C8DF31B}"/>
                  </a:ext>
                </a:extLst>
              </p:cNvPr>
              <p:cNvSpPr>
                <a:spLocks/>
              </p:cNvSpPr>
              <p:nvPr userDrawn="1"/>
            </p:nvSpPr>
            <p:spPr bwMode="gray">
              <a:xfrm>
                <a:off x="2906" y="2136"/>
                <a:ext cx="20" cy="3"/>
              </a:xfrm>
              <a:custGeom>
                <a:avLst/>
                <a:gdLst>
                  <a:gd name="T0" fmla="*/ 20 w 20"/>
                  <a:gd name="T1" fmla="*/ 1 h 3"/>
                  <a:gd name="T2" fmla="*/ 14 w 20"/>
                  <a:gd name="T3" fmla="*/ 1 h 3"/>
                  <a:gd name="T4" fmla="*/ 11 w 20"/>
                  <a:gd name="T5" fmla="*/ 0 h 3"/>
                  <a:gd name="T6" fmla="*/ 6 w 20"/>
                  <a:gd name="T7" fmla="*/ 1 h 3"/>
                  <a:gd name="T8" fmla="*/ 0 w 20"/>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20" y="1"/>
                    </a:moveTo>
                    <a:lnTo>
                      <a:pt x="14" y="1"/>
                    </a:lnTo>
                    <a:lnTo>
                      <a:pt x="11" y="0"/>
                    </a:lnTo>
                    <a:lnTo>
                      <a:pt x="6"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76" name="Freeform 1474">
                <a:extLst>
                  <a:ext uri="{FF2B5EF4-FFF2-40B4-BE49-F238E27FC236}">
                    <a16:creationId xmlns:a16="http://schemas.microsoft.com/office/drawing/2014/main" id="{592F3956-D397-7166-9022-3A342CC2034D}"/>
                  </a:ext>
                </a:extLst>
              </p:cNvPr>
              <p:cNvSpPr>
                <a:spLocks/>
              </p:cNvSpPr>
              <p:nvPr userDrawn="1"/>
            </p:nvSpPr>
            <p:spPr bwMode="gray">
              <a:xfrm>
                <a:off x="2999" y="1933"/>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77" name="Line 1475">
                <a:extLst>
                  <a:ext uri="{FF2B5EF4-FFF2-40B4-BE49-F238E27FC236}">
                    <a16:creationId xmlns:a16="http://schemas.microsoft.com/office/drawing/2014/main" id="{0763BAD5-282F-9312-DABD-AA353FEA0137}"/>
                  </a:ext>
                </a:extLst>
              </p:cNvPr>
              <p:cNvSpPr>
                <a:spLocks noChangeShapeType="1"/>
              </p:cNvSpPr>
              <p:nvPr userDrawn="1"/>
            </p:nvSpPr>
            <p:spPr bwMode="gray">
              <a:xfrm>
                <a:off x="2924" y="1910"/>
                <a:ext cx="203"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78" name="Line 1476">
                <a:extLst>
                  <a:ext uri="{FF2B5EF4-FFF2-40B4-BE49-F238E27FC236}">
                    <a16:creationId xmlns:a16="http://schemas.microsoft.com/office/drawing/2014/main" id="{CF0A94C1-8CC0-4A77-FE30-66E7C1443712}"/>
                  </a:ext>
                </a:extLst>
              </p:cNvPr>
              <p:cNvSpPr>
                <a:spLocks noChangeShapeType="1"/>
              </p:cNvSpPr>
              <p:nvPr userDrawn="1"/>
            </p:nvSpPr>
            <p:spPr bwMode="gray">
              <a:xfrm>
                <a:off x="2927" y="1922"/>
                <a:ext cx="196"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79" name="Freeform 1477">
                <a:extLst>
                  <a:ext uri="{FF2B5EF4-FFF2-40B4-BE49-F238E27FC236}">
                    <a16:creationId xmlns:a16="http://schemas.microsoft.com/office/drawing/2014/main" id="{7E054B15-F2B3-78DA-7F4D-ABFBC5E15443}"/>
                  </a:ext>
                </a:extLst>
              </p:cNvPr>
              <p:cNvSpPr>
                <a:spLocks/>
              </p:cNvSpPr>
              <p:nvPr userDrawn="1"/>
            </p:nvSpPr>
            <p:spPr bwMode="gray">
              <a:xfrm>
                <a:off x="3123" y="1979"/>
                <a:ext cx="9" cy="18"/>
              </a:xfrm>
              <a:custGeom>
                <a:avLst/>
                <a:gdLst>
                  <a:gd name="T0" fmla="*/ 0 w 9"/>
                  <a:gd name="T1" fmla="*/ 18 h 18"/>
                  <a:gd name="T2" fmla="*/ 2 w 9"/>
                  <a:gd name="T3" fmla="*/ 12 h 18"/>
                  <a:gd name="T4" fmla="*/ 4 w 9"/>
                  <a:gd name="T5" fmla="*/ 9 h 18"/>
                  <a:gd name="T6" fmla="*/ 6 w 9"/>
                  <a:gd name="T7" fmla="*/ 4 h 18"/>
                  <a:gd name="T8" fmla="*/ 9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2"/>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80" name="Line 1478">
                <a:extLst>
                  <a:ext uri="{FF2B5EF4-FFF2-40B4-BE49-F238E27FC236}">
                    <a16:creationId xmlns:a16="http://schemas.microsoft.com/office/drawing/2014/main" id="{23990A4F-DF4E-1C5D-8A65-D62CA01E4CC2}"/>
                  </a:ext>
                </a:extLst>
              </p:cNvPr>
              <p:cNvSpPr>
                <a:spLocks noChangeShapeType="1"/>
              </p:cNvSpPr>
              <p:nvPr userDrawn="1"/>
            </p:nvSpPr>
            <p:spPr bwMode="gray">
              <a:xfrm flipH="1" flipV="1">
                <a:off x="2924" y="1901"/>
                <a:ext cx="208"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81" name="Freeform 1479">
                <a:extLst>
                  <a:ext uri="{FF2B5EF4-FFF2-40B4-BE49-F238E27FC236}">
                    <a16:creationId xmlns:a16="http://schemas.microsoft.com/office/drawing/2014/main" id="{4BDC6808-80EA-5D49-DA93-2C8490C09958}"/>
                  </a:ext>
                </a:extLst>
              </p:cNvPr>
              <p:cNvSpPr>
                <a:spLocks/>
              </p:cNvSpPr>
              <p:nvPr userDrawn="1"/>
            </p:nvSpPr>
            <p:spPr bwMode="gray">
              <a:xfrm>
                <a:off x="2924" y="1901"/>
                <a:ext cx="3" cy="21"/>
              </a:xfrm>
              <a:custGeom>
                <a:avLst/>
                <a:gdLst>
                  <a:gd name="T0" fmla="*/ 3 w 3"/>
                  <a:gd name="T1" fmla="*/ 21 h 21"/>
                  <a:gd name="T2" fmla="*/ 0 w 3"/>
                  <a:gd name="T3" fmla="*/ 14 h 21"/>
                  <a:gd name="T4" fmla="*/ 0 w 3"/>
                  <a:gd name="T5" fmla="*/ 7 h 21"/>
                  <a:gd name="T6" fmla="*/ 0 w 3"/>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1">
                    <a:moveTo>
                      <a:pt x="3"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82" name="Freeform 1480">
                <a:extLst>
                  <a:ext uri="{FF2B5EF4-FFF2-40B4-BE49-F238E27FC236}">
                    <a16:creationId xmlns:a16="http://schemas.microsoft.com/office/drawing/2014/main" id="{521D6A4E-130D-F8B8-F1FA-ECC642303286}"/>
                  </a:ext>
                </a:extLst>
              </p:cNvPr>
              <p:cNvSpPr>
                <a:spLocks/>
              </p:cNvSpPr>
              <p:nvPr userDrawn="1"/>
            </p:nvSpPr>
            <p:spPr bwMode="gray">
              <a:xfrm>
                <a:off x="3123" y="2104"/>
                <a:ext cx="21" cy="2"/>
              </a:xfrm>
              <a:custGeom>
                <a:avLst/>
                <a:gdLst>
                  <a:gd name="T0" fmla="*/ 0 w 21"/>
                  <a:gd name="T1" fmla="*/ 2 h 2"/>
                  <a:gd name="T2" fmla="*/ 5 w 21"/>
                  <a:gd name="T3" fmla="*/ 2 h 2"/>
                  <a:gd name="T4" fmla="*/ 10 w 21"/>
                  <a:gd name="T5" fmla="*/ 2 h 2"/>
                  <a:gd name="T6" fmla="*/ 15 w 21"/>
                  <a:gd name="T7" fmla="*/ 2 h 2"/>
                  <a:gd name="T8" fmla="*/ 21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0" y="2"/>
                    </a:moveTo>
                    <a:lnTo>
                      <a:pt x="5" y="2"/>
                    </a:lnTo>
                    <a:lnTo>
                      <a:pt x="10" y="2"/>
                    </a:lnTo>
                    <a:lnTo>
                      <a:pt x="15"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83" name="Line 1481">
                <a:extLst>
                  <a:ext uri="{FF2B5EF4-FFF2-40B4-BE49-F238E27FC236}">
                    <a16:creationId xmlns:a16="http://schemas.microsoft.com/office/drawing/2014/main" id="{D8FB999B-8D25-744E-EA93-D7B53B979E40}"/>
                  </a:ext>
                </a:extLst>
              </p:cNvPr>
              <p:cNvSpPr>
                <a:spLocks noChangeShapeType="1"/>
              </p:cNvSpPr>
              <p:nvPr userDrawn="1"/>
            </p:nvSpPr>
            <p:spPr bwMode="gray">
              <a:xfrm flipH="1">
                <a:off x="3130" y="1997"/>
                <a:ext cx="4"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84" name="Line 1482">
                <a:extLst>
                  <a:ext uri="{FF2B5EF4-FFF2-40B4-BE49-F238E27FC236}">
                    <a16:creationId xmlns:a16="http://schemas.microsoft.com/office/drawing/2014/main" id="{124379A7-ED6F-18C9-684D-BAB3E99308A6}"/>
                  </a:ext>
                </a:extLst>
              </p:cNvPr>
              <p:cNvSpPr>
                <a:spLocks noChangeShapeType="1"/>
              </p:cNvSpPr>
              <p:nvPr userDrawn="1"/>
            </p:nvSpPr>
            <p:spPr bwMode="gray">
              <a:xfrm flipH="1">
                <a:off x="3123" y="1996"/>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85" name="Freeform 1483">
                <a:extLst>
                  <a:ext uri="{FF2B5EF4-FFF2-40B4-BE49-F238E27FC236}">
                    <a16:creationId xmlns:a16="http://schemas.microsoft.com/office/drawing/2014/main" id="{FFBD4067-0C6C-5794-D97C-D51676672BE9}"/>
                  </a:ext>
                </a:extLst>
              </p:cNvPr>
              <p:cNvSpPr>
                <a:spLocks/>
              </p:cNvSpPr>
              <p:nvPr userDrawn="1"/>
            </p:nvSpPr>
            <p:spPr bwMode="gray">
              <a:xfrm>
                <a:off x="3123" y="2214"/>
                <a:ext cx="19" cy="3"/>
              </a:xfrm>
              <a:custGeom>
                <a:avLst/>
                <a:gdLst>
                  <a:gd name="T0" fmla="*/ 0 w 19"/>
                  <a:gd name="T1" fmla="*/ 0 h 3"/>
                  <a:gd name="T2" fmla="*/ 3 w 19"/>
                  <a:gd name="T3" fmla="*/ 1 h 3"/>
                  <a:gd name="T4" fmla="*/ 8 w 19"/>
                  <a:gd name="T5" fmla="*/ 3 h 3"/>
                  <a:gd name="T6" fmla="*/ 14 w 19"/>
                  <a:gd name="T7" fmla="*/ 1 h 3"/>
                  <a:gd name="T8" fmla="*/ 19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0" y="0"/>
                    </a:moveTo>
                    <a:lnTo>
                      <a:pt x="3" y="1"/>
                    </a:lnTo>
                    <a:lnTo>
                      <a:pt x="8"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86" name="Line 1484">
                <a:extLst>
                  <a:ext uri="{FF2B5EF4-FFF2-40B4-BE49-F238E27FC236}">
                    <a16:creationId xmlns:a16="http://schemas.microsoft.com/office/drawing/2014/main" id="{E3D66025-8C31-70DF-D333-3CB9DC3118E2}"/>
                  </a:ext>
                </a:extLst>
              </p:cNvPr>
              <p:cNvSpPr>
                <a:spLocks noChangeShapeType="1"/>
              </p:cNvSpPr>
              <p:nvPr userDrawn="1"/>
            </p:nvSpPr>
            <p:spPr bwMode="gray">
              <a:xfrm flipV="1">
                <a:off x="3141" y="1994"/>
                <a:ext cx="2"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87" name="Freeform 1485">
                <a:extLst>
                  <a:ext uri="{FF2B5EF4-FFF2-40B4-BE49-F238E27FC236}">
                    <a16:creationId xmlns:a16="http://schemas.microsoft.com/office/drawing/2014/main" id="{415BBB3D-8B47-B8FB-6DAD-58787D20FFBD}"/>
                  </a:ext>
                </a:extLst>
              </p:cNvPr>
              <p:cNvSpPr>
                <a:spLocks/>
              </p:cNvSpPr>
              <p:nvPr userDrawn="1"/>
            </p:nvSpPr>
            <p:spPr bwMode="gray">
              <a:xfrm>
                <a:off x="3123" y="1994"/>
                <a:ext cx="20" cy="4"/>
              </a:xfrm>
              <a:custGeom>
                <a:avLst/>
                <a:gdLst>
                  <a:gd name="T0" fmla="*/ 0 w 20"/>
                  <a:gd name="T1" fmla="*/ 276 h 3"/>
                  <a:gd name="T2" fmla="*/ 6 w 20"/>
                  <a:gd name="T3" fmla="*/ 368 h 3"/>
                  <a:gd name="T4" fmla="*/ 11 w 20"/>
                  <a:gd name="T5" fmla="*/ 368 h 3"/>
                  <a:gd name="T6" fmla="*/ 16 w 20"/>
                  <a:gd name="T7" fmla="*/ 368 h 3"/>
                  <a:gd name="T8" fmla="*/ 20 w 2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3">
                    <a:moveTo>
                      <a:pt x="0" y="2"/>
                    </a:moveTo>
                    <a:lnTo>
                      <a:pt x="6" y="3"/>
                    </a:lnTo>
                    <a:lnTo>
                      <a:pt x="11" y="3"/>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88" name="Freeform 1486">
                <a:extLst>
                  <a:ext uri="{FF2B5EF4-FFF2-40B4-BE49-F238E27FC236}">
                    <a16:creationId xmlns:a16="http://schemas.microsoft.com/office/drawing/2014/main" id="{BC7B7DD3-263B-1473-B429-6FB66570571E}"/>
                  </a:ext>
                </a:extLst>
              </p:cNvPr>
              <p:cNvSpPr>
                <a:spLocks/>
              </p:cNvSpPr>
              <p:nvPr userDrawn="1"/>
            </p:nvSpPr>
            <p:spPr bwMode="gray">
              <a:xfrm>
                <a:off x="2997" y="2165"/>
                <a:ext cx="9" cy="9"/>
              </a:xfrm>
              <a:custGeom>
                <a:avLst/>
                <a:gdLst>
                  <a:gd name="T0" fmla="*/ 0 w 9"/>
                  <a:gd name="T1" fmla="*/ 0 h 9"/>
                  <a:gd name="T2" fmla="*/ 0 w 9"/>
                  <a:gd name="T3" fmla="*/ 4 h 9"/>
                  <a:gd name="T4" fmla="*/ 2 w 9"/>
                  <a:gd name="T5" fmla="*/ 7 h 9"/>
                  <a:gd name="T6" fmla="*/ 4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89" name="Line 1487">
                <a:extLst>
                  <a:ext uri="{FF2B5EF4-FFF2-40B4-BE49-F238E27FC236}">
                    <a16:creationId xmlns:a16="http://schemas.microsoft.com/office/drawing/2014/main" id="{7390F8C5-F4F3-64B7-8068-F5BFD748B39B}"/>
                  </a:ext>
                </a:extLst>
              </p:cNvPr>
              <p:cNvSpPr>
                <a:spLocks noChangeShapeType="1"/>
              </p:cNvSpPr>
              <p:nvPr userDrawn="1"/>
            </p:nvSpPr>
            <p:spPr bwMode="gray">
              <a:xfrm flipH="1" flipV="1">
                <a:off x="2923" y="2144"/>
                <a:ext cx="20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90" name="Line 1488">
                <a:extLst>
                  <a:ext uri="{FF2B5EF4-FFF2-40B4-BE49-F238E27FC236}">
                    <a16:creationId xmlns:a16="http://schemas.microsoft.com/office/drawing/2014/main" id="{96D404DD-E580-0B8A-86A8-E6EDB13C7ED6}"/>
                  </a:ext>
                </a:extLst>
              </p:cNvPr>
              <p:cNvSpPr>
                <a:spLocks noChangeShapeType="1"/>
              </p:cNvSpPr>
              <p:nvPr userDrawn="1"/>
            </p:nvSpPr>
            <p:spPr bwMode="gray">
              <a:xfrm flipH="1" flipV="1">
                <a:off x="2926" y="2137"/>
                <a:ext cx="196" cy="7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91" name="Freeform 1489">
                <a:extLst>
                  <a:ext uri="{FF2B5EF4-FFF2-40B4-BE49-F238E27FC236}">
                    <a16:creationId xmlns:a16="http://schemas.microsoft.com/office/drawing/2014/main" id="{A3B7B04E-96CA-0794-1E4D-EABBC1ED14EA}"/>
                  </a:ext>
                </a:extLst>
              </p:cNvPr>
              <p:cNvSpPr>
                <a:spLocks/>
              </p:cNvSpPr>
              <p:nvPr userDrawn="1"/>
            </p:nvSpPr>
            <p:spPr bwMode="gray">
              <a:xfrm>
                <a:off x="2923" y="2137"/>
                <a:ext cx="4" cy="6"/>
              </a:xfrm>
              <a:custGeom>
                <a:avLst/>
                <a:gdLst>
                  <a:gd name="T0" fmla="*/ 4 w 4"/>
                  <a:gd name="T1" fmla="*/ 0 h 6"/>
                  <a:gd name="T2" fmla="*/ 2 w 4"/>
                  <a:gd name="T3" fmla="*/ 2 h 6"/>
                  <a:gd name="T4" fmla="*/ 2 w 4"/>
                  <a:gd name="T5" fmla="*/ 4 h 6"/>
                  <a:gd name="T6" fmla="*/ 2 w 4"/>
                  <a:gd name="T7" fmla="*/ 6 h 6"/>
                  <a:gd name="T8" fmla="*/ 0 w 4"/>
                  <a:gd name="T9" fmla="*/ 6 h 6"/>
                  <a:gd name="T10" fmla="*/ 0 w 4"/>
                  <a:gd name="T11" fmla="*/ 6 h 6"/>
                  <a:gd name="T12" fmla="*/ 2 w 4"/>
                  <a:gd name="T13" fmla="*/ 4 h 6"/>
                  <a:gd name="T14" fmla="*/ 2 w 4"/>
                  <a:gd name="T15" fmla="*/ 4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6">
                    <a:moveTo>
                      <a:pt x="4" y="0"/>
                    </a:moveTo>
                    <a:lnTo>
                      <a:pt x="2" y="2"/>
                    </a:lnTo>
                    <a:lnTo>
                      <a:pt x="2" y="4"/>
                    </a:lnTo>
                    <a:lnTo>
                      <a:pt x="2" y="6"/>
                    </a:lnTo>
                    <a:lnTo>
                      <a:pt x="0" y="6"/>
                    </a:lnTo>
                    <a:lnTo>
                      <a:pt x="2" y="4"/>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92" name="Line 1490">
                <a:extLst>
                  <a:ext uri="{FF2B5EF4-FFF2-40B4-BE49-F238E27FC236}">
                    <a16:creationId xmlns:a16="http://schemas.microsoft.com/office/drawing/2014/main" id="{7AF0C4AB-5472-56D9-0C77-385F1527BE51}"/>
                  </a:ext>
                </a:extLst>
              </p:cNvPr>
              <p:cNvSpPr>
                <a:spLocks noChangeShapeType="1"/>
              </p:cNvSpPr>
              <p:nvPr userDrawn="1"/>
            </p:nvSpPr>
            <p:spPr bwMode="gray">
              <a:xfrm>
                <a:off x="2924" y="2141"/>
                <a:ext cx="204"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93" name="Freeform 1491">
                <a:extLst>
                  <a:ext uri="{FF2B5EF4-FFF2-40B4-BE49-F238E27FC236}">
                    <a16:creationId xmlns:a16="http://schemas.microsoft.com/office/drawing/2014/main" id="{88140AAF-3ECD-CFEA-4B32-A7EDDD8F439D}"/>
                  </a:ext>
                </a:extLst>
              </p:cNvPr>
              <p:cNvSpPr>
                <a:spLocks/>
              </p:cNvSpPr>
              <p:nvPr userDrawn="1"/>
            </p:nvSpPr>
            <p:spPr bwMode="gray">
              <a:xfrm>
                <a:off x="3123" y="2214"/>
                <a:ext cx="4" cy="8"/>
              </a:xfrm>
              <a:custGeom>
                <a:avLst/>
                <a:gdLst>
                  <a:gd name="T0" fmla="*/ 1 w 7"/>
                  <a:gd name="T1" fmla="*/ 7 h 8"/>
                  <a:gd name="T2" fmla="*/ 1 w 7"/>
                  <a:gd name="T3" fmla="*/ 8 h 8"/>
                  <a:gd name="T4" fmla="*/ 1 w 7"/>
                  <a:gd name="T5" fmla="*/ 8 h 8"/>
                  <a:gd name="T6" fmla="*/ 0 w 7"/>
                  <a:gd name="T7" fmla="*/ 7 h 8"/>
                  <a:gd name="T8" fmla="*/ 0 w 7"/>
                  <a:gd name="T9" fmla="*/ 3 h 8"/>
                  <a:gd name="T10" fmla="*/ 0 w 7"/>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8">
                    <a:moveTo>
                      <a:pt x="7" y="7"/>
                    </a:moveTo>
                    <a:lnTo>
                      <a:pt x="5" y="8"/>
                    </a:lnTo>
                    <a:lnTo>
                      <a:pt x="1" y="8"/>
                    </a:lnTo>
                    <a:lnTo>
                      <a:pt x="0" y="7"/>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94" name="Freeform 1492">
                <a:extLst>
                  <a:ext uri="{FF2B5EF4-FFF2-40B4-BE49-F238E27FC236}">
                    <a16:creationId xmlns:a16="http://schemas.microsoft.com/office/drawing/2014/main" id="{BEF51C5D-650C-028F-FAD6-A3BED2119545}"/>
                  </a:ext>
                </a:extLst>
              </p:cNvPr>
              <p:cNvSpPr>
                <a:spLocks/>
              </p:cNvSpPr>
              <p:nvPr userDrawn="1"/>
            </p:nvSpPr>
            <p:spPr bwMode="gray">
              <a:xfrm>
                <a:off x="2782" y="1924"/>
                <a:ext cx="7" cy="16"/>
              </a:xfrm>
              <a:custGeom>
                <a:avLst/>
                <a:gdLst>
                  <a:gd name="T0" fmla="*/ 7 w 7"/>
                  <a:gd name="T1" fmla="*/ 0 h 16"/>
                  <a:gd name="T2" fmla="*/ 7 w 7"/>
                  <a:gd name="T3" fmla="*/ 3 h 16"/>
                  <a:gd name="T4" fmla="*/ 6 w 7"/>
                  <a:gd name="T5" fmla="*/ 9 h 16"/>
                  <a:gd name="T6" fmla="*/ 4 w 7"/>
                  <a:gd name="T7" fmla="*/ 12 h 16"/>
                  <a:gd name="T8" fmla="*/ 0 w 7"/>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6">
                    <a:moveTo>
                      <a:pt x="7" y="0"/>
                    </a:moveTo>
                    <a:lnTo>
                      <a:pt x="7" y="3"/>
                    </a:lnTo>
                    <a:lnTo>
                      <a:pt x="6" y="9"/>
                    </a:lnTo>
                    <a:lnTo>
                      <a:pt x="4" y="12"/>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95" name="Line 1493">
                <a:extLst>
                  <a:ext uri="{FF2B5EF4-FFF2-40B4-BE49-F238E27FC236}">
                    <a16:creationId xmlns:a16="http://schemas.microsoft.com/office/drawing/2014/main" id="{F910778E-45DC-0CFA-EED0-98A544B3791D}"/>
                  </a:ext>
                </a:extLst>
              </p:cNvPr>
              <p:cNvSpPr>
                <a:spLocks noChangeShapeType="1"/>
              </p:cNvSpPr>
              <p:nvPr userDrawn="1"/>
            </p:nvSpPr>
            <p:spPr bwMode="gray">
              <a:xfrm flipH="1">
                <a:off x="3290" y="2040"/>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96" name="Line 1494">
                <a:extLst>
                  <a:ext uri="{FF2B5EF4-FFF2-40B4-BE49-F238E27FC236}">
                    <a16:creationId xmlns:a16="http://schemas.microsoft.com/office/drawing/2014/main" id="{9E3DC173-1EC2-088E-28E5-60F5CF33B96B}"/>
                  </a:ext>
                </a:extLst>
              </p:cNvPr>
              <p:cNvSpPr>
                <a:spLocks noChangeShapeType="1"/>
              </p:cNvSpPr>
              <p:nvPr userDrawn="1"/>
            </p:nvSpPr>
            <p:spPr bwMode="gray">
              <a:xfrm>
                <a:off x="3284" y="2038"/>
                <a:ext cx="1"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97" name="Freeform 1495">
                <a:extLst>
                  <a:ext uri="{FF2B5EF4-FFF2-40B4-BE49-F238E27FC236}">
                    <a16:creationId xmlns:a16="http://schemas.microsoft.com/office/drawing/2014/main" id="{EA79FFF5-BAAF-EDD7-AAF9-695B7EE87F6F}"/>
                  </a:ext>
                </a:extLst>
              </p:cNvPr>
              <p:cNvSpPr>
                <a:spLocks/>
              </p:cNvSpPr>
              <p:nvPr userDrawn="1"/>
            </p:nvSpPr>
            <p:spPr bwMode="gray">
              <a:xfrm>
                <a:off x="3284" y="2109"/>
                <a:ext cx="6" cy="10"/>
              </a:xfrm>
              <a:custGeom>
                <a:avLst/>
                <a:gdLst>
                  <a:gd name="T0" fmla="*/ 0 w 6"/>
                  <a:gd name="T1" fmla="*/ 0 h 10"/>
                  <a:gd name="T2" fmla="*/ 2 w 6"/>
                  <a:gd name="T3" fmla="*/ 1 h 10"/>
                  <a:gd name="T4" fmla="*/ 6 w 6"/>
                  <a:gd name="T5" fmla="*/ 5 h 10"/>
                  <a:gd name="T6" fmla="*/ 6 w 6"/>
                  <a:gd name="T7" fmla="*/ 7 h 10"/>
                  <a:gd name="T8" fmla="*/ 2 w 6"/>
                  <a:gd name="T9" fmla="*/ 10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0">
                    <a:moveTo>
                      <a:pt x="0" y="0"/>
                    </a:moveTo>
                    <a:lnTo>
                      <a:pt x="2" y="1"/>
                    </a:lnTo>
                    <a:lnTo>
                      <a:pt x="6" y="5"/>
                    </a:lnTo>
                    <a:lnTo>
                      <a:pt x="6" y="7"/>
                    </a:lnTo>
                    <a:lnTo>
                      <a:pt x="2"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498" name="Line 1496">
                <a:extLst>
                  <a:ext uri="{FF2B5EF4-FFF2-40B4-BE49-F238E27FC236}">
                    <a16:creationId xmlns:a16="http://schemas.microsoft.com/office/drawing/2014/main" id="{C75B949E-2C1B-3538-63D6-1AC032018821}"/>
                  </a:ext>
                </a:extLst>
              </p:cNvPr>
              <p:cNvSpPr>
                <a:spLocks noChangeShapeType="1"/>
              </p:cNvSpPr>
              <p:nvPr userDrawn="1"/>
            </p:nvSpPr>
            <p:spPr bwMode="gray">
              <a:xfrm flipV="1">
                <a:off x="3286" y="2038"/>
                <a:ext cx="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499" name="Freeform 1497">
                <a:extLst>
                  <a:ext uri="{FF2B5EF4-FFF2-40B4-BE49-F238E27FC236}">
                    <a16:creationId xmlns:a16="http://schemas.microsoft.com/office/drawing/2014/main" id="{B5CBED7D-3A25-4258-74EC-3E6645F94D1E}"/>
                  </a:ext>
                </a:extLst>
              </p:cNvPr>
              <p:cNvSpPr>
                <a:spLocks/>
              </p:cNvSpPr>
              <p:nvPr userDrawn="1"/>
            </p:nvSpPr>
            <p:spPr bwMode="gray">
              <a:xfrm>
                <a:off x="3276" y="2109"/>
                <a:ext cx="8" cy="13"/>
              </a:xfrm>
              <a:custGeom>
                <a:avLst/>
                <a:gdLst>
                  <a:gd name="T0" fmla="*/ 0 w 8"/>
                  <a:gd name="T1" fmla="*/ 2 h 17"/>
                  <a:gd name="T2" fmla="*/ 3 w 8"/>
                  <a:gd name="T3" fmla="*/ 2 h 17"/>
                  <a:gd name="T4" fmla="*/ 7 w 8"/>
                  <a:gd name="T5" fmla="*/ 2 h 17"/>
                  <a:gd name="T6" fmla="*/ 7 w 8"/>
                  <a:gd name="T7" fmla="*/ 2 h 17"/>
                  <a:gd name="T8" fmla="*/ 8 w 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0" y="17"/>
                    </a:moveTo>
                    <a:lnTo>
                      <a:pt x="3" y="14"/>
                    </a:lnTo>
                    <a:lnTo>
                      <a:pt x="7" y="10"/>
                    </a:lnTo>
                    <a:lnTo>
                      <a:pt x="7" y="5"/>
                    </a:lnTo>
                    <a:lnTo>
                      <a:pt x="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00" name="Freeform 1498">
                <a:extLst>
                  <a:ext uri="{FF2B5EF4-FFF2-40B4-BE49-F238E27FC236}">
                    <a16:creationId xmlns:a16="http://schemas.microsoft.com/office/drawing/2014/main" id="{B8312773-4A71-F1EE-4E08-FBC9B2C77C5C}"/>
                  </a:ext>
                </a:extLst>
              </p:cNvPr>
              <p:cNvSpPr>
                <a:spLocks/>
              </p:cNvSpPr>
              <p:nvPr userDrawn="1"/>
            </p:nvSpPr>
            <p:spPr bwMode="gray">
              <a:xfrm>
                <a:off x="3202" y="2165"/>
                <a:ext cx="12" cy="7"/>
              </a:xfrm>
              <a:custGeom>
                <a:avLst/>
                <a:gdLst>
                  <a:gd name="T0" fmla="*/ 12 w 12"/>
                  <a:gd name="T1" fmla="*/ 0 h 7"/>
                  <a:gd name="T2" fmla="*/ 11 w 12"/>
                  <a:gd name="T3" fmla="*/ 4 h 7"/>
                  <a:gd name="T4" fmla="*/ 9 w 12"/>
                  <a:gd name="T5" fmla="*/ 7 h 7"/>
                  <a:gd name="T6" fmla="*/ 5 w 12"/>
                  <a:gd name="T7" fmla="*/ 7 h 7"/>
                  <a:gd name="T8" fmla="*/ 0 w 12"/>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7">
                    <a:moveTo>
                      <a:pt x="12" y="0"/>
                    </a:moveTo>
                    <a:lnTo>
                      <a:pt x="11" y="4"/>
                    </a:lnTo>
                    <a:lnTo>
                      <a:pt x="9" y="7"/>
                    </a:lnTo>
                    <a:lnTo>
                      <a:pt x="5" y="7"/>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01" name="Line 1499">
                <a:extLst>
                  <a:ext uri="{FF2B5EF4-FFF2-40B4-BE49-F238E27FC236}">
                    <a16:creationId xmlns:a16="http://schemas.microsoft.com/office/drawing/2014/main" id="{6411A7A2-F656-691B-E924-A6E3257DE0CF}"/>
                  </a:ext>
                </a:extLst>
              </p:cNvPr>
              <p:cNvSpPr>
                <a:spLocks noChangeShapeType="1"/>
              </p:cNvSpPr>
              <p:nvPr userDrawn="1"/>
            </p:nvSpPr>
            <p:spPr bwMode="gray">
              <a:xfrm flipV="1">
                <a:off x="3137" y="2125"/>
                <a:ext cx="146"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02" name="Line 1500">
                <a:extLst>
                  <a:ext uri="{FF2B5EF4-FFF2-40B4-BE49-F238E27FC236}">
                    <a16:creationId xmlns:a16="http://schemas.microsoft.com/office/drawing/2014/main" id="{C4596D23-13F6-2494-CCA9-F001FE4A84AE}"/>
                  </a:ext>
                </a:extLst>
              </p:cNvPr>
              <p:cNvSpPr>
                <a:spLocks noChangeShapeType="1"/>
              </p:cNvSpPr>
              <p:nvPr userDrawn="1"/>
            </p:nvSpPr>
            <p:spPr bwMode="gray">
              <a:xfrm flipV="1">
                <a:off x="3141" y="2118"/>
                <a:ext cx="143"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03" name="Freeform 1501">
                <a:extLst>
                  <a:ext uri="{FF2B5EF4-FFF2-40B4-BE49-F238E27FC236}">
                    <a16:creationId xmlns:a16="http://schemas.microsoft.com/office/drawing/2014/main" id="{702E4B3C-6857-3A00-6E11-4A41186D51CA}"/>
                  </a:ext>
                </a:extLst>
              </p:cNvPr>
              <p:cNvSpPr>
                <a:spLocks/>
              </p:cNvSpPr>
              <p:nvPr userDrawn="1"/>
            </p:nvSpPr>
            <p:spPr bwMode="gray">
              <a:xfrm>
                <a:off x="3276" y="2118"/>
                <a:ext cx="10" cy="9"/>
              </a:xfrm>
              <a:custGeom>
                <a:avLst/>
                <a:gdLst>
                  <a:gd name="T0" fmla="*/ 10 w 10"/>
                  <a:gd name="T1" fmla="*/ 0 h 9"/>
                  <a:gd name="T2" fmla="*/ 10 w 10"/>
                  <a:gd name="T3" fmla="*/ 4 h 9"/>
                  <a:gd name="T4" fmla="*/ 8 w 10"/>
                  <a:gd name="T5" fmla="*/ 7 h 9"/>
                  <a:gd name="T6" fmla="*/ 5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8" y="7"/>
                    </a:lnTo>
                    <a:lnTo>
                      <a:pt x="5"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04" name="Line 1502">
                <a:extLst>
                  <a:ext uri="{FF2B5EF4-FFF2-40B4-BE49-F238E27FC236}">
                    <a16:creationId xmlns:a16="http://schemas.microsoft.com/office/drawing/2014/main" id="{EE93FA81-D322-A393-A4D2-8CD7A926B775}"/>
                  </a:ext>
                </a:extLst>
              </p:cNvPr>
              <p:cNvSpPr>
                <a:spLocks noChangeShapeType="1"/>
              </p:cNvSpPr>
              <p:nvPr userDrawn="1"/>
            </p:nvSpPr>
            <p:spPr bwMode="gray">
              <a:xfrm flipH="1">
                <a:off x="3129" y="2125"/>
                <a:ext cx="147"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05" name="Freeform 1503">
                <a:extLst>
                  <a:ext uri="{FF2B5EF4-FFF2-40B4-BE49-F238E27FC236}">
                    <a16:creationId xmlns:a16="http://schemas.microsoft.com/office/drawing/2014/main" id="{C3F0CAB1-D7CF-C22C-5A09-E93CD0AE2AC9}"/>
                  </a:ext>
                </a:extLst>
              </p:cNvPr>
              <p:cNvSpPr>
                <a:spLocks/>
              </p:cNvSpPr>
              <p:nvPr userDrawn="1"/>
            </p:nvSpPr>
            <p:spPr bwMode="gray">
              <a:xfrm>
                <a:off x="3129" y="2214"/>
                <a:ext cx="13" cy="8"/>
              </a:xfrm>
              <a:custGeom>
                <a:avLst/>
                <a:gdLst>
                  <a:gd name="T0" fmla="*/ 0 w 12"/>
                  <a:gd name="T1" fmla="*/ 7 h 8"/>
                  <a:gd name="T2" fmla="*/ 5 w 12"/>
                  <a:gd name="T3" fmla="*/ 8 h 8"/>
                  <a:gd name="T4" fmla="*/ 33 w 12"/>
                  <a:gd name="T5" fmla="*/ 7 h 8"/>
                  <a:gd name="T6" fmla="*/ 39 w 12"/>
                  <a:gd name="T7" fmla="*/ 3 h 8"/>
                  <a:gd name="T8" fmla="*/ 46 w 1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8">
                    <a:moveTo>
                      <a:pt x="0" y="7"/>
                    </a:moveTo>
                    <a:lnTo>
                      <a:pt x="5" y="8"/>
                    </a:lnTo>
                    <a:lnTo>
                      <a:pt x="8" y="7"/>
                    </a:lnTo>
                    <a:lnTo>
                      <a:pt x="10" y="3"/>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06" name="Line 1504">
                <a:extLst>
                  <a:ext uri="{FF2B5EF4-FFF2-40B4-BE49-F238E27FC236}">
                    <a16:creationId xmlns:a16="http://schemas.microsoft.com/office/drawing/2014/main" id="{78253A2F-DB38-C0AB-1A93-89CAB578B45D}"/>
                  </a:ext>
                </a:extLst>
              </p:cNvPr>
              <p:cNvSpPr>
                <a:spLocks noChangeShapeType="1"/>
              </p:cNvSpPr>
              <p:nvPr userDrawn="1"/>
            </p:nvSpPr>
            <p:spPr bwMode="gray">
              <a:xfrm>
                <a:off x="2537" y="2097"/>
                <a:ext cx="4"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07" name="Line 1505">
                <a:extLst>
                  <a:ext uri="{FF2B5EF4-FFF2-40B4-BE49-F238E27FC236}">
                    <a16:creationId xmlns:a16="http://schemas.microsoft.com/office/drawing/2014/main" id="{7C247A2A-7D54-A56F-9193-734E492E7F66}"/>
                  </a:ext>
                </a:extLst>
              </p:cNvPr>
              <p:cNvSpPr>
                <a:spLocks noChangeShapeType="1"/>
              </p:cNvSpPr>
              <p:nvPr userDrawn="1"/>
            </p:nvSpPr>
            <p:spPr bwMode="gray">
              <a:xfrm>
                <a:off x="2541" y="2099"/>
                <a:ext cx="1" cy="5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08" name="Freeform 1506">
                <a:extLst>
                  <a:ext uri="{FF2B5EF4-FFF2-40B4-BE49-F238E27FC236}">
                    <a16:creationId xmlns:a16="http://schemas.microsoft.com/office/drawing/2014/main" id="{6D55565F-9B0A-530D-4BB0-0F3711A2F77C}"/>
                  </a:ext>
                </a:extLst>
              </p:cNvPr>
              <p:cNvSpPr>
                <a:spLocks/>
              </p:cNvSpPr>
              <p:nvPr userDrawn="1"/>
            </p:nvSpPr>
            <p:spPr bwMode="gray">
              <a:xfrm>
                <a:off x="2541" y="2150"/>
                <a:ext cx="4" cy="13"/>
              </a:xfrm>
              <a:custGeom>
                <a:avLst/>
                <a:gdLst>
                  <a:gd name="T0" fmla="*/ 2 w 5"/>
                  <a:gd name="T1" fmla="*/ 0 h 10"/>
                  <a:gd name="T2" fmla="*/ 0 w 5"/>
                  <a:gd name="T3" fmla="*/ 287 h 10"/>
                  <a:gd name="T4" fmla="*/ 0 w 5"/>
                  <a:gd name="T5" fmla="*/ 485 h 10"/>
                  <a:gd name="T6" fmla="*/ 2 w 5"/>
                  <a:gd name="T7" fmla="*/ 676 h 10"/>
                  <a:gd name="T8" fmla="*/ 2 w 5"/>
                  <a:gd name="T9" fmla="*/ 879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10">
                    <a:moveTo>
                      <a:pt x="2" y="0"/>
                    </a:moveTo>
                    <a:lnTo>
                      <a:pt x="0" y="3"/>
                    </a:lnTo>
                    <a:lnTo>
                      <a:pt x="0" y="5"/>
                    </a:lnTo>
                    <a:lnTo>
                      <a:pt x="2" y="8"/>
                    </a:lnTo>
                    <a:lnTo>
                      <a:pt x="5"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09" name="Line 1507">
                <a:extLst>
                  <a:ext uri="{FF2B5EF4-FFF2-40B4-BE49-F238E27FC236}">
                    <a16:creationId xmlns:a16="http://schemas.microsoft.com/office/drawing/2014/main" id="{D4674C9E-CBC7-7F8E-5CE0-D5161F5663EF}"/>
                  </a:ext>
                </a:extLst>
              </p:cNvPr>
              <p:cNvSpPr>
                <a:spLocks noChangeShapeType="1"/>
              </p:cNvSpPr>
              <p:nvPr userDrawn="1"/>
            </p:nvSpPr>
            <p:spPr bwMode="gray">
              <a:xfrm flipH="1" flipV="1">
                <a:off x="2543" y="2099"/>
                <a:ext cx="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10" name="Freeform 1508">
                <a:extLst>
                  <a:ext uri="{FF2B5EF4-FFF2-40B4-BE49-F238E27FC236}">
                    <a16:creationId xmlns:a16="http://schemas.microsoft.com/office/drawing/2014/main" id="{1429CE33-27B4-8E52-BA01-294ED8280DF7}"/>
                  </a:ext>
                </a:extLst>
              </p:cNvPr>
              <p:cNvSpPr>
                <a:spLocks/>
              </p:cNvSpPr>
              <p:nvPr userDrawn="1"/>
            </p:nvSpPr>
            <p:spPr bwMode="gray">
              <a:xfrm>
                <a:off x="2541" y="2150"/>
                <a:ext cx="12" cy="17"/>
              </a:xfrm>
              <a:custGeom>
                <a:avLst/>
                <a:gdLst>
                  <a:gd name="T0" fmla="*/ 12 w 12"/>
                  <a:gd name="T1" fmla="*/ 17 h 17"/>
                  <a:gd name="T2" fmla="*/ 7 w 12"/>
                  <a:gd name="T3" fmla="*/ 14 h 17"/>
                  <a:gd name="T4" fmla="*/ 3 w 12"/>
                  <a:gd name="T5" fmla="*/ 10 h 17"/>
                  <a:gd name="T6" fmla="*/ 2 w 12"/>
                  <a:gd name="T7" fmla="*/ 5 h 17"/>
                  <a:gd name="T8" fmla="*/ 0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17"/>
                    </a:moveTo>
                    <a:lnTo>
                      <a:pt x="7" y="14"/>
                    </a:lnTo>
                    <a:lnTo>
                      <a:pt x="3"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11" name="Freeform 1509">
                <a:extLst>
                  <a:ext uri="{FF2B5EF4-FFF2-40B4-BE49-F238E27FC236}">
                    <a16:creationId xmlns:a16="http://schemas.microsoft.com/office/drawing/2014/main" id="{B65F05F1-E097-C017-02DA-AC1B0CBC09DF}"/>
                  </a:ext>
                </a:extLst>
              </p:cNvPr>
              <p:cNvSpPr>
                <a:spLocks/>
              </p:cNvSpPr>
              <p:nvPr userDrawn="1"/>
            </p:nvSpPr>
            <p:spPr bwMode="gray">
              <a:xfrm>
                <a:off x="2821" y="1954"/>
                <a:ext cx="10" cy="13"/>
              </a:xfrm>
              <a:custGeom>
                <a:avLst/>
                <a:gdLst>
                  <a:gd name="T0" fmla="*/ 10 w 10"/>
                  <a:gd name="T1" fmla="*/ 3 h 15"/>
                  <a:gd name="T2" fmla="*/ 10 w 10"/>
                  <a:gd name="T3" fmla="*/ 3 h 15"/>
                  <a:gd name="T4" fmla="*/ 7 w 10"/>
                  <a:gd name="T5" fmla="*/ 3 h 15"/>
                  <a:gd name="T6" fmla="*/ 3 w 10"/>
                  <a:gd name="T7" fmla="*/ 1 h 15"/>
                  <a:gd name="T8" fmla="*/ 0 w 10"/>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5">
                    <a:moveTo>
                      <a:pt x="10" y="15"/>
                    </a:moveTo>
                    <a:lnTo>
                      <a:pt x="10" y="10"/>
                    </a:lnTo>
                    <a:lnTo>
                      <a:pt x="7" y="7"/>
                    </a:lnTo>
                    <a:lnTo>
                      <a:pt x="3"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12" name="Line 1510">
                <a:extLst>
                  <a:ext uri="{FF2B5EF4-FFF2-40B4-BE49-F238E27FC236}">
                    <a16:creationId xmlns:a16="http://schemas.microsoft.com/office/drawing/2014/main" id="{C1318162-707D-462D-7632-B073ED89F15C}"/>
                  </a:ext>
                </a:extLst>
              </p:cNvPr>
              <p:cNvSpPr>
                <a:spLocks noChangeShapeType="1"/>
              </p:cNvSpPr>
              <p:nvPr userDrawn="1"/>
            </p:nvSpPr>
            <p:spPr bwMode="gray">
              <a:xfrm flipH="1">
                <a:off x="2751" y="1912"/>
                <a:ext cx="157" cy="9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13" name="Line 1511">
                <a:extLst>
                  <a:ext uri="{FF2B5EF4-FFF2-40B4-BE49-F238E27FC236}">
                    <a16:creationId xmlns:a16="http://schemas.microsoft.com/office/drawing/2014/main" id="{46B646D7-76EA-345A-E83A-ED1113A2199F}"/>
                  </a:ext>
                </a:extLst>
              </p:cNvPr>
              <p:cNvSpPr>
                <a:spLocks noChangeShapeType="1"/>
              </p:cNvSpPr>
              <p:nvPr userDrawn="1"/>
            </p:nvSpPr>
            <p:spPr bwMode="gray">
              <a:xfrm flipH="1">
                <a:off x="2754" y="1924"/>
                <a:ext cx="154" cy="9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14" name="Freeform 1512">
                <a:extLst>
                  <a:ext uri="{FF2B5EF4-FFF2-40B4-BE49-F238E27FC236}">
                    <a16:creationId xmlns:a16="http://schemas.microsoft.com/office/drawing/2014/main" id="{2EC0CA28-7D9A-B1CD-6E86-18A4AE8E5492}"/>
                  </a:ext>
                </a:extLst>
              </p:cNvPr>
              <p:cNvSpPr>
                <a:spLocks/>
              </p:cNvSpPr>
              <p:nvPr userDrawn="1"/>
            </p:nvSpPr>
            <p:spPr bwMode="gray">
              <a:xfrm>
                <a:off x="2744" y="1999"/>
                <a:ext cx="10" cy="18"/>
              </a:xfrm>
              <a:custGeom>
                <a:avLst/>
                <a:gdLst>
                  <a:gd name="T0" fmla="*/ 10 w 10"/>
                  <a:gd name="T1" fmla="*/ 18 h 18"/>
                  <a:gd name="T2" fmla="*/ 9 w 10"/>
                  <a:gd name="T3" fmla="*/ 12 h 18"/>
                  <a:gd name="T4" fmla="*/ 7 w 10"/>
                  <a:gd name="T5" fmla="*/ 7 h 18"/>
                  <a:gd name="T6" fmla="*/ 3 w 10"/>
                  <a:gd name="T7" fmla="*/ 4 h 18"/>
                  <a:gd name="T8" fmla="*/ 0 w 10"/>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10" y="18"/>
                    </a:moveTo>
                    <a:lnTo>
                      <a:pt x="9" y="12"/>
                    </a:lnTo>
                    <a:lnTo>
                      <a:pt x="7" y="7"/>
                    </a:lnTo>
                    <a:lnTo>
                      <a:pt x="3"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15" name="Line 1513">
                <a:extLst>
                  <a:ext uri="{FF2B5EF4-FFF2-40B4-BE49-F238E27FC236}">
                    <a16:creationId xmlns:a16="http://schemas.microsoft.com/office/drawing/2014/main" id="{6D291166-1D1D-FA28-FB54-84BE1643BEAB}"/>
                  </a:ext>
                </a:extLst>
              </p:cNvPr>
              <p:cNvSpPr>
                <a:spLocks noChangeShapeType="1"/>
              </p:cNvSpPr>
              <p:nvPr userDrawn="1"/>
            </p:nvSpPr>
            <p:spPr bwMode="gray">
              <a:xfrm flipV="1">
                <a:off x="2744" y="1903"/>
                <a:ext cx="161" cy="9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16" name="Freeform 1514">
                <a:extLst>
                  <a:ext uri="{FF2B5EF4-FFF2-40B4-BE49-F238E27FC236}">
                    <a16:creationId xmlns:a16="http://schemas.microsoft.com/office/drawing/2014/main" id="{3903D2A6-7D1F-971C-6B63-B66AAB4CEC64}"/>
                  </a:ext>
                </a:extLst>
              </p:cNvPr>
              <p:cNvSpPr>
                <a:spLocks/>
              </p:cNvSpPr>
              <p:nvPr userDrawn="1"/>
            </p:nvSpPr>
            <p:spPr bwMode="gray">
              <a:xfrm>
                <a:off x="2906" y="1903"/>
                <a:ext cx="4" cy="21"/>
              </a:xfrm>
              <a:custGeom>
                <a:avLst/>
                <a:gdLst>
                  <a:gd name="T0" fmla="*/ 2 w 5"/>
                  <a:gd name="T1" fmla="*/ 21 h 21"/>
                  <a:gd name="T2" fmla="*/ 2 w 5"/>
                  <a:gd name="T3" fmla="*/ 16 h 21"/>
                  <a:gd name="T4" fmla="*/ 2 w 5"/>
                  <a:gd name="T5" fmla="*/ 10 h 21"/>
                  <a:gd name="T6" fmla="*/ 2 w 5"/>
                  <a:gd name="T7" fmla="*/ 5 h 21"/>
                  <a:gd name="T8" fmla="*/ 0 w 5"/>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1">
                    <a:moveTo>
                      <a:pt x="3" y="21"/>
                    </a:moveTo>
                    <a:lnTo>
                      <a:pt x="5" y="16"/>
                    </a:lnTo>
                    <a:lnTo>
                      <a:pt x="5" y="10"/>
                    </a:lnTo>
                    <a:lnTo>
                      <a:pt x="3"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17" name="Freeform 1515">
                <a:extLst>
                  <a:ext uri="{FF2B5EF4-FFF2-40B4-BE49-F238E27FC236}">
                    <a16:creationId xmlns:a16="http://schemas.microsoft.com/office/drawing/2014/main" id="{078A7D8E-1134-8B8F-EE13-8766F3920353}"/>
                  </a:ext>
                </a:extLst>
              </p:cNvPr>
              <p:cNvSpPr>
                <a:spLocks/>
              </p:cNvSpPr>
              <p:nvPr userDrawn="1"/>
            </p:nvSpPr>
            <p:spPr bwMode="gray">
              <a:xfrm>
                <a:off x="2735" y="2125"/>
                <a:ext cx="19" cy="4"/>
              </a:xfrm>
              <a:custGeom>
                <a:avLst/>
                <a:gdLst>
                  <a:gd name="T0" fmla="*/ 19 w 19"/>
                  <a:gd name="T1" fmla="*/ 0 h 4"/>
                  <a:gd name="T2" fmla="*/ 14 w 19"/>
                  <a:gd name="T3" fmla="*/ 2 h 4"/>
                  <a:gd name="T4" fmla="*/ 11 w 19"/>
                  <a:gd name="T5" fmla="*/ 4 h 4"/>
                  <a:gd name="T6" fmla="*/ 5 w 19"/>
                  <a:gd name="T7" fmla="*/ 4 h 4"/>
                  <a:gd name="T8" fmla="*/ 0 w 1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4">
                    <a:moveTo>
                      <a:pt x="19" y="0"/>
                    </a:moveTo>
                    <a:lnTo>
                      <a:pt x="14" y="2"/>
                    </a:lnTo>
                    <a:lnTo>
                      <a:pt x="11" y="4"/>
                    </a:lnTo>
                    <a:lnTo>
                      <a:pt x="5"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18" name="Line 1516">
                <a:extLst>
                  <a:ext uri="{FF2B5EF4-FFF2-40B4-BE49-F238E27FC236}">
                    <a16:creationId xmlns:a16="http://schemas.microsoft.com/office/drawing/2014/main" id="{10752209-DC32-A3D5-9307-1191D422985D}"/>
                  </a:ext>
                </a:extLst>
              </p:cNvPr>
              <p:cNvSpPr>
                <a:spLocks noChangeShapeType="1"/>
              </p:cNvSpPr>
              <p:nvPr userDrawn="1"/>
            </p:nvSpPr>
            <p:spPr bwMode="gray">
              <a:xfrm>
                <a:off x="2744" y="2018"/>
                <a:ext cx="2" cy="2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19" name="Line 1517">
                <a:extLst>
                  <a:ext uri="{FF2B5EF4-FFF2-40B4-BE49-F238E27FC236}">
                    <a16:creationId xmlns:a16="http://schemas.microsoft.com/office/drawing/2014/main" id="{CCFAA590-E2B9-FB13-F17C-0A385C453092}"/>
                  </a:ext>
                </a:extLst>
              </p:cNvPr>
              <p:cNvSpPr>
                <a:spLocks noChangeShapeType="1"/>
              </p:cNvSpPr>
              <p:nvPr userDrawn="1"/>
            </p:nvSpPr>
            <p:spPr bwMode="gray">
              <a:xfrm>
                <a:off x="2754" y="2017"/>
                <a:ext cx="1" cy="21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20" name="Freeform 1518">
                <a:extLst>
                  <a:ext uri="{FF2B5EF4-FFF2-40B4-BE49-F238E27FC236}">
                    <a16:creationId xmlns:a16="http://schemas.microsoft.com/office/drawing/2014/main" id="{26C1688E-42A3-4C01-E1AD-121EC1F9AFAF}"/>
                  </a:ext>
                </a:extLst>
              </p:cNvPr>
              <p:cNvSpPr>
                <a:spLocks/>
              </p:cNvSpPr>
              <p:nvPr userDrawn="1"/>
            </p:nvSpPr>
            <p:spPr bwMode="gray">
              <a:xfrm>
                <a:off x="2735" y="2234"/>
                <a:ext cx="19" cy="3"/>
              </a:xfrm>
              <a:custGeom>
                <a:avLst/>
                <a:gdLst>
                  <a:gd name="T0" fmla="*/ 19 w 19"/>
                  <a:gd name="T1" fmla="*/ 0 h 3"/>
                  <a:gd name="T2" fmla="*/ 14 w 19"/>
                  <a:gd name="T3" fmla="*/ 3 h 3"/>
                  <a:gd name="T4" fmla="*/ 11 w 19"/>
                  <a:gd name="T5" fmla="*/ 3 h 3"/>
                  <a:gd name="T6" fmla="*/ 5 w 19"/>
                  <a:gd name="T7" fmla="*/ 3 h 3"/>
                  <a:gd name="T8" fmla="*/ 0 w 19"/>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3"/>
                    </a:lnTo>
                    <a:lnTo>
                      <a:pt x="11" y="3"/>
                    </a:lnTo>
                    <a:lnTo>
                      <a:pt x="5" y="3"/>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21" name="Line 1519">
                <a:extLst>
                  <a:ext uri="{FF2B5EF4-FFF2-40B4-BE49-F238E27FC236}">
                    <a16:creationId xmlns:a16="http://schemas.microsoft.com/office/drawing/2014/main" id="{2B524617-D984-4D2E-AAAB-C37C0A02EF7A}"/>
                  </a:ext>
                </a:extLst>
              </p:cNvPr>
              <p:cNvSpPr>
                <a:spLocks noChangeShapeType="1"/>
              </p:cNvSpPr>
              <p:nvPr userDrawn="1"/>
            </p:nvSpPr>
            <p:spPr bwMode="gray">
              <a:xfrm flipV="1">
                <a:off x="2735" y="2017"/>
                <a:ext cx="1" cy="21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22" name="Freeform 1520">
                <a:extLst>
                  <a:ext uri="{FF2B5EF4-FFF2-40B4-BE49-F238E27FC236}">
                    <a16:creationId xmlns:a16="http://schemas.microsoft.com/office/drawing/2014/main" id="{2DFE2822-0438-33C2-D32B-4194DD2278CD}"/>
                  </a:ext>
                </a:extLst>
              </p:cNvPr>
              <p:cNvSpPr>
                <a:spLocks/>
              </p:cNvSpPr>
              <p:nvPr userDrawn="1"/>
            </p:nvSpPr>
            <p:spPr bwMode="gray">
              <a:xfrm>
                <a:off x="2735" y="2017"/>
                <a:ext cx="19" cy="3"/>
              </a:xfrm>
              <a:custGeom>
                <a:avLst/>
                <a:gdLst>
                  <a:gd name="T0" fmla="*/ 19 w 19"/>
                  <a:gd name="T1" fmla="*/ 0 h 3"/>
                  <a:gd name="T2" fmla="*/ 14 w 19"/>
                  <a:gd name="T3" fmla="*/ 1 h 3"/>
                  <a:gd name="T4" fmla="*/ 9 w 19"/>
                  <a:gd name="T5" fmla="*/ 3 h 3"/>
                  <a:gd name="T6" fmla="*/ 4 w 19"/>
                  <a:gd name="T7" fmla="*/ 1 h 3"/>
                  <a:gd name="T8" fmla="*/ 0 w 19"/>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
                    <a:moveTo>
                      <a:pt x="19" y="0"/>
                    </a:moveTo>
                    <a:lnTo>
                      <a:pt x="14" y="1"/>
                    </a:lnTo>
                    <a:lnTo>
                      <a:pt x="9" y="3"/>
                    </a:lnTo>
                    <a:lnTo>
                      <a:pt x="4"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23" name="Freeform 1521">
                <a:extLst>
                  <a:ext uri="{FF2B5EF4-FFF2-40B4-BE49-F238E27FC236}">
                    <a16:creationId xmlns:a16="http://schemas.microsoft.com/office/drawing/2014/main" id="{A37891FB-32A3-76F3-9DDD-2B31ABC20E77}"/>
                  </a:ext>
                </a:extLst>
              </p:cNvPr>
              <p:cNvSpPr>
                <a:spLocks/>
              </p:cNvSpPr>
              <p:nvPr userDrawn="1"/>
            </p:nvSpPr>
            <p:spPr bwMode="gray">
              <a:xfrm>
                <a:off x="2821" y="2187"/>
                <a:ext cx="10" cy="9"/>
              </a:xfrm>
              <a:custGeom>
                <a:avLst/>
                <a:gdLst>
                  <a:gd name="T0" fmla="*/ 10 w 10"/>
                  <a:gd name="T1" fmla="*/ 0 h 9"/>
                  <a:gd name="T2" fmla="*/ 10 w 10"/>
                  <a:gd name="T3" fmla="*/ 4 h 9"/>
                  <a:gd name="T4" fmla="*/ 7 w 10"/>
                  <a:gd name="T5" fmla="*/ 7 h 9"/>
                  <a:gd name="T6" fmla="*/ 3 w 10"/>
                  <a:gd name="T7" fmla="*/ 9 h 9"/>
                  <a:gd name="T8" fmla="*/ 0 w 10"/>
                  <a:gd name="T9" fmla="*/ 7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10" y="4"/>
                    </a:lnTo>
                    <a:lnTo>
                      <a:pt x="7" y="7"/>
                    </a:lnTo>
                    <a:lnTo>
                      <a:pt x="3"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24" name="Line 1522">
                <a:extLst>
                  <a:ext uri="{FF2B5EF4-FFF2-40B4-BE49-F238E27FC236}">
                    <a16:creationId xmlns:a16="http://schemas.microsoft.com/office/drawing/2014/main" id="{516F7035-EB74-4EEF-5E6F-407A39DF0054}"/>
                  </a:ext>
                </a:extLst>
              </p:cNvPr>
              <p:cNvSpPr>
                <a:spLocks noChangeShapeType="1"/>
              </p:cNvSpPr>
              <p:nvPr userDrawn="1"/>
            </p:nvSpPr>
            <p:spPr bwMode="gray">
              <a:xfrm flipV="1">
                <a:off x="2751" y="2144"/>
                <a:ext cx="157" cy="9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25" name="Line 1523">
                <a:extLst>
                  <a:ext uri="{FF2B5EF4-FFF2-40B4-BE49-F238E27FC236}">
                    <a16:creationId xmlns:a16="http://schemas.microsoft.com/office/drawing/2014/main" id="{F5C8E811-827F-5F8C-64CF-697A8B6E6B70}"/>
                  </a:ext>
                </a:extLst>
              </p:cNvPr>
              <p:cNvSpPr>
                <a:spLocks noChangeShapeType="1"/>
              </p:cNvSpPr>
              <p:nvPr userDrawn="1"/>
            </p:nvSpPr>
            <p:spPr bwMode="gray">
              <a:xfrm flipV="1">
                <a:off x="2754" y="2139"/>
                <a:ext cx="152" cy="9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26" name="Freeform 1524">
                <a:extLst>
                  <a:ext uri="{FF2B5EF4-FFF2-40B4-BE49-F238E27FC236}">
                    <a16:creationId xmlns:a16="http://schemas.microsoft.com/office/drawing/2014/main" id="{A19E70CC-6BDC-8576-503D-AA684109A1BC}"/>
                  </a:ext>
                </a:extLst>
              </p:cNvPr>
              <p:cNvSpPr>
                <a:spLocks/>
              </p:cNvSpPr>
              <p:nvPr userDrawn="1"/>
            </p:nvSpPr>
            <p:spPr bwMode="gray">
              <a:xfrm>
                <a:off x="2906" y="2139"/>
                <a:ext cx="3" cy="5"/>
              </a:xfrm>
              <a:custGeom>
                <a:avLst/>
                <a:gdLst>
                  <a:gd name="T0" fmla="*/ 1 w 3"/>
                  <a:gd name="T1" fmla="*/ 0 h 5"/>
                  <a:gd name="T2" fmla="*/ 3 w 3"/>
                  <a:gd name="T3" fmla="*/ 2 h 5"/>
                  <a:gd name="T4" fmla="*/ 3 w 3"/>
                  <a:gd name="T5" fmla="*/ 4 h 5"/>
                  <a:gd name="T6" fmla="*/ 3 w 3"/>
                  <a:gd name="T7" fmla="*/ 4 h 5"/>
                  <a:gd name="T8" fmla="*/ 1 w 3"/>
                  <a:gd name="T9" fmla="*/ 5 h 5"/>
                  <a:gd name="T10" fmla="*/ 1 w 3"/>
                  <a:gd name="T11" fmla="*/ 5 h 5"/>
                  <a:gd name="T12" fmla="*/ 0 w 3"/>
                  <a:gd name="T13" fmla="*/ 4 h 5"/>
                  <a:gd name="T14" fmla="*/ 0 w 3"/>
                  <a:gd name="T15" fmla="*/ 2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5">
                    <a:moveTo>
                      <a:pt x="1" y="0"/>
                    </a:moveTo>
                    <a:lnTo>
                      <a:pt x="3" y="2"/>
                    </a:lnTo>
                    <a:lnTo>
                      <a:pt x="3" y="4"/>
                    </a:lnTo>
                    <a:lnTo>
                      <a:pt x="1" y="5"/>
                    </a:lnTo>
                    <a:lnTo>
                      <a:pt x="0"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527" name="Line 1525">
                <a:extLst>
                  <a:ext uri="{FF2B5EF4-FFF2-40B4-BE49-F238E27FC236}">
                    <a16:creationId xmlns:a16="http://schemas.microsoft.com/office/drawing/2014/main" id="{1FD9794A-082E-6479-0033-C3307544D2F8}"/>
                  </a:ext>
                </a:extLst>
              </p:cNvPr>
              <p:cNvSpPr>
                <a:spLocks noChangeShapeType="1"/>
              </p:cNvSpPr>
              <p:nvPr userDrawn="1"/>
            </p:nvSpPr>
            <p:spPr bwMode="gray">
              <a:xfrm flipH="1">
                <a:off x="2744" y="2141"/>
                <a:ext cx="161" cy="10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528" name="Freeform 1526">
                <a:extLst>
                  <a:ext uri="{FF2B5EF4-FFF2-40B4-BE49-F238E27FC236}">
                    <a16:creationId xmlns:a16="http://schemas.microsoft.com/office/drawing/2014/main" id="{4ED79272-49D1-2D62-6781-29EFD2B11D63}"/>
                  </a:ext>
                </a:extLst>
              </p:cNvPr>
              <p:cNvSpPr>
                <a:spLocks/>
              </p:cNvSpPr>
              <p:nvPr userDrawn="1"/>
            </p:nvSpPr>
            <p:spPr bwMode="gray">
              <a:xfrm>
                <a:off x="2744" y="2234"/>
                <a:ext cx="10" cy="8"/>
              </a:xfrm>
              <a:custGeom>
                <a:avLst/>
                <a:gdLst>
                  <a:gd name="T0" fmla="*/ 0 w 10"/>
                  <a:gd name="T1" fmla="*/ 8 h 8"/>
                  <a:gd name="T2" fmla="*/ 3 w 10"/>
                  <a:gd name="T3" fmla="*/ 8 h 8"/>
                  <a:gd name="T4" fmla="*/ 7 w 10"/>
                  <a:gd name="T5" fmla="*/ 8 h 8"/>
                  <a:gd name="T6" fmla="*/ 10 w 10"/>
                  <a:gd name="T7" fmla="*/ 5 h 8"/>
                  <a:gd name="T8" fmla="*/ 10 w 1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8">
                    <a:moveTo>
                      <a:pt x="0" y="8"/>
                    </a:moveTo>
                    <a:lnTo>
                      <a:pt x="3" y="8"/>
                    </a:lnTo>
                    <a:lnTo>
                      <a:pt x="7" y="8"/>
                    </a:lnTo>
                    <a:lnTo>
                      <a:pt x="10" y="5"/>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grpSp>
        <p:grpSp>
          <p:nvGrpSpPr>
            <p:cNvPr id="4074" name="Group 1527">
              <a:extLst>
                <a:ext uri="{FF2B5EF4-FFF2-40B4-BE49-F238E27FC236}">
                  <a16:creationId xmlns:a16="http://schemas.microsoft.com/office/drawing/2014/main" id="{38DB7B1B-6738-D763-C07E-C1E6EDA75D1A}"/>
                </a:ext>
              </a:extLst>
            </p:cNvPr>
            <p:cNvGrpSpPr>
              <a:grpSpLocks/>
            </p:cNvGrpSpPr>
            <p:nvPr userDrawn="1"/>
          </p:nvGrpSpPr>
          <p:grpSpPr bwMode="auto">
            <a:xfrm>
              <a:off x="4059" y="2614"/>
              <a:ext cx="1572" cy="1574"/>
              <a:chOff x="2111" y="670"/>
              <a:chExt cx="1572" cy="1574"/>
            </a:xfrm>
          </p:grpSpPr>
          <p:sp>
            <p:nvSpPr>
              <p:cNvPr id="4129" name="Freeform 1528">
                <a:extLst>
                  <a:ext uri="{FF2B5EF4-FFF2-40B4-BE49-F238E27FC236}">
                    <a16:creationId xmlns:a16="http://schemas.microsoft.com/office/drawing/2014/main" id="{4732172E-5061-9C5A-183F-DD6E2A44239C}"/>
                  </a:ext>
                </a:extLst>
              </p:cNvPr>
              <p:cNvSpPr>
                <a:spLocks/>
              </p:cNvSpPr>
              <p:nvPr userDrawn="1"/>
            </p:nvSpPr>
            <p:spPr bwMode="gray">
              <a:xfrm>
                <a:off x="2639" y="2197"/>
                <a:ext cx="9" cy="9"/>
              </a:xfrm>
              <a:custGeom>
                <a:avLst/>
                <a:gdLst>
                  <a:gd name="T0" fmla="*/ 0 w 9"/>
                  <a:gd name="T1" fmla="*/ 0 h 9"/>
                  <a:gd name="T2" fmla="*/ 0 w 9"/>
                  <a:gd name="T3" fmla="*/ 3 h 9"/>
                  <a:gd name="T4" fmla="*/ 2 w 9"/>
                  <a:gd name="T5" fmla="*/ 7 h 9"/>
                  <a:gd name="T6" fmla="*/ 5 w 9"/>
                  <a:gd name="T7" fmla="*/ 9 h 9"/>
                  <a:gd name="T8" fmla="*/ 7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7"/>
                    </a:lnTo>
                    <a:lnTo>
                      <a:pt x="5" y="9"/>
                    </a:lnTo>
                    <a:lnTo>
                      <a:pt x="7"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30" name="Line 1529">
                <a:extLst>
                  <a:ext uri="{FF2B5EF4-FFF2-40B4-BE49-F238E27FC236}">
                    <a16:creationId xmlns:a16="http://schemas.microsoft.com/office/drawing/2014/main" id="{F3D03C7B-D0D9-FA19-1E01-2ED09E8F074F}"/>
                  </a:ext>
                </a:extLst>
              </p:cNvPr>
              <p:cNvSpPr>
                <a:spLocks noChangeShapeType="1"/>
              </p:cNvSpPr>
              <p:nvPr userDrawn="1"/>
            </p:nvSpPr>
            <p:spPr bwMode="gray">
              <a:xfrm>
                <a:off x="2546"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31" name="Line 1530">
                <a:extLst>
                  <a:ext uri="{FF2B5EF4-FFF2-40B4-BE49-F238E27FC236}">
                    <a16:creationId xmlns:a16="http://schemas.microsoft.com/office/drawing/2014/main" id="{38FBCD6D-53BA-C184-BA66-E7EC38E28E31}"/>
                  </a:ext>
                </a:extLst>
              </p:cNvPr>
              <p:cNvSpPr>
                <a:spLocks noChangeShapeType="1"/>
              </p:cNvSpPr>
              <p:nvPr userDrawn="1"/>
            </p:nvSpPr>
            <p:spPr bwMode="gray">
              <a:xfrm>
                <a:off x="2544" y="2160"/>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32" name="Freeform 1531">
                <a:extLst>
                  <a:ext uri="{FF2B5EF4-FFF2-40B4-BE49-F238E27FC236}">
                    <a16:creationId xmlns:a16="http://schemas.microsoft.com/office/drawing/2014/main" id="{703BAF17-E07F-D5AA-3087-939DCA86CED2}"/>
                  </a:ext>
                </a:extLst>
              </p:cNvPr>
              <p:cNvSpPr>
                <a:spLocks/>
              </p:cNvSpPr>
              <p:nvPr userDrawn="1"/>
            </p:nvSpPr>
            <p:spPr bwMode="gray">
              <a:xfrm>
                <a:off x="2735" y="2235"/>
                <a:ext cx="9" cy="9"/>
              </a:xfrm>
              <a:custGeom>
                <a:avLst/>
                <a:gdLst>
                  <a:gd name="T0" fmla="*/ 0 w 9"/>
                  <a:gd name="T1" fmla="*/ 0 h 9"/>
                  <a:gd name="T2" fmla="*/ 0 w 9"/>
                  <a:gd name="T3" fmla="*/ 4 h 9"/>
                  <a:gd name="T4" fmla="*/ 2 w 9"/>
                  <a:gd name="T5" fmla="*/ 6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6"/>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33" name="Line 1532">
                <a:extLst>
                  <a:ext uri="{FF2B5EF4-FFF2-40B4-BE49-F238E27FC236}">
                    <a16:creationId xmlns:a16="http://schemas.microsoft.com/office/drawing/2014/main" id="{52F1AC7F-FBC0-C19C-F6C3-9F13AAAF9D1F}"/>
                  </a:ext>
                </a:extLst>
              </p:cNvPr>
              <p:cNvSpPr>
                <a:spLocks noChangeShapeType="1"/>
              </p:cNvSpPr>
              <p:nvPr userDrawn="1"/>
            </p:nvSpPr>
            <p:spPr bwMode="gray">
              <a:xfrm flipH="1" flipV="1">
                <a:off x="2553" y="2167"/>
                <a:ext cx="191"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34" name="Freeform 1533">
                <a:extLst>
                  <a:ext uri="{FF2B5EF4-FFF2-40B4-BE49-F238E27FC236}">
                    <a16:creationId xmlns:a16="http://schemas.microsoft.com/office/drawing/2014/main" id="{70348762-7EE6-BBDC-1DAA-2A964F318599}"/>
                  </a:ext>
                </a:extLst>
              </p:cNvPr>
              <p:cNvSpPr>
                <a:spLocks/>
              </p:cNvSpPr>
              <p:nvPr userDrawn="1"/>
            </p:nvSpPr>
            <p:spPr bwMode="gray">
              <a:xfrm>
                <a:off x="2544" y="2160"/>
                <a:ext cx="9" cy="7"/>
              </a:xfrm>
              <a:custGeom>
                <a:avLst/>
                <a:gdLst>
                  <a:gd name="T0" fmla="*/ 9 w 9"/>
                  <a:gd name="T1" fmla="*/ 7 h 7"/>
                  <a:gd name="T2" fmla="*/ 6 w 9"/>
                  <a:gd name="T3" fmla="*/ 7 h 7"/>
                  <a:gd name="T4" fmla="*/ 2 w 9"/>
                  <a:gd name="T5" fmla="*/ 7 h 7"/>
                  <a:gd name="T6" fmla="*/ 0 w 9"/>
                  <a:gd name="T7" fmla="*/ 5 h 7"/>
                  <a:gd name="T8" fmla="*/ 0 w 9"/>
                  <a:gd name="T9" fmla="*/ 4 h 7"/>
                  <a:gd name="T10" fmla="*/ 0 w 9"/>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7">
                    <a:moveTo>
                      <a:pt x="9" y="7"/>
                    </a:moveTo>
                    <a:lnTo>
                      <a:pt x="6" y="7"/>
                    </a:lnTo>
                    <a:lnTo>
                      <a:pt x="2" y="7"/>
                    </a:lnTo>
                    <a:lnTo>
                      <a:pt x="0"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35" name="Freeform 1534">
                <a:extLst>
                  <a:ext uri="{FF2B5EF4-FFF2-40B4-BE49-F238E27FC236}">
                    <a16:creationId xmlns:a16="http://schemas.microsoft.com/office/drawing/2014/main" id="{67C0CFDE-488B-94C2-0748-6606B814AF3E}"/>
                  </a:ext>
                </a:extLst>
              </p:cNvPr>
              <p:cNvSpPr>
                <a:spLocks/>
              </p:cNvSpPr>
              <p:nvPr userDrawn="1"/>
            </p:nvSpPr>
            <p:spPr bwMode="gray">
              <a:xfrm>
                <a:off x="2688" y="840"/>
                <a:ext cx="4" cy="4"/>
              </a:xfrm>
              <a:custGeom>
                <a:avLst/>
                <a:gdLst>
                  <a:gd name="T0" fmla="*/ 276 w 3"/>
                  <a:gd name="T1" fmla="*/ 1 h 7"/>
                  <a:gd name="T2" fmla="*/ 368 w 3"/>
                  <a:gd name="T3" fmla="*/ 1 h 7"/>
                  <a:gd name="T4" fmla="*/ 368 w 3"/>
                  <a:gd name="T5" fmla="*/ 1 h 7"/>
                  <a:gd name="T6" fmla="*/ 368 w 3"/>
                  <a:gd name="T7" fmla="*/ 0 h 7"/>
                  <a:gd name="T8" fmla="*/ 0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2" y="7"/>
                    </a:moveTo>
                    <a:lnTo>
                      <a:pt x="3" y="5"/>
                    </a:lnTo>
                    <a:lnTo>
                      <a:pt x="3" y="3"/>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36" name="Freeform 1535">
                <a:extLst>
                  <a:ext uri="{FF2B5EF4-FFF2-40B4-BE49-F238E27FC236}">
                    <a16:creationId xmlns:a16="http://schemas.microsoft.com/office/drawing/2014/main" id="{EEF4003D-46FA-FAFE-D82D-48EC64AC9467}"/>
                  </a:ext>
                </a:extLst>
              </p:cNvPr>
              <p:cNvSpPr>
                <a:spLocks/>
              </p:cNvSpPr>
              <p:nvPr userDrawn="1"/>
            </p:nvSpPr>
            <p:spPr bwMode="gray">
              <a:xfrm>
                <a:off x="2630" y="866"/>
                <a:ext cx="12" cy="9"/>
              </a:xfrm>
              <a:custGeom>
                <a:avLst/>
                <a:gdLst>
                  <a:gd name="T0" fmla="*/ 0 w 12"/>
                  <a:gd name="T1" fmla="*/ 9 h 9"/>
                  <a:gd name="T2" fmla="*/ 2 w 12"/>
                  <a:gd name="T3" fmla="*/ 5 h 9"/>
                  <a:gd name="T4" fmla="*/ 4 w 12"/>
                  <a:gd name="T5" fmla="*/ 2 h 9"/>
                  <a:gd name="T6" fmla="*/ 5 w 12"/>
                  <a:gd name="T7" fmla="*/ 0 h 9"/>
                  <a:gd name="T8" fmla="*/ 9 w 12"/>
                  <a:gd name="T9" fmla="*/ 0 h 9"/>
                  <a:gd name="T10" fmla="*/ 12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0" y="9"/>
                    </a:moveTo>
                    <a:lnTo>
                      <a:pt x="2" y="5"/>
                    </a:lnTo>
                    <a:lnTo>
                      <a:pt x="4" y="2"/>
                    </a:lnTo>
                    <a:lnTo>
                      <a:pt x="5" y="0"/>
                    </a:lnTo>
                    <a:lnTo>
                      <a:pt x="9" y="0"/>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37" name="Line 1536">
                <a:extLst>
                  <a:ext uri="{FF2B5EF4-FFF2-40B4-BE49-F238E27FC236}">
                    <a16:creationId xmlns:a16="http://schemas.microsoft.com/office/drawing/2014/main" id="{42DFEE9F-4F99-905A-53EF-ACE93A799F17}"/>
                  </a:ext>
                </a:extLst>
              </p:cNvPr>
              <p:cNvSpPr>
                <a:spLocks noChangeShapeType="1"/>
              </p:cNvSpPr>
              <p:nvPr userDrawn="1"/>
            </p:nvSpPr>
            <p:spPr bwMode="gray">
              <a:xfrm flipH="1">
                <a:off x="2530" y="836"/>
                <a:ext cx="167"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38" name="Line 1537">
                <a:extLst>
                  <a:ext uri="{FF2B5EF4-FFF2-40B4-BE49-F238E27FC236}">
                    <a16:creationId xmlns:a16="http://schemas.microsoft.com/office/drawing/2014/main" id="{AB3EDB20-1254-1A33-79B5-51430C9EC39E}"/>
                  </a:ext>
                </a:extLst>
              </p:cNvPr>
              <p:cNvSpPr>
                <a:spLocks noChangeShapeType="1"/>
              </p:cNvSpPr>
              <p:nvPr userDrawn="1"/>
            </p:nvSpPr>
            <p:spPr bwMode="gray">
              <a:xfrm flipH="1">
                <a:off x="2529" y="847"/>
                <a:ext cx="161"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39" name="Freeform 1538">
                <a:extLst>
                  <a:ext uri="{FF2B5EF4-FFF2-40B4-BE49-F238E27FC236}">
                    <a16:creationId xmlns:a16="http://schemas.microsoft.com/office/drawing/2014/main" id="{23B64291-49B5-AA88-0A8F-AE673DB5C2D6}"/>
                  </a:ext>
                </a:extLst>
              </p:cNvPr>
              <p:cNvSpPr>
                <a:spLocks/>
              </p:cNvSpPr>
              <p:nvPr userDrawn="1"/>
            </p:nvSpPr>
            <p:spPr bwMode="gray">
              <a:xfrm>
                <a:off x="2529" y="915"/>
                <a:ext cx="10" cy="10"/>
              </a:xfrm>
              <a:custGeom>
                <a:avLst/>
                <a:gdLst>
                  <a:gd name="T0" fmla="*/ 0 w 10"/>
                  <a:gd name="T1" fmla="*/ 10 h 10"/>
                  <a:gd name="T2" fmla="*/ 0 w 10"/>
                  <a:gd name="T3" fmla="*/ 7 h 10"/>
                  <a:gd name="T4" fmla="*/ 1 w 10"/>
                  <a:gd name="T5" fmla="*/ 3 h 10"/>
                  <a:gd name="T6" fmla="*/ 3 w 10"/>
                  <a:gd name="T7" fmla="*/ 2 h 10"/>
                  <a:gd name="T8" fmla="*/ 7 w 10"/>
                  <a:gd name="T9" fmla="*/ 0 h 10"/>
                  <a:gd name="T10" fmla="*/ 1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0" y="10"/>
                    </a:moveTo>
                    <a:lnTo>
                      <a:pt x="0" y="7"/>
                    </a:lnTo>
                    <a:lnTo>
                      <a:pt x="1" y="3"/>
                    </a:lnTo>
                    <a:lnTo>
                      <a:pt x="3" y="2"/>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40" name="Line 1539">
                <a:extLst>
                  <a:ext uri="{FF2B5EF4-FFF2-40B4-BE49-F238E27FC236}">
                    <a16:creationId xmlns:a16="http://schemas.microsoft.com/office/drawing/2014/main" id="{746D30F7-AE7B-7E00-9DF7-05380E2E2503}"/>
                  </a:ext>
                </a:extLst>
              </p:cNvPr>
              <p:cNvSpPr>
                <a:spLocks noChangeShapeType="1"/>
              </p:cNvSpPr>
              <p:nvPr userDrawn="1"/>
            </p:nvSpPr>
            <p:spPr bwMode="gray">
              <a:xfrm flipV="1">
                <a:off x="2539" y="833"/>
                <a:ext cx="170" cy="8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41" name="Freeform 1540">
                <a:extLst>
                  <a:ext uri="{FF2B5EF4-FFF2-40B4-BE49-F238E27FC236}">
                    <a16:creationId xmlns:a16="http://schemas.microsoft.com/office/drawing/2014/main" id="{8D1B0CE5-A059-D887-317D-2C159A37B026}"/>
                  </a:ext>
                </a:extLst>
              </p:cNvPr>
              <p:cNvSpPr>
                <a:spLocks/>
              </p:cNvSpPr>
              <p:nvPr userDrawn="1"/>
            </p:nvSpPr>
            <p:spPr bwMode="gray">
              <a:xfrm>
                <a:off x="2690" y="833"/>
                <a:ext cx="19" cy="13"/>
              </a:xfrm>
              <a:custGeom>
                <a:avLst/>
                <a:gdLst>
                  <a:gd name="T0" fmla="*/ 0 w 19"/>
                  <a:gd name="T1" fmla="*/ 7 h 14"/>
                  <a:gd name="T2" fmla="*/ 3 w 19"/>
                  <a:gd name="T3" fmla="*/ 7 h 14"/>
                  <a:gd name="T4" fmla="*/ 5 w 19"/>
                  <a:gd name="T5" fmla="*/ 5 h 14"/>
                  <a:gd name="T6" fmla="*/ 8 w 19"/>
                  <a:gd name="T7" fmla="*/ 1 h 14"/>
                  <a:gd name="T8" fmla="*/ 14 w 19"/>
                  <a:gd name="T9" fmla="*/ 0 h 14"/>
                  <a:gd name="T10" fmla="*/ 19 w 1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0" y="14"/>
                    </a:moveTo>
                    <a:lnTo>
                      <a:pt x="3" y="8"/>
                    </a:lnTo>
                    <a:lnTo>
                      <a:pt x="5" y="5"/>
                    </a:lnTo>
                    <a:lnTo>
                      <a:pt x="8" y="1"/>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42" name="Freeform 1541">
                <a:extLst>
                  <a:ext uri="{FF2B5EF4-FFF2-40B4-BE49-F238E27FC236}">
                    <a16:creationId xmlns:a16="http://schemas.microsoft.com/office/drawing/2014/main" id="{9031855A-8D4A-569F-B339-16806C14CF87}"/>
                  </a:ext>
                </a:extLst>
              </p:cNvPr>
              <p:cNvSpPr>
                <a:spLocks/>
              </p:cNvSpPr>
              <p:nvPr userDrawn="1"/>
            </p:nvSpPr>
            <p:spPr bwMode="gray">
              <a:xfrm>
                <a:off x="2527" y="1043"/>
                <a:ext cx="4" cy="8"/>
              </a:xfrm>
              <a:custGeom>
                <a:avLst/>
                <a:gdLst>
                  <a:gd name="T0" fmla="*/ 2 w 5"/>
                  <a:gd name="T1" fmla="*/ 0 h 8"/>
                  <a:gd name="T2" fmla="*/ 0 w 5"/>
                  <a:gd name="T3" fmla="*/ 3 h 8"/>
                  <a:gd name="T4" fmla="*/ 0 w 5"/>
                  <a:gd name="T5" fmla="*/ 5 h 8"/>
                  <a:gd name="T6" fmla="*/ 2 w 5"/>
                  <a:gd name="T7" fmla="*/ 7 h 8"/>
                  <a:gd name="T8" fmla="*/ 2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0"/>
                    </a:moveTo>
                    <a:lnTo>
                      <a:pt x="0" y="3"/>
                    </a:lnTo>
                    <a:lnTo>
                      <a:pt x="0" y="5"/>
                    </a:lnTo>
                    <a:lnTo>
                      <a:pt x="2" y="7"/>
                    </a:lnTo>
                    <a:lnTo>
                      <a:pt x="5"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43" name="Line 1542">
                <a:extLst>
                  <a:ext uri="{FF2B5EF4-FFF2-40B4-BE49-F238E27FC236}">
                    <a16:creationId xmlns:a16="http://schemas.microsoft.com/office/drawing/2014/main" id="{601AC151-F48A-996E-899A-2A59446F91D8}"/>
                  </a:ext>
                </a:extLst>
              </p:cNvPr>
              <p:cNvSpPr>
                <a:spLocks noChangeShapeType="1"/>
              </p:cNvSpPr>
              <p:nvPr userDrawn="1"/>
            </p:nvSpPr>
            <p:spPr bwMode="gray">
              <a:xfrm>
                <a:off x="2525" y="929"/>
                <a:ext cx="2"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44" name="Line 1543">
                <a:extLst>
                  <a:ext uri="{FF2B5EF4-FFF2-40B4-BE49-F238E27FC236}">
                    <a16:creationId xmlns:a16="http://schemas.microsoft.com/office/drawing/2014/main" id="{1C88E80A-B3D3-1E18-C7A6-E1A47630D1F0}"/>
                  </a:ext>
                </a:extLst>
              </p:cNvPr>
              <p:cNvSpPr>
                <a:spLocks noChangeShapeType="1"/>
              </p:cNvSpPr>
              <p:nvPr userDrawn="1"/>
            </p:nvSpPr>
            <p:spPr bwMode="gray">
              <a:xfrm>
                <a:off x="2529" y="925"/>
                <a:ext cx="1"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45" name="Freeform 1544">
                <a:extLst>
                  <a:ext uri="{FF2B5EF4-FFF2-40B4-BE49-F238E27FC236}">
                    <a16:creationId xmlns:a16="http://schemas.microsoft.com/office/drawing/2014/main" id="{07E3D967-4925-7C74-4DC7-96BBEFCE647E}"/>
                  </a:ext>
                </a:extLst>
              </p:cNvPr>
              <p:cNvSpPr>
                <a:spLocks/>
              </p:cNvSpPr>
              <p:nvPr userDrawn="1"/>
            </p:nvSpPr>
            <p:spPr bwMode="gray">
              <a:xfrm>
                <a:off x="2529" y="1160"/>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46" name="Line 1545">
                <a:extLst>
                  <a:ext uri="{FF2B5EF4-FFF2-40B4-BE49-F238E27FC236}">
                    <a16:creationId xmlns:a16="http://schemas.microsoft.com/office/drawing/2014/main" id="{21697BA9-FDBC-4E28-1BA3-C63B2C7A48C8}"/>
                  </a:ext>
                </a:extLst>
              </p:cNvPr>
              <p:cNvSpPr>
                <a:spLocks noChangeShapeType="1"/>
              </p:cNvSpPr>
              <p:nvPr userDrawn="1"/>
            </p:nvSpPr>
            <p:spPr bwMode="gray">
              <a:xfrm flipH="1" flipV="1">
                <a:off x="2530" y="934"/>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47" name="Freeform 1546">
                <a:extLst>
                  <a:ext uri="{FF2B5EF4-FFF2-40B4-BE49-F238E27FC236}">
                    <a16:creationId xmlns:a16="http://schemas.microsoft.com/office/drawing/2014/main" id="{3E509B8A-2B26-D448-7C73-862D304BEDBD}"/>
                  </a:ext>
                </a:extLst>
              </p:cNvPr>
              <p:cNvSpPr>
                <a:spLocks/>
              </p:cNvSpPr>
              <p:nvPr userDrawn="1"/>
            </p:nvSpPr>
            <p:spPr bwMode="gray">
              <a:xfrm>
                <a:off x="2525" y="925"/>
                <a:ext cx="4" cy="9"/>
              </a:xfrm>
              <a:custGeom>
                <a:avLst/>
                <a:gdLst>
                  <a:gd name="T0" fmla="*/ 2 w 5"/>
                  <a:gd name="T1" fmla="*/ 9 h 9"/>
                  <a:gd name="T2" fmla="*/ 2 w 5"/>
                  <a:gd name="T3" fmla="*/ 7 h 9"/>
                  <a:gd name="T4" fmla="*/ 0 w 5"/>
                  <a:gd name="T5" fmla="*/ 4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4"/>
                    </a:lnTo>
                    <a:lnTo>
                      <a:pt x="0" y="2"/>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48" name="Freeform 1547">
                <a:extLst>
                  <a:ext uri="{FF2B5EF4-FFF2-40B4-BE49-F238E27FC236}">
                    <a16:creationId xmlns:a16="http://schemas.microsoft.com/office/drawing/2014/main" id="{21F04BC7-D4B5-BD99-2A17-1E5B8CEC9B85}"/>
                  </a:ext>
                </a:extLst>
              </p:cNvPr>
              <p:cNvSpPr>
                <a:spLocks/>
              </p:cNvSpPr>
              <p:nvPr userDrawn="1"/>
            </p:nvSpPr>
            <p:spPr bwMode="gray">
              <a:xfrm>
                <a:off x="2530" y="1160"/>
                <a:ext cx="13" cy="17"/>
              </a:xfrm>
              <a:custGeom>
                <a:avLst/>
                <a:gdLst>
                  <a:gd name="T0" fmla="*/ 0 w 13"/>
                  <a:gd name="T1" fmla="*/ 0 h 17"/>
                  <a:gd name="T2" fmla="*/ 2 w 13"/>
                  <a:gd name="T3" fmla="*/ 5 h 17"/>
                  <a:gd name="T4" fmla="*/ 4 w 13"/>
                  <a:gd name="T5" fmla="*/ 10 h 17"/>
                  <a:gd name="T6" fmla="*/ 7 w 13"/>
                  <a:gd name="T7" fmla="*/ 14 h 17"/>
                  <a:gd name="T8" fmla="*/ 13 w 1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0" y="0"/>
                    </a:moveTo>
                    <a:lnTo>
                      <a:pt x="2" y="5"/>
                    </a:lnTo>
                    <a:lnTo>
                      <a:pt x="4" y="10"/>
                    </a:lnTo>
                    <a:lnTo>
                      <a:pt x="7" y="14"/>
                    </a:lnTo>
                    <a:lnTo>
                      <a:pt x="13"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49" name="Freeform 1548">
                <a:extLst>
                  <a:ext uri="{FF2B5EF4-FFF2-40B4-BE49-F238E27FC236}">
                    <a16:creationId xmlns:a16="http://schemas.microsoft.com/office/drawing/2014/main" id="{3C6CA92C-2900-B531-4E42-305764D3237E}"/>
                  </a:ext>
                </a:extLst>
              </p:cNvPr>
              <p:cNvSpPr>
                <a:spLocks/>
              </p:cNvSpPr>
              <p:nvPr userDrawn="1"/>
            </p:nvSpPr>
            <p:spPr bwMode="gray">
              <a:xfrm>
                <a:off x="2861" y="754"/>
                <a:ext cx="22" cy="2"/>
              </a:xfrm>
              <a:custGeom>
                <a:avLst/>
                <a:gdLst>
                  <a:gd name="T0" fmla="*/ 226 w 19"/>
                  <a:gd name="T1" fmla="*/ 0 h 2"/>
                  <a:gd name="T2" fmla="*/ 168 w 19"/>
                  <a:gd name="T3" fmla="*/ 2 h 2"/>
                  <a:gd name="T4" fmla="*/ 80 w 19"/>
                  <a:gd name="T5" fmla="*/ 2 h 2"/>
                  <a:gd name="T6" fmla="*/ 0 w 19"/>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19" y="0"/>
                    </a:moveTo>
                    <a:lnTo>
                      <a:pt x="14" y="2"/>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50" name="Freeform 1549">
                <a:extLst>
                  <a:ext uri="{FF2B5EF4-FFF2-40B4-BE49-F238E27FC236}">
                    <a16:creationId xmlns:a16="http://schemas.microsoft.com/office/drawing/2014/main" id="{E25386E4-B21C-3501-040B-31B6578300AA}"/>
                  </a:ext>
                </a:extLst>
              </p:cNvPr>
              <p:cNvSpPr>
                <a:spLocks/>
              </p:cNvSpPr>
              <p:nvPr userDrawn="1"/>
            </p:nvSpPr>
            <p:spPr bwMode="gray">
              <a:xfrm>
                <a:off x="3032" y="679"/>
                <a:ext cx="20" cy="1"/>
              </a:xfrm>
              <a:custGeom>
                <a:avLst/>
                <a:gdLst>
                  <a:gd name="T0" fmla="*/ 0 w 20"/>
                  <a:gd name="T1" fmla="*/ 1 h 1"/>
                  <a:gd name="T2" fmla="*/ 7 w 20"/>
                  <a:gd name="T3" fmla="*/ 0 h 1"/>
                  <a:gd name="T4" fmla="*/ 13 w 20"/>
                  <a:gd name="T5" fmla="*/ 0 h 1"/>
                  <a:gd name="T6" fmla="*/ 20 w 20"/>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
                    <a:moveTo>
                      <a:pt x="0" y="1"/>
                    </a:moveTo>
                    <a:lnTo>
                      <a:pt x="7" y="0"/>
                    </a:lnTo>
                    <a:lnTo>
                      <a:pt x="13" y="0"/>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51" name="Freeform 1550">
                <a:extLst>
                  <a:ext uri="{FF2B5EF4-FFF2-40B4-BE49-F238E27FC236}">
                    <a16:creationId xmlns:a16="http://schemas.microsoft.com/office/drawing/2014/main" id="{00290F26-9A73-7019-0DC6-F8C132C36D17}"/>
                  </a:ext>
                </a:extLst>
              </p:cNvPr>
              <p:cNvSpPr>
                <a:spLocks/>
              </p:cNvSpPr>
              <p:nvPr userDrawn="1"/>
            </p:nvSpPr>
            <p:spPr bwMode="gray">
              <a:xfrm>
                <a:off x="2938" y="715"/>
                <a:ext cx="10" cy="11"/>
              </a:xfrm>
              <a:custGeom>
                <a:avLst/>
                <a:gdLst>
                  <a:gd name="T0" fmla="*/ 0 w 10"/>
                  <a:gd name="T1" fmla="*/ 11 h 11"/>
                  <a:gd name="T2" fmla="*/ 0 w 10"/>
                  <a:gd name="T3" fmla="*/ 7 h 11"/>
                  <a:gd name="T4" fmla="*/ 3 w 10"/>
                  <a:gd name="T5" fmla="*/ 4 h 11"/>
                  <a:gd name="T6" fmla="*/ 5 w 10"/>
                  <a:gd name="T7" fmla="*/ 2 h 11"/>
                  <a:gd name="T8" fmla="*/ 7 w 10"/>
                  <a:gd name="T9" fmla="*/ 0 h 11"/>
                  <a:gd name="T10" fmla="*/ 10 w 10"/>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1">
                    <a:moveTo>
                      <a:pt x="0" y="11"/>
                    </a:moveTo>
                    <a:lnTo>
                      <a:pt x="0" y="7"/>
                    </a:lnTo>
                    <a:lnTo>
                      <a:pt x="3" y="4"/>
                    </a:lnTo>
                    <a:lnTo>
                      <a:pt x="5" y="2"/>
                    </a:lnTo>
                    <a:lnTo>
                      <a:pt x="7" y="0"/>
                    </a:lnTo>
                    <a:lnTo>
                      <a:pt x="1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52" name="Line 1551">
                <a:extLst>
                  <a:ext uri="{FF2B5EF4-FFF2-40B4-BE49-F238E27FC236}">
                    <a16:creationId xmlns:a16="http://schemas.microsoft.com/office/drawing/2014/main" id="{31CAC685-FE75-FE17-FF0A-8035C59DEBB7}"/>
                  </a:ext>
                </a:extLst>
              </p:cNvPr>
              <p:cNvSpPr>
                <a:spLocks noChangeShapeType="1"/>
              </p:cNvSpPr>
              <p:nvPr userDrawn="1"/>
            </p:nvSpPr>
            <p:spPr bwMode="gray">
              <a:xfrm flipH="1">
                <a:off x="2880" y="672"/>
                <a:ext cx="156"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53" name="Line 1552">
                <a:extLst>
                  <a:ext uri="{FF2B5EF4-FFF2-40B4-BE49-F238E27FC236}">
                    <a16:creationId xmlns:a16="http://schemas.microsoft.com/office/drawing/2014/main" id="{4376C2D5-A2FC-BA38-FBB8-621CE19B2EA4}"/>
                  </a:ext>
                </a:extLst>
              </p:cNvPr>
              <p:cNvSpPr>
                <a:spLocks noChangeShapeType="1"/>
              </p:cNvSpPr>
              <p:nvPr userDrawn="1"/>
            </p:nvSpPr>
            <p:spPr bwMode="gray">
              <a:xfrm flipH="1">
                <a:off x="2880" y="680"/>
                <a:ext cx="15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54" name="Freeform 1553">
                <a:extLst>
                  <a:ext uri="{FF2B5EF4-FFF2-40B4-BE49-F238E27FC236}">
                    <a16:creationId xmlns:a16="http://schemas.microsoft.com/office/drawing/2014/main" id="{EF997B95-B416-E10A-0926-7AB01E2FF20A}"/>
                  </a:ext>
                </a:extLst>
              </p:cNvPr>
              <p:cNvSpPr>
                <a:spLocks/>
              </p:cNvSpPr>
              <p:nvPr userDrawn="1"/>
            </p:nvSpPr>
            <p:spPr bwMode="gray">
              <a:xfrm>
                <a:off x="2880" y="747"/>
                <a:ext cx="4" cy="7"/>
              </a:xfrm>
              <a:custGeom>
                <a:avLst/>
                <a:gdLst>
                  <a:gd name="T0" fmla="*/ 0 w 4"/>
                  <a:gd name="T1" fmla="*/ 7 h 7"/>
                  <a:gd name="T2" fmla="*/ 0 w 4"/>
                  <a:gd name="T3" fmla="*/ 5 h 7"/>
                  <a:gd name="T4" fmla="*/ 0 w 4"/>
                  <a:gd name="T5" fmla="*/ 2 h 7"/>
                  <a:gd name="T6" fmla="*/ 0 w 4"/>
                  <a:gd name="T7" fmla="*/ 0 h 7"/>
                  <a:gd name="T8" fmla="*/ 2 w 4"/>
                  <a:gd name="T9" fmla="*/ 0 h 7"/>
                  <a:gd name="T10" fmla="*/ 4 w 4"/>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0" y="5"/>
                    </a:lnTo>
                    <a:lnTo>
                      <a:pt x="0" y="2"/>
                    </a:lnTo>
                    <a:lnTo>
                      <a:pt x="0" y="0"/>
                    </a:lnTo>
                    <a:lnTo>
                      <a:pt x="2" y="0"/>
                    </a:lnTo>
                    <a:lnTo>
                      <a:pt x="4"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55" name="Line 1554">
                <a:extLst>
                  <a:ext uri="{FF2B5EF4-FFF2-40B4-BE49-F238E27FC236}">
                    <a16:creationId xmlns:a16="http://schemas.microsoft.com/office/drawing/2014/main" id="{90CE5666-DCCA-FA8D-69C6-C2776A8BC610}"/>
                  </a:ext>
                </a:extLst>
              </p:cNvPr>
              <p:cNvSpPr>
                <a:spLocks noChangeShapeType="1"/>
              </p:cNvSpPr>
              <p:nvPr userDrawn="1"/>
            </p:nvSpPr>
            <p:spPr bwMode="gray">
              <a:xfrm flipV="1">
                <a:off x="2884" y="670"/>
                <a:ext cx="159"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56" name="Freeform 1555">
                <a:extLst>
                  <a:ext uri="{FF2B5EF4-FFF2-40B4-BE49-F238E27FC236}">
                    <a16:creationId xmlns:a16="http://schemas.microsoft.com/office/drawing/2014/main" id="{18E7561B-88E7-EDC5-10F8-1A97FF6FD544}"/>
                  </a:ext>
                </a:extLst>
              </p:cNvPr>
              <p:cNvSpPr>
                <a:spLocks/>
              </p:cNvSpPr>
              <p:nvPr userDrawn="1"/>
            </p:nvSpPr>
            <p:spPr bwMode="gray">
              <a:xfrm>
                <a:off x="3032" y="670"/>
                <a:ext cx="11" cy="10"/>
              </a:xfrm>
              <a:custGeom>
                <a:avLst/>
                <a:gdLst>
                  <a:gd name="T0" fmla="*/ 11 w 11"/>
                  <a:gd name="T1" fmla="*/ 0 h 10"/>
                  <a:gd name="T2" fmla="*/ 7 w 11"/>
                  <a:gd name="T3" fmla="*/ 0 h 10"/>
                  <a:gd name="T4" fmla="*/ 4 w 11"/>
                  <a:gd name="T5" fmla="*/ 2 h 10"/>
                  <a:gd name="T6" fmla="*/ 2 w 11"/>
                  <a:gd name="T7" fmla="*/ 3 h 10"/>
                  <a:gd name="T8" fmla="*/ 0 w 11"/>
                  <a:gd name="T9" fmla="*/ 7 h 10"/>
                  <a:gd name="T10" fmla="*/ 0 w 11"/>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57" name="Freeform 1556">
                <a:extLst>
                  <a:ext uri="{FF2B5EF4-FFF2-40B4-BE49-F238E27FC236}">
                    <a16:creationId xmlns:a16="http://schemas.microsoft.com/office/drawing/2014/main" id="{9D5C5C55-B7E9-9358-F401-DA17C72E46D0}"/>
                  </a:ext>
                </a:extLst>
              </p:cNvPr>
              <p:cNvSpPr>
                <a:spLocks/>
              </p:cNvSpPr>
              <p:nvPr userDrawn="1"/>
            </p:nvSpPr>
            <p:spPr bwMode="gray">
              <a:xfrm>
                <a:off x="2912" y="1032"/>
                <a:ext cx="19" cy="2"/>
              </a:xfrm>
              <a:custGeom>
                <a:avLst/>
                <a:gdLst>
                  <a:gd name="T0" fmla="*/ 0 w 19"/>
                  <a:gd name="T1" fmla="*/ 2 h 2"/>
                  <a:gd name="T2" fmla="*/ 5 w 19"/>
                  <a:gd name="T3" fmla="*/ 0 h 2"/>
                  <a:gd name="T4" fmla="*/ 8 w 19"/>
                  <a:gd name="T5" fmla="*/ 0 h 2"/>
                  <a:gd name="T6" fmla="*/ 14 w 19"/>
                  <a:gd name="T7" fmla="*/ 0 h 2"/>
                  <a:gd name="T8" fmla="*/ 19 w 19"/>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0" y="2"/>
                    </a:moveTo>
                    <a:lnTo>
                      <a:pt x="5" y="0"/>
                    </a:lnTo>
                    <a:lnTo>
                      <a:pt x="8" y="0"/>
                    </a:lnTo>
                    <a:lnTo>
                      <a:pt x="14" y="0"/>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58" name="Line 1557">
                <a:extLst>
                  <a:ext uri="{FF2B5EF4-FFF2-40B4-BE49-F238E27FC236}">
                    <a16:creationId xmlns:a16="http://schemas.microsoft.com/office/drawing/2014/main" id="{FC17FB4C-6D43-74E2-F213-4B8F706E825C}"/>
                  </a:ext>
                </a:extLst>
              </p:cNvPr>
              <p:cNvSpPr>
                <a:spLocks noChangeShapeType="1"/>
              </p:cNvSpPr>
              <p:nvPr userDrawn="1"/>
            </p:nvSpPr>
            <p:spPr bwMode="gray">
              <a:xfrm flipV="1">
                <a:off x="2920" y="913"/>
                <a:ext cx="2"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59" name="Line 1558">
                <a:extLst>
                  <a:ext uri="{FF2B5EF4-FFF2-40B4-BE49-F238E27FC236}">
                    <a16:creationId xmlns:a16="http://schemas.microsoft.com/office/drawing/2014/main" id="{5282C595-0473-AA2C-3FBD-0D1683CA6411}"/>
                  </a:ext>
                </a:extLst>
              </p:cNvPr>
              <p:cNvSpPr>
                <a:spLocks noChangeShapeType="1"/>
              </p:cNvSpPr>
              <p:nvPr userDrawn="1"/>
            </p:nvSpPr>
            <p:spPr bwMode="gray">
              <a:xfrm flipV="1">
                <a:off x="2912" y="917"/>
                <a:ext cx="1" cy="23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60" name="Freeform 1559">
                <a:extLst>
                  <a:ext uri="{FF2B5EF4-FFF2-40B4-BE49-F238E27FC236}">
                    <a16:creationId xmlns:a16="http://schemas.microsoft.com/office/drawing/2014/main" id="{AB988F57-5606-F18C-B244-A7438808D80B}"/>
                  </a:ext>
                </a:extLst>
              </p:cNvPr>
              <p:cNvSpPr>
                <a:spLocks/>
              </p:cNvSpPr>
              <p:nvPr userDrawn="1"/>
            </p:nvSpPr>
            <p:spPr bwMode="gray">
              <a:xfrm>
                <a:off x="2912" y="913"/>
                <a:ext cx="22" cy="4"/>
              </a:xfrm>
              <a:custGeom>
                <a:avLst/>
                <a:gdLst>
                  <a:gd name="T0" fmla="*/ 0 w 21"/>
                  <a:gd name="T1" fmla="*/ 4 h 4"/>
                  <a:gd name="T2" fmla="*/ 7 w 21"/>
                  <a:gd name="T3" fmla="*/ 0 h 4"/>
                  <a:gd name="T4" fmla="*/ 31 w 21"/>
                  <a:gd name="T5" fmla="*/ 0 h 4"/>
                  <a:gd name="T6" fmla="*/ 44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0" y="4"/>
                    </a:moveTo>
                    <a:lnTo>
                      <a:pt x="7" y="0"/>
                    </a:lnTo>
                    <a:lnTo>
                      <a:pt x="14" y="0"/>
                    </a:lnTo>
                    <a:lnTo>
                      <a:pt x="21"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61" name="Line 1560">
                <a:extLst>
                  <a:ext uri="{FF2B5EF4-FFF2-40B4-BE49-F238E27FC236}">
                    <a16:creationId xmlns:a16="http://schemas.microsoft.com/office/drawing/2014/main" id="{EF4879F1-9A8D-957D-E969-BE31D15C15D6}"/>
                  </a:ext>
                </a:extLst>
              </p:cNvPr>
              <p:cNvSpPr>
                <a:spLocks noChangeShapeType="1"/>
              </p:cNvSpPr>
              <p:nvPr userDrawn="1"/>
            </p:nvSpPr>
            <p:spPr bwMode="gray">
              <a:xfrm flipH="1">
                <a:off x="2931" y="915"/>
                <a:ext cx="4" cy="23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62" name="Freeform 1561">
                <a:extLst>
                  <a:ext uri="{FF2B5EF4-FFF2-40B4-BE49-F238E27FC236}">
                    <a16:creationId xmlns:a16="http://schemas.microsoft.com/office/drawing/2014/main" id="{284C9201-CABE-8722-45EC-D34F89376AE0}"/>
                  </a:ext>
                </a:extLst>
              </p:cNvPr>
              <p:cNvSpPr>
                <a:spLocks/>
              </p:cNvSpPr>
              <p:nvPr userDrawn="1"/>
            </p:nvSpPr>
            <p:spPr bwMode="gray">
              <a:xfrm>
                <a:off x="2912" y="1147"/>
                <a:ext cx="19" cy="2"/>
              </a:xfrm>
              <a:custGeom>
                <a:avLst/>
                <a:gdLst>
                  <a:gd name="T0" fmla="*/ 0 w 19"/>
                  <a:gd name="T1" fmla="*/ 2 h 2"/>
                  <a:gd name="T2" fmla="*/ 5 w 19"/>
                  <a:gd name="T3" fmla="*/ 0 h 2"/>
                  <a:gd name="T4" fmla="*/ 12 w 19"/>
                  <a:gd name="T5" fmla="*/ 0 h 2"/>
                  <a:gd name="T6" fmla="*/ 19 w 1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2">
                    <a:moveTo>
                      <a:pt x="0" y="2"/>
                    </a:moveTo>
                    <a:lnTo>
                      <a:pt x="5" y="0"/>
                    </a:lnTo>
                    <a:lnTo>
                      <a:pt x="12" y="0"/>
                    </a:lnTo>
                    <a:lnTo>
                      <a:pt x="19"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63" name="Freeform 1562">
                <a:extLst>
                  <a:ext uri="{FF2B5EF4-FFF2-40B4-BE49-F238E27FC236}">
                    <a16:creationId xmlns:a16="http://schemas.microsoft.com/office/drawing/2014/main" id="{B33837D3-6675-965D-39C8-CFC57E235B2A}"/>
                  </a:ext>
                </a:extLst>
              </p:cNvPr>
              <p:cNvSpPr>
                <a:spLocks/>
              </p:cNvSpPr>
              <p:nvPr userDrawn="1"/>
            </p:nvSpPr>
            <p:spPr bwMode="gray">
              <a:xfrm>
                <a:off x="2842" y="929"/>
                <a:ext cx="13" cy="16"/>
              </a:xfrm>
              <a:custGeom>
                <a:avLst/>
                <a:gdLst>
                  <a:gd name="T0" fmla="*/ 46 w 12"/>
                  <a:gd name="T1" fmla="*/ 16 h 16"/>
                  <a:gd name="T2" fmla="*/ 39 w 12"/>
                  <a:gd name="T3" fmla="*/ 10 h 16"/>
                  <a:gd name="T4" fmla="*/ 36 w 12"/>
                  <a:gd name="T5" fmla="*/ 7 h 16"/>
                  <a:gd name="T6" fmla="*/ 5 w 12"/>
                  <a:gd name="T7" fmla="*/ 2 h 16"/>
                  <a:gd name="T8" fmla="*/ 0 w 12"/>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6">
                    <a:moveTo>
                      <a:pt x="12" y="16"/>
                    </a:moveTo>
                    <a:lnTo>
                      <a:pt x="10" y="10"/>
                    </a:lnTo>
                    <a:lnTo>
                      <a:pt x="9" y="7"/>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64" name="Line 1563">
                <a:extLst>
                  <a:ext uri="{FF2B5EF4-FFF2-40B4-BE49-F238E27FC236}">
                    <a16:creationId xmlns:a16="http://schemas.microsoft.com/office/drawing/2014/main" id="{4F4C35FB-F0C9-8158-7313-BC88E81B4808}"/>
                  </a:ext>
                </a:extLst>
              </p:cNvPr>
              <p:cNvSpPr>
                <a:spLocks noChangeShapeType="1"/>
              </p:cNvSpPr>
              <p:nvPr userDrawn="1"/>
            </p:nvSpPr>
            <p:spPr bwMode="gray">
              <a:xfrm flipH="1">
                <a:off x="2749" y="903"/>
                <a:ext cx="164"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65" name="Line 1564">
                <a:extLst>
                  <a:ext uri="{FF2B5EF4-FFF2-40B4-BE49-F238E27FC236}">
                    <a16:creationId xmlns:a16="http://schemas.microsoft.com/office/drawing/2014/main" id="{8277ECE9-6DEE-467D-2BE3-008392375D2E}"/>
                  </a:ext>
                </a:extLst>
              </p:cNvPr>
              <p:cNvSpPr>
                <a:spLocks noChangeShapeType="1"/>
              </p:cNvSpPr>
              <p:nvPr userDrawn="1"/>
            </p:nvSpPr>
            <p:spPr bwMode="gray">
              <a:xfrm flipH="1">
                <a:off x="2753" y="917"/>
                <a:ext cx="159"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66" name="Freeform 1565">
                <a:extLst>
                  <a:ext uri="{FF2B5EF4-FFF2-40B4-BE49-F238E27FC236}">
                    <a16:creationId xmlns:a16="http://schemas.microsoft.com/office/drawing/2014/main" id="{639D6ED6-AC9A-6ED6-0197-5B1366B6FB22}"/>
                  </a:ext>
                </a:extLst>
              </p:cNvPr>
              <p:cNvSpPr>
                <a:spLocks/>
              </p:cNvSpPr>
              <p:nvPr userDrawn="1"/>
            </p:nvSpPr>
            <p:spPr bwMode="gray">
              <a:xfrm>
                <a:off x="2740" y="980"/>
                <a:ext cx="13" cy="17"/>
              </a:xfrm>
              <a:custGeom>
                <a:avLst/>
                <a:gdLst>
                  <a:gd name="T0" fmla="*/ 13 w 13"/>
                  <a:gd name="T1" fmla="*/ 17 h 17"/>
                  <a:gd name="T2" fmla="*/ 11 w 13"/>
                  <a:gd name="T3" fmla="*/ 12 h 17"/>
                  <a:gd name="T4" fmla="*/ 9 w 13"/>
                  <a:gd name="T5" fmla="*/ 7 h 17"/>
                  <a:gd name="T6" fmla="*/ 6 w 13"/>
                  <a:gd name="T7" fmla="*/ 3 h 17"/>
                  <a:gd name="T8" fmla="*/ 0 w 1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7">
                    <a:moveTo>
                      <a:pt x="13" y="17"/>
                    </a:moveTo>
                    <a:lnTo>
                      <a:pt x="11" y="12"/>
                    </a:lnTo>
                    <a:lnTo>
                      <a:pt x="9" y="7"/>
                    </a:lnTo>
                    <a:lnTo>
                      <a:pt x="6"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67" name="Line 1566">
                <a:extLst>
                  <a:ext uri="{FF2B5EF4-FFF2-40B4-BE49-F238E27FC236}">
                    <a16:creationId xmlns:a16="http://schemas.microsoft.com/office/drawing/2014/main" id="{2ACEE42C-9120-F01D-9BE8-5891BDC762C8}"/>
                  </a:ext>
                </a:extLst>
              </p:cNvPr>
              <p:cNvSpPr>
                <a:spLocks noChangeShapeType="1"/>
              </p:cNvSpPr>
              <p:nvPr userDrawn="1"/>
            </p:nvSpPr>
            <p:spPr bwMode="gray">
              <a:xfrm flipV="1">
                <a:off x="2740" y="896"/>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68" name="Freeform 1567">
                <a:extLst>
                  <a:ext uri="{FF2B5EF4-FFF2-40B4-BE49-F238E27FC236}">
                    <a16:creationId xmlns:a16="http://schemas.microsoft.com/office/drawing/2014/main" id="{A54D4658-3610-CE6F-902C-C32552E7BE65}"/>
                  </a:ext>
                </a:extLst>
              </p:cNvPr>
              <p:cNvSpPr>
                <a:spLocks/>
              </p:cNvSpPr>
              <p:nvPr userDrawn="1"/>
            </p:nvSpPr>
            <p:spPr bwMode="gray">
              <a:xfrm>
                <a:off x="2910" y="896"/>
                <a:ext cx="3" cy="21"/>
              </a:xfrm>
              <a:custGeom>
                <a:avLst/>
                <a:gdLst>
                  <a:gd name="T0" fmla="*/ 2 w 3"/>
                  <a:gd name="T1" fmla="*/ 21 h 21"/>
                  <a:gd name="T2" fmla="*/ 3 w 3"/>
                  <a:gd name="T3" fmla="*/ 15 h 21"/>
                  <a:gd name="T4" fmla="*/ 3 w 3"/>
                  <a:gd name="T5" fmla="*/ 8 h 21"/>
                  <a:gd name="T6" fmla="*/ 2 w 3"/>
                  <a:gd name="T7" fmla="*/ 3 h 21"/>
                  <a:gd name="T8" fmla="*/ 0 w 3"/>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1">
                    <a:moveTo>
                      <a:pt x="2" y="21"/>
                    </a:moveTo>
                    <a:lnTo>
                      <a:pt x="3" y="15"/>
                    </a:lnTo>
                    <a:lnTo>
                      <a:pt x="3" y="8"/>
                    </a:lnTo>
                    <a:lnTo>
                      <a:pt x="2"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69" name="Freeform 1568">
                <a:extLst>
                  <a:ext uri="{FF2B5EF4-FFF2-40B4-BE49-F238E27FC236}">
                    <a16:creationId xmlns:a16="http://schemas.microsoft.com/office/drawing/2014/main" id="{07CFA275-CC33-7380-8D54-33040F62818D}"/>
                  </a:ext>
                </a:extLst>
              </p:cNvPr>
              <p:cNvSpPr>
                <a:spLocks/>
              </p:cNvSpPr>
              <p:nvPr userDrawn="1"/>
            </p:nvSpPr>
            <p:spPr bwMode="gray">
              <a:xfrm>
                <a:off x="2732" y="1116"/>
                <a:ext cx="21" cy="4"/>
              </a:xfrm>
              <a:custGeom>
                <a:avLst/>
                <a:gdLst>
                  <a:gd name="T0" fmla="*/ 21 w 21"/>
                  <a:gd name="T1" fmla="*/ 0 h 2"/>
                  <a:gd name="T2" fmla="*/ 15 w 21"/>
                  <a:gd name="T3" fmla="*/ 262144 h 2"/>
                  <a:gd name="T4" fmla="*/ 10 w 21"/>
                  <a:gd name="T5" fmla="*/ 262144 h 2"/>
                  <a:gd name="T6" fmla="*/ 5 w 21"/>
                  <a:gd name="T7" fmla="*/ 262144 h 2"/>
                  <a:gd name="T8" fmla="*/ 0 w 21"/>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2">
                    <a:moveTo>
                      <a:pt x="21" y="0"/>
                    </a:moveTo>
                    <a:lnTo>
                      <a:pt x="15" y="2"/>
                    </a:lnTo>
                    <a:lnTo>
                      <a:pt x="10" y="2"/>
                    </a:lnTo>
                    <a:lnTo>
                      <a:pt x="5"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70" name="Line 1569">
                <a:extLst>
                  <a:ext uri="{FF2B5EF4-FFF2-40B4-BE49-F238E27FC236}">
                    <a16:creationId xmlns:a16="http://schemas.microsoft.com/office/drawing/2014/main" id="{C61E8999-0198-0CAE-6D09-83A0103EA5D6}"/>
                  </a:ext>
                </a:extLst>
              </p:cNvPr>
              <p:cNvSpPr>
                <a:spLocks noChangeShapeType="1"/>
              </p:cNvSpPr>
              <p:nvPr userDrawn="1"/>
            </p:nvSpPr>
            <p:spPr bwMode="gray">
              <a:xfrm>
                <a:off x="2742" y="999"/>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71" name="Line 1570">
                <a:extLst>
                  <a:ext uri="{FF2B5EF4-FFF2-40B4-BE49-F238E27FC236}">
                    <a16:creationId xmlns:a16="http://schemas.microsoft.com/office/drawing/2014/main" id="{8D77EAB5-90A3-2911-B8BC-27166317F8DC}"/>
                  </a:ext>
                </a:extLst>
              </p:cNvPr>
              <p:cNvSpPr>
                <a:spLocks noChangeShapeType="1"/>
              </p:cNvSpPr>
              <p:nvPr userDrawn="1"/>
            </p:nvSpPr>
            <p:spPr bwMode="gray">
              <a:xfrm>
                <a:off x="2753" y="997"/>
                <a:ext cx="1"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72" name="Freeform 1571">
                <a:extLst>
                  <a:ext uri="{FF2B5EF4-FFF2-40B4-BE49-F238E27FC236}">
                    <a16:creationId xmlns:a16="http://schemas.microsoft.com/office/drawing/2014/main" id="{59E38E00-5A8F-851F-9A3B-876948179809}"/>
                  </a:ext>
                </a:extLst>
              </p:cNvPr>
              <p:cNvSpPr>
                <a:spLocks/>
              </p:cNvSpPr>
              <p:nvPr userDrawn="1"/>
            </p:nvSpPr>
            <p:spPr bwMode="gray">
              <a:xfrm>
                <a:off x="2732" y="1233"/>
                <a:ext cx="21" cy="4"/>
              </a:xfrm>
              <a:custGeom>
                <a:avLst/>
                <a:gdLst>
                  <a:gd name="T0" fmla="*/ 21 w 21"/>
                  <a:gd name="T1" fmla="*/ 0 h 4"/>
                  <a:gd name="T2" fmla="*/ 14 w 21"/>
                  <a:gd name="T3" fmla="*/ 4 h 4"/>
                  <a:gd name="T4" fmla="*/ 7 w 21"/>
                  <a:gd name="T5" fmla="*/ 4 h 4"/>
                  <a:gd name="T6" fmla="*/ 0 w 21"/>
                  <a:gd name="T7" fmla="*/ 2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4">
                    <a:moveTo>
                      <a:pt x="21" y="0"/>
                    </a:moveTo>
                    <a:lnTo>
                      <a:pt x="14" y="4"/>
                    </a:lnTo>
                    <a:lnTo>
                      <a:pt x="7"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73" name="Line 1572">
                <a:extLst>
                  <a:ext uri="{FF2B5EF4-FFF2-40B4-BE49-F238E27FC236}">
                    <a16:creationId xmlns:a16="http://schemas.microsoft.com/office/drawing/2014/main" id="{1BDE8B6C-4454-88A4-C7F9-A96175CE0A48}"/>
                  </a:ext>
                </a:extLst>
              </p:cNvPr>
              <p:cNvSpPr>
                <a:spLocks noChangeShapeType="1"/>
              </p:cNvSpPr>
              <p:nvPr userDrawn="1"/>
            </p:nvSpPr>
            <p:spPr bwMode="gray">
              <a:xfrm flipV="1">
                <a:off x="2732" y="997"/>
                <a:ext cx="1" cy="23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74" name="Freeform 1573">
                <a:extLst>
                  <a:ext uri="{FF2B5EF4-FFF2-40B4-BE49-F238E27FC236}">
                    <a16:creationId xmlns:a16="http://schemas.microsoft.com/office/drawing/2014/main" id="{982EF921-3466-4190-004C-89D73C2A39DD}"/>
                  </a:ext>
                </a:extLst>
              </p:cNvPr>
              <p:cNvSpPr>
                <a:spLocks/>
              </p:cNvSpPr>
              <p:nvPr userDrawn="1"/>
            </p:nvSpPr>
            <p:spPr bwMode="gray">
              <a:xfrm>
                <a:off x="2732" y="997"/>
                <a:ext cx="21" cy="2"/>
              </a:xfrm>
              <a:custGeom>
                <a:avLst/>
                <a:gdLst>
                  <a:gd name="T0" fmla="*/ 0 w 21"/>
                  <a:gd name="T1" fmla="*/ 0 h 2"/>
                  <a:gd name="T2" fmla="*/ 7 w 21"/>
                  <a:gd name="T3" fmla="*/ 2 h 2"/>
                  <a:gd name="T4" fmla="*/ 14 w 21"/>
                  <a:gd name="T5" fmla="*/ 2 h 2"/>
                  <a:gd name="T6" fmla="*/ 21 w 2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 h="2">
                    <a:moveTo>
                      <a:pt x="0" y="0"/>
                    </a:moveTo>
                    <a:lnTo>
                      <a:pt x="7" y="2"/>
                    </a:lnTo>
                    <a:lnTo>
                      <a:pt x="14"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75" name="Freeform 1574">
                <a:extLst>
                  <a:ext uri="{FF2B5EF4-FFF2-40B4-BE49-F238E27FC236}">
                    <a16:creationId xmlns:a16="http://schemas.microsoft.com/office/drawing/2014/main" id="{DD4A4FD6-97B9-BD6E-D287-D2364301E048}"/>
                  </a:ext>
                </a:extLst>
              </p:cNvPr>
              <p:cNvSpPr>
                <a:spLocks/>
              </p:cNvSpPr>
              <p:nvPr userDrawn="1"/>
            </p:nvSpPr>
            <p:spPr bwMode="gray">
              <a:xfrm>
                <a:off x="2842" y="1181"/>
                <a:ext cx="10" cy="10"/>
              </a:xfrm>
              <a:custGeom>
                <a:avLst/>
                <a:gdLst>
                  <a:gd name="T0" fmla="*/ 10 w 10"/>
                  <a:gd name="T1" fmla="*/ 0 h 10"/>
                  <a:gd name="T2" fmla="*/ 10 w 10"/>
                  <a:gd name="T3" fmla="*/ 5 h 10"/>
                  <a:gd name="T4" fmla="*/ 9 w 10"/>
                  <a:gd name="T5" fmla="*/ 8 h 10"/>
                  <a:gd name="T6" fmla="*/ 5 w 10"/>
                  <a:gd name="T7" fmla="*/ 8 h 10"/>
                  <a:gd name="T8" fmla="*/ 3 w 10"/>
                  <a:gd name="T9" fmla="*/ 10 h 10"/>
                  <a:gd name="T10" fmla="*/ 0 w 10"/>
                  <a:gd name="T11" fmla="*/ 8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10" y="0"/>
                    </a:moveTo>
                    <a:lnTo>
                      <a:pt x="10" y="5"/>
                    </a:lnTo>
                    <a:lnTo>
                      <a:pt x="9" y="8"/>
                    </a:lnTo>
                    <a:lnTo>
                      <a:pt x="5" y="8"/>
                    </a:lnTo>
                    <a:lnTo>
                      <a:pt x="3" y="10"/>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76" name="Line 1575">
                <a:extLst>
                  <a:ext uri="{FF2B5EF4-FFF2-40B4-BE49-F238E27FC236}">
                    <a16:creationId xmlns:a16="http://schemas.microsoft.com/office/drawing/2014/main" id="{BA596711-367A-6F3B-3A6B-553DF1A7AD02}"/>
                  </a:ext>
                </a:extLst>
              </p:cNvPr>
              <p:cNvSpPr>
                <a:spLocks noChangeShapeType="1"/>
              </p:cNvSpPr>
              <p:nvPr userDrawn="1"/>
            </p:nvSpPr>
            <p:spPr bwMode="gray">
              <a:xfrm flipV="1">
                <a:off x="2749" y="1156"/>
                <a:ext cx="163" cy="8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77" name="Line 1576">
                <a:extLst>
                  <a:ext uri="{FF2B5EF4-FFF2-40B4-BE49-F238E27FC236}">
                    <a16:creationId xmlns:a16="http://schemas.microsoft.com/office/drawing/2014/main" id="{C9F0CFCC-A819-D2CA-AA18-792809E08AC7}"/>
                  </a:ext>
                </a:extLst>
              </p:cNvPr>
              <p:cNvSpPr>
                <a:spLocks noChangeShapeType="1"/>
              </p:cNvSpPr>
              <p:nvPr userDrawn="1"/>
            </p:nvSpPr>
            <p:spPr bwMode="gray">
              <a:xfrm flipV="1">
                <a:off x="2753" y="1149"/>
                <a:ext cx="159"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78" name="Freeform 1577">
                <a:extLst>
                  <a:ext uri="{FF2B5EF4-FFF2-40B4-BE49-F238E27FC236}">
                    <a16:creationId xmlns:a16="http://schemas.microsoft.com/office/drawing/2014/main" id="{ACCE07D7-9F64-39C6-8D3A-7E0853017C33}"/>
                  </a:ext>
                </a:extLst>
              </p:cNvPr>
              <p:cNvSpPr>
                <a:spLocks/>
              </p:cNvSpPr>
              <p:nvPr userDrawn="1"/>
            </p:nvSpPr>
            <p:spPr bwMode="gray">
              <a:xfrm>
                <a:off x="2908" y="1149"/>
                <a:ext cx="4" cy="7"/>
              </a:xfrm>
              <a:custGeom>
                <a:avLst/>
                <a:gdLst>
                  <a:gd name="T0" fmla="*/ 4 w 4"/>
                  <a:gd name="T1" fmla="*/ 0 h 7"/>
                  <a:gd name="T2" fmla="*/ 4 w 4"/>
                  <a:gd name="T3" fmla="*/ 4 h 7"/>
                  <a:gd name="T4" fmla="*/ 4 w 4"/>
                  <a:gd name="T5" fmla="*/ 5 h 7"/>
                  <a:gd name="T6" fmla="*/ 4 w 4"/>
                  <a:gd name="T7" fmla="*/ 7 h 7"/>
                  <a:gd name="T8" fmla="*/ 2 w 4"/>
                  <a:gd name="T9" fmla="*/ 7 h 7"/>
                  <a:gd name="T10" fmla="*/ 0 w 4"/>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4" y="4"/>
                    </a:lnTo>
                    <a:lnTo>
                      <a:pt x="4" y="5"/>
                    </a:lnTo>
                    <a:lnTo>
                      <a:pt x="4" y="7"/>
                    </a:lnTo>
                    <a:lnTo>
                      <a:pt x="2" y="7"/>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79" name="Line 1578">
                <a:extLst>
                  <a:ext uri="{FF2B5EF4-FFF2-40B4-BE49-F238E27FC236}">
                    <a16:creationId xmlns:a16="http://schemas.microsoft.com/office/drawing/2014/main" id="{3E487DC8-18B3-1979-5AEE-262BC93EBA30}"/>
                  </a:ext>
                </a:extLst>
              </p:cNvPr>
              <p:cNvSpPr>
                <a:spLocks noChangeShapeType="1"/>
              </p:cNvSpPr>
              <p:nvPr userDrawn="1"/>
            </p:nvSpPr>
            <p:spPr bwMode="gray">
              <a:xfrm flipH="1">
                <a:off x="2740" y="1154"/>
                <a:ext cx="169" cy="9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80" name="Freeform 1579">
                <a:extLst>
                  <a:ext uri="{FF2B5EF4-FFF2-40B4-BE49-F238E27FC236}">
                    <a16:creationId xmlns:a16="http://schemas.microsoft.com/office/drawing/2014/main" id="{2269BF7D-F56A-500F-5B71-AE9D4D3E2B34}"/>
                  </a:ext>
                </a:extLst>
              </p:cNvPr>
              <p:cNvSpPr>
                <a:spLocks/>
              </p:cNvSpPr>
              <p:nvPr userDrawn="1"/>
            </p:nvSpPr>
            <p:spPr bwMode="gray">
              <a:xfrm>
                <a:off x="2740" y="1233"/>
                <a:ext cx="13" cy="11"/>
              </a:xfrm>
              <a:custGeom>
                <a:avLst/>
                <a:gdLst>
                  <a:gd name="T0" fmla="*/ 13 w 13"/>
                  <a:gd name="T1" fmla="*/ 0 h 11"/>
                  <a:gd name="T2" fmla="*/ 13 w 13"/>
                  <a:gd name="T3" fmla="*/ 4 h 11"/>
                  <a:gd name="T4" fmla="*/ 11 w 13"/>
                  <a:gd name="T5" fmla="*/ 7 h 11"/>
                  <a:gd name="T6" fmla="*/ 7 w 13"/>
                  <a:gd name="T7" fmla="*/ 9 h 11"/>
                  <a:gd name="T8" fmla="*/ 6 w 13"/>
                  <a:gd name="T9" fmla="*/ 11 h 11"/>
                  <a:gd name="T10" fmla="*/ 0 w 13"/>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11">
                    <a:moveTo>
                      <a:pt x="13" y="0"/>
                    </a:moveTo>
                    <a:lnTo>
                      <a:pt x="13" y="4"/>
                    </a:lnTo>
                    <a:lnTo>
                      <a:pt x="11" y="7"/>
                    </a:lnTo>
                    <a:lnTo>
                      <a:pt x="7" y="9"/>
                    </a:lnTo>
                    <a:lnTo>
                      <a:pt x="6" y="11"/>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81" name="Freeform 1580">
                <a:extLst>
                  <a:ext uri="{FF2B5EF4-FFF2-40B4-BE49-F238E27FC236}">
                    <a16:creationId xmlns:a16="http://schemas.microsoft.com/office/drawing/2014/main" id="{84D56FC8-3AAA-B4A4-4DA5-B624BE9F8152}"/>
                  </a:ext>
                </a:extLst>
              </p:cNvPr>
              <p:cNvSpPr>
                <a:spLocks/>
              </p:cNvSpPr>
              <p:nvPr userDrawn="1"/>
            </p:nvSpPr>
            <p:spPr bwMode="gray">
              <a:xfrm>
                <a:off x="3099" y="820"/>
                <a:ext cx="4" cy="7"/>
              </a:xfrm>
              <a:custGeom>
                <a:avLst/>
                <a:gdLst>
                  <a:gd name="T0" fmla="*/ 2 w 5"/>
                  <a:gd name="T1" fmla="*/ 0 h 7"/>
                  <a:gd name="T2" fmla="*/ 0 w 5"/>
                  <a:gd name="T3" fmla="*/ 2 h 7"/>
                  <a:gd name="T4" fmla="*/ 0 w 5"/>
                  <a:gd name="T5" fmla="*/ 4 h 7"/>
                  <a:gd name="T6" fmla="*/ 2 w 5"/>
                  <a:gd name="T7" fmla="*/ 6 h 7"/>
                  <a:gd name="T8" fmla="*/ 2 w 5"/>
                  <a:gd name="T9" fmla="*/ 7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4"/>
                    </a:lnTo>
                    <a:lnTo>
                      <a:pt x="2" y="6"/>
                    </a:lnTo>
                    <a:lnTo>
                      <a:pt x="3" y="7"/>
                    </a:lnTo>
                    <a:lnTo>
                      <a:pt x="5"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82" name="Line 1581">
                <a:extLst>
                  <a:ext uri="{FF2B5EF4-FFF2-40B4-BE49-F238E27FC236}">
                    <a16:creationId xmlns:a16="http://schemas.microsoft.com/office/drawing/2014/main" id="{91B6D4BC-8514-0207-069C-59F8B2088B0D}"/>
                  </a:ext>
                </a:extLst>
              </p:cNvPr>
              <p:cNvSpPr>
                <a:spLocks noChangeShapeType="1"/>
              </p:cNvSpPr>
              <p:nvPr userDrawn="1"/>
            </p:nvSpPr>
            <p:spPr bwMode="gray">
              <a:xfrm flipV="1">
                <a:off x="3253" y="742"/>
                <a:ext cx="4" cy="1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83" name="Line 1582">
                <a:extLst>
                  <a:ext uri="{FF2B5EF4-FFF2-40B4-BE49-F238E27FC236}">
                    <a16:creationId xmlns:a16="http://schemas.microsoft.com/office/drawing/2014/main" id="{264933FE-85EE-6A55-5B7E-5AF09BF5A7C9}"/>
                  </a:ext>
                </a:extLst>
              </p:cNvPr>
              <p:cNvSpPr>
                <a:spLocks noChangeShapeType="1"/>
              </p:cNvSpPr>
              <p:nvPr userDrawn="1"/>
            </p:nvSpPr>
            <p:spPr bwMode="gray">
              <a:xfrm flipV="1">
                <a:off x="3249" y="745"/>
                <a:ext cx="2" cy="10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84" name="Freeform 1583">
                <a:extLst>
                  <a:ext uri="{FF2B5EF4-FFF2-40B4-BE49-F238E27FC236}">
                    <a16:creationId xmlns:a16="http://schemas.microsoft.com/office/drawing/2014/main" id="{BC9BC440-BDBC-3C6C-4F4A-4247F348567A}"/>
                  </a:ext>
                </a:extLst>
              </p:cNvPr>
              <p:cNvSpPr>
                <a:spLocks/>
              </p:cNvSpPr>
              <p:nvPr userDrawn="1"/>
            </p:nvSpPr>
            <p:spPr bwMode="gray">
              <a:xfrm>
                <a:off x="3249" y="738"/>
                <a:ext cx="6" cy="7"/>
              </a:xfrm>
              <a:custGeom>
                <a:avLst/>
                <a:gdLst>
                  <a:gd name="T0" fmla="*/ 2 w 6"/>
                  <a:gd name="T1" fmla="*/ 7 h 7"/>
                  <a:gd name="T2" fmla="*/ 4 w 6"/>
                  <a:gd name="T3" fmla="*/ 5 h 7"/>
                  <a:gd name="T4" fmla="*/ 6 w 6"/>
                  <a:gd name="T5" fmla="*/ 4 h 7"/>
                  <a:gd name="T6" fmla="*/ 4 w 6"/>
                  <a:gd name="T7" fmla="*/ 2 h 7"/>
                  <a:gd name="T8" fmla="*/ 2 w 6"/>
                  <a:gd name="T9" fmla="*/ 0 h 7"/>
                  <a:gd name="T10" fmla="*/ 0 w 6"/>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lnTo>
                      <a:pt x="4" y="5"/>
                    </a:lnTo>
                    <a:lnTo>
                      <a:pt x="6" y="4"/>
                    </a:lnTo>
                    <a:lnTo>
                      <a:pt x="4" y="2"/>
                    </a:lnTo>
                    <a:lnTo>
                      <a:pt x="2"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85" name="Line 1584">
                <a:extLst>
                  <a:ext uri="{FF2B5EF4-FFF2-40B4-BE49-F238E27FC236}">
                    <a16:creationId xmlns:a16="http://schemas.microsoft.com/office/drawing/2014/main" id="{C65D8649-BAC3-9B27-2A3E-A697F6A418E5}"/>
                  </a:ext>
                </a:extLst>
              </p:cNvPr>
              <p:cNvSpPr>
                <a:spLocks noChangeShapeType="1"/>
              </p:cNvSpPr>
              <p:nvPr userDrawn="1"/>
            </p:nvSpPr>
            <p:spPr bwMode="gray">
              <a:xfrm flipH="1">
                <a:off x="3246" y="738"/>
                <a:ext cx="3" cy="1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86" name="Freeform 1585">
                <a:extLst>
                  <a:ext uri="{FF2B5EF4-FFF2-40B4-BE49-F238E27FC236}">
                    <a16:creationId xmlns:a16="http://schemas.microsoft.com/office/drawing/2014/main" id="{9F5815B1-153F-FCBB-7863-1E801771B7B0}"/>
                  </a:ext>
                </a:extLst>
              </p:cNvPr>
              <p:cNvSpPr>
                <a:spLocks/>
              </p:cNvSpPr>
              <p:nvPr userDrawn="1"/>
            </p:nvSpPr>
            <p:spPr bwMode="gray">
              <a:xfrm>
                <a:off x="3146" y="777"/>
                <a:ext cx="13" cy="15"/>
              </a:xfrm>
              <a:custGeom>
                <a:avLst/>
                <a:gdLst>
                  <a:gd name="T0" fmla="*/ 46 w 12"/>
                  <a:gd name="T1" fmla="*/ 15 h 15"/>
                  <a:gd name="T2" fmla="*/ 42 w 12"/>
                  <a:gd name="T3" fmla="*/ 10 h 15"/>
                  <a:gd name="T4" fmla="*/ 36 w 12"/>
                  <a:gd name="T5" fmla="*/ 5 h 15"/>
                  <a:gd name="T6" fmla="*/ 5 w 12"/>
                  <a:gd name="T7" fmla="*/ 1 h 15"/>
                  <a:gd name="T8" fmla="*/ 0 w 12"/>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12" y="15"/>
                    </a:moveTo>
                    <a:lnTo>
                      <a:pt x="11" y="10"/>
                    </a:lnTo>
                    <a:lnTo>
                      <a:pt x="9"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87" name="Line 1586">
                <a:extLst>
                  <a:ext uri="{FF2B5EF4-FFF2-40B4-BE49-F238E27FC236}">
                    <a16:creationId xmlns:a16="http://schemas.microsoft.com/office/drawing/2014/main" id="{7BB8C809-5D08-77D7-851D-9D1A31B902F4}"/>
                  </a:ext>
                </a:extLst>
              </p:cNvPr>
              <p:cNvSpPr>
                <a:spLocks noChangeShapeType="1"/>
              </p:cNvSpPr>
              <p:nvPr userDrawn="1"/>
            </p:nvSpPr>
            <p:spPr bwMode="gray">
              <a:xfrm flipH="1">
                <a:off x="3094" y="735"/>
                <a:ext cx="155"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88" name="Line 1587">
                <a:extLst>
                  <a:ext uri="{FF2B5EF4-FFF2-40B4-BE49-F238E27FC236}">
                    <a16:creationId xmlns:a16="http://schemas.microsoft.com/office/drawing/2014/main" id="{EC80ABC6-73EF-ABDE-7996-AA93E47E78DE}"/>
                  </a:ext>
                </a:extLst>
              </p:cNvPr>
              <p:cNvSpPr>
                <a:spLocks noChangeShapeType="1"/>
              </p:cNvSpPr>
              <p:nvPr userDrawn="1"/>
            </p:nvSpPr>
            <p:spPr bwMode="gray">
              <a:xfrm flipH="1">
                <a:off x="3102" y="745"/>
                <a:ext cx="149"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89" name="Freeform 1588">
                <a:extLst>
                  <a:ext uri="{FF2B5EF4-FFF2-40B4-BE49-F238E27FC236}">
                    <a16:creationId xmlns:a16="http://schemas.microsoft.com/office/drawing/2014/main" id="{377BEFEF-F3DD-2CF9-D4BB-B9F9B4E883AF}"/>
                  </a:ext>
                </a:extLst>
              </p:cNvPr>
              <p:cNvSpPr>
                <a:spLocks/>
              </p:cNvSpPr>
              <p:nvPr userDrawn="1"/>
            </p:nvSpPr>
            <p:spPr bwMode="gray">
              <a:xfrm>
                <a:off x="3081" y="808"/>
                <a:ext cx="21" cy="12"/>
              </a:xfrm>
              <a:custGeom>
                <a:avLst/>
                <a:gdLst>
                  <a:gd name="T0" fmla="*/ 21 w 21"/>
                  <a:gd name="T1" fmla="*/ 12 h 12"/>
                  <a:gd name="T2" fmla="*/ 18 w 21"/>
                  <a:gd name="T3" fmla="*/ 7 h 12"/>
                  <a:gd name="T4" fmla="*/ 13 w 21"/>
                  <a:gd name="T5" fmla="*/ 4 h 12"/>
                  <a:gd name="T6" fmla="*/ 7 w 21"/>
                  <a:gd name="T7" fmla="*/ 2 h 12"/>
                  <a:gd name="T8" fmla="*/ 0 w 2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2">
                    <a:moveTo>
                      <a:pt x="21" y="12"/>
                    </a:moveTo>
                    <a:lnTo>
                      <a:pt x="18" y="7"/>
                    </a:lnTo>
                    <a:lnTo>
                      <a:pt x="13" y="4"/>
                    </a:lnTo>
                    <a:lnTo>
                      <a:pt x="7"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90" name="Line 1589">
                <a:extLst>
                  <a:ext uri="{FF2B5EF4-FFF2-40B4-BE49-F238E27FC236}">
                    <a16:creationId xmlns:a16="http://schemas.microsoft.com/office/drawing/2014/main" id="{3BB241BB-A3E3-61B8-53AE-A48F1D014093}"/>
                  </a:ext>
                </a:extLst>
              </p:cNvPr>
              <p:cNvSpPr>
                <a:spLocks noChangeShapeType="1"/>
              </p:cNvSpPr>
              <p:nvPr userDrawn="1"/>
            </p:nvSpPr>
            <p:spPr bwMode="gray">
              <a:xfrm flipV="1">
                <a:off x="3081" y="729"/>
                <a:ext cx="160" cy="7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91" name="Freeform 1590">
                <a:extLst>
                  <a:ext uri="{FF2B5EF4-FFF2-40B4-BE49-F238E27FC236}">
                    <a16:creationId xmlns:a16="http://schemas.microsoft.com/office/drawing/2014/main" id="{7946A64B-F6AB-BF06-4D52-35BE91DEF752}"/>
                  </a:ext>
                </a:extLst>
              </p:cNvPr>
              <p:cNvSpPr>
                <a:spLocks/>
              </p:cNvSpPr>
              <p:nvPr userDrawn="1"/>
            </p:nvSpPr>
            <p:spPr bwMode="gray">
              <a:xfrm>
                <a:off x="3241" y="729"/>
                <a:ext cx="10" cy="16"/>
              </a:xfrm>
              <a:custGeom>
                <a:avLst/>
                <a:gdLst>
                  <a:gd name="T0" fmla="*/ 0 w 10"/>
                  <a:gd name="T1" fmla="*/ 0 h 16"/>
                  <a:gd name="T2" fmla="*/ 5 w 10"/>
                  <a:gd name="T3" fmla="*/ 2 h 16"/>
                  <a:gd name="T4" fmla="*/ 8 w 10"/>
                  <a:gd name="T5" fmla="*/ 6 h 16"/>
                  <a:gd name="T6" fmla="*/ 10 w 10"/>
                  <a:gd name="T7" fmla="*/ 11 h 16"/>
                  <a:gd name="T8" fmla="*/ 10 w 10"/>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6">
                    <a:moveTo>
                      <a:pt x="0" y="0"/>
                    </a:moveTo>
                    <a:lnTo>
                      <a:pt x="5" y="2"/>
                    </a:lnTo>
                    <a:lnTo>
                      <a:pt x="8" y="6"/>
                    </a:lnTo>
                    <a:lnTo>
                      <a:pt x="10" y="11"/>
                    </a:lnTo>
                    <a:lnTo>
                      <a:pt x="1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92" name="Freeform 1591">
                <a:extLst>
                  <a:ext uri="{FF2B5EF4-FFF2-40B4-BE49-F238E27FC236}">
                    <a16:creationId xmlns:a16="http://schemas.microsoft.com/office/drawing/2014/main" id="{F1FC24E1-A79A-1387-B3A3-949EDEB6BE91}"/>
                  </a:ext>
                </a:extLst>
              </p:cNvPr>
              <p:cNvSpPr>
                <a:spLocks/>
              </p:cNvSpPr>
              <p:nvPr userDrawn="1"/>
            </p:nvSpPr>
            <p:spPr bwMode="gray">
              <a:xfrm>
                <a:off x="3141" y="698"/>
                <a:ext cx="9" cy="10"/>
              </a:xfrm>
              <a:custGeom>
                <a:avLst/>
                <a:gdLst>
                  <a:gd name="T0" fmla="*/ 9 w 9"/>
                  <a:gd name="T1" fmla="*/ 10 h 10"/>
                  <a:gd name="T2" fmla="*/ 9 w 9"/>
                  <a:gd name="T3" fmla="*/ 5 h 10"/>
                  <a:gd name="T4" fmla="*/ 7 w 9"/>
                  <a:gd name="T5" fmla="*/ 2 h 10"/>
                  <a:gd name="T6" fmla="*/ 5 w 9"/>
                  <a:gd name="T7" fmla="*/ 2 h 10"/>
                  <a:gd name="T8" fmla="*/ 2 w 9"/>
                  <a:gd name="T9" fmla="*/ 0 h 10"/>
                  <a:gd name="T10" fmla="*/ 0 w 9"/>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9" y="10"/>
                    </a:moveTo>
                    <a:lnTo>
                      <a:pt x="9" y="5"/>
                    </a:lnTo>
                    <a:lnTo>
                      <a:pt x="7" y="2"/>
                    </a:lnTo>
                    <a:lnTo>
                      <a:pt x="5" y="2"/>
                    </a:lnTo>
                    <a:lnTo>
                      <a:pt x="2"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93" name="Line 1592">
                <a:extLst>
                  <a:ext uri="{FF2B5EF4-FFF2-40B4-BE49-F238E27FC236}">
                    <a16:creationId xmlns:a16="http://schemas.microsoft.com/office/drawing/2014/main" id="{624EE285-7806-E7D3-1FE2-B711004031FB}"/>
                  </a:ext>
                </a:extLst>
              </p:cNvPr>
              <p:cNvSpPr>
                <a:spLocks noChangeShapeType="1"/>
              </p:cNvSpPr>
              <p:nvPr userDrawn="1"/>
            </p:nvSpPr>
            <p:spPr bwMode="gray">
              <a:xfrm>
                <a:off x="3048" y="672"/>
                <a:ext cx="198" cy="5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94" name="Line 1593">
                <a:extLst>
                  <a:ext uri="{FF2B5EF4-FFF2-40B4-BE49-F238E27FC236}">
                    <a16:creationId xmlns:a16="http://schemas.microsoft.com/office/drawing/2014/main" id="{EC752EF4-CABB-93E6-A440-6858CAAF02A6}"/>
                  </a:ext>
                </a:extLst>
              </p:cNvPr>
              <p:cNvSpPr>
                <a:spLocks noChangeShapeType="1"/>
              </p:cNvSpPr>
              <p:nvPr userDrawn="1"/>
            </p:nvSpPr>
            <p:spPr bwMode="gray">
              <a:xfrm>
                <a:off x="3052" y="679"/>
                <a:ext cx="197"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95" name="Freeform 1594">
                <a:extLst>
                  <a:ext uri="{FF2B5EF4-FFF2-40B4-BE49-F238E27FC236}">
                    <a16:creationId xmlns:a16="http://schemas.microsoft.com/office/drawing/2014/main" id="{AD766DD0-F3B6-151C-FDC9-ED65159CF55A}"/>
                  </a:ext>
                </a:extLst>
              </p:cNvPr>
              <p:cNvSpPr>
                <a:spLocks/>
              </p:cNvSpPr>
              <p:nvPr userDrawn="1"/>
            </p:nvSpPr>
            <p:spPr bwMode="gray">
              <a:xfrm>
                <a:off x="3241" y="728"/>
                <a:ext cx="8" cy="10"/>
              </a:xfrm>
              <a:custGeom>
                <a:avLst/>
                <a:gdLst>
                  <a:gd name="T0" fmla="*/ 8 w 8"/>
                  <a:gd name="T1" fmla="*/ 10 h 10"/>
                  <a:gd name="T2" fmla="*/ 8 w 8"/>
                  <a:gd name="T3" fmla="*/ 7 h 10"/>
                  <a:gd name="T4" fmla="*/ 7 w 8"/>
                  <a:gd name="T5" fmla="*/ 3 h 10"/>
                  <a:gd name="T6" fmla="*/ 7 w 8"/>
                  <a:gd name="T7" fmla="*/ 1 h 10"/>
                  <a:gd name="T8" fmla="*/ 5 w 8"/>
                  <a:gd name="T9" fmla="*/ 0 h 10"/>
                  <a:gd name="T10" fmla="*/ 3 w 8"/>
                  <a:gd name="T11" fmla="*/ 0 h 10"/>
                  <a:gd name="T12" fmla="*/ 0 w 8"/>
                  <a:gd name="T13" fmla="*/ 1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
                    <a:moveTo>
                      <a:pt x="8" y="10"/>
                    </a:moveTo>
                    <a:lnTo>
                      <a:pt x="8" y="7"/>
                    </a:lnTo>
                    <a:lnTo>
                      <a:pt x="7" y="3"/>
                    </a:lnTo>
                    <a:lnTo>
                      <a:pt x="7" y="1"/>
                    </a:lnTo>
                    <a:lnTo>
                      <a:pt x="5" y="0"/>
                    </a:lnTo>
                    <a:lnTo>
                      <a:pt x="3" y="0"/>
                    </a:lnTo>
                    <a:lnTo>
                      <a:pt x="0"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96" name="Line 1595">
                <a:extLst>
                  <a:ext uri="{FF2B5EF4-FFF2-40B4-BE49-F238E27FC236}">
                    <a16:creationId xmlns:a16="http://schemas.microsoft.com/office/drawing/2014/main" id="{5EFD94C8-78CB-5DD6-F751-8E2A5D3DBA1E}"/>
                  </a:ext>
                </a:extLst>
              </p:cNvPr>
              <p:cNvSpPr>
                <a:spLocks noChangeShapeType="1"/>
              </p:cNvSpPr>
              <p:nvPr userDrawn="1"/>
            </p:nvSpPr>
            <p:spPr bwMode="gray">
              <a:xfrm flipH="1" flipV="1">
                <a:off x="3043" y="670"/>
                <a:ext cx="198" cy="5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97" name="Freeform 1596">
                <a:extLst>
                  <a:ext uri="{FF2B5EF4-FFF2-40B4-BE49-F238E27FC236}">
                    <a16:creationId xmlns:a16="http://schemas.microsoft.com/office/drawing/2014/main" id="{6FA9430F-01C8-2EC2-82F7-C43DFDBD79EE}"/>
                  </a:ext>
                </a:extLst>
              </p:cNvPr>
              <p:cNvSpPr>
                <a:spLocks/>
              </p:cNvSpPr>
              <p:nvPr userDrawn="1"/>
            </p:nvSpPr>
            <p:spPr bwMode="gray">
              <a:xfrm>
                <a:off x="3043" y="670"/>
                <a:ext cx="9" cy="9"/>
              </a:xfrm>
              <a:custGeom>
                <a:avLst/>
                <a:gdLst>
                  <a:gd name="T0" fmla="*/ 0 w 9"/>
                  <a:gd name="T1" fmla="*/ 0 h 9"/>
                  <a:gd name="T2" fmla="*/ 3 w 9"/>
                  <a:gd name="T3" fmla="*/ 0 h 9"/>
                  <a:gd name="T4" fmla="*/ 5 w 9"/>
                  <a:gd name="T5" fmla="*/ 0 h 9"/>
                  <a:gd name="T6" fmla="*/ 7 w 9"/>
                  <a:gd name="T7" fmla="*/ 2 h 9"/>
                  <a:gd name="T8" fmla="*/ 7 w 9"/>
                  <a:gd name="T9" fmla="*/ 3 h 9"/>
                  <a:gd name="T10" fmla="*/ 9 w 9"/>
                  <a:gd name="T11" fmla="*/ 7 h 9"/>
                  <a:gd name="T12" fmla="*/ 9 w 9"/>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9">
                    <a:moveTo>
                      <a:pt x="0" y="0"/>
                    </a:moveTo>
                    <a:lnTo>
                      <a:pt x="3" y="0"/>
                    </a:lnTo>
                    <a:lnTo>
                      <a:pt x="5" y="0"/>
                    </a:lnTo>
                    <a:lnTo>
                      <a:pt x="7" y="2"/>
                    </a:lnTo>
                    <a:lnTo>
                      <a:pt x="7" y="3"/>
                    </a:lnTo>
                    <a:lnTo>
                      <a:pt x="9" y="7"/>
                    </a:lnTo>
                    <a:lnTo>
                      <a:pt x="9"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98" name="Freeform 1597">
                <a:extLst>
                  <a:ext uri="{FF2B5EF4-FFF2-40B4-BE49-F238E27FC236}">
                    <a16:creationId xmlns:a16="http://schemas.microsoft.com/office/drawing/2014/main" id="{B96D346F-92CD-D12C-8599-1C19037B48CD}"/>
                  </a:ext>
                </a:extLst>
              </p:cNvPr>
              <p:cNvSpPr>
                <a:spLocks/>
              </p:cNvSpPr>
              <p:nvPr userDrawn="1"/>
            </p:nvSpPr>
            <p:spPr bwMode="gray">
              <a:xfrm>
                <a:off x="2630" y="948"/>
                <a:ext cx="9" cy="18"/>
              </a:xfrm>
              <a:custGeom>
                <a:avLst/>
                <a:gdLst>
                  <a:gd name="T0" fmla="*/ 9 w 9"/>
                  <a:gd name="T1" fmla="*/ 0 h 18"/>
                  <a:gd name="T2" fmla="*/ 5 w 9"/>
                  <a:gd name="T3" fmla="*/ 2 h 18"/>
                  <a:gd name="T4" fmla="*/ 2 w 9"/>
                  <a:gd name="T5" fmla="*/ 7 h 18"/>
                  <a:gd name="T6" fmla="*/ 0 w 9"/>
                  <a:gd name="T7" fmla="*/ 12 h 18"/>
                  <a:gd name="T8" fmla="*/ 0 w 9"/>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9" y="0"/>
                    </a:moveTo>
                    <a:lnTo>
                      <a:pt x="5" y="2"/>
                    </a:lnTo>
                    <a:lnTo>
                      <a:pt x="2" y="7"/>
                    </a:lnTo>
                    <a:lnTo>
                      <a:pt x="0" y="12"/>
                    </a:lnTo>
                    <a:lnTo>
                      <a:pt x="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99" name="Line 1598">
                <a:extLst>
                  <a:ext uri="{FF2B5EF4-FFF2-40B4-BE49-F238E27FC236}">
                    <a16:creationId xmlns:a16="http://schemas.microsoft.com/office/drawing/2014/main" id="{28F9FCED-7E47-82C4-5611-5355750942D9}"/>
                  </a:ext>
                </a:extLst>
              </p:cNvPr>
              <p:cNvSpPr>
                <a:spLocks noChangeShapeType="1"/>
              </p:cNvSpPr>
              <p:nvPr userDrawn="1"/>
            </p:nvSpPr>
            <p:spPr bwMode="gray">
              <a:xfrm>
                <a:off x="2532" y="922"/>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00" name="Line 1599">
                <a:extLst>
                  <a:ext uri="{FF2B5EF4-FFF2-40B4-BE49-F238E27FC236}">
                    <a16:creationId xmlns:a16="http://schemas.microsoft.com/office/drawing/2014/main" id="{C84DA615-8123-3745-4B2F-FE47D68AD60C}"/>
                  </a:ext>
                </a:extLst>
              </p:cNvPr>
              <p:cNvSpPr>
                <a:spLocks noChangeShapeType="1"/>
              </p:cNvSpPr>
              <p:nvPr userDrawn="1"/>
            </p:nvSpPr>
            <p:spPr bwMode="gray">
              <a:xfrm>
                <a:off x="2539" y="915"/>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01" name="Freeform 1600">
                <a:extLst>
                  <a:ext uri="{FF2B5EF4-FFF2-40B4-BE49-F238E27FC236}">
                    <a16:creationId xmlns:a16="http://schemas.microsoft.com/office/drawing/2014/main" id="{426C200A-5799-2835-C46C-9D0B28D0A5FE}"/>
                  </a:ext>
                </a:extLst>
              </p:cNvPr>
              <p:cNvSpPr>
                <a:spLocks/>
              </p:cNvSpPr>
              <p:nvPr userDrawn="1"/>
            </p:nvSpPr>
            <p:spPr bwMode="gray">
              <a:xfrm>
                <a:off x="2732" y="980"/>
                <a:ext cx="4" cy="17"/>
              </a:xfrm>
              <a:custGeom>
                <a:avLst/>
                <a:gdLst>
                  <a:gd name="T0" fmla="*/ 1 w 8"/>
                  <a:gd name="T1" fmla="*/ 0 h 17"/>
                  <a:gd name="T2" fmla="*/ 1 w 8"/>
                  <a:gd name="T3" fmla="*/ 3 h 17"/>
                  <a:gd name="T4" fmla="*/ 1 w 8"/>
                  <a:gd name="T5" fmla="*/ 8 h 17"/>
                  <a:gd name="T6" fmla="*/ 0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5" y="3"/>
                    </a:lnTo>
                    <a:lnTo>
                      <a:pt x="1" y="8"/>
                    </a:lnTo>
                    <a:lnTo>
                      <a:pt x="0"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02" name="Line 1601">
                <a:extLst>
                  <a:ext uri="{FF2B5EF4-FFF2-40B4-BE49-F238E27FC236}">
                    <a16:creationId xmlns:a16="http://schemas.microsoft.com/office/drawing/2014/main" id="{7B73231D-2C5C-7F57-D724-94F930A96089}"/>
                  </a:ext>
                </a:extLst>
              </p:cNvPr>
              <p:cNvSpPr>
                <a:spLocks noChangeShapeType="1"/>
              </p:cNvSpPr>
              <p:nvPr userDrawn="1"/>
            </p:nvSpPr>
            <p:spPr bwMode="gray">
              <a:xfrm flipH="1" flipV="1">
                <a:off x="2530" y="934"/>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03" name="Freeform 1602">
                <a:extLst>
                  <a:ext uri="{FF2B5EF4-FFF2-40B4-BE49-F238E27FC236}">
                    <a16:creationId xmlns:a16="http://schemas.microsoft.com/office/drawing/2014/main" id="{2374A5D8-21A7-B923-6B42-BB7BE77127CA}"/>
                  </a:ext>
                </a:extLst>
              </p:cNvPr>
              <p:cNvSpPr>
                <a:spLocks/>
              </p:cNvSpPr>
              <p:nvPr userDrawn="1"/>
            </p:nvSpPr>
            <p:spPr bwMode="gray">
              <a:xfrm>
                <a:off x="2530" y="915"/>
                <a:ext cx="9" cy="19"/>
              </a:xfrm>
              <a:custGeom>
                <a:avLst/>
                <a:gdLst>
                  <a:gd name="T0" fmla="*/ 0 w 9"/>
                  <a:gd name="T1" fmla="*/ 19 h 19"/>
                  <a:gd name="T2" fmla="*/ 0 w 9"/>
                  <a:gd name="T3" fmla="*/ 14 h 19"/>
                  <a:gd name="T4" fmla="*/ 2 w 9"/>
                  <a:gd name="T5" fmla="*/ 9 h 19"/>
                  <a:gd name="T6" fmla="*/ 6 w 9"/>
                  <a:gd name="T7" fmla="*/ 3 h 19"/>
                  <a:gd name="T8" fmla="*/ 9 w 9"/>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9">
                    <a:moveTo>
                      <a:pt x="0" y="19"/>
                    </a:moveTo>
                    <a:lnTo>
                      <a:pt x="0" y="14"/>
                    </a:lnTo>
                    <a:lnTo>
                      <a:pt x="2" y="9"/>
                    </a:lnTo>
                    <a:lnTo>
                      <a:pt x="6"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04" name="Line 1603">
                <a:extLst>
                  <a:ext uri="{FF2B5EF4-FFF2-40B4-BE49-F238E27FC236}">
                    <a16:creationId xmlns:a16="http://schemas.microsoft.com/office/drawing/2014/main" id="{F127E64F-C94C-39B8-0390-D5614ACEB1C6}"/>
                  </a:ext>
                </a:extLst>
              </p:cNvPr>
              <p:cNvSpPr>
                <a:spLocks noChangeShapeType="1"/>
              </p:cNvSpPr>
              <p:nvPr userDrawn="1"/>
            </p:nvSpPr>
            <p:spPr bwMode="gray">
              <a:xfrm flipH="1" flipV="1">
                <a:off x="2503" y="1016"/>
                <a:ext cx="22" cy="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05" name="Line 1604">
                <a:extLst>
                  <a:ext uri="{FF2B5EF4-FFF2-40B4-BE49-F238E27FC236}">
                    <a16:creationId xmlns:a16="http://schemas.microsoft.com/office/drawing/2014/main" id="{4ABCF89A-9B66-ED22-E910-4DA72C26FD92}"/>
                  </a:ext>
                </a:extLst>
              </p:cNvPr>
              <p:cNvSpPr>
                <a:spLocks noChangeShapeType="1"/>
              </p:cNvSpPr>
              <p:nvPr userDrawn="1"/>
            </p:nvSpPr>
            <p:spPr bwMode="gray">
              <a:xfrm flipH="1" flipV="1">
                <a:off x="2496" y="1008"/>
                <a:ext cx="30" cy="1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06" name="Freeform 1605">
                <a:extLst>
                  <a:ext uri="{FF2B5EF4-FFF2-40B4-BE49-F238E27FC236}">
                    <a16:creationId xmlns:a16="http://schemas.microsoft.com/office/drawing/2014/main" id="{6D5BF19F-F131-EA5D-FC10-B795658F5E7E}"/>
                  </a:ext>
                </a:extLst>
              </p:cNvPr>
              <p:cNvSpPr>
                <a:spLocks/>
              </p:cNvSpPr>
              <p:nvPr userDrawn="1"/>
            </p:nvSpPr>
            <p:spPr bwMode="gray">
              <a:xfrm>
                <a:off x="2496" y="1008"/>
                <a:ext cx="8" cy="8"/>
              </a:xfrm>
              <a:custGeom>
                <a:avLst/>
                <a:gdLst>
                  <a:gd name="T0" fmla="*/ 0 w 8"/>
                  <a:gd name="T1" fmla="*/ 0 h 8"/>
                  <a:gd name="T2" fmla="*/ 0 w 8"/>
                  <a:gd name="T3" fmla="*/ 3 h 8"/>
                  <a:gd name="T4" fmla="*/ 1 w 8"/>
                  <a:gd name="T5" fmla="*/ 7 h 8"/>
                  <a:gd name="T6" fmla="*/ 3 w 8"/>
                  <a:gd name="T7" fmla="*/ 8 h 8"/>
                  <a:gd name="T8" fmla="*/ 5 w 8"/>
                  <a:gd name="T9" fmla="*/ 8 h 8"/>
                  <a:gd name="T10" fmla="*/ 8 w 8"/>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8">
                    <a:moveTo>
                      <a:pt x="0" y="0"/>
                    </a:moveTo>
                    <a:lnTo>
                      <a:pt x="0" y="3"/>
                    </a:lnTo>
                    <a:lnTo>
                      <a:pt x="1" y="7"/>
                    </a:lnTo>
                    <a:lnTo>
                      <a:pt x="3" y="8"/>
                    </a:lnTo>
                    <a:lnTo>
                      <a:pt x="5" y="8"/>
                    </a:lnTo>
                    <a:lnTo>
                      <a:pt x="8"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07" name="Freeform 1606">
                <a:extLst>
                  <a:ext uri="{FF2B5EF4-FFF2-40B4-BE49-F238E27FC236}">
                    <a16:creationId xmlns:a16="http://schemas.microsoft.com/office/drawing/2014/main" id="{46331765-E287-1F21-7CD8-5F1D3DAD0AC9}"/>
                  </a:ext>
                </a:extLst>
              </p:cNvPr>
              <p:cNvSpPr>
                <a:spLocks/>
              </p:cNvSpPr>
              <p:nvPr userDrawn="1"/>
            </p:nvSpPr>
            <p:spPr bwMode="gray">
              <a:xfrm>
                <a:off x="2490" y="885"/>
                <a:ext cx="4" cy="9"/>
              </a:xfrm>
              <a:custGeom>
                <a:avLst/>
                <a:gdLst>
                  <a:gd name="T0" fmla="*/ 4 w 4"/>
                  <a:gd name="T1" fmla="*/ 9 h 9"/>
                  <a:gd name="T2" fmla="*/ 2 w 4"/>
                  <a:gd name="T3" fmla="*/ 7 h 9"/>
                  <a:gd name="T4" fmla="*/ 0 w 4"/>
                  <a:gd name="T5" fmla="*/ 5 h 9"/>
                  <a:gd name="T6" fmla="*/ 0 w 4"/>
                  <a:gd name="T7" fmla="*/ 4 h 9"/>
                  <a:gd name="T8" fmla="*/ 2 w 4"/>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4" y="9"/>
                    </a:moveTo>
                    <a:lnTo>
                      <a:pt x="2" y="7"/>
                    </a:lnTo>
                    <a:lnTo>
                      <a:pt x="0" y="5"/>
                    </a:lnTo>
                    <a:lnTo>
                      <a:pt x="0" y="4"/>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08" name="Line 1607">
                <a:extLst>
                  <a:ext uri="{FF2B5EF4-FFF2-40B4-BE49-F238E27FC236}">
                    <a16:creationId xmlns:a16="http://schemas.microsoft.com/office/drawing/2014/main" id="{F83B6D9E-3826-2B1E-FBE1-A2601A4B845F}"/>
                  </a:ext>
                </a:extLst>
              </p:cNvPr>
              <p:cNvSpPr>
                <a:spLocks noChangeShapeType="1"/>
              </p:cNvSpPr>
              <p:nvPr userDrawn="1"/>
            </p:nvSpPr>
            <p:spPr bwMode="gray">
              <a:xfrm flipH="1" flipV="1">
                <a:off x="2489" y="775"/>
                <a:ext cx="1" cy="22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09" name="Line 1608">
                <a:extLst>
                  <a:ext uri="{FF2B5EF4-FFF2-40B4-BE49-F238E27FC236}">
                    <a16:creationId xmlns:a16="http://schemas.microsoft.com/office/drawing/2014/main" id="{1FB993B7-EC9A-E374-2198-D39F571E8645}"/>
                  </a:ext>
                </a:extLst>
              </p:cNvPr>
              <p:cNvSpPr>
                <a:spLocks noChangeShapeType="1"/>
              </p:cNvSpPr>
              <p:nvPr userDrawn="1"/>
            </p:nvSpPr>
            <p:spPr bwMode="gray">
              <a:xfrm flipH="1" flipV="1">
                <a:off x="2494" y="778"/>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10" name="Freeform 1609">
                <a:extLst>
                  <a:ext uri="{FF2B5EF4-FFF2-40B4-BE49-F238E27FC236}">
                    <a16:creationId xmlns:a16="http://schemas.microsoft.com/office/drawing/2014/main" id="{7D33EAE0-3FEF-55AE-9F6F-FCBB17D6F917}"/>
                  </a:ext>
                </a:extLst>
              </p:cNvPr>
              <p:cNvSpPr>
                <a:spLocks/>
              </p:cNvSpPr>
              <p:nvPr userDrawn="1"/>
            </p:nvSpPr>
            <p:spPr bwMode="gray">
              <a:xfrm>
                <a:off x="2489" y="771"/>
                <a:ext cx="4" cy="4"/>
              </a:xfrm>
              <a:custGeom>
                <a:avLst/>
                <a:gdLst>
                  <a:gd name="T0" fmla="*/ 2 w 5"/>
                  <a:gd name="T1" fmla="*/ 1 h 7"/>
                  <a:gd name="T2" fmla="*/ 1 w 5"/>
                  <a:gd name="T3" fmla="*/ 1 h 7"/>
                  <a:gd name="T4" fmla="*/ 0 w 5"/>
                  <a:gd name="T5" fmla="*/ 1 h 7"/>
                  <a:gd name="T6" fmla="*/ 0 w 5"/>
                  <a:gd name="T7" fmla="*/ 1 h 7"/>
                  <a:gd name="T8" fmla="*/ 2 w 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5" y="7"/>
                    </a:moveTo>
                    <a:lnTo>
                      <a:pt x="1" y="6"/>
                    </a:lnTo>
                    <a:lnTo>
                      <a:pt x="0" y="4"/>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11" name="Line 1610">
                <a:extLst>
                  <a:ext uri="{FF2B5EF4-FFF2-40B4-BE49-F238E27FC236}">
                    <a16:creationId xmlns:a16="http://schemas.microsoft.com/office/drawing/2014/main" id="{B4C108B0-754A-9FA7-7864-05F0B3E59896}"/>
                  </a:ext>
                </a:extLst>
              </p:cNvPr>
              <p:cNvSpPr>
                <a:spLocks noChangeShapeType="1"/>
              </p:cNvSpPr>
              <p:nvPr userDrawn="1"/>
            </p:nvSpPr>
            <p:spPr bwMode="gray">
              <a:xfrm>
                <a:off x="2492" y="771"/>
                <a:ext cx="2"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12" name="Freeform 1611">
                <a:extLst>
                  <a:ext uri="{FF2B5EF4-FFF2-40B4-BE49-F238E27FC236}">
                    <a16:creationId xmlns:a16="http://schemas.microsoft.com/office/drawing/2014/main" id="{826E40A0-0F3B-5ED4-C24D-C839CA78C39D}"/>
                  </a:ext>
                </a:extLst>
              </p:cNvPr>
              <p:cNvSpPr>
                <a:spLocks/>
              </p:cNvSpPr>
              <p:nvPr userDrawn="1"/>
            </p:nvSpPr>
            <p:spPr bwMode="gray">
              <a:xfrm>
                <a:off x="2492" y="1001"/>
                <a:ext cx="4" cy="7"/>
              </a:xfrm>
              <a:custGeom>
                <a:avLst/>
                <a:gdLst>
                  <a:gd name="T0" fmla="*/ 4 w 4"/>
                  <a:gd name="T1" fmla="*/ 7 h 7"/>
                  <a:gd name="T2" fmla="*/ 2 w 4"/>
                  <a:gd name="T3" fmla="*/ 5 h 7"/>
                  <a:gd name="T4" fmla="*/ 0 w 4"/>
                  <a:gd name="T5" fmla="*/ 3 h 7"/>
                  <a:gd name="T6" fmla="*/ 0 w 4"/>
                  <a:gd name="T7" fmla="*/ 1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5"/>
                    </a:lnTo>
                    <a:lnTo>
                      <a:pt x="0" y="3"/>
                    </a:lnTo>
                    <a:lnTo>
                      <a:pt x="0" y="1"/>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13" name="Freeform 1612">
                <a:extLst>
                  <a:ext uri="{FF2B5EF4-FFF2-40B4-BE49-F238E27FC236}">
                    <a16:creationId xmlns:a16="http://schemas.microsoft.com/office/drawing/2014/main" id="{D682AA9A-C111-4B6B-3908-DC94E9F8B215}"/>
                  </a:ext>
                </a:extLst>
              </p:cNvPr>
              <p:cNvSpPr>
                <a:spLocks/>
              </p:cNvSpPr>
              <p:nvPr userDrawn="1"/>
            </p:nvSpPr>
            <p:spPr bwMode="gray">
              <a:xfrm>
                <a:off x="2590" y="791"/>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14" name="Line 1613">
                <a:extLst>
                  <a:ext uri="{FF2B5EF4-FFF2-40B4-BE49-F238E27FC236}">
                    <a16:creationId xmlns:a16="http://schemas.microsoft.com/office/drawing/2014/main" id="{85E13C87-4F0F-53E0-511A-4D2BE52E969A}"/>
                  </a:ext>
                </a:extLst>
              </p:cNvPr>
              <p:cNvSpPr>
                <a:spLocks noChangeShapeType="1"/>
              </p:cNvSpPr>
              <p:nvPr userDrawn="1"/>
            </p:nvSpPr>
            <p:spPr bwMode="gray">
              <a:xfrm>
                <a:off x="2496" y="768"/>
                <a:ext cx="201"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15" name="Line 1614">
                <a:extLst>
                  <a:ext uri="{FF2B5EF4-FFF2-40B4-BE49-F238E27FC236}">
                    <a16:creationId xmlns:a16="http://schemas.microsoft.com/office/drawing/2014/main" id="{8FACE8D7-4531-3C4A-5ECC-C8575EED491E}"/>
                  </a:ext>
                </a:extLst>
              </p:cNvPr>
              <p:cNvSpPr>
                <a:spLocks noChangeShapeType="1"/>
              </p:cNvSpPr>
              <p:nvPr userDrawn="1"/>
            </p:nvSpPr>
            <p:spPr bwMode="gray">
              <a:xfrm>
                <a:off x="2494" y="778"/>
                <a:ext cx="19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16" name="Freeform 1615">
                <a:extLst>
                  <a:ext uri="{FF2B5EF4-FFF2-40B4-BE49-F238E27FC236}">
                    <a16:creationId xmlns:a16="http://schemas.microsoft.com/office/drawing/2014/main" id="{2021F843-4211-7514-BEDD-6DF40777D2C1}"/>
                  </a:ext>
                </a:extLst>
              </p:cNvPr>
              <p:cNvSpPr>
                <a:spLocks/>
              </p:cNvSpPr>
              <p:nvPr userDrawn="1"/>
            </p:nvSpPr>
            <p:spPr bwMode="gray">
              <a:xfrm>
                <a:off x="2688" y="826"/>
                <a:ext cx="22" cy="14"/>
              </a:xfrm>
              <a:custGeom>
                <a:avLst/>
                <a:gdLst>
                  <a:gd name="T0" fmla="*/ 0 w 19"/>
                  <a:gd name="T1" fmla="*/ 14 h 14"/>
                  <a:gd name="T2" fmla="*/ 3 w 19"/>
                  <a:gd name="T3" fmla="*/ 8 h 14"/>
                  <a:gd name="T4" fmla="*/ 108 w 19"/>
                  <a:gd name="T5" fmla="*/ 3 h 14"/>
                  <a:gd name="T6" fmla="*/ 168 w 19"/>
                  <a:gd name="T7" fmla="*/ 1 h 14"/>
                  <a:gd name="T8" fmla="*/ 226 w 1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4">
                    <a:moveTo>
                      <a:pt x="0" y="14"/>
                    </a:moveTo>
                    <a:lnTo>
                      <a:pt x="3" y="8"/>
                    </a:lnTo>
                    <a:lnTo>
                      <a:pt x="9" y="3"/>
                    </a:lnTo>
                    <a:lnTo>
                      <a:pt x="14" y="1"/>
                    </a:lnTo>
                    <a:lnTo>
                      <a:pt x="1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17" name="Line 1616">
                <a:extLst>
                  <a:ext uri="{FF2B5EF4-FFF2-40B4-BE49-F238E27FC236}">
                    <a16:creationId xmlns:a16="http://schemas.microsoft.com/office/drawing/2014/main" id="{62F8F2E7-5427-4609-4ADD-21240F18A38B}"/>
                  </a:ext>
                </a:extLst>
              </p:cNvPr>
              <p:cNvSpPr>
                <a:spLocks noChangeShapeType="1"/>
              </p:cNvSpPr>
              <p:nvPr userDrawn="1"/>
            </p:nvSpPr>
            <p:spPr bwMode="gray">
              <a:xfrm flipH="1" flipV="1">
                <a:off x="2503" y="761"/>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18" name="Freeform 1617">
                <a:extLst>
                  <a:ext uri="{FF2B5EF4-FFF2-40B4-BE49-F238E27FC236}">
                    <a16:creationId xmlns:a16="http://schemas.microsoft.com/office/drawing/2014/main" id="{2EA8AB95-AEED-5993-5F4B-E2E5FAB84401}"/>
                  </a:ext>
                </a:extLst>
              </p:cNvPr>
              <p:cNvSpPr>
                <a:spLocks/>
              </p:cNvSpPr>
              <p:nvPr userDrawn="1"/>
            </p:nvSpPr>
            <p:spPr bwMode="gray">
              <a:xfrm>
                <a:off x="2494" y="761"/>
                <a:ext cx="9" cy="17"/>
              </a:xfrm>
              <a:custGeom>
                <a:avLst/>
                <a:gdLst>
                  <a:gd name="T0" fmla="*/ 9 w 9"/>
                  <a:gd name="T1" fmla="*/ 0 h 17"/>
                  <a:gd name="T2" fmla="*/ 3 w 9"/>
                  <a:gd name="T3" fmla="*/ 3 h 17"/>
                  <a:gd name="T4" fmla="*/ 2 w 9"/>
                  <a:gd name="T5" fmla="*/ 9 h 17"/>
                  <a:gd name="T6" fmla="*/ 0 w 9"/>
                  <a:gd name="T7" fmla="*/ 12 h 17"/>
                  <a:gd name="T8" fmla="*/ 0 w 9"/>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9" y="0"/>
                    </a:moveTo>
                    <a:lnTo>
                      <a:pt x="3" y="3"/>
                    </a:lnTo>
                    <a:lnTo>
                      <a:pt x="2" y="9"/>
                    </a:lnTo>
                    <a:lnTo>
                      <a:pt x="0" y="12"/>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19" name="Freeform 1618">
                <a:extLst>
                  <a:ext uri="{FF2B5EF4-FFF2-40B4-BE49-F238E27FC236}">
                    <a16:creationId xmlns:a16="http://schemas.microsoft.com/office/drawing/2014/main" id="{C20454D7-EFEB-4587-1D82-F1789EDFAC77}"/>
                  </a:ext>
                </a:extLst>
              </p:cNvPr>
              <p:cNvSpPr>
                <a:spLocks/>
              </p:cNvSpPr>
              <p:nvPr userDrawn="1"/>
            </p:nvSpPr>
            <p:spPr bwMode="gray">
              <a:xfrm>
                <a:off x="3034" y="929"/>
                <a:ext cx="9" cy="17"/>
              </a:xfrm>
              <a:custGeom>
                <a:avLst/>
                <a:gdLst>
                  <a:gd name="T0" fmla="*/ 0 w 9"/>
                  <a:gd name="T1" fmla="*/ 17 h 17"/>
                  <a:gd name="T2" fmla="*/ 2 w 9"/>
                  <a:gd name="T3" fmla="*/ 12 h 17"/>
                  <a:gd name="T4" fmla="*/ 4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2" y="12"/>
                    </a:lnTo>
                    <a:lnTo>
                      <a:pt x="4"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20" name="Line 1619">
                <a:extLst>
                  <a:ext uri="{FF2B5EF4-FFF2-40B4-BE49-F238E27FC236}">
                    <a16:creationId xmlns:a16="http://schemas.microsoft.com/office/drawing/2014/main" id="{59B0AF24-BF61-9FCE-DFEA-BE7D4C35CE42}"/>
                  </a:ext>
                </a:extLst>
              </p:cNvPr>
              <p:cNvSpPr>
                <a:spLocks noChangeShapeType="1"/>
              </p:cNvSpPr>
              <p:nvPr userDrawn="1"/>
            </p:nvSpPr>
            <p:spPr bwMode="gray">
              <a:xfrm>
                <a:off x="2929" y="903"/>
                <a:ext cx="213" cy="6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21" name="Line 1620">
                <a:extLst>
                  <a:ext uri="{FF2B5EF4-FFF2-40B4-BE49-F238E27FC236}">
                    <a16:creationId xmlns:a16="http://schemas.microsoft.com/office/drawing/2014/main" id="{7AF1D959-2188-5A8D-9E87-0D200A17ECED}"/>
                  </a:ext>
                </a:extLst>
              </p:cNvPr>
              <p:cNvSpPr>
                <a:spLocks noChangeShapeType="1"/>
              </p:cNvSpPr>
              <p:nvPr userDrawn="1"/>
            </p:nvSpPr>
            <p:spPr bwMode="gray">
              <a:xfrm>
                <a:off x="2933" y="915"/>
                <a:ext cx="204"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22" name="Freeform 1621">
                <a:extLst>
                  <a:ext uri="{FF2B5EF4-FFF2-40B4-BE49-F238E27FC236}">
                    <a16:creationId xmlns:a16="http://schemas.microsoft.com/office/drawing/2014/main" id="{CC602EC0-1415-9B40-7138-0CEA94D6844E}"/>
                  </a:ext>
                </a:extLst>
              </p:cNvPr>
              <p:cNvSpPr>
                <a:spLocks/>
              </p:cNvSpPr>
              <p:nvPr userDrawn="1"/>
            </p:nvSpPr>
            <p:spPr bwMode="gray">
              <a:xfrm>
                <a:off x="3137" y="960"/>
                <a:ext cx="9" cy="22"/>
              </a:xfrm>
              <a:custGeom>
                <a:avLst/>
                <a:gdLst>
                  <a:gd name="T0" fmla="*/ 0 w 9"/>
                  <a:gd name="T1" fmla="*/ 101 h 20"/>
                  <a:gd name="T2" fmla="*/ 2 w 9"/>
                  <a:gd name="T3" fmla="*/ 74 h 20"/>
                  <a:gd name="T4" fmla="*/ 4 w 9"/>
                  <a:gd name="T5" fmla="*/ 45 h 20"/>
                  <a:gd name="T6" fmla="*/ 6 w 9"/>
                  <a:gd name="T7" fmla="*/ 4 h 20"/>
                  <a:gd name="T8" fmla="*/ 9 w 9"/>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20">
                    <a:moveTo>
                      <a:pt x="0" y="20"/>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23" name="Line 1622">
                <a:extLst>
                  <a:ext uri="{FF2B5EF4-FFF2-40B4-BE49-F238E27FC236}">
                    <a16:creationId xmlns:a16="http://schemas.microsoft.com/office/drawing/2014/main" id="{C2E8BEF4-7A48-5561-9726-0B4B62786BA1}"/>
                  </a:ext>
                </a:extLst>
              </p:cNvPr>
              <p:cNvSpPr>
                <a:spLocks noChangeShapeType="1"/>
              </p:cNvSpPr>
              <p:nvPr userDrawn="1"/>
            </p:nvSpPr>
            <p:spPr bwMode="gray">
              <a:xfrm flipH="1" flipV="1">
                <a:off x="2929" y="894"/>
                <a:ext cx="21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24" name="Freeform 1623">
                <a:extLst>
                  <a:ext uri="{FF2B5EF4-FFF2-40B4-BE49-F238E27FC236}">
                    <a16:creationId xmlns:a16="http://schemas.microsoft.com/office/drawing/2014/main" id="{32047164-8403-0265-A0A7-25E6858192BA}"/>
                  </a:ext>
                </a:extLst>
              </p:cNvPr>
              <p:cNvSpPr>
                <a:spLocks/>
              </p:cNvSpPr>
              <p:nvPr userDrawn="1"/>
            </p:nvSpPr>
            <p:spPr bwMode="gray">
              <a:xfrm>
                <a:off x="2929" y="894"/>
                <a:ext cx="4" cy="21"/>
              </a:xfrm>
              <a:custGeom>
                <a:avLst/>
                <a:gdLst>
                  <a:gd name="T0" fmla="*/ 4 w 4"/>
                  <a:gd name="T1" fmla="*/ 21 h 21"/>
                  <a:gd name="T2" fmla="*/ 0 w 4"/>
                  <a:gd name="T3" fmla="*/ 14 h 21"/>
                  <a:gd name="T4" fmla="*/ 0 w 4"/>
                  <a:gd name="T5" fmla="*/ 7 h 21"/>
                  <a:gd name="T6" fmla="*/ 0 w 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1">
                    <a:moveTo>
                      <a:pt x="4" y="21"/>
                    </a:moveTo>
                    <a:lnTo>
                      <a:pt x="0" y="14"/>
                    </a:lnTo>
                    <a:lnTo>
                      <a:pt x="0" y="7"/>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25" name="Freeform 1624">
                <a:extLst>
                  <a:ext uri="{FF2B5EF4-FFF2-40B4-BE49-F238E27FC236}">
                    <a16:creationId xmlns:a16="http://schemas.microsoft.com/office/drawing/2014/main" id="{9A87A9BD-2057-D1ED-91C1-4C6DEABBA129}"/>
                  </a:ext>
                </a:extLst>
              </p:cNvPr>
              <p:cNvSpPr>
                <a:spLocks/>
              </p:cNvSpPr>
              <p:nvPr userDrawn="1"/>
            </p:nvSpPr>
            <p:spPr bwMode="gray">
              <a:xfrm>
                <a:off x="3136" y="1097"/>
                <a:ext cx="21" cy="1"/>
              </a:xfrm>
              <a:custGeom>
                <a:avLst/>
                <a:gdLst>
                  <a:gd name="T0" fmla="*/ 0 w 21"/>
                  <a:gd name="T1" fmla="*/ 0 h 1"/>
                  <a:gd name="T2" fmla="*/ 5 w 21"/>
                  <a:gd name="T3" fmla="*/ 1 h 1"/>
                  <a:gd name="T4" fmla="*/ 10 w 21"/>
                  <a:gd name="T5" fmla="*/ 1 h 1"/>
                  <a:gd name="T6" fmla="*/ 15 w 21"/>
                  <a:gd name="T7" fmla="*/ 1 h 1"/>
                  <a:gd name="T8" fmla="*/ 21 w 2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1">
                    <a:moveTo>
                      <a:pt x="0" y="0"/>
                    </a:moveTo>
                    <a:lnTo>
                      <a:pt x="5" y="1"/>
                    </a:lnTo>
                    <a:lnTo>
                      <a:pt x="10" y="1"/>
                    </a:lnTo>
                    <a:lnTo>
                      <a:pt x="15" y="1"/>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26" name="Line 1625">
                <a:extLst>
                  <a:ext uri="{FF2B5EF4-FFF2-40B4-BE49-F238E27FC236}">
                    <a16:creationId xmlns:a16="http://schemas.microsoft.com/office/drawing/2014/main" id="{C4FCF7D0-DF24-8589-CBE9-A8AF704BD4C8}"/>
                  </a:ext>
                </a:extLst>
              </p:cNvPr>
              <p:cNvSpPr>
                <a:spLocks noChangeShapeType="1"/>
              </p:cNvSpPr>
              <p:nvPr userDrawn="1"/>
            </p:nvSpPr>
            <p:spPr bwMode="gray">
              <a:xfrm flipH="1">
                <a:off x="3144" y="980"/>
                <a:ext cx="4"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27" name="Line 1626">
                <a:extLst>
                  <a:ext uri="{FF2B5EF4-FFF2-40B4-BE49-F238E27FC236}">
                    <a16:creationId xmlns:a16="http://schemas.microsoft.com/office/drawing/2014/main" id="{306770F4-9CC0-6971-226C-2BB7448838DD}"/>
                  </a:ext>
                </a:extLst>
              </p:cNvPr>
              <p:cNvSpPr>
                <a:spLocks noChangeShapeType="1"/>
              </p:cNvSpPr>
              <p:nvPr userDrawn="1"/>
            </p:nvSpPr>
            <p:spPr bwMode="gray">
              <a:xfrm flipH="1">
                <a:off x="3134" y="980"/>
                <a:ext cx="3" cy="23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28" name="Freeform 1627">
                <a:extLst>
                  <a:ext uri="{FF2B5EF4-FFF2-40B4-BE49-F238E27FC236}">
                    <a16:creationId xmlns:a16="http://schemas.microsoft.com/office/drawing/2014/main" id="{98CB3FB5-81DD-241E-D680-5711260F98FF}"/>
                  </a:ext>
                </a:extLst>
              </p:cNvPr>
              <p:cNvSpPr>
                <a:spLocks/>
              </p:cNvSpPr>
              <p:nvPr userDrawn="1"/>
            </p:nvSpPr>
            <p:spPr bwMode="gray">
              <a:xfrm>
                <a:off x="3134" y="1214"/>
                <a:ext cx="21" cy="3"/>
              </a:xfrm>
              <a:custGeom>
                <a:avLst/>
                <a:gdLst>
                  <a:gd name="T0" fmla="*/ 0 w 21"/>
                  <a:gd name="T1" fmla="*/ 2 h 3"/>
                  <a:gd name="T2" fmla="*/ 5 w 21"/>
                  <a:gd name="T3" fmla="*/ 3 h 3"/>
                  <a:gd name="T4" fmla="*/ 10 w 21"/>
                  <a:gd name="T5" fmla="*/ 3 h 3"/>
                  <a:gd name="T6" fmla="*/ 16 w 21"/>
                  <a:gd name="T7" fmla="*/ 2 h 3"/>
                  <a:gd name="T8" fmla="*/ 21 w 21"/>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0" y="2"/>
                    </a:moveTo>
                    <a:lnTo>
                      <a:pt x="5" y="3"/>
                    </a:lnTo>
                    <a:lnTo>
                      <a:pt x="10" y="3"/>
                    </a:lnTo>
                    <a:lnTo>
                      <a:pt x="16" y="2"/>
                    </a:lnTo>
                    <a:lnTo>
                      <a:pt x="2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29" name="Line 1628">
                <a:extLst>
                  <a:ext uri="{FF2B5EF4-FFF2-40B4-BE49-F238E27FC236}">
                    <a16:creationId xmlns:a16="http://schemas.microsoft.com/office/drawing/2014/main" id="{CC0788EA-7A67-89DF-5BE0-790F56839546}"/>
                  </a:ext>
                </a:extLst>
              </p:cNvPr>
              <p:cNvSpPr>
                <a:spLocks noChangeShapeType="1"/>
              </p:cNvSpPr>
              <p:nvPr userDrawn="1"/>
            </p:nvSpPr>
            <p:spPr bwMode="gray">
              <a:xfrm flipV="1">
                <a:off x="3155" y="978"/>
                <a:ext cx="4" cy="2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30" name="Freeform 1629">
                <a:extLst>
                  <a:ext uri="{FF2B5EF4-FFF2-40B4-BE49-F238E27FC236}">
                    <a16:creationId xmlns:a16="http://schemas.microsoft.com/office/drawing/2014/main" id="{530AE0BD-4D25-ECCC-AFE9-220B72531E27}"/>
                  </a:ext>
                </a:extLst>
              </p:cNvPr>
              <p:cNvSpPr>
                <a:spLocks/>
              </p:cNvSpPr>
              <p:nvPr userDrawn="1"/>
            </p:nvSpPr>
            <p:spPr bwMode="gray">
              <a:xfrm>
                <a:off x="3137" y="978"/>
                <a:ext cx="22" cy="4"/>
              </a:xfrm>
              <a:custGeom>
                <a:avLst/>
                <a:gdLst>
                  <a:gd name="T0" fmla="*/ 44 w 21"/>
                  <a:gd name="T1" fmla="*/ 0 h 3"/>
                  <a:gd name="T2" fmla="*/ 34 w 21"/>
                  <a:gd name="T3" fmla="*/ 276 h 3"/>
                  <a:gd name="T4" fmla="*/ 28 w 21"/>
                  <a:gd name="T5" fmla="*/ 368 h 3"/>
                  <a:gd name="T6" fmla="*/ 6 w 21"/>
                  <a:gd name="T7" fmla="*/ 276 h 3"/>
                  <a:gd name="T8" fmla="*/ 0 w 21"/>
                  <a:gd name="T9" fmla="*/ 276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3">
                    <a:moveTo>
                      <a:pt x="21" y="0"/>
                    </a:moveTo>
                    <a:lnTo>
                      <a:pt x="16" y="2"/>
                    </a:lnTo>
                    <a:lnTo>
                      <a:pt x="11" y="3"/>
                    </a:lnTo>
                    <a:lnTo>
                      <a:pt x="6"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31" name="Freeform 1630">
                <a:extLst>
                  <a:ext uri="{FF2B5EF4-FFF2-40B4-BE49-F238E27FC236}">
                    <a16:creationId xmlns:a16="http://schemas.microsoft.com/office/drawing/2014/main" id="{5084046B-4858-438D-1080-E45C16A09489}"/>
                  </a:ext>
                </a:extLst>
              </p:cNvPr>
              <p:cNvSpPr>
                <a:spLocks/>
              </p:cNvSpPr>
              <p:nvPr userDrawn="1"/>
            </p:nvSpPr>
            <p:spPr bwMode="gray">
              <a:xfrm>
                <a:off x="3032" y="1182"/>
                <a:ext cx="9" cy="9"/>
              </a:xfrm>
              <a:custGeom>
                <a:avLst/>
                <a:gdLst>
                  <a:gd name="T0" fmla="*/ 0 w 9"/>
                  <a:gd name="T1" fmla="*/ 0 h 9"/>
                  <a:gd name="T2" fmla="*/ 0 w 9"/>
                  <a:gd name="T3" fmla="*/ 4 h 9"/>
                  <a:gd name="T4" fmla="*/ 2 w 9"/>
                  <a:gd name="T5" fmla="*/ 7 h 9"/>
                  <a:gd name="T6" fmla="*/ 4 w 9"/>
                  <a:gd name="T7" fmla="*/ 9 h 9"/>
                  <a:gd name="T8" fmla="*/ 6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4"/>
                    </a:lnTo>
                    <a:lnTo>
                      <a:pt x="2" y="7"/>
                    </a:lnTo>
                    <a:lnTo>
                      <a:pt x="4" y="9"/>
                    </a:lnTo>
                    <a:lnTo>
                      <a:pt x="6"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32" name="Line 1631">
                <a:extLst>
                  <a:ext uri="{FF2B5EF4-FFF2-40B4-BE49-F238E27FC236}">
                    <a16:creationId xmlns:a16="http://schemas.microsoft.com/office/drawing/2014/main" id="{DABE01BD-02FC-A398-B9D3-E271C64D3585}"/>
                  </a:ext>
                </a:extLst>
              </p:cNvPr>
              <p:cNvSpPr>
                <a:spLocks noChangeShapeType="1"/>
              </p:cNvSpPr>
              <p:nvPr userDrawn="1"/>
            </p:nvSpPr>
            <p:spPr bwMode="gray">
              <a:xfrm flipH="1" flipV="1">
                <a:off x="2927" y="1154"/>
                <a:ext cx="210"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33" name="Line 1632">
                <a:extLst>
                  <a:ext uri="{FF2B5EF4-FFF2-40B4-BE49-F238E27FC236}">
                    <a16:creationId xmlns:a16="http://schemas.microsoft.com/office/drawing/2014/main" id="{4AF157DF-B434-CE42-964D-E0EF5F0AB708}"/>
                  </a:ext>
                </a:extLst>
              </p:cNvPr>
              <p:cNvSpPr>
                <a:spLocks noChangeShapeType="1"/>
              </p:cNvSpPr>
              <p:nvPr userDrawn="1"/>
            </p:nvSpPr>
            <p:spPr bwMode="gray">
              <a:xfrm flipH="1" flipV="1">
                <a:off x="2931" y="1149"/>
                <a:ext cx="204" cy="6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34" name="Freeform 1633">
                <a:extLst>
                  <a:ext uri="{FF2B5EF4-FFF2-40B4-BE49-F238E27FC236}">
                    <a16:creationId xmlns:a16="http://schemas.microsoft.com/office/drawing/2014/main" id="{0B1E03F7-2259-93CF-D531-1CD3D18BCB99}"/>
                  </a:ext>
                </a:extLst>
              </p:cNvPr>
              <p:cNvSpPr>
                <a:spLocks/>
              </p:cNvSpPr>
              <p:nvPr userDrawn="1"/>
            </p:nvSpPr>
            <p:spPr bwMode="gray">
              <a:xfrm>
                <a:off x="2929" y="1149"/>
                <a:ext cx="2" cy="5"/>
              </a:xfrm>
              <a:custGeom>
                <a:avLst/>
                <a:gdLst>
                  <a:gd name="T0" fmla="*/ 2 w 2"/>
                  <a:gd name="T1" fmla="*/ 0 h 5"/>
                  <a:gd name="T2" fmla="*/ 2 w 2"/>
                  <a:gd name="T3" fmla="*/ 2 h 5"/>
                  <a:gd name="T4" fmla="*/ 0 w 2"/>
                  <a:gd name="T5" fmla="*/ 4 h 5"/>
                  <a:gd name="T6" fmla="*/ 0 w 2"/>
                  <a:gd name="T7" fmla="*/ 5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2"/>
                    </a:lnTo>
                    <a:lnTo>
                      <a:pt x="0" y="4"/>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35" name="Line 1634">
                <a:extLst>
                  <a:ext uri="{FF2B5EF4-FFF2-40B4-BE49-F238E27FC236}">
                    <a16:creationId xmlns:a16="http://schemas.microsoft.com/office/drawing/2014/main" id="{06B78B74-B85E-51CC-6720-BC1C47F5EC92}"/>
                  </a:ext>
                </a:extLst>
              </p:cNvPr>
              <p:cNvSpPr>
                <a:spLocks noChangeShapeType="1"/>
              </p:cNvSpPr>
              <p:nvPr userDrawn="1"/>
            </p:nvSpPr>
            <p:spPr bwMode="gray">
              <a:xfrm>
                <a:off x="2929" y="1154"/>
                <a:ext cx="214" cy="6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36" name="Freeform 1635">
                <a:extLst>
                  <a:ext uri="{FF2B5EF4-FFF2-40B4-BE49-F238E27FC236}">
                    <a16:creationId xmlns:a16="http://schemas.microsoft.com/office/drawing/2014/main" id="{A9299DC1-DE5B-F153-2459-FB621A4BDED5}"/>
                  </a:ext>
                </a:extLst>
              </p:cNvPr>
              <p:cNvSpPr>
                <a:spLocks/>
              </p:cNvSpPr>
              <p:nvPr userDrawn="1"/>
            </p:nvSpPr>
            <p:spPr bwMode="gray">
              <a:xfrm>
                <a:off x="3134" y="1216"/>
                <a:ext cx="9" cy="8"/>
              </a:xfrm>
              <a:custGeom>
                <a:avLst/>
                <a:gdLst>
                  <a:gd name="T0" fmla="*/ 0 w 9"/>
                  <a:gd name="T1" fmla="*/ 0 h 8"/>
                  <a:gd name="T2" fmla="*/ 2 w 9"/>
                  <a:gd name="T3" fmla="*/ 3 h 8"/>
                  <a:gd name="T4" fmla="*/ 2 w 9"/>
                  <a:gd name="T5" fmla="*/ 5 h 8"/>
                  <a:gd name="T6" fmla="*/ 3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2" y="3"/>
                    </a:lnTo>
                    <a:lnTo>
                      <a:pt x="2" y="5"/>
                    </a:lnTo>
                    <a:lnTo>
                      <a:pt x="3"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37" name="Freeform 1636">
                <a:extLst>
                  <a:ext uri="{FF2B5EF4-FFF2-40B4-BE49-F238E27FC236}">
                    <a16:creationId xmlns:a16="http://schemas.microsoft.com/office/drawing/2014/main" id="{8DEB5015-B6A0-2EEF-FB1E-56FD5B2EE719}"/>
                  </a:ext>
                </a:extLst>
              </p:cNvPr>
              <p:cNvSpPr>
                <a:spLocks/>
              </p:cNvSpPr>
              <p:nvPr userDrawn="1"/>
            </p:nvSpPr>
            <p:spPr bwMode="gray">
              <a:xfrm>
                <a:off x="2649" y="694"/>
                <a:ext cx="20" cy="2"/>
              </a:xfrm>
              <a:custGeom>
                <a:avLst/>
                <a:gdLst>
                  <a:gd name="T0" fmla="*/ 20 w 20"/>
                  <a:gd name="T1" fmla="*/ 2 h 2"/>
                  <a:gd name="T2" fmla="*/ 13 w 20"/>
                  <a:gd name="T3" fmla="*/ 0 h 2"/>
                  <a:gd name="T4" fmla="*/ 6 w 20"/>
                  <a:gd name="T5" fmla="*/ 0 h 2"/>
                  <a:gd name="T6" fmla="*/ 0 w 2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2">
                    <a:moveTo>
                      <a:pt x="20" y="2"/>
                    </a:moveTo>
                    <a:lnTo>
                      <a:pt x="13" y="0"/>
                    </a:lnTo>
                    <a:lnTo>
                      <a:pt x="6"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38" name="Freeform 1637">
                <a:extLst>
                  <a:ext uri="{FF2B5EF4-FFF2-40B4-BE49-F238E27FC236}">
                    <a16:creationId xmlns:a16="http://schemas.microsoft.com/office/drawing/2014/main" id="{AE244F81-0847-DBE0-0547-7B9DF6277D45}"/>
                  </a:ext>
                </a:extLst>
              </p:cNvPr>
              <p:cNvSpPr>
                <a:spLocks/>
              </p:cNvSpPr>
              <p:nvPr userDrawn="1"/>
            </p:nvSpPr>
            <p:spPr bwMode="gray">
              <a:xfrm>
                <a:off x="2756" y="715"/>
                <a:ext cx="9" cy="11"/>
              </a:xfrm>
              <a:custGeom>
                <a:avLst/>
                <a:gdLst>
                  <a:gd name="T0" fmla="*/ 9 w 9"/>
                  <a:gd name="T1" fmla="*/ 11 h 11"/>
                  <a:gd name="T2" fmla="*/ 9 w 9"/>
                  <a:gd name="T3" fmla="*/ 6 h 11"/>
                  <a:gd name="T4" fmla="*/ 7 w 9"/>
                  <a:gd name="T5" fmla="*/ 4 h 11"/>
                  <a:gd name="T6" fmla="*/ 5 w 9"/>
                  <a:gd name="T7" fmla="*/ 0 h 11"/>
                  <a:gd name="T8" fmla="*/ 4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4"/>
                    </a:lnTo>
                    <a:lnTo>
                      <a:pt x="5" y="0"/>
                    </a:lnTo>
                    <a:lnTo>
                      <a:pt x="4"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39" name="Line 1638">
                <a:extLst>
                  <a:ext uri="{FF2B5EF4-FFF2-40B4-BE49-F238E27FC236}">
                    <a16:creationId xmlns:a16="http://schemas.microsoft.com/office/drawing/2014/main" id="{06052E21-AEDD-D567-6A29-8C9C082B1165}"/>
                  </a:ext>
                </a:extLst>
              </p:cNvPr>
              <p:cNvSpPr>
                <a:spLocks noChangeShapeType="1"/>
              </p:cNvSpPr>
              <p:nvPr userDrawn="1"/>
            </p:nvSpPr>
            <p:spPr bwMode="gray">
              <a:xfrm>
                <a:off x="2665" y="687"/>
                <a:ext cx="200"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40" name="Line 1639">
                <a:extLst>
                  <a:ext uri="{FF2B5EF4-FFF2-40B4-BE49-F238E27FC236}">
                    <a16:creationId xmlns:a16="http://schemas.microsoft.com/office/drawing/2014/main" id="{B754E758-48D6-AF7C-BA47-5C6225AB272E}"/>
                  </a:ext>
                </a:extLst>
              </p:cNvPr>
              <p:cNvSpPr>
                <a:spLocks noChangeShapeType="1"/>
              </p:cNvSpPr>
              <p:nvPr userDrawn="1"/>
            </p:nvSpPr>
            <p:spPr bwMode="gray">
              <a:xfrm>
                <a:off x="2669" y="696"/>
                <a:ext cx="192" cy="5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41" name="Freeform 1640">
                <a:extLst>
                  <a:ext uri="{FF2B5EF4-FFF2-40B4-BE49-F238E27FC236}">
                    <a16:creationId xmlns:a16="http://schemas.microsoft.com/office/drawing/2014/main" id="{33DE0572-7943-E16E-45C9-B2242458EB03}"/>
                  </a:ext>
                </a:extLst>
              </p:cNvPr>
              <p:cNvSpPr>
                <a:spLocks/>
              </p:cNvSpPr>
              <p:nvPr userDrawn="1"/>
            </p:nvSpPr>
            <p:spPr bwMode="gray">
              <a:xfrm>
                <a:off x="2861" y="749"/>
                <a:ext cx="4" cy="5"/>
              </a:xfrm>
              <a:custGeom>
                <a:avLst/>
                <a:gdLst>
                  <a:gd name="T0" fmla="*/ 0 w 4"/>
                  <a:gd name="T1" fmla="*/ 5 h 5"/>
                  <a:gd name="T2" fmla="*/ 2 w 4"/>
                  <a:gd name="T3" fmla="*/ 3 h 5"/>
                  <a:gd name="T4" fmla="*/ 4 w 4"/>
                  <a:gd name="T5" fmla="*/ 1 h 5"/>
                  <a:gd name="T6" fmla="*/ 4 w 4"/>
                  <a:gd name="T7" fmla="*/ 0 h 5"/>
                  <a:gd name="T8" fmla="*/ 4 w 4"/>
                  <a:gd name="T9" fmla="*/ 0 h 5"/>
                  <a:gd name="T10" fmla="*/ 4 w 4"/>
                  <a:gd name="T11" fmla="*/ 0 h 5"/>
                  <a:gd name="T12" fmla="*/ 4 w 4"/>
                  <a:gd name="T13" fmla="*/ 0 h 5"/>
                  <a:gd name="T14" fmla="*/ 4 w 4"/>
                  <a:gd name="T15" fmla="*/ 0 h 5"/>
                  <a:gd name="T16" fmla="*/ 4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5"/>
                    </a:moveTo>
                    <a:lnTo>
                      <a:pt x="2" y="3"/>
                    </a:lnTo>
                    <a:lnTo>
                      <a:pt x="4"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42" name="Line 1641">
                <a:extLst>
                  <a:ext uri="{FF2B5EF4-FFF2-40B4-BE49-F238E27FC236}">
                    <a16:creationId xmlns:a16="http://schemas.microsoft.com/office/drawing/2014/main" id="{36ECEAC5-0370-EF7B-5FD9-DCD56A7070FC}"/>
                  </a:ext>
                </a:extLst>
              </p:cNvPr>
              <p:cNvSpPr>
                <a:spLocks noChangeShapeType="1"/>
              </p:cNvSpPr>
              <p:nvPr userDrawn="1"/>
            </p:nvSpPr>
            <p:spPr bwMode="gray">
              <a:xfrm flipH="1" flipV="1">
                <a:off x="2660" y="687"/>
                <a:ext cx="205" cy="6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43" name="Freeform 1642">
                <a:extLst>
                  <a:ext uri="{FF2B5EF4-FFF2-40B4-BE49-F238E27FC236}">
                    <a16:creationId xmlns:a16="http://schemas.microsoft.com/office/drawing/2014/main" id="{D2ACDDC9-75EE-8F42-0460-17A805CF4A2B}"/>
                  </a:ext>
                </a:extLst>
              </p:cNvPr>
              <p:cNvSpPr>
                <a:spLocks/>
              </p:cNvSpPr>
              <p:nvPr userDrawn="1"/>
            </p:nvSpPr>
            <p:spPr bwMode="gray">
              <a:xfrm>
                <a:off x="2660" y="686"/>
                <a:ext cx="9" cy="10"/>
              </a:xfrm>
              <a:custGeom>
                <a:avLst/>
                <a:gdLst>
                  <a:gd name="T0" fmla="*/ 0 w 9"/>
                  <a:gd name="T1" fmla="*/ 1 h 10"/>
                  <a:gd name="T2" fmla="*/ 3 w 9"/>
                  <a:gd name="T3" fmla="*/ 0 h 10"/>
                  <a:gd name="T4" fmla="*/ 5 w 9"/>
                  <a:gd name="T5" fmla="*/ 1 h 10"/>
                  <a:gd name="T6" fmla="*/ 7 w 9"/>
                  <a:gd name="T7" fmla="*/ 3 h 10"/>
                  <a:gd name="T8" fmla="*/ 7 w 9"/>
                  <a:gd name="T9" fmla="*/ 7 h 10"/>
                  <a:gd name="T10" fmla="*/ 9 w 9"/>
                  <a:gd name="T11" fmla="*/ 1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0">
                    <a:moveTo>
                      <a:pt x="0" y="1"/>
                    </a:moveTo>
                    <a:lnTo>
                      <a:pt x="3" y="0"/>
                    </a:lnTo>
                    <a:lnTo>
                      <a:pt x="5" y="1"/>
                    </a:lnTo>
                    <a:lnTo>
                      <a:pt x="7" y="3"/>
                    </a:lnTo>
                    <a:lnTo>
                      <a:pt x="7" y="7"/>
                    </a:lnTo>
                    <a:lnTo>
                      <a:pt x="9"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44" name="Freeform 1643">
                <a:extLst>
                  <a:ext uri="{FF2B5EF4-FFF2-40B4-BE49-F238E27FC236}">
                    <a16:creationId xmlns:a16="http://schemas.microsoft.com/office/drawing/2014/main" id="{BC672E69-F4ED-03BB-0A7E-79A6F0CD5929}"/>
                  </a:ext>
                </a:extLst>
              </p:cNvPr>
              <p:cNvSpPr>
                <a:spLocks/>
              </p:cNvSpPr>
              <p:nvPr userDrawn="1"/>
            </p:nvSpPr>
            <p:spPr bwMode="gray">
              <a:xfrm>
                <a:off x="3197" y="848"/>
                <a:ext cx="9" cy="13"/>
              </a:xfrm>
              <a:custGeom>
                <a:avLst/>
                <a:gdLst>
                  <a:gd name="T0" fmla="*/ 9 w 9"/>
                  <a:gd name="T1" fmla="*/ 182 h 11"/>
                  <a:gd name="T2" fmla="*/ 9 w 9"/>
                  <a:gd name="T3" fmla="*/ 93 h 11"/>
                  <a:gd name="T4" fmla="*/ 7 w 9"/>
                  <a:gd name="T5" fmla="*/ 2 h 11"/>
                  <a:gd name="T6" fmla="*/ 5 w 9"/>
                  <a:gd name="T7" fmla="*/ 0 h 11"/>
                  <a:gd name="T8" fmla="*/ 3 w 9"/>
                  <a:gd name="T9" fmla="*/ 0 h 11"/>
                  <a:gd name="T10" fmla="*/ 0 w 9"/>
                  <a:gd name="T11" fmla="*/ 2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1">
                    <a:moveTo>
                      <a:pt x="9" y="11"/>
                    </a:moveTo>
                    <a:lnTo>
                      <a:pt x="9" y="6"/>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45" name="Line 1644">
                <a:extLst>
                  <a:ext uri="{FF2B5EF4-FFF2-40B4-BE49-F238E27FC236}">
                    <a16:creationId xmlns:a16="http://schemas.microsoft.com/office/drawing/2014/main" id="{7DE7CC23-A662-17C8-4E4D-66A6B29CBAB5}"/>
                  </a:ext>
                </a:extLst>
              </p:cNvPr>
              <p:cNvSpPr>
                <a:spLocks noChangeShapeType="1"/>
              </p:cNvSpPr>
              <p:nvPr userDrawn="1"/>
            </p:nvSpPr>
            <p:spPr bwMode="gray">
              <a:xfrm>
                <a:off x="3097" y="819"/>
                <a:ext cx="210"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46" name="Line 1645">
                <a:extLst>
                  <a:ext uri="{FF2B5EF4-FFF2-40B4-BE49-F238E27FC236}">
                    <a16:creationId xmlns:a16="http://schemas.microsoft.com/office/drawing/2014/main" id="{B1CF17B7-CCA0-A033-BD84-C08E1158BCE7}"/>
                  </a:ext>
                </a:extLst>
              </p:cNvPr>
              <p:cNvSpPr>
                <a:spLocks noChangeShapeType="1"/>
              </p:cNvSpPr>
              <p:nvPr userDrawn="1"/>
            </p:nvSpPr>
            <p:spPr bwMode="gray">
              <a:xfrm>
                <a:off x="3104" y="827"/>
                <a:ext cx="205" cy="6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47" name="Freeform 1646">
                <a:extLst>
                  <a:ext uri="{FF2B5EF4-FFF2-40B4-BE49-F238E27FC236}">
                    <a16:creationId xmlns:a16="http://schemas.microsoft.com/office/drawing/2014/main" id="{8E063344-96A4-4490-7657-BAF639FFC24D}"/>
                  </a:ext>
                </a:extLst>
              </p:cNvPr>
              <p:cNvSpPr>
                <a:spLocks/>
              </p:cNvSpPr>
              <p:nvPr userDrawn="1"/>
            </p:nvSpPr>
            <p:spPr bwMode="gray">
              <a:xfrm>
                <a:off x="3300" y="880"/>
                <a:ext cx="9" cy="10"/>
              </a:xfrm>
              <a:custGeom>
                <a:avLst/>
                <a:gdLst>
                  <a:gd name="T0" fmla="*/ 9 w 9"/>
                  <a:gd name="T1" fmla="*/ 10 h 10"/>
                  <a:gd name="T2" fmla="*/ 9 w 9"/>
                  <a:gd name="T3" fmla="*/ 7 h 10"/>
                  <a:gd name="T4" fmla="*/ 9 w 9"/>
                  <a:gd name="T5" fmla="*/ 3 h 10"/>
                  <a:gd name="T6" fmla="*/ 7 w 9"/>
                  <a:gd name="T7" fmla="*/ 2 h 10"/>
                  <a:gd name="T8" fmla="*/ 5 w 9"/>
                  <a:gd name="T9" fmla="*/ 0 h 10"/>
                  <a:gd name="T10" fmla="*/ 3 w 9"/>
                  <a:gd name="T11" fmla="*/ 0 h 10"/>
                  <a:gd name="T12" fmla="*/ 0 w 9"/>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0">
                    <a:moveTo>
                      <a:pt x="9" y="10"/>
                    </a:moveTo>
                    <a:lnTo>
                      <a:pt x="9" y="7"/>
                    </a:lnTo>
                    <a:lnTo>
                      <a:pt x="9" y="3"/>
                    </a:lnTo>
                    <a:lnTo>
                      <a:pt x="7" y="2"/>
                    </a:lnTo>
                    <a:lnTo>
                      <a:pt x="5" y="0"/>
                    </a:lnTo>
                    <a:lnTo>
                      <a:pt x="3"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48" name="Line 1647">
                <a:extLst>
                  <a:ext uri="{FF2B5EF4-FFF2-40B4-BE49-F238E27FC236}">
                    <a16:creationId xmlns:a16="http://schemas.microsoft.com/office/drawing/2014/main" id="{1E8B0BE2-8135-C101-B9A2-4D386E941755}"/>
                  </a:ext>
                </a:extLst>
              </p:cNvPr>
              <p:cNvSpPr>
                <a:spLocks noChangeShapeType="1"/>
              </p:cNvSpPr>
              <p:nvPr userDrawn="1"/>
            </p:nvSpPr>
            <p:spPr bwMode="gray">
              <a:xfrm flipH="1" flipV="1">
                <a:off x="3085" y="815"/>
                <a:ext cx="215"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49" name="Freeform 1648">
                <a:extLst>
                  <a:ext uri="{FF2B5EF4-FFF2-40B4-BE49-F238E27FC236}">
                    <a16:creationId xmlns:a16="http://schemas.microsoft.com/office/drawing/2014/main" id="{EDD4C814-B5BD-1F88-BE37-7362EEC4D590}"/>
                  </a:ext>
                </a:extLst>
              </p:cNvPr>
              <p:cNvSpPr>
                <a:spLocks/>
              </p:cNvSpPr>
              <p:nvPr userDrawn="1"/>
            </p:nvSpPr>
            <p:spPr bwMode="gray">
              <a:xfrm>
                <a:off x="3307" y="1008"/>
                <a:ext cx="4" cy="7"/>
              </a:xfrm>
              <a:custGeom>
                <a:avLst/>
                <a:gdLst>
                  <a:gd name="T0" fmla="*/ 0 w 5"/>
                  <a:gd name="T1" fmla="*/ 0 h 7"/>
                  <a:gd name="T2" fmla="*/ 2 w 5"/>
                  <a:gd name="T3" fmla="*/ 0 h 7"/>
                  <a:gd name="T4" fmla="*/ 2 w 5"/>
                  <a:gd name="T5" fmla="*/ 1 h 7"/>
                  <a:gd name="T6" fmla="*/ 2 w 5"/>
                  <a:gd name="T7" fmla="*/ 3 h 7"/>
                  <a:gd name="T8" fmla="*/ 2 w 5"/>
                  <a:gd name="T9" fmla="*/ 5 h 7"/>
                  <a:gd name="T10" fmla="*/ 2 w 5"/>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2" y="0"/>
                    </a:lnTo>
                    <a:lnTo>
                      <a:pt x="3" y="1"/>
                    </a:lnTo>
                    <a:lnTo>
                      <a:pt x="5" y="3"/>
                    </a:lnTo>
                    <a:lnTo>
                      <a:pt x="3" y="5"/>
                    </a:lnTo>
                    <a:lnTo>
                      <a:pt x="2"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50" name="Line 1649">
                <a:extLst>
                  <a:ext uri="{FF2B5EF4-FFF2-40B4-BE49-F238E27FC236}">
                    <a16:creationId xmlns:a16="http://schemas.microsoft.com/office/drawing/2014/main" id="{C692CFE8-680E-66EB-2225-D2D1366ECCD1}"/>
                  </a:ext>
                </a:extLst>
              </p:cNvPr>
              <p:cNvSpPr>
                <a:spLocks noChangeShapeType="1"/>
              </p:cNvSpPr>
              <p:nvPr userDrawn="1"/>
            </p:nvSpPr>
            <p:spPr bwMode="gray">
              <a:xfrm flipH="1">
                <a:off x="3309" y="894"/>
                <a:ext cx="5" cy="2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51" name="Line 1650">
                <a:extLst>
                  <a:ext uri="{FF2B5EF4-FFF2-40B4-BE49-F238E27FC236}">
                    <a16:creationId xmlns:a16="http://schemas.microsoft.com/office/drawing/2014/main" id="{90EC7FBE-36B0-0272-16E6-353870783916}"/>
                  </a:ext>
                </a:extLst>
              </p:cNvPr>
              <p:cNvSpPr>
                <a:spLocks noChangeShapeType="1"/>
              </p:cNvSpPr>
              <p:nvPr userDrawn="1"/>
            </p:nvSpPr>
            <p:spPr bwMode="gray">
              <a:xfrm flipH="1">
                <a:off x="3303" y="890"/>
                <a:ext cx="6" cy="23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52" name="Freeform 1651">
                <a:extLst>
                  <a:ext uri="{FF2B5EF4-FFF2-40B4-BE49-F238E27FC236}">
                    <a16:creationId xmlns:a16="http://schemas.microsoft.com/office/drawing/2014/main" id="{FCF55DBF-5E19-AEDC-F551-C1022220795D}"/>
                  </a:ext>
                </a:extLst>
              </p:cNvPr>
              <p:cNvSpPr>
                <a:spLocks/>
              </p:cNvSpPr>
              <p:nvPr userDrawn="1"/>
            </p:nvSpPr>
            <p:spPr bwMode="gray">
              <a:xfrm>
                <a:off x="3303" y="1123"/>
                <a:ext cx="6" cy="9"/>
              </a:xfrm>
              <a:custGeom>
                <a:avLst/>
                <a:gdLst>
                  <a:gd name="T0" fmla="*/ 0 w 6"/>
                  <a:gd name="T1" fmla="*/ 0 h 9"/>
                  <a:gd name="T2" fmla="*/ 4 w 6"/>
                  <a:gd name="T3" fmla="*/ 2 h 9"/>
                  <a:gd name="T4" fmla="*/ 6 w 6"/>
                  <a:gd name="T5" fmla="*/ 3 h 9"/>
                  <a:gd name="T6" fmla="*/ 6 w 6"/>
                  <a:gd name="T7" fmla="*/ 5 h 9"/>
                  <a:gd name="T8" fmla="*/ 6 w 6"/>
                  <a:gd name="T9" fmla="*/ 7 h 9"/>
                  <a:gd name="T10" fmla="*/ 4 w 6"/>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9">
                    <a:moveTo>
                      <a:pt x="0" y="0"/>
                    </a:moveTo>
                    <a:lnTo>
                      <a:pt x="4" y="2"/>
                    </a:lnTo>
                    <a:lnTo>
                      <a:pt x="6" y="3"/>
                    </a:lnTo>
                    <a:lnTo>
                      <a:pt x="6" y="5"/>
                    </a:lnTo>
                    <a:lnTo>
                      <a:pt x="6"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53" name="Line 1652">
                <a:extLst>
                  <a:ext uri="{FF2B5EF4-FFF2-40B4-BE49-F238E27FC236}">
                    <a16:creationId xmlns:a16="http://schemas.microsoft.com/office/drawing/2014/main" id="{B483A218-4ECB-FABA-2ACC-AD35C288EF19}"/>
                  </a:ext>
                </a:extLst>
              </p:cNvPr>
              <p:cNvSpPr>
                <a:spLocks noChangeShapeType="1"/>
              </p:cNvSpPr>
              <p:nvPr userDrawn="1"/>
            </p:nvSpPr>
            <p:spPr bwMode="gray">
              <a:xfrm flipV="1">
                <a:off x="3307" y="897"/>
                <a:ext cx="4" cy="23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54" name="Freeform 1653">
                <a:extLst>
                  <a:ext uri="{FF2B5EF4-FFF2-40B4-BE49-F238E27FC236}">
                    <a16:creationId xmlns:a16="http://schemas.microsoft.com/office/drawing/2014/main" id="{9059BA08-4D7E-176E-A0EA-89F99C8A00C7}"/>
                  </a:ext>
                </a:extLst>
              </p:cNvPr>
              <p:cNvSpPr>
                <a:spLocks/>
              </p:cNvSpPr>
              <p:nvPr userDrawn="1"/>
            </p:nvSpPr>
            <p:spPr bwMode="gray">
              <a:xfrm>
                <a:off x="3309" y="890"/>
                <a:ext cx="5" cy="7"/>
              </a:xfrm>
              <a:custGeom>
                <a:avLst/>
                <a:gdLst>
                  <a:gd name="T0" fmla="*/ 3 w 5"/>
                  <a:gd name="T1" fmla="*/ 7 h 7"/>
                  <a:gd name="T2" fmla="*/ 5 w 5"/>
                  <a:gd name="T3" fmla="*/ 6 h 7"/>
                  <a:gd name="T4" fmla="*/ 5 w 5"/>
                  <a:gd name="T5" fmla="*/ 4 h 7"/>
                  <a:gd name="T6" fmla="*/ 3 w 5"/>
                  <a:gd name="T7" fmla="*/ 2 h 7"/>
                  <a:gd name="T8" fmla="*/ 1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7"/>
                    </a:moveTo>
                    <a:lnTo>
                      <a:pt x="5" y="6"/>
                    </a:lnTo>
                    <a:lnTo>
                      <a:pt x="5" y="4"/>
                    </a:lnTo>
                    <a:lnTo>
                      <a:pt x="3" y="2"/>
                    </a:lnTo>
                    <a:lnTo>
                      <a:pt x="1"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55" name="Freeform 1654">
                <a:extLst>
                  <a:ext uri="{FF2B5EF4-FFF2-40B4-BE49-F238E27FC236}">
                    <a16:creationId xmlns:a16="http://schemas.microsoft.com/office/drawing/2014/main" id="{D868FB5E-15E1-A8FF-CD71-A6345EFF3D7F}"/>
                  </a:ext>
                </a:extLst>
              </p:cNvPr>
              <p:cNvSpPr>
                <a:spLocks/>
              </p:cNvSpPr>
              <p:nvPr userDrawn="1"/>
            </p:nvSpPr>
            <p:spPr bwMode="gray">
              <a:xfrm>
                <a:off x="3295" y="1123"/>
                <a:ext cx="8" cy="17"/>
              </a:xfrm>
              <a:custGeom>
                <a:avLst/>
                <a:gdLst>
                  <a:gd name="T0" fmla="*/ 8 w 8"/>
                  <a:gd name="T1" fmla="*/ 0 h 17"/>
                  <a:gd name="T2" fmla="*/ 8 w 8"/>
                  <a:gd name="T3" fmla="*/ 5 h 17"/>
                  <a:gd name="T4" fmla="*/ 7 w 8"/>
                  <a:gd name="T5" fmla="*/ 9 h 17"/>
                  <a:gd name="T6" fmla="*/ 3 w 8"/>
                  <a:gd name="T7" fmla="*/ 14 h 17"/>
                  <a:gd name="T8" fmla="*/ 0 w 8"/>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7">
                    <a:moveTo>
                      <a:pt x="8" y="0"/>
                    </a:moveTo>
                    <a:lnTo>
                      <a:pt x="8" y="5"/>
                    </a:lnTo>
                    <a:lnTo>
                      <a:pt x="7" y="9"/>
                    </a:lnTo>
                    <a:lnTo>
                      <a:pt x="3" y="14"/>
                    </a:lnTo>
                    <a:lnTo>
                      <a:pt x="0"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56" name="Freeform 1655">
                <a:extLst>
                  <a:ext uri="{FF2B5EF4-FFF2-40B4-BE49-F238E27FC236}">
                    <a16:creationId xmlns:a16="http://schemas.microsoft.com/office/drawing/2014/main" id="{354D1030-1B05-3539-C7CC-151899412E15}"/>
                  </a:ext>
                </a:extLst>
              </p:cNvPr>
              <p:cNvSpPr>
                <a:spLocks/>
              </p:cNvSpPr>
              <p:nvPr userDrawn="1"/>
            </p:nvSpPr>
            <p:spPr bwMode="gray">
              <a:xfrm>
                <a:off x="2571" y="724"/>
                <a:ext cx="10" cy="9"/>
              </a:xfrm>
              <a:custGeom>
                <a:avLst/>
                <a:gdLst>
                  <a:gd name="T0" fmla="*/ 0 w 10"/>
                  <a:gd name="T1" fmla="*/ 9 h 9"/>
                  <a:gd name="T2" fmla="*/ 0 w 10"/>
                  <a:gd name="T3" fmla="*/ 5 h 9"/>
                  <a:gd name="T4" fmla="*/ 3 w 10"/>
                  <a:gd name="T5" fmla="*/ 2 h 9"/>
                  <a:gd name="T6" fmla="*/ 5 w 10"/>
                  <a:gd name="T7" fmla="*/ 0 h 9"/>
                  <a:gd name="T8" fmla="*/ 7 w 10"/>
                  <a:gd name="T9" fmla="*/ 0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0" y="5"/>
                    </a:lnTo>
                    <a:lnTo>
                      <a:pt x="3" y="2"/>
                    </a:lnTo>
                    <a:lnTo>
                      <a:pt x="5" y="0"/>
                    </a:lnTo>
                    <a:lnTo>
                      <a:pt x="7" y="0"/>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57" name="Line 1656">
                <a:extLst>
                  <a:ext uri="{FF2B5EF4-FFF2-40B4-BE49-F238E27FC236}">
                    <a16:creationId xmlns:a16="http://schemas.microsoft.com/office/drawing/2014/main" id="{88765B8B-FE3D-8657-97ED-1F6C058DB056}"/>
                  </a:ext>
                </a:extLst>
              </p:cNvPr>
              <p:cNvSpPr>
                <a:spLocks noChangeShapeType="1"/>
              </p:cNvSpPr>
              <p:nvPr userDrawn="1"/>
            </p:nvSpPr>
            <p:spPr bwMode="gray">
              <a:xfrm flipV="1">
                <a:off x="2494" y="689"/>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58" name="Line 1657">
                <a:extLst>
                  <a:ext uri="{FF2B5EF4-FFF2-40B4-BE49-F238E27FC236}">
                    <a16:creationId xmlns:a16="http://schemas.microsoft.com/office/drawing/2014/main" id="{695FFAE2-7424-92F5-6085-F05AF9081E79}"/>
                  </a:ext>
                </a:extLst>
              </p:cNvPr>
              <p:cNvSpPr>
                <a:spLocks noChangeShapeType="1"/>
              </p:cNvSpPr>
              <p:nvPr userDrawn="1"/>
            </p:nvSpPr>
            <p:spPr bwMode="gray">
              <a:xfrm flipV="1">
                <a:off x="2492" y="696"/>
                <a:ext cx="157" cy="7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59" name="Freeform 1658">
                <a:extLst>
                  <a:ext uri="{FF2B5EF4-FFF2-40B4-BE49-F238E27FC236}">
                    <a16:creationId xmlns:a16="http://schemas.microsoft.com/office/drawing/2014/main" id="{08972571-69AC-5953-D455-C08604E353F7}"/>
                  </a:ext>
                </a:extLst>
              </p:cNvPr>
              <p:cNvSpPr>
                <a:spLocks/>
              </p:cNvSpPr>
              <p:nvPr userDrawn="1"/>
            </p:nvSpPr>
            <p:spPr bwMode="gray">
              <a:xfrm>
                <a:off x="2649" y="687"/>
                <a:ext cx="11" cy="9"/>
              </a:xfrm>
              <a:custGeom>
                <a:avLst/>
                <a:gdLst>
                  <a:gd name="T0" fmla="*/ 0 w 11"/>
                  <a:gd name="T1" fmla="*/ 9 h 9"/>
                  <a:gd name="T2" fmla="*/ 0 w 11"/>
                  <a:gd name="T3" fmla="*/ 6 h 9"/>
                  <a:gd name="T4" fmla="*/ 2 w 11"/>
                  <a:gd name="T5" fmla="*/ 4 h 9"/>
                  <a:gd name="T6" fmla="*/ 4 w 11"/>
                  <a:gd name="T7" fmla="*/ 0 h 9"/>
                  <a:gd name="T8" fmla="*/ 7 w 11"/>
                  <a:gd name="T9" fmla="*/ 0 h 9"/>
                  <a:gd name="T10" fmla="*/ 11 w 11"/>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0" y="9"/>
                    </a:moveTo>
                    <a:lnTo>
                      <a:pt x="0" y="6"/>
                    </a:lnTo>
                    <a:lnTo>
                      <a:pt x="2" y="4"/>
                    </a:lnTo>
                    <a:lnTo>
                      <a:pt x="4" y="0"/>
                    </a:lnTo>
                    <a:lnTo>
                      <a:pt x="7" y="0"/>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60" name="Line 1659">
                <a:extLst>
                  <a:ext uri="{FF2B5EF4-FFF2-40B4-BE49-F238E27FC236}">
                    <a16:creationId xmlns:a16="http://schemas.microsoft.com/office/drawing/2014/main" id="{65BD8AA8-DBE3-9BF8-773A-718756FE96FD}"/>
                  </a:ext>
                </a:extLst>
              </p:cNvPr>
              <p:cNvSpPr>
                <a:spLocks noChangeShapeType="1"/>
              </p:cNvSpPr>
              <p:nvPr userDrawn="1"/>
            </p:nvSpPr>
            <p:spPr bwMode="gray">
              <a:xfrm flipH="1">
                <a:off x="2503" y="687"/>
                <a:ext cx="157"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61" name="Freeform 1660">
                <a:extLst>
                  <a:ext uri="{FF2B5EF4-FFF2-40B4-BE49-F238E27FC236}">
                    <a16:creationId xmlns:a16="http://schemas.microsoft.com/office/drawing/2014/main" id="{DB725063-196A-9812-7D48-1B4640F25078}"/>
                  </a:ext>
                </a:extLst>
              </p:cNvPr>
              <p:cNvSpPr>
                <a:spLocks/>
              </p:cNvSpPr>
              <p:nvPr userDrawn="1"/>
            </p:nvSpPr>
            <p:spPr bwMode="gray">
              <a:xfrm>
                <a:off x="2492" y="761"/>
                <a:ext cx="11" cy="13"/>
              </a:xfrm>
              <a:custGeom>
                <a:avLst/>
                <a:gdLst>
                  <a:gd name="T0" fmla="*/ 11 w 11"/>
                  <a:gd name="T1" fmla="*/ 0 h 10"/>
                  <a:gd name="T2" fmla="*/ 7 w 11"/>
                  <a:gd name="T3" fmla="*/ 0 h 10"/>
                  <a:gd name="T4" fmla="*/ 4 w 11"/>
                  <a:gd name="T5" fmla="*/ 221 h 10"/>
                  <a:gd name="T6" fmla="*/ 2 w 11"/>
                  <a:gd name="T7" fmla="*/ 287 h 10"/>
                  <a:gd name="T8" fmla="*/ 0 w 11"/>
                  <a:gd name="T9" fmla="*/ 631 h 10"/>
                  <a:gd name="T10" fmla="*/ 0 w 11"/>
                  <a:gd name="T11" fmla="*/ 879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0">
                    <a:moveTo>
                      <a:pt x="11" y="0"/>
                    </a:moveTo>
                    <a:lnTo>
                      <a:pt x="7" y="0"/>
                    </a:lnTo>
                    <a:lnTo>
                      <a:pt x="4" y="2"/>
                    </a:lnTo>
                    <a:lnTo>
                      <a:pt x="2" y="3"/>
                    </a:lnTo>
                    <a:lnTo>
                      <a:pt x="0" y="7"/>
                    </a:lnTo>
                    <a:lnTo>
                      <a:pt x="0" y="1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62" name="Freeform 1661">
                <a:extLst>
                  <a:ext uri="{FF2B5EF4-FFF2-40B4-BE49-F238E27FC236}">
                    <a16:creationId xmlns:a16="http://schemas.microsoft.com/office/drawing/2014/main" id="{F02630DD-546D-2C04-C4C9-1C3540B13573}"/>
                  </a:ext>
                </a:extLst>
              </p:cNvPr>
              <p:cNvSpPr>
                <a:spLocks/>
              </p:cNvSpPr>
              <p:nvPr userDrawn="1"/>
            </p:nvSpPr>
            <p:spPr bwMode="gray">
              <a:xfrm>
                <a:off x="3225" y="920"/>
                <a:ext cx="10" cy="18"/>
              </a:xfrm>
              <a:custGeom>
                <a:avLst/>
                <a:gdLst>
                  <a:gd name="T0" fmla="*/ 0 w 10"/>
                  <a:gd name="T1" fmla="*/ 0 h 18"/>
                  <a:gd name="T2" fmla="*/ 3 w 10"/>
                  <a:gd name="T3" fmla="*/ 4 h 18"/>
                  <a:gd name="T4" fmla="*/ 7 w 10"/>
                  <a:gd name="T5" fmla="*/ 7 h 18"/>
                  <a:gd name="T6" fmla="*/ 10 w 10"/>
                  <a:gd name="T7" fmla="*/ 12 h 18"/>
                  <a:gd name="T8" fmla="*/ 10 w 10"/>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8">
                    <a:moveTo>
                      <a:pt x="0" y="0"/>
                    </a:moveTo>
                    <a:lnTo>
                      <a:pt x="3" y="4"/>
                    </a:lnTo>
                    <a:lnTo>
                      <a:pt x="7" y="7"/>
                    </a:lnTo>
                    <a:lnTo>
                      <a:pt x="10" y="12"/>
                    </a:lnTo>
                    <a:lnTo>
                      <a:pt x="10"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63" name="Line 1662">
                <a:extLst>
                  <a:ext uri="{FF2B5EF4-FFF2-40B4-BE49-F238E27FC236}">
                    <a16:creationId xmlns:a16="http://schemas.microsoft.com/office/drawing/2014/main" id="{F239EA24-BBB3-F594-4A47-3622FCA4DBEC}"/>
                  </a:ext>
                </a:extLst>
              </p:cNvPr>
              <p:cNvSpPr>
                <a:spLocks noChangeShapeType="1"/>
              </p:cNvSpPr>
              <p:nvPr userDrawn="1"/>
            </p:nvSpPr>
            <p:spPr bwMode="gray">
              <a:xfrm flipV="1">
                <a:off x="3155" y="887"/>
                <a:ext cx="154" cy="8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64" name="Line 1663">
                <a:extLst>
                  <a:ext uri="{FF2B5EF4-FFF2-40B4-BE49-F238E27FC236}">
                    <a16:creationId xmlns:a16="http://schemas.microsoft.com/office/drawing/2014/main" id="{D1DB3752-D695-5230-F966-AA744A2B0C6B}"/>
                  </a:ext>
                </a:extLst>
              </p:cNvPr>
              <p:cNvSpPr>
                <a:spLocks noChangeShapeType="1"/>
              </p:cNvSpPr>
              <p:nvPr userDrawn="1"/>
            </p:nvSpPr>
            <p:spPr bwMode="gray">
              <a:xfrm flipV="1">
                <a:off x="3146" y="882"/>
                <a:ext cx="154" cy="7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65" name="Freeform 1664">
                <a:extLst>
                  <a:ext uri="{FF2B5EF4-FFF2-40B4-BE49-F238E27FC236}">
                    <a16:creationId xmlns:a16="http://schemas.microsoft.com/office/drawing/2014/main" id="{749E56B7-8006-08DA-E77A-AAF91972FCE7}"/>
                  </a:ext>
                </a:extLst>
              </p:cNvPr>
              <p:cNvSpPr>
                <a:spLocks/>
              </p:cNvSpPr>
              <p:nvPr userDrawn="1"/>
            </p:nvSpPr>
            <p:spPr bwMode="gray">
              <a:xfrm>
                <a:off x="3300" y="882"/>
                <a:ext cx="12" cy="15"/>
              </a:xfrm>
              <a:custGeom>
                <a:avLst/>
                <a:gdLst>
                  <a:gd name="T0" fmla="*/ 0 w 12"/>
                  <a:gd name="T1" fmla="*/ 0 h 15"/>
                  <a:gd name="T2" fmla="*/ 5 w 12"/>
                  <a:gd name="T3" fmla="*/ 1 h 15"/>
                  <a:gd name="T4" fmla="*/ 9 w 12"/>
                  <a:gd name="T5" fmla="*/ 5 h 15"/>
                  <a:gd name="T6" fmla="*/ 10 w 12"/>
                  <a:gd name="T7" fmla="*/ 10 h 15"/>
                  <a:gd name="T8" fmla="*/ 12 w 12"/>
                  <a:gd name="T9" fmla="*/ 15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5">
                    <a:moveTo>
                      <a:pt x="0" y="0"/>
                    </a:moveTo>
                    <a:lnTo>
                      <a:pt x="5" y="1"/>
                    </a:lnTo>
                    <a:lnTo>
                      <a:pt x="9" y="5"/>
                    </a:lnTo>
                    <a:lnTo>
                      <a:pt x="10" y="10"/>
                    </a:lnTo>
                    <a:lnTo>
                      <a:pt x="12" y="1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66" name="Line 1665">
                <a:extLst>
                  <a:ext uri="{FF2B5EF4-FFF2-40B4-BE49-F238E27FC236}">
                    <a16:creationId xmlns:a16="http://schemas.microsoft.com/office/drawing/2014/main" id="{F7B661D5-D180-F45F-4E62-2882552B2A96}"/>
                  </a:ext>
                </a:extLst>
              </p:cNvPr>
              <p:cNvSpPr>
                <a:spLocks noChangeShapeType="1"/>
              </p:cNvSpPr>
              <p:nvPr userDrawn="1"/>
            </p:nvSpPr>
            <p:spPr bwMode="gray">
              <a:xfrm flipH="1">
                <a:off x="3158" y="897"/>
                <a:ext cx="152" cy="8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67" name="Freeform 1666">
                <a:extLst>
                  <a:ext uri="{FF2B5EF4-FFF2-40B4-BE49-F238E27FC236}">
                    <a16:creationId xmlns:a16="http://schemas.microsoft.com/office/drawing/2014/main" id="{9AC87E74-2EBF-F4BE-4786-6884882E937C}"/>
                  </a:ext>
                </a:extLst>
              </p:cNvPr>
              <p:cNvSpPr>
                <a:spLocks/>
              </p:cNvSpPr>
              <p:nvPr userDrawn="1"/>
            </p:nvSpPr>
            <p:spPr bwMode="gray">
              <a:xfrm>
                <a:off x="3146" y="960"/>
                <a:ext cx="13" cy="18"/>
              </a:xfrm>
              <a:custGeom>
                <a:avLst/>
                <a:gdLst>
                  <a:gd name="T0" fmla="*/ 46 w 12"/>
                  <a:gd name="T1" fmla="*/ 18 h 18"/>
                  <a:gd name="T2" fmla="*/ 42 w 12"/>
                  <a:gd name="T3" fmla="*/ 13 h 18"/>
                  <a:gd name="T4" fmla="*/ 36 w 12"/>
                  <a:gd name="T5" fmla="*/ 7 h 18"/>
                  <a:gd name="T6" fmla="*/ 5 w 12"/>
                  <a:gd name="T7" fmla="*/ 4 h 18"/>
                  <a:gd name="T8" fmla="*/ 0 w 12"/>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8">
                    <a:moveTo>
                      <a:pt x="12" y="18"/>
                    </a:moveTo>
                    <a:lnTo>
                      <a:pt x="11" y="13"/>
                    </a:lnTo>
                    <a:lnTo>
                      <a:pt x="9" y="7"/>
                    </a:lnTo>
                    <a:lnTo>
                      <a:pt x="5"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68" name="Freeform 1667">
                <a:extLst>
                  <a:ext uri="{FF2B5EF4-FFF2-40B4-BE49-F238E27FC236}">
                    <a16:creationId xmlns:a16="http://schemas.microsoft.com/office/drawing/2014/main" id="{A20758E0-CAC2-6792-1F29-4C672D1EE934}"/>
                  </a:ext>
                </a:extLst>
              </p:cNvPr>
              <p:cNvSpPr>
                <a:spLocks/>
              </p:cNvSpPr>
              <p:nvPr userDrawn="1"/>
            </p:nvSpPr>
            <p:spPr bwMode="gray">
              <a:xfrm>
                <a:off x="2119" y="1513"/>
                <a:ext cx="11" cy="16"/>
              </a:xfrm>
              <a:custGeom>
                <a:avLst/>
                <a:gdLst>
                  <a:gd name="T0" fmla="*/ 11 w 11"/>
                  <a:gd name="T1" fmla="*/ 16 h 16"/>
                  <a:gd name="T2" fmla="*/ 7 w 11"/>
                  <a:gd name="T3" fmla="*/ 14 h 16"/>
                  <a:gd name="T4" fmla="*/ 4 w 11"/>
                  <a:gd name="T5" fmla="*/ 10 h 16"/>
                  <a:gd name="T6" fmla="*/ 2 w 11"/>
                  <a:gd name="T7" fmla="*/ 5 h 16"/>
                  <a:gd name="T8" fmla="*/ 0 w 11"/>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11" y="16"/>
                    </a:moveTo>
                    <a:lnTo>
                      <a:pt x="7" y="14"/>
                    </a:lnTo>
                    <a:lnTo>
                      <a:pt x="4"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69" name="Line 1668">
                <a:extLst>
                  <a:ext uri="{FF2B5EF4-FFF2-40B4-BE49-F238E27FC236}">
                    <a16:creationId xmlns:a16="http://schemas.microsoft.com/office/drawing/2014/main" id="{BDF47DF1-B914-6790-98D9-996F05054C8C}"/>
                  </a:ext>
                </a:extLst>
              </p:cNvPr>
              <p:cNvSpPr>
                <a:spLocks noChangeShapeType="1"/>
              </p:cNvSpPr>
              <p:nvPr userDrawn="1"/>
            </p:nvSpPr>
            <p:spPr bwMode="gray">
              <a:xfrm>
                <a:off x="2123" y="1529"/>
                <a:ext cx="14" cy="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70" name="Line 1669">
                <a:extLst>
                  <a:ext uri="{FF2B5EF4-FFF2-40B4-BE49-F238E27FC236}">
                    <a16:creationId xmlns:a16="http://schemas.microsoft.com/office/drawing/2014/main" id="{A958EC84-FF77-8930-F0D7-2BA6BBB21977}"/>
                  </a:ext>
                </a:extLst>
              </p:cNvPr>
              <p:cNvSpPr>
                <a:spLocks noChangeShapeType="1"/>
              </p:cNvSpPr>
              <p:nvPr userDrawn="1"/>
            </p:nvSpPr>
            <p:spPr bwMode="gray">
              <a:xfrm>
                <a:off x="2130" y="1529"/>
                <a:ext cx="7" cy="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71" name="Line 1670">
                <a:extLst>
                  <a:ext uri="{FF2B5EF4-FFF2-40B4-BE49-F238E27FC236}">
                    <a16:creationId xmlns:a16="http://schemas.microsoft.com/office/drawing/2014/main" id="{B824098E-84C2-D08C-A860-7981DB610875}"/>
                  </a:ext>
                </a:extLst>
              </p:cNvPr>
              <p:cNvSpPr>
                <a:spLocks noChangeShapeType="1"/>
              </p:cNvSpPr>
              <p:nvPr userDrawn="1"/>
            </p:nvSpPr>
            <p:spPr bwMode="gray">
              <a:xfrm flipH="1" flipV="1">
                <a:off x="2121" y="1522"/>
                <a:ext cx="16"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72" name="Freeform 1671">
                <a:extLst>
                  <a:ext uri="{FF2B5EF4-FFF2-40B4-BE49-F238E27FC236}">
                    <a16:creationId xmlns:a16="http://schemas.microsoft.com/office/drawing/2014/main" id="{FE87E439-871B-41E2-7A4B-7FC749384E79}"/>
                  </a:ext>
                </a:extLst>
              </p:cNvPr>
              <p:cNvSpPr>
                <a:spLocks/>
              </p:cNvSpPr>
              <p:nvPr userDrawn="1"/>
            </p:nvSpPr>
            <p:spPr bwMode="gray">
              <a:xfrm>
                <a:off x="2121" y="1522"/>
                <a:ext cx="9" cy="8"/>
              </a:xfrm>
              <a:custGeom>
                <a:avLst/>
                <a:gdLst>
                  <a:gd name="T0" fmla="*/ 0 w 9"/>
                  <a:gd name="T1" fmla="*/ 0 h 8"/>
                  <a:gd name="T2" fmla="*/ 0 w 9"/>
                  <a:gd name="T3" fmla="*/ 3 h 8"/>
                  <a:gd name="T4" fmla="*/ 2 w 9"/>
                  <a:gd name="T5" fmla="*/ 7 h 8"/>
                  <a:gd name="T6" fmla="*/ 4 w 9"/>
                  <a:gd name="T7" fmla="*/ 8 h 8"/>
                  <a:gd name="T8" fmla="*/ 5 w 9"/>
                  <a:gd name="T9" fmla="*/ 8 h 8"/>
                  <a:gd name="T10" fmla="*/ 9 w 9"/>
                  <a:gd name="T11" fmla="*/ 7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0" y="0"/>
                    </a:moveTo>
                    <a:lnTo>
                      <a:pt x="0" y="3"/>
                    </a:lnTo>
                    <a:lnTo>
                      <a:pt x="2" y="7"/>
                    </a:lnTo>
                    <a:lnTo>
                      <a:pt x="4" y="8"/>
                    </a:lnTo>
                    <a:lnTo>
                      <a:pt x="5" y="8"/>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73" name="Freeform 1672">
                <a:extLst>
                  <a:ext uri="{FF2B5EF4-FFF2-40B4-BE49-F238E27FC236}">
                    <a16:creationId xmlns:a16="http://schemas.microsoft.com/office/drawing/2014/main" id="{855920DC-B0A6-1639-DAA9-06C6FB4BF2FE}"/>
                  </a:ext>
                </a:extLst>
              </p:cNvPr>
              <p:cNvSpPr>
                <a:spLocks/>
              </p:cNvSpPr>
              <p:nvPr userDrawn="1"/>
            </p:nvSpPr>
            <p:spPr bwMode="gray">
              <a:xfrm>
                <a:off x="2737" y="1363"/>
                <a:ext cx="7" cy="8"/>
              </a:xfrm>
              <a:custGeom>
                <a:avLst/>
                <a:gdLst>
                  <a:gd name="T0" fmla="*/ 0 w 7"/>
                  <a:gd name="T1" fmla="*/ 8 h 8"/>
                  <a:gd name="T2" fmla="*/ 3 w 7"/>
                  <a:gd name="T3" fmla="*/ 8 h 8"/>
                  <a:gd name="T4" fmla="*/ 5 w 7"/>
                  <a:gd name="T5" fmla="*/ 7 h 8"/>
                  <a:gd name="T6" fmla="*/ 7 w 7"/>
                  <a:gd name="T7" fmla="*/ 3 h 8"/>
                  <a:gd name="T8" fmla="*/ 7 w 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8">
                    <a:moveTo>
                      <a:pt x="0" y="8"/>
                    </a:moveTo>
                    <a:lnTo>
                      <a:pt x="3" y="8"/>
                    </a:lnTo>
                    <a:lnTo>
                      <a:pt x="5" y="7"/>
                    </a:lnTo>
                    <a:lnTo>
                      <a:pt x="7" y="3"/>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74" name="Line 1673">
                <a:extLst>
                  <a:ext uri="{FF2B5EF4-FFF2-40B4-BE49-F238E27FC236}">
                    <a16:creationId xmlns:a16="http://schemas.microsoft.com/office/drawing/2014/main" id="{9622C5BA-4139-537E-27AB-AF69D3C364AF}"/>
                  </a:ext>
                </a:extLst>
              </p:cNvPr>
              <p:cNvSpPr>
                <a:spLocks noChangeShapeType="1"/>
              </p:cNvSpPr>
              <p:nvPr userDrawn="1"/>
            </p:nvSpPr>
            <p:spPr bwMode="gray">
              <a:xfrm flipV="1">
                <a:off x="2739" y="1329"/>
                <a:ext cx="77" cy="4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75" name="Line 1674">
                <a:extLst>
                  <a:ext uri="{FF2B5EF4-FFF2-40B4-BE49-F238E27FC236}">
                    <a16:creationId xmlns:a16="http://schemas.microsoft.com/office/drawing/2014/main" id="{E5DAAF4B-591F-5D6E-7CF1-93012573D308}"/>
                  </a:ext>
                </a:extLst>
              </p:cNvPr>
              <p:cNvSpPr>
                <a:spLocks noChangeShapeType="1"/>
              </p:cNvSpPr>
              <p:nvPr userDrawn="1"/>
            </p:nvSpPr>
            <p:spPr bwMode="gray">
              <a:xfrm flipV="1">
                <a:off x="2737" y="1331"/>
                <a:ext cx="70" cy="3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76" name="Freeform 1675">
                <a:extLst>
                  <a:ext uri="{FF2B5EF4-FFF2-40B4-BE49-F238E27FC236}">
                    <a16:creationId xmlns:a16="http://schemas.microsoft.com/office/drawing/2014/main" id="{700FC4E6-78CC-C2BA-3B04-03A34D3E1A5B}"/>
                  </a:ext>
                </a:extLst>
              </p:cNvPr>
              <p:cNvSpPr>
                <a:spLocks/>
              </p:cNvSpPr>
              <p:nvPr userDrawn="1"/>
            </p:nvSpPr>
            <p:spPr bwMode="gray">
              <a:xfrm>
                <a:off x="2807" y="1322"/>
                <a:ext cx="10" cy="9"/>
              </a:xfrm>
              <a:custGeom>
                <a:avLst/>
                <a:gdLst>
                  <a:gd name="T0" fmla="*/ 0 w 10"/>
                  <a:gd name="T1" fmla="*/ 9 h 9"/>
                  <a:gd name="T2" fmla="*/ 5 w 10"/>
                  <a:gd name="T3" fmla="*/ 9 h 9"/>
                  <a:gd name="T4" fmla="*/ 7 w 10"/>
                  <a:gd name="T5" fmla="*/ 9 h 9"/>
                  <a:gd name="T6" fmla="*/ 9 w 10"/>
                  <a:gd name="T7" fmla="*/ 7 h 9"/>
                  <a:gd name="T8" fmla="*/ 10 w 10"/>
                  <a:gd name="T9" fmla="*/ 4 h 9"/>
                  <a:gd name="T10" fmla="*/ 10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0" y="9"/>
                    </a:moveTo>
                    <a:lnTo>
                      <a:pt x="5" y="9"/>
                    </a:lnTo>
                    <a:lnTo>
                      <a:pt x="7" y="9"/>
                    </a:lnTo>
                    <a:lnTo>
                      <a:pt x="9" y="7"/>
                    </a:lnTo>
                    <a:lnTo>
                      <a:pt x="10" y="4"/>
                    </a:lnTo>
                    <a:lnTo>
                      <a:pt x="1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77" name="Line 1676">
                <a:extLst>
                  <a:ext uri="{FF2B5EF4-FFF2-40B4-BE49-F238E27FC236}">
                    <a16:creationId xmlns:a16="http://schemas.microsoft.com/office/drawing/2014/main" id="{2A5138D1-2124-A39F-8B85-58FD1C3265A2}"/>
                  </a:ext>
                </a:extLst>
              </p:cNvPr>
              <p:cNvSpPr>
                <a:spLocks noChangeShapeType="1"/>
              </p:cNvSpPr>
              <p:nvPr userDrawn="1"/>
            </p:nvSpPr>
            <p:spPr bwMode="gray">
              <a:xfrm flipH="1">
                <a:off x="2737" y="1322"/>
                <a:ext cx="80" cy="4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78" name="Freeform 1677">
                <a:extLst>
                  <a:ext uri="{FF2B5EF4-FFF2-40B4-BE49-F238E27FC236}">
                    <a16:creationId xmlns:a16="http://schemas.microsoft.com/office/drawing/2014/main" id="{0DBC7C7B-1A18-FE21-9A42-0907F5104844}"/>
                  </a:ext>
                </a:extLst>
              </p:cNvPr>
              <p:cNvSpPr>
                <a:spLocks/>
              </p:cNvSpPr>
              <p:nvPr userDrawn="1"/>
            </p:nvSpPr>
            <p:spPr bwMode="gray">
              <a:xfrm>
                <a:off x="2807" y="1315"/>
                <a:ext cx="9" cy="16"/>
              </a:xfrm>
              <a:custGeom>
                <a:avLst/>
                <a:gdLst>
                  <a:gd name="T0" fmla="*/ 0 w 9"/>
                  <a:gd name="T1" fmla="*/ 16 h 16"/>
                  <a:gd name="T2" fmla="*/ 3 w 9"/>
                  <a:gd name="T3" fmla="*/ 13 h 16"/>
                  <a:gd name="T4" fmla="*/ 7 w 9"/>
                  <a:gd name="T5" fmla="*/ 9 h 16"/>
                  <a:gd name="T6" fmla="*/ 9 w 9"/>
                  <a:gd name="T7" fmla="*/ 4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3" y="13"/>
                    </a:lnTo>
                    <a:lnTo>
                      <a:pt x="7" y="9"/>
                    </a:lnTo>
                    <a:lnTo>
                      <a:pt x="9"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79" name="Freeform 1678">
                <a:extLst>
                  <a:ext uri="{FF2B5EF4-FFF2-40B4-BE49-F238E27FC236}">
                    <a16:creationId xmlns:a16="http://schemas.microsoft.com/office/drawing/2014/main" id="{E2554827-115E-26A9-2784-DC67DA423207}"/>
                  </a:ext>
                </a:extLst>
              </p:cNvPr>
              <p:cNvSpPr>
                <a:spLocks/>
              </p:cNvSpPr>
              <p:nvPr userDrawn="1"/>
            </p:nvSpPr>
            <p:spPr bwMode="gray">
              <a:xfrm>
                <a:off x="2195" y="1244"/>
                <a:ext cx="8" cy="8"/>
              </a:xfrm>
              <a:custGeom>
                <a:avLst/>
                <a:gdLst>
                  <a:gd name="T0" fmla="*/ 8 w 8"/>
                  <a:gd name="T1" fmla="*/ 0 h 8"/>
                  <a:gd name="T2" fmla="*/ 5 w 8"/>
                  <a:gd name="T3" fmla="*/ 0 h 8"/>
                  <a:gd name="T4" fmla="*/ 1 w 8"/>
                  <a:gd name="T5" fmla="*/ 1 h 8"/>
                  <a:gd name="T6" fmla="*/ 0 w 8"/>
                  <a:gd name="T7" fmla="*/ 5 h 8"/>
                  <a:gd name="T8" fmla="*/ 0 w 8"/>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8">
                    <a:moveTo>
                      <a:pt x="8" y="0"/>
                    </a:moveTo>
                    <a:lnTo>
                      <a:pt x="5" y="0"/>
                    </a:lnTo>
                    <a:lnTo>
                      <a:pt x="1"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80" name="Line 1679">
                <a:extLst>
                  <a:ext uri="{FF2B5EF4-FFF2-40B4-BE49-F238E27FC236}">
                    <a16:creationId xmlns:a16="http://schemas.microsoft.com/office/drawing/2014/main" id="{B538ADCC-2990-FDAA-2B27-7A170E1A9280}"/>
                  </a:ext>
                </a:extLst>
              </p:cNvPr>
              <p:cNvSpPr>
                <a:spLocks noChangeShapeType="1"/>
              </p:cNvSpPr>
              <p:nvPr userDrawn="1"/>
            </p:nvSpPr>
            <p:spPr bwMode="gray">
              <a:xfrm flipH="1">
                <a:off x="2116"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81" name="Line 1680">
                <a:extLst>
                  <a:ext uri="{FF2B5EF4-FFF2-40B4-BE49-F238E27FC236}">
                    <a16:creationId xmlns:a16="http://schemas.microsoft.com/office/drawing/2014/main" id="{3E7B22B9-05A4-61C1-C39A-EC4970BB338B}"/>
                  </a:ext>
                </a:extLst>
              </p:cNvPr>
              <p:cNvSpPr>
                <a:spLocks noChangeShapeType="1"/>
              </p:cNvSpPr>
              <p:nvPr userDrawn="1"/>
            </p:nvSpPr>
            <p:spPr bwMode="gray">
              <a:xfrm flipH="1">
                <a:off x="2123" y="1203"/>
                <a:ext cx="161" cy="8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82" name="Freeform 1681">
                <a:extLst>
                  <a:ext uri="{FF2B5EF4-FFF2-40B4-BE49-F238E27FC236}">
                    <a16:creationId xmlns:a16="http://schemas.microsoft.com/office/drawing/2014/main" id="{C07F6F2E-8981-B4A0-5CE6-78C39FDB908C}"/>
                  </a:ext>
                </a:extLst>
              </p:cNvPr>
              <p:cNvSpPr>
                <a:spLocks/>
              </p:cNvSpPr>
              <p:nvPr userDrawn="1"/>
            </p:nvSpPr>
            <p:spPr bwMode="gray">
              <a:xfrm>
                <a:off x="2112" y="1284"/>
                <a:ext cx="11" cy="9"/>
              </a:xfrm>
              <a:custGeom>
                <a:avLst/>
                <a:gdLst>
                  <a:gd name="T0" fmla="*/ 11 w 11"/>
                  <a:gd name="T1" fmla="*/ 0 h 9"/>
                  <a:gd name="T2" fmla="*/ 7 w 11"/>
                  <a:gd name="T3" fmla="*/ 0 h 9"/>
                  <a:gd name="T4" fmla="*/ 4 w 11"/>
                  <a:gd name="T5" fmla="*/ 0 h 9"/>
                  <a:gd name="T6" fmla="*/ 2 w 11"/>
                  <a:gd name="T7" fmla="*/ 2 h 9"/>
                  <a:gd name="T8" fmla="*/ 2 w 11"/>
                  <a:gd name="T9" fmla="*/ 5 h 9"/>
                  <a:gd name="T10" fmla="*/ 0 w 11"/>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9">
                    <a:moveTo>
                      <a:pt x="11" y="0"/>
                    </a:moveTo>
                    <a:lnTo>
                      <a:pt x="7" y="0"/>
                    </a:lnTo>
                    <a:lnTo>
                      <a:pt x="4" y="0"/>
                    </a:lnTo>
                    <a:lnTo>
                      <a:pt x="2"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83" name="Line 1682">
                <a:extLst>
                  <a:ext uri="{FF2B5EF4-FFF2-40B4-BE49-F238E27FC236}">
                    <a16:creationId xmlns:a16="http://schemas.microsoft.com/office/drawing/2014/main" id="{5E2B6A28-80DF-E137-F531-FDE56725F798}"/>
                  </a:ext>
                </a:extLst>
              </p:cNvPr>
              <p:cNvSpPr>
                <a:spLocks noChangeShapeType="1"/>
              </p:cNvSpPr>
              <p:nvPr userDrawn="1"/>
            </p:nvSpPr>
            <p:spPr bwMode="gray">
              <a:xfrm flipV="1">
                <a:off x="2112" y="1209"/>
                <a:ext cx="170" cy="8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84" name="Freeform 1683">
                <a:extLst>
                  <a:ext uri="{FF2B5EF4-FFF2-40B4-BE49-F238E27FC236}">
                    <a16:creationId xmlns:a16="http://schemas.microsoft.com/office/drawing/2014/main" id="{AECA3FBB-8EC6-CC31-0499-461E4605A71E}"/>
                  </a:ext>
                </a:extLst>
              </p:cNvPr>
              <p:cNvSpPr>
                <a:spLocks/>
              </p:cNvSpPr>
              <p:nvPr userDrawn="1"/>
            </p:nvSpPr>
            <p:spPr bwMode="gray">
              <a:xfrm>
                <a:off x="2280" y="1203"/>
                <a:ext cx="4" cy="6"/>
              </a:xfrm>
              <a:custGeom>
                <a:avLst/>
                <a:gdLst>
                  <a:gd name="T0" fmla="*/ 4 w 4"/>
                  <a:gd name="T1" fmla="*/ 0 h 6"/>
                  <a:gd name="T2" fmla="*/ 2 w 4"/>
                  <a:gd name="T3" fmla="*/ 0 h 6"/>
                  <a:gd name="T4" fmla="*/ 0 w 4"/>
                  <a:gd name="T5" fmla="*/ 0 h 6"/>
                  <a:gd name="T6" fmla="*/ 0 w 4"/>
                  <a:gd name="T7" fmla="*/ 0 h 6"/>
                  <a:gd name="T8" fmla="*/ 2 w 4"/>
                  <a:gd name="T9" fmla="*/ 2 h 6"/>
                  <a:gd name="T10" fmla="*/ 2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0"/>
                    </a:moveTo>
                    <a:lnTo>
                      <a:pt x="2" y="0"/>
                    </a:lnTo>
                    <a:lnTo>
                      <a:pt x="0" y="0"/>
                    </a:lnTo>
                    <a:lnTo>
                      <a:pt x="2" y="2"/>
                    </a:lnTo>
                    <a:lnTo>
                      <a:pt x="2" y="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85" name="Freeform 1684">
                <a:extLst>
                  <a:ext uri="{FF2B5EF4-FFF2-40B4-BE49-F238E27FC236}">
                    <a16:creationId xmlns:a16="http://schemas.microsoft.com/office/drawing/2014/main" id="{5BB909AC-0DF9-B9B9-D987-F90D822C521C}"/>
                  </a:ext>
                </a:extLst>
              </p:cNvPr>
              <p:cNvSpPr>
                <a:spLocks/>
              </p:cNvSpPr>
              <p:nvPr userDrawn="1"/>
            </p:nvSpPr>
            <p:spPr bwMode="gray">
              <a:xfrm>
                <a:off x="2207" y="1317"/>
                <a:ext cx="9" cy="16"/>
              </a:xfrm>
              <a:custGeom>
                <a:avLst/>
                <a:gdLst>
                  <a:gd name="T0" fmla="*/ 9 w 9"/>
                  <a:gd name="T1" fmla="*/ 0 h 16"/>
                  <a:gd name="T2" fmla="*/ 5 w 9"/>
                  <a:gd name="T3" fmla="*/ 2 h 16"/>
                  <a:gd name="T4" fmla="*/ 3 w 9"/>
                  <a:gd name="T5" fmla="*/ 7 h 16"/>
                  <a:gd name="T6" fmla="*/ 2 w 9"/>
                  <a:gd name="T7" fmla="*/ 11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5" y="2"/>
                    </a:lnTo>
                    <a:lnTo>
                      <a:pt x="3" y="7"/>
                    </a:lnTo>
                    <a:lnTo>
                      <a:pt x="2" y="11"/>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86" name="Line 1685">
                <a:extLst>
                  <a:ext uri="{FF2B5EF4-FFF2-40B4-BE49-F238E27FC236}">
                    <a16:creationId xmlns:a16="http://schemas.microsoft.com/office/drawing/2014/main" id="{0DA85686-1B1A-D448-E204-133BA2F6D7CB}"/>
                  </a:ext>
                </a:extLst>
              </p:cNvPr>
              <p:cNvSpPr>
                <a:spLocks noChangeShapeType="1"/>
              </p:cNvSpPr>
              <p:nvPr userDrawn="1"/>
            </p:nvSpPr>
            <p:spPr bwMode="gray">
              <a:xfrm>
                <a:off x="2118" y="1291"/>
                <a:ext cx="185" cy="66"/>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87" name="Line 1686">
                <a:extLst>
                  <a:ext uri="{FF2B5EF4-FFF2-40B4-BE49-F238E27FC236}">
                    <a16:creationId xmlns:a16="http://schemas.microsoft.com/office/drawing/2014/main" id="{9E3B759D-D259-9D26-C5FD-9485DA9B4667}"/>
                  </a:ext>
                </a:extLst>
              </p:cNvPr>
              <p:cNvSpPr>
                <a:spLocks noChangeShapeType="1"/>
              </p:cNvSpPr>
              <p:nvPr userDrawn="1"/>
            </p:nvSpPr>
            <p:spPr bwMode="gray">
              <a:xfrm>
                <a:off x="2123" y="1284"/>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88" name="Freeform 1687">
                <a:extLst>
                  <a:ext uri="{FF2B5EF4-FFF2-40B4-BE49-F238E27FC236}">
                    <a16:creationId xmlns:a16="http://schemas.microsoft.com/office/drawing/2014/main" id="{AB837D06-5612-FEA1-F15C-F27F451CF492}"/>
                  </a:ext>
                </a:extLst>
              </p:cNvPr>
              <p:cNvSpPr>
                <a:spLocks/>
              </p:cNvSpPr>
              <p:nvPr userDrawn="1"/>
            </p:nvSpPr>
            <p:spPr bwMode="gray">
              <a:xfrm>
                <a:off x="2301" y="1350"/>
                <a:ext cx="9" cy="16"/>
              </a:xfrm>
              <a:custGeom>
                <a:avLst/>
                <a:gdLst>
                  <a:gd name="T0" fmla="*/ 9 w 9"/>
                  <a:gd name="T1" fmla="*/ 0 h 16"/>
                  <a:gd name="T2" fmla="*/ 6 w 9"/>
                  <a:gd name="T3" fmla="*/ 2 h 16"/>
                  <a:gd name="T4" fmla="*/ 2 w 9"/>
                  <a:gd name="T5" fmla="*/ 7 h 16"/>
                  <a:gd name="T6" fmla="*/ 0 w 9"/>
                  <a:gd name="T7" fmla="*/ 13 h 16"/>
                  <a:gd name="T8" fmla="*/ 0 w 9"/>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9" y="0"/>
                    </a:moveTo>
                    <a:lnTo>
                      <a:pt x="6" y="2"/>
                    </a:lnTo>
                    <a:lnTo>
                      <a:pt x="2" y="7"/>
                    </a:lnTo>
                    <a:lnTo>
                      <a:pt x="0" y="13"/>
                    </a:lnTo>
                    <a:lnTo>
                      <a:pt x="0"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89" name="Line 1688">
                <a:extLst>
                  <a:ext uri="{FF2B5EF4-FFF2-40B4-BE49-F238E27FC236}">
                    <a16:creationId xmlns:a16="http://schemas.microsoft.com/office/drawing/2014/main" id="{60C06C47-7146-3404-1BD8-58A15FBF96AE}"/>
                  </a:ext>
                </a:extLst>
              </p:cNvPr>
              <p:cNvSpPr>
                <a:spLocks noChangeShapeType="1"/>
              </p:cNvSpPr>
              <p:nvPr userDrawn="1"/>
            </p:nvSpPr>
            <p:spPr bwMode="gray">
              <a:xfrm flipH="1" flipV="1">
                <a:off x="2114" y="1301"/>
                <a:ext cx="187" cy="6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90" name="Freeform 1689">
                <a:extLst>
                  <a:ext uri="{FF2B5EF4-FFF2-40B4-BE49-F238E27FC236}">
                    <a16:creationId xmlns:a16="http://schemas.microsoft.com/office/drawing/2014/main" id="{DF3C4865-3018-EB8E-9196-01156A13F064}"/>
                  </a:ext>
                </a:extLst>
              </p:cNvPr>
              <p:cNvSpPr>
                <a:spLocks/>
              </p:cNvSpPr>
              <p:nvPr userDrawn="1"/>
            </p:nvSpPr>
            <p:spPr bwMode="gray">
              <a:xfrm>
                <a:off x="2114" y="1284"/>
                <a:ext cx="9" cy="17"/>
              </a:xfrm>
              <a:custGeom>
                <a:avLst/>
                <a:gdLst>
                  <a:gd name="T0" fmla="*/ 0 w 9"/>
                  <a:gd name="T1" fmla="*/ 17 h 17"/>
                  <a:gd name="T2" fmla="*/ 0 w 9"/>
                  <a:gd name="T3" fmla="*/ 12 h 17"/>
                  <a:gd name="T4" fmla="*/ 2 w 9"/>
                  <a:gd name="T5" fmla="*/ 7 h 17"/>
                  <a:gd name="T6" fmla="*/ 5 w 9"/>
                  <a:gd name="T7" fmla="*/ 3 h 17"/>
                  <a:gd name="T8" fmla="*/ 9 w 9"/>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7">
                    <a:moveTo>
                      <a:pt x="0" y="17"/>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91" name="Line 1690">
                <a:extLst>
                  <a:ext uri="{FF2B5EF4-FFF2-40B4-BE49-F238E27FC236}">
                    <a16:creationId xmlns:a16="http://schemas.microsoft.com/office/drawing/2014/main" id="{4EFA1763-D836-EEFF-6FB2-858B8FDB7BAA}"/>
                  </a:ext>
                </a:extLst>
              </p:cNvPr>
              <p:cNvSpPr>
                <a:spLocks noChangeShapeType="1"/>
              </p:cNvSpPr>
              <p:nvPr userDrawn="1"/>
            </p:nvSpPr>
            <p:spPr bwMode="gray">
              <a:xfrm flipV="1">
                <a:off x="2317" y="1342"/>
                <a:ext cx="28" cy="1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92" name="Line 1691">
                <a:extLst>
                  <a:ext uri="{FF2B5EF4-FFF2-40B4-BE49-F238E27FC236}">
                    <a16:creationId xmlns:a16="http://schemas.microsoft.com/office/drawing/2014/main" id="{CB0BF6F9-6374-3AF2-BFC4-F2195E2E5F94}"/>
                  </a:ext>
                </a:extLst>
              </p:cNvPr>
              <p:cNvSpPr>
                <a:spLocks noChangeShapeType="1"/>
              </p:cNvSpPr>
              <p:nvPr userDrawn="1"/>
            </p:nvSpPr>
            <p:spPr bwMode="gray">
              <a:xfrm flipV="1">
                <a:off x="2310" y="1331"/>
                <a:ext cx="35" cy="19"/>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93" name="Line 1692">
                <a:extLst>
                  <a:ext uri="{FF2B5EF4-FFF2-40B4-BE49-F238E27FC236}">
                    <a16:creationId xmlns:a16="http://schemas.microsoft.com/office/drawing/2014/main" id="{8716FD6E-E03E-21ED-5C3C-9D7E3589AE6D}"/>
                  </a:ext>
                </a:extLst>
              </p:cNvPr>
              <p:cNvSpPr>
                <a:spLocks noChangeShapeType="1"/>
              </p:cNvSpPr>
              <p:nvPr userDrawn="1"/>
            </p:nvSpPr>
            <p:spPr bwMode="gray">
              <a:xfrm flipH="1">
                <a:off x="2321" y="1354"/>
                <a:ext cx="24" cy="1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94" name="Freeform 1693">
                <a:extLst>
                  <a:ext uri="{FF2B5EF4-FFF2-40B4-BE49-F238E27FC236}">
                    <a16:creationId xmlns:a16="http://schemas.microsoft.com/office/drawing/2014/main" id="{1CB1E12F-7B9D-A5BB-8CF4-18356E2B1AC3}"/>
                  </a:ext>
                </a:extLst>
              </p:cNvPr>
              <p:cNvSpPr>
                <a:spLocks/>
              </p:cNvSpPr>
              <p:nvPr userDrawn="1"/>
            </p:nvSpPr>
            <p:spPr bwMode="gray">
              <a:xfrm>
                <a:off x="2310" y="1350"/>
                <a:ext cx="11" cy="16"/>
              </a:xfrm>
              <a:custGeom>
                <a:avLst/>
                <a:gdLst>
                  <a:gd name="T0" fmla="*/ 0 w 11"/>
                  <a:gd name="T1" fmla="*/ 0 h 16"/>
                  <a:gd name="T2" fmla="*/ 4 w 11"/>
                  <a:gd name="T3" fmla="*/ 2 h 16"/>
                  <a:gd name="T4" fmla="*/ 7 w 11"/>
                  <a:gd name="T5" fmla="*/ 6 h 16"/>
                  <a:gd name="T6" fmla="*/ 11 w 11"/>
                  <a:gd name="T7" fmla="*/ 11 h 16"/>
                  <a:gd name="T8" fmla="*/ 11 w 11"/>
                  <a:gd name="T9" fmla="*/ 1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6">
                    <a:moveTo>
                      <a:pt x="0" y="0"/>
                    </a:moveTo>
                    <a:lnTo>
                      <a:pt x="4" y="2"/>
                    </a:lnTo>
                    <a:lnTo>
                      <a:pt x="7" y="6"/>
                    </a:lnTo>
                    <a:lnTo>
                      <a:pt x="11" y="11"/>
                    </a:lnTo>
                    <a:lnTo>
                      <a:pt x="11"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95" name="Freeform 1694">
                <a:extLst>
                  <a:ext uri="{FF2B5EF4-FFF2-40B4-BE49-F238E27FC236}">
                    <a16:creationId xmlns:a16="http://schemas.microsoft.com/office/drawing/2014/main" id="{333CCA82-8D6C-A4A8-7867-7ECF4365F290}"/>
                  </a:ext>
                </a:extLst>
              </p:cNvPr>
              <p:cNvSpPr>
                <a:spLocks/>
              </p:cNvSpPr>
              <p:nvPr userDrawn="1"/>
            </p:nvSpPr>
            <p:spPr bwMode="gray">
              <a:xfrm>
                <a:off x="2114" y="1403"/>
                <a:ext cx="4" cy="9"/>
              </a:xfrm>
              <a:custGeom>
                <a:avLst/>
                <a:gdLst>
                  <a:gd name="T0" fmla="*/ 2 w 4"/>
                  <a:gd name="T1" fmla="*/ 0 h 9"/>
                  <a:gd name="T2" fmla="*/ 0 w 4"/>
                  <a:gd name="T3" fmla="*/ 3 h 9"/>
                  <a:gd name="T4" fmla="*/ 0 w 4"/>
                  <a:gd name="T5" fmla="*/ 5 h 9"/>
                  <a:gd name="T6" fmla="*/ 0 w 4"/>
                  <a:gd name="T7" fmla="*/ 7 h 9"/>
                  <a:gd name="T8" fmla="*/ 4 w 4"/>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9">
                    <a:moveTo>
                      <a:pt x="2" y="0"/>
                    </a:moveTo>
                    <a:lnTo>
                      <a:pt x="0" y="3"/>
                    </a:lnTo>
                    <a:lnTo>
                      <a:pt x="0" y="5"/>
                    </a:lnTo>
                    <a:lnTo>
                      <a:pt x="0" y="7"/>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96" name="Line 1695">
                <a:extLst>
                  <a:ext uri="{FF2B5EF4-FFF2-40B4-BE49-F238E27FC236}">
                    <a16:creationId xmlns:a16="http://schemas.microsoft.com/office/drawing/2014/main" id="{B95FAB18-8C8C-16F3-8E82-5B3E5214EB9C}"/>
                  </a:ext>
                </a:extLst>
              </p:cNvPr>
              <p:cNvSpPr>
                <a:spLocks noChangeShapeType="1"/>
              </p:cNvSpPr>
              <p:nvPr userDrawn="1"/>
            </p:nvSpPr>
            <p:spPr bwMode="gray">
              <a:xfrm flipH="1" flipV="1">
                <a:off x="2111" y="1298"/>
                <a:ext cx="5" cy="222"/>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97" name="Line 1696">
                <a:extLst>
                  <a:ext uri="{FF2B5EF4-FFF2-40B4-BE49-F238E27FC236}">
                    <a16:creationId xmlns:a16="http://schemas.microsoft.com/office/drawing/2014/main" id="{E400D82B-C229-5D64-321A-56B72EEA2582}"/>
                  </a:ext>
                </a:extLst>
              </p:cNvPr>
              <p:cNvSpPr>
                <a:spLocks noChangeShapeType="1"/>
              </p:cNvSpPr>
              <p:nvPr userDrawn="1"/>
            </p:nvSpPr>
            <p:spPr bwMode="gray">
              <a:xfrm flipH="1" flipV="1">
                <a:off x="2112" y="1293"/>
                <a:ext cx="7" cy="22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298" name="Freeform 1697">
                <a:extLst>
                  <a:ext uri="{FF2B5EF4-FFF2-40B4-BE49-F238E27FC236}">
                    <a16:creationId xmlns:a16="http://schemas.microsoft.com/office/drawing/2014/main" id="{8E8C2394-407B-D1E0-1045-889212960247}"/>
                  </a:ext>
                </a:extLst>
              </p:cNvPr>
              <p:cNvSpPr>
                <a:spLocks/>
              </p:cNvSpPr>
              <p:nvPr userDrawn="1"/>
            </p:nvSpPr>
            <p:spPr bwMode="gray">
              <a:xfrm>
                <a:off x="2111" y="1293"/>
                <a:ext cx="3" cy="8"/>
              </a:xfrm>
              <a:custGeom>
                <a:avLst/>
                <a:gdLst>
                  <a:gd name="T0" fmla="*/ 1 w 3"/>
                  <a:gd name="T1" fmla="*/ 0 h 8"/>
                  <a:gd name="T2" fmla="*/ 0 w 3"/>
                  <a:gd name="T3" fmla="*/ 1 h 8"/>
                  <a:gd name="T4" fmla="*/ 0 w 3"/>
                  <a:gd name="T5" fmla="*/ 5 h 8"/>
                  <a:gd name="T6" fmla="*/ 1 w 3"/>
                  <a:gd name="T7" fmla="*/ 7 h 8"/>
                  <a:gd name="T8" fmla="*/ 3 w 3"/>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0" y="1"/>
                    </a:lnTo>
                    <a:lnTo>
                      <a:pt x="0" y="5"/>
                    </a:lnTo>
                    <a:lnTo>
                      <a:pt x="1" y="7"/>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299" name="Line 1698">
                <a:extLst>
                  <a:ext uri="{FF2B5EF4-FFF2-40B4-BE49-F238E27FC236}">
                    <a16:creationId xmlns:a16="http://schemas.microsoft.com/office/drawing/2014/main" id="{2A47E5EA-0EFF-D205-149A-809B4FEDD5F5}"/>
                  </a:ext>
                </a:extLst>
              </p:cNvPr>
              <p:cNvSpPr>
                <a:spLocks noChangeShapeType="1"/>
              </p:cNvSpPr>
              <p:nvPr userDrawn="1"/>
            </p:nvSpPr>
            <p:spPr bwMode="gray">
              <a:xfrm>
                <a:off x="2114" y="1301"/>
                <a:ext cx="7" cy="221"/>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300" name="Freeform 1699">
                <a:extLst>
                  <a:ext uri="{FF2B5EF4-FFF2-40B4-BE49-F238E27FC236}">
                    <a16:creationId xmlns:a16="http://schemas.microsoft.com/office/drawing/2014/main" id="{B78B24AF-EFC5-06A0-FD4F-644774949134}"/>
                  </a:ext>
                </a:extLst>
              </p:cNvPr>
              <p:cNvSpPr>
                <a:spLocks/>
              </p:cNvSpPr>
              <p:nvPr userDrawn="1"/>
            </p:nvSpPr>
            <p:spPr bwMode="gray">
              <a:xfrm>
                <a:off x="2116" y="1513"/>
                <a:ext cx="4" cy="9"/>
              </a:xfrm>
              <a:custGeom>
                <a:avLst/>
                <a:gdLst>
                  <a:gd name="T0" fmla="*/ 2 w 5"/>
                  <a:gd name="T1" fmla="*/ 9 h 9"/>
                  <a:gd name="T2" fmla="*/ 2 w 5"/>
                  <a:gd name="T3" fmla="*/ 7 h 9"/>
                  <a:gd name="T4" fmla="*/ 0 w 5"/>
                  <a:gd name="T5" fmla="*/ 5 h 9"/>
                  <a:gd name="T6" fmla="*/ 2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2"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1" name="Freeform 1700">
                <a:extLst>
                  <a:ext uri="{FF2B5EF4-FFF2-40B4-BE49-F238E27FC236}">
                    <a16:creationId xmlns:a16="http://schemas.microsoft.com/office/drawing/2014/main" id="{9C7ED2B6-0C61-D86C-4F56-F080D388179D}"/>
                  </a:ext>
                </a:extLst>
              </p:cNvPr>
              <p:cNvSpPr>
                <a:spLocks/>
              </p:cNvSpPr>
              <p:nvPr userDrawn="1"/>
            </p:nvSpPr>
            <p:spPr bwMode="gray">
              <a:xfrm>
                <a:off x="3526" y="1214"/>
                <a:ext cx="14" cy="12"/>
              </a:xfrm>
              <a:custGeom>
                <a:avLst/>
                <a:gdLst>
                  <a:gd name="T0" fmla="*/ 14 w 14"/>
                  <a:gd name="T1" fmla="*/ 12 h 12"/>
                  <a:gd name="T2" fmla="*/ 14 w 14"/>
                  <a:gd name="T3" fmla="*/ 9 h 12"/>
                  <a:gd name="T4" fmla="*/ 10 w 14"/>
                  <a:gd name="T5" fmla="*/ 5 h 12"/>
                  <a:gd name="T6" fmla="*/ 8 w 14"/>
                  <a:gd name="T7" fmla="*/ 2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9"/>
                    </a:lnTo>
                    <a:lnTo>
                      <a:pt x="10" y="5"/>
                    </a:lnTo>
                    <a:lnTo>
                      <a:pt x="8" y="2"/>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2" name="Freeform 1701">
                <a:extLst>
                  <a:ext uri="{FF2B5EF4-FFF2-40B4-BE49-F238E27FC236}">
                    <a16:creationId xmlns:a16="http://schemas.microsoft.com/office/drawing/2014/main" id="{91FC909E-AD0D-1193-6CAD-61E464EE0FC5}"/>
                  </a:ext>
                </a:extLst>
              </p:cNvPr>
              <p:cNvSpPr>
                <a:spLocks/>
              </p:cNvSpPr>
              <p:nvPr userDrawn="1"/>
            </p:nvSpPr>
            <p:spPr bwMode="gray">
              <a:xfrm>
                <a:off x="3533" y="1216"/>
                <a:ext cx="4" cy="8"/>
              </a:xfrm>
              <a:custGeom>
                <a:avLst/>
                <a:gdLst>
                  <a:gd name="T0" fmla="*/ 0 w 5"/>
                  <a:gd name="T1" fmla="*/ 0 h 8"/>
                  <a:gd name="T2" fmla="*/ 1 w 5"/>
                  <a:gd name="T3" fmla="*/ 0 h 8"/>
                  <a:gd name="T4" fmla="*/ 2 w 5"/>
                  <a:gd name="T5" fmla="*/ 1 h 8"/>
                  <a:gd name="T6" fmla="*/ 2 w 5"/>
                  <a:gd name="T7" fmla="*/ 3 h 8"/>
                  <a:gd name="T8" fmla="*/ 2 w 5"/>
                  <a:gd name="T9" fmla="*/ 5 h 8"/>
                  <a:gd name="T10" fmla="*/ 2 w 5"/>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8">
                    <a:moveTo>
                      <a:pt x="0" y="0"/>
                    </a:moveTo>
                    <a:lnTo>
                      <a:pt x="1" y="0"/>
                    </a:lnTo>
                    <a:lnTo>
                      <a:pt x="3" y="1"/>
                    </a:lnTo>
                    <a:lnTo>
                      <a:pt x="3" y="3"/>
                    </a:lnTo>
                    <a:lnTo>
                      <a:pt x="5" y="5"/>
                    </a:lnTo>
                    <a:lnTo>
                      <a:pt x="3"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3" name="Freeform 1702">
                <a:extLst>
                  <a:ext uri="{FF2B5EF4-FFF2-40B4-BE49-F238E27FC236}">
                    <a16:creationId xmlns:a16="http://schemas.microsoft.com/office/drawing/2014/main" id="{A677C2E1-424E-CA59-6A14-6DDEFED75B79}"/>
                  </a:ext>
                </a:extLst>
              </p:cNvPr>
              <p:cNvSpPr>
                <a:spLocks/>
              </p:cNvSpPr>
              <p:nvPr userDrawn="1"/>
            </p:nvSpPr>
            <p:spPr bwMode="gray">
              <a:xfrm>
                <a:off x="2142" y="1686"/>
                <a:ext cx="4" cy="16"/>
              </a:xfrm>
              <a:custGeom>
                <a:avLst/>
                <a:gdLst>
                  <a:gd name="T0" fmla="*/ 1 w 7"/>
                  <a:gd name="T1" fmla="*/ 0 h 16"/>
                  <a:gd name="T2" fmla="*/ 0 w 7"/>
                  <a:gd name="T3" fmla="*/ 4 h 16"/>
                  <a:gd name="T4" fmla="*/ 0 w 7"/>
                  <a:gd name="T5" fmla="*/ 7 h 16"/>
                  <a:gd name="T6" fmla="*/ 1 w 7"/>
                  <a:gd name="T7" fmla="*/ 12 h 16"/>
                  <a:gd name="T8" fmla="*/ 1 w 7"/>
                  <a:gd name="T9" fmla="*/ 14 h 16"/>
                  <a:gd name="T10" fmla="*/ 1 w 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6">
                    <a:moveTo>
                      <a:pt x="2" y="0"/>
                    </a:moveTo>
                    <a:lnTo>
                      <a:pt x="0" y="4"/>
                    </a:lnTo>
                    <a:lnTo>
                      <a:pt x="0" y="7"/>
                    </a:lnTo>
                    <a:lnTo>
                      <a:pt x="2" y="12"/>
                    </a:lnTo>
                    <a:lnTo>
                      <a:pt x="4" y="14"/>
                    </a:lnTo>
                    <a:lnTo>
                      <a:pt x="7"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4" name="Freeform 1703">
                <a:extLst>
                  <a:ext uri="{FF2B5EF4-FFF2-40B4-BE49-F238E27FC236}">
                    <a16:creationId xmlns:a16="http://schemas.microsoft.com/office/drawing/2014/main" id="{F59FEA53-F8B7-DF19-195E-5C13C7EBC99A}"/>
                  </a:ext>
                </a:extLst>
              </p:cNvPr>
              <p:cNvSpPr>
                <a:spLocks/>
              </p:cNvSpPr>
              <p:nvPr userDrawn="1"/>
            </p:nvSpPr>
            <p:spPr bwMode="gray">
              <a:xfrm>
                <a:off x="2142" y="1693"/>
                <a:ext cx="9" cy="4"/>
              </a:xfrm>
              <a:custGeom>
                <a:avLst/>
                <a:gdLst>
                  <a:gd name="T0" fmla="*/ 9 w 9"/>
                  <a:gd name="T1" fmla="*/ 2 h 5"/>
                  <a:gd name="T2" fmla="*/ 5 w 9"/>
                  <a:gd name="T3" fmla="*/ 2 h 5"/>
                  <a:gd name="T4" fmla="*/ 2 w 9"/>
                  <a:gd name="T5" fmla="*/ 2 h 5"/>
                  <a:gd name="T6" fmla="*/ 0 w 9"/>
                  <a:gd name="T7" fmla="*/ 2 h 5"/>
                  <a:gd name="T8" fmla="*/ 0 w 9"/>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5">
                    <a:moveTo>
                      <a:pt x="9" y="5"/>
                    </a:moveTo>
                    <a:lnTo>
                      <a:pt x="5" y="5"/>
                    </a:lnTo>
                    <a:lnTo>
                      <a:pt x="2"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5" name="Freeform 1704">
                <a:extLst>
                  <a:ext uri="{FF2B5EF4-FFF2-40B4-BE49-F238E27FC236}">
                    <a16:creationId xmlns:a16="http://schemas.microsoft.com/office/drawing/2014/main" id="{18278E71-4CA2-AC4B-E3A2-518CBB342666}"/>
                  </a:ext>
                </a:extLst>
              </p:cNvPr>
              <p:cNvSpPr>
                <a:spLocks/>
              </p:cNvSpPr>
              <p:nvPr userDrawn="1"/>
            </p:nvSpPr>
            <p:spPr bwMode="gray">
              <a:xfrm>
                <a:off x="2779" y="1933"/>
                <a:ext cx="17" cy="7"/>
              </a:xfrm>
              <a:custGeom>
                <a:avLst/>
                <a:gdLst>
                  <a:gd name="T0" fmla="*/ 0 w 17"/>
                  <a:gd name="T1" fmla="*/ 0 h 7"/>
                  <a:gd name="T2" fmla="*/ 2 w 17"/>
                  <a:gd name="T3" fmla="*/ 3 h 7"/>
                  <a:gd name="T4" fmla="*/ 5 w 17"/>
                  <a:gd name="T5" fmla="*/ 5 h 7"/>
                  <a:gd name="T6" fmla="*/ 10 w 17"/>
                  <a:gd name="T7" fmla="*/ 7 h 7"/>
                  <a:gd name="T8" fmla="*/ 14 w 17"/>
                  <a:gd name="T9" fmla="*/ 7 h 7"/>
                  <a:gd name="T10" fmla="*/ 17 w 1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7">
                    <a:moveTo>
                      <a:pt x="0" y="0"/>
                    </a:moveTo>
                    <a:lnTo>
                      <a:pt x="2" y="3"/>
                    </a:lnTo>
                    <a:lnTo>
                      <a:pt x="5" y="5"/>
                    </a:lnTo>
                    <a:lnTo>
                      <a:pt x="10" y="7"/>
                    </a:lnTo>
                    <a:lnTo>
                      <a:pt x="14" y="7"/>
                    </a:lnTo>
                    <a:lnTo>
                      <a:pt x="17"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6" name="Freeform 1705">
                <a:extLst>
                  <a:ext uri="{FF2B5EF4-FFF2-40B4-BE49-F238E27FC236}">
                    <a16:creationId xmlns:a16="http://schemas.microsoft.com/office/drawing/2014/main" id="{7814D807-9991-A2AB-ECD2-0E2361CB8FE4}"/>
                  </a:ext>
                </a:extLst>
              </p:cNvPr>
              <p:cNvSpPr>
                <a:spLocks/>
              </p:cNvSpPr>
              <p:nvPr userDrawn="1"/>
            </p:nvSpPr>
            <p:spPr bwMode="gray">
              <a:xfrm>
                <a:off x="2784" y="1933"/>
                <a:ext cx="13" cy="8"/>
              </a:xfrm>
              <a:custGeom>
                <a:avLst/>
                <a:gdLst>
                  <a:gd name="T0" fmla="*/ 0 w 11"/>
                  <a:gd name="T1" fmla="*/ 8 h 8"/>
                  <a:gd name="T2" fmla="*/ 2 w 11"/>
                  <a:gd name="T3" fmla="*/ 8 h 8"/>
                  <a:gd name="T4" fmla="*/ 79 w 11"/>
                  <a:gd name="T5" fmla="*/ 7 h 8"/>
                  <a:gd name="T6" fmla="*/ 110 w 11"/>
                  <a:gd name="T7" fmla="*/ 5 h 8"/>
                  <a:gd name="T8" fmla="*/ 182 w 1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8">
                    <a:moveTo>
                      <a:pt x="0" y="8"/>
                    </a:moveTo>
                    <a:lnTo>
                      <a:pt x="2" y="8"/>
                    </a:lnTo>
                    <a:lnTo>
                      <a:pt x="5" y="7"/>
                    </a:lnTo>
                    <a:lnTo>
                      <a:pt x="7" y="5"/>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7" name="Freeform 1706">
                <a:extLst>
                  <a:ext uri="{FF2B5EF4-FFF2-40B4-BE49-F238E27FC236}">
                    <a16:creationId xmlns:a16="http://schemas.microsoft.com/office/drawing/2014/main" id="{AAA04A6C-81CC-20DC-7C99-84CC89F17613}"/>
                  </a:ext>
                </a:extLst>
              </p:cNvPr>
              <p:cNvSpPr>
                <a:spLocks/>
              </p:cNvSpPr>
              <p:nvPr userDrawn="1"/>
            </p:nvSpPr>
            <p:spPr bwMode="gray">
              <a:xfrm>
                <a:off x="2135" y="1452"/>
                <a:ext cx="12" cy="14"/>
              </a:xfrm>
              <a:custGeom>
                <a:avLst/>
                <a:gdLst>
                  <a:gd name="T0" fmla="*/ 0 w 12"/>
                  <a:gd name="T1" fmla="*/ 14 h 14"/>
                  <a:gd name="T2" fmla="*/ 0 w 12"/>
                  <a:gd name="T3" fmla="*/ 8 h 14"/>
                  <a:gd name="T4" fmla="*/ 4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8"/>
                    </a:lnTo>
                    <a:lnTo>
                      <a:pt x="4"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8" name="Freeform 1707">
                <a:extLst>
                  <a:ext uri="{FF2B5EF4-FFF2-40B4-BE49-F238E27FC236}">
                    <a16:creationId xmlns:a16="http://schemas.microsoft.com/office/drawing/2014/main" id="{5BC00F72-F89A-FCAD-2B30-B724910166B9}"/>
                  </a:ext>
                </a:extLst>
              </p:cNvPr>
              <p:cNvSpPr>
                <a:spLocks/>
              </p:cNvSpPr>
              <p:nvPr userDrawn="1"/>
            </p:nvSpPr>
            <p:spPr bwMode="gray">
              <a:xfrm>
                <a:off x="2137" y="1455"/>
                <a:ext cx="3" cy="7"/>
              </a:xfrm>
              <a:custGeom>
                <a:avLst/>
                <a:gdLst>
                  <a:gd name="T0" fmla="*/ 3 w 3"/>
                  <a:gd name="T1" fmla="*/ 7 h 7"/>
                  <a:gd name="T2" fmla="*/ 2 w 3"/>
                  <a:gd name="T3" fmla="*/ 5 h 7"/>
                  <a:gd name="T4" fmla="*/ 0 w 3"/>
                  <a:gd name="T5" fmla="*/ 2 h 7"/>
                  <a:gd name="T6" fmla="*/ 0 w 3"/>
                  <a:gd name="T7" fmla="*/ 0 h 7"/>
                  <a:gd name="T8" fmla="*/ 2 w 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3" y="7"/>
                    </a:moveTo>
                    <a:lnTo>
                      <a:pt x="2"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09" name="Freeform 1708">
                <a:extLst>
                  <a:ext uri="{FF2B5EF4-FFF2-40B4-BE49-F238E27FC236}">
                    <a16:creationId xmlns:a16="http://schemas.microsoft.com/office/drawing/2014/main" id="{CC6C1E0B-1E99-76FA-24D8-A390FBF7EACD}"/>
                  </a:ext>
                </a:extLst>
              </p:cNvPr>
              <p:cNvSpPr>
                <a:spLocks/>
              </p:cNvSpPr>
              <p:nvPr userDrawn="1"/>
            </p:nvSpPr>
            <p:spPr bwMode="gray">
              <a:xfrm>
                <a:off x="2788" y="1683"/>
                <a:ext cx="1" cy="22"/>
              </a:xfrm>
              <a:custGeom>
                <a:avLst/>
                <a:gdLst>
                  <a:gd name="T0" fmla="*/ 1 w 1"/>
                  <a:gd name="T1" fmla="*/ 226 h 19"/>
                  <a:gd name="T2" fmla="*/ 1 w 1"/>
                  <a:gd name="T3" fmla="*/ 168 h 19"/>
                  <a:gd name="T4" fmla="*/ 1 w 1"/>
                  <a:gd name="T5" fmla="*/ 125 h 19"/>
                  <a:gd name="T6" fmla="*/ 0 w 1"/>
                  <a:gd name="T7" fmla="*/ 60 h 19"/>
                  <a:gd name="T8" fmla="*/ 0 w 1"/>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9">
                    <a:moveTo>
                      <a:pt x="1" y="19"/>
                    </a:moveTo>
                    <a:lnTo>
                      <a:pt x="1" y="14"/>
                    </a:lnTo>
                    <a:lnTo>
                      <a:pt x="1" y="10"/>
                    </a:lnTo>
                    <a:lnTo>
                      <a:pt x="0"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0" name="Freeform 1709">
                <a:extLst>
                  <a:ext uri="{FF2B5EF4-FFF2-40B4-BE49-F238E27FC236}">
                    <a16:creationId xmlns:a16="http://schemas.microsoft.com/office/drawing/2014/main" id="{BB813907-3EAD-E65D-4D49-1DE23D3C85EE}"/>
                  </a:ext>
                </a:extLst>
              </p:cNvPr>
              <p:cNvSpPr>
                <a:spLocks/>
              </p:cNvSpPr>
              <p:nvPr userDrawn="1"/>
            </p:nvSpPr>
            <p:spPr bwMode="gray">
              <a:xfrm>
                <a:off x="2779" y="1693"/>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1" name="Freeform 1710">
                <a:extLst>
                  <a:ext uri="{FF2B5EF4-FFF2-40B4-BE49-F238E27FC236}">
                    <a16:creationId xmlns:a16="http://schemas.microsoft.com/office/drawing/2014/main" id="{2FAD0210-9405-D2F7-3CCC-702B90FFDB39}"/>
                  </a:ext>
                </a:extLst>
              </p:cNvPr>
              <p:cNvSpPr>
                <a:spLocks/>
              </p:cNvSpPr>
              <p:nvPr userDrawn="1"/>
            </p:nvSpPr>
            <p:spPr bwMode="gray">
              <a:xfrm>
                <a:off x="2359" y="2013"/>
                <a:ext cx="4" cy="22"/>
              </a:xfrm>
              <a:custGeom>
                <a:avLst/>
                <a:gdLst>
                  <a:gd name="T0" fmla="*/ 1 w 7"/>
                  <a:gd name="T1" fmla="*/ 0 h 18"/>
                  <a:gd name="T2" fmla="*/ 0 w 7"/>
                  <a:gd name="T3" fmla="*/ 145 h 18"/>
                  <a:gd name="T4" fmla="*/ 0 w 7"/>
                  <a:gd name="T5" fmla="*/ 264 h 18"/>
                  <a:gd name="T6" fmla="*/ 1 w 7"/>
                  <a:gd name="T7" fmla="*/ 363 h 18"/>
                  <a:gd name="T8" fmla="*/ 1 w 7"/>
                  <a:gd name="T9" fmla="*/ 483 h 18"/>
                  <a:gd name="T10" fmla="*/ 1 w 7"/>
                  <a:gd name="T11" fmla="*/ 543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2" y="0"/>
                    </a:moveTo>
                    <a:lnTo>
                      <a:pt x="0" y="5"/>
                    </a:lnTo>
                    <a:lnTo>
                      <a:pt x="0" y="9"/>
                    </a:lnTo>
                    <a:lnTo>
                      <a:pt x="2" y="12"/>
                    </a:lnTo>
                    <a:lnTo>
                      <a:pt x="4" y="16"/>
                    </a:lnTo>
                    <a:lnTo>
                      <a:pt x="7" y="1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2" name="Freeform 1711">
                <a:extLst>
                  <a:ext uri="{FF2B5EF4-FFF2-40B4-BE49-F238E27FC236}">
                    <a16:creationId xmlns:a16="http://schemas.microsoft.com/office/drawing/2014/main" id="{FB1AAE5C-D57F-80E1-D507-CCA4C78C23E1}"/>
                  </a:ext>
                </a:extLst>
              </p:cNvPr>
              <p:cNvSpPr>
                <a:spLocks/>
              </p:cNvSpPr>
              <p:nvPr userDrawn="1"/>
            </p:nvSpPr>
            <p:spPr bwMode="gray">
              <a:xfrm>
                <a:off x="2359" y="2020"/>
                <a:ext cx="9" cy="7"/>
              </a:xfrm>
              <a:custGeom>
                <a:avLst/>
                <a:gdLst>
                  <a:gd name="T0" fmla="*/ 9 w 9"/>
                  <a:gd name="T1" fmla="*/ 7 h 7"/>
                  <a:gd name="T2" fmla="*/ 5 w 9"/>
                  <a:gd name="T3" fmla="*/ 7 h 7"/>
                  <a:gd name="T4" fmla="*/ 2 w 9"/>
                  <a:gd name="T5" fmla="*/ 5 h 7"/>
                  <a:gd name="T6" fmla="*/ 0 w 9"/>
                  <a:gd name="T7" fmla="*/ 4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3" name="Freeform 1712">
                <a:extLst>
                  <a:ext uri="{FF2B5EF4-FFF2-40B4-BE49-F238E27FC236}">
                    <a16:creationId xmlns:a16="http://schemas.microsoft.com/office/drawing/2014/main" id="{AD3E8A41-65C1-3317-909C-80DCB2A9E268}"/>
                  </a:ext>
                </a:extLst>
              </p:cNvPr>
              <p:cNvSpPr>
                <a:spLocks/>
              </p:cNvSpPr>
              <p:nvPr userDrawn="1"/>
            </p:nvSpPr>
            <p:spPr bwMode="gray">
              <a:xfrm>
                <a:off x="2345" y="1277"/>
                <a:ext cx="7" cy="3"/>
              </a:xfrm>
              <a:custGeom>
                <a:avLst/>
                <a:gdLst>
                  <a:gd name="T0" fmla="*/ 2 w 7"/>
                  <a:gd name="T1" fmla="*/ 3 h 3"/>
                  <a:gd name="T2" fmla="*/ 2 w 7"/>
                  <a:gd name="T3" fmla="*/ 2 h 3"/>
                  <a:gd name="T4" fmla="*/ 0 w 7"/>
                  <a:gd name="T5" fmla="*/ 0 h 3"/>
                  <a:gd name="T6" fmla="*/ 0 w 7"/>
                  <a:gd name="T7" fmla="*/ 0 h 3"/>
                  <a:gd name="T8" fmla="*/ 2 w 7"/>
                  <a:gd name="T9" fmla="*/ 0 h 3"/>
                  <a:gd name="T10" fmla="*/ 4 w 7"/>
                  <a:gd name="T11" fmla="*/ 0 h 3"/>
                  <a:gd name="T12" fmla="*/ 7 w 7"/>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lnTo>
                      <a:pt x="2" y="2"/>
                    </a:lnTo>
                    <a:lnTo>
                      <a:pt x="0" y="0"/>
                    </a:lnTo>
                    <a:lnTo>
                      <a:pt x="2" y="0"/>
                    </a:lnTo>
                    <a:lnTo>
                      <a:pt x="4" y="0"/>
                    </a:lnTo>
                    <a:lnTo>
                      <a:pt x="7"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4" name="Freeform 1713">
                <a:extLst>
                  <a:ext uri="{FF2B5EF4-FFF2-40B4-BE49-F238E27FC236}">
                    <a16:creationId xmlns:a16="http://schemas.microsoft.com/office/drawing/2014/main" id="{BEDFB542-9DDA-878B-1F48-7F78538AB6B8}"/>
                  </a:ext>
                </a:extLst>
              </p:cNvPr>
              <p:cNvSpPr>
                <a:spLocks/>
              </p:cNvSpPr>
              <p:nvPr userDrawn="1"/>
            </p:nvSpPr>
            <p:spPr bwMode="gray">
              <a:xfrm>
                <a:off x="2345" y="1270"/>
                <a:ext cx="9" cy="16"/>
              </a:xfrm>
              <a:custGeom>
                <a:avLst/>
                <a:gdLst>
                  <a:gd name="T0" fmla="*/ 0 w 9"/>
                  <a:gd name="T1" fmla="*/ 16 h 16"/>
                  <a:gd name="T2" fmla="*/ 0 w 9"/>
                  <a:gd name="T3" fmla="*/ 10 h 16"/>
                  <a:gd name="T4" fmla="*/ 2 w 9"/>
                  <a:gd name="T5" fmla="*/ 7 h 16"/>
                  <a:gd name="T6" fmla="*/ 4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0" y="16"/>
                    </a:moveTo>
                    <a:lnTo>
                      <a:pt x="0" y="10"/>
                    </a:lnTo>
                    <a:lnTo>
                      <a:pt x="2" y="7"/>
                    </a:lnTo>
                    <a:lnTo>
                      <a:pt x="4"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5" name="Freeform 1714">
                <a:extLst>
                  <a:ext uri="{FF2B5EF4-FFF2-40B4-BE49-F238E27FC236}">
                    <a16:creationId xmlns:a16="http://schemas.microsoft.com/office/drawing/2014/main" id="{941E7113-714B-7DE5-1C54-E4F03BC7A972}"/>
                  </a:ext>
                </a:extLst>
              </p:cNvPr>
              <p:cNvSpPr>
                <a:spLocks/>
              </p:cNvSpPr>
              <p:nvPr userDrawn="1"/>
            </p:nvSpPr>
            <p:spPr bwMode="gray">
              <a:xfrm>
                <a:off x="2565" y="2101"/>
                <a:ext cx="4" cy="4"/>
              </a:xfrm>
              <a:custGeom>
                <a:avLst/>
                <a:gdLst>
                  <a:gd name="T0" fmla="*/ 0 w 2"/>
                  <a:gd name="T1" fmla="*/ 1 h 7"/>
                  <a:gd name="T2" fmla="*/ 262144 w 2"/>
                  <a:gd name="T3" fmla="*/ 1 h 7"/>
                  <a:gd name="T4" fmla="*/ 262144 w 2"/>
                  <a:gd name="T5" fmla="*/ 1 h 7"/>
                  <a:gd name="T6" fmla="*/ 262144 w 2"/>
                  <a:gd name="T7" fmla="*/ 1 h 7"/>
                  <a:gd name="T8" fmla="*/ 262144 w 2"/>
                  <a:gd name="T9" fmla="*/ 1 h 7"/>
                  <a:gd name="T10" fmla="*/ 262144 w 2"/>
                  <a:gd name="T11" fmla="*/ 1 h 7"/>
                  <a:gd name="T12" fmla="*/ 262144 w 2"/>
                  <a:gd name="T13" fmla="*/ 1 h 7"/>
                  <a:gd name="T14" fmla="*/ 262144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2" y="7"/>
                    </a:lnTo>
                    <a:lnTo>
                      <a:pt x="2" y="5"/>
                    </a:lnTo>
                    <a:lnTo>
                      <a:pt x="2" y="3"/>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6" name="Freeform 1715">
                <a:extLst>
                  <a:ext uri="{FF2B5EF4-FFF2-40B4-BE49-F238E27FC236}">
                    <a16:creationId xmlns:a16="http://schemas.microsoft.com/office/drawing/2014/main" id="{C50151DA-BA21-55B6-10E2-FBC83B797BFB}"/>
                  </a:ext>
                </a:extLst>
              </p:cNvPr>
              <p:cNvSpPr>
                <a:spLocks/>
              </p:cNvSpPr>
              <p:nvPr userDrawn="1"/>
            </p:nvSpPr>
            <p:spPr bwMode="gray">
              <a:xfrm>
                <a:off x="2558" y="2102"/>
                <a:ext cx="22" cy="4"/>
              </a:xfrm>
              <a:custGeom>
                <a:avLst/>
                <a:gdLst>
                  <a:gd name="T0" fmla="*/ 543 w 18"/>
                  <a:gd name="T1" fmla="*/ 0 h 4"/>
                  <a:gd name="T2" fmla="*/ 441 w 18"/>
                  <a:gd name="T3" fmla="*/ 4 h 4"/>
                  <a:gd name="T4" fmla="*/ 264 w 18"/>
                  <a:gd name="T5" fmla="*/ 4 h 4"/>
                  <a:gd name="T6" fmla="*/ 119 w 18"/>
                  <a:gd name="T7" fmla="*/ 4 h 4"/>
                  <a:gd name="T8" fmla="*/ 0 w 18"/>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
                    <a:moveTo>
                      <a:pt x="18" y="0"/>
                    </a:moveTo>
                    <a:lnTo>
                      <a:pt x="14" y="4"/>
                    </a:lnTo>
                    <a:lnTo>
                      <a:pt x="9" y="4"/>
                    </a:lnTo>
                    <a:lnTo>
                      <a:pt x="4" y="4"/>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7" name="Freeform 1716">
                <a:extLst>
                  <a:ext uri="{FF2B5EF4-FFF2-40B4-BE49-F238E27FC236}">
                    <a16:creationId xmlns:a16="http://schemas.microsoft.com/office/drawing/2014/main" id="{A45B6291-F08A-CB15-5FDC-F97F3AF57351}"/>
                  </a:ext>
                </a:extLst>
              </p:cNvPr>
              <p:cNvSpPr>
                <a:spLocks/>
              </p:cNvSpPr>
              <p:nvPr userDrawn="1"/>
            </p:nvSpPr>
            <p:spPr bwMode="gray">
              <a:xfrm>
                <a:off x="2558" y="1340"/>
                <a:ext cx="4" cy="19"/>
              </a:xfrm>
              <a:custGeom>
                <a:avLst/>
                <a:gdLst>
                  <a:gd name="T0" fmla="*/ 262144 w 2"/>
                  <a:gd name="T1" fmla="*/ 19 h 19"/>
                  <a:gd name="T2" fmla="*/ 262144 w 2"/>
                  <a:gd name="T3" fmla="*/ 14 h 19"/>
                  <a:gd name="T4" fmla="*/ 262144 w 2"/>
                  <a:gd name="T5" fmla="*/ 10 h 19"/>
                  <a:gd name="T6" fmla="*/ 262144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4"/>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8" name="Freeform 1717">
                <a:extLst>
                  <a:ext uri="{FF2B5EF4-FFF2-40B4-BE49-F238E27FC236}">
                    <a16:creationId xmlns:a16="http://schemas.microsoft.com/office/drawing/2014/main" id="{84775AC5-AEA6-6094-11EF-8DD5C3BE1DDA}"/>
                  </a:ext>
                </a:extLst>
              </p:cNvPr>
              <p:cNvSpPr>
                <a:spLocks/>
              </p:cNvSpPr>
              <p:nvPr userDrawn="1"/>
            </p:nvSpPr>
            <p:spPr bwMode="gray">
              <a:xfrm>
                <a:off x="2550" y="1350"/>
                <a:ext cx="19" cy="1"/>
              </a:xfrm>
              <a:custGeom>
                <a:avLst/>
                <a:gdLst>
                  <a:gd name="T0" fmla="*/ 19 w 19"/>
                  <a:gd name="T1" fmla="*/ 0 h 1"/>
                  <a:gd name="T2" fmla="*/ 14 w 19"/>
                  <a:gd name="T3" fmla="*/ 0 h 1"/>
                  <a:gd name="T4" fmla="*/ 10 w 19"/>
                  <a:gd name="T5" fmla="*/ 0 h 1"/>
                  <a:gd name="T6" fmla="*/ 5 w 19"/>
                  <a:gd name="T7" fmla="*/ 0 h 1"/>
                  <a:gd name="T8" fmla="*/ 0 w 19"/>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
                    <a:moveTo>
                      <a:pt x="19" y="0"/>
                    </a:moveTo>
                    <a:lnTo>
                      <a:pt x="14" y="0"/>
                    </a:lnTo>
                    <a:lnTo>
                      <a:pt x="10" y="0"/>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19" name="Freeform 1718">
                <a:extLst>
                  <a:ext uri="{FF2B5EF4-FFF2-40B4-BE49-F238E27FC236}">
                    <a16:creationId xmlns:a16="http://schemas.microsoft.com/office/drawing/2014/main" id="{F8866D30-6D02-61E5-0407-AE4D4AC312F1}"/>
                  </a:ext>
                </a:extLst>
              </p:cNvPr>
              <p:cNvSpPr>
                <a:spLocks/>
              </p:cNvSpPr>
              <p:nvPr userDrawn="1"/>
            </p:nvSpPr>
            <p:spPr bwMode="gray">
              <a:xfrm>
                <a:off x="3610" y="1212"/>
                <a:ext cx="12" cy="13"/>
              </a:xfrm>
              <a:custGeom>
                <a:avLst/>
                <a:gdLst>
                  <a:gd name="T0" fmla="*/ 12 w 12"/>
                  <a:gd name="T1" fmla="*/ 182 h 11"/>
                  <a:gd name="T2" fmla="*/ 12 w 12"/>
                  <a:gd name="T3" fmla="*/ 110 h 11"/>
                  <a:gd name="T4" fmla="*/ 10 w 12"/>
                  <a:gd name="T5" fmla="*/ 67 h 11"/>
                  <a:gd name="T6" fmla="*/ 7 w 12"/>
                  <a:gd name="T7" fmla="*/ 2 h 11"/>
                  <a:gd name="T8" fmla="*/ 3 w 12"/>
                  <a:gd name="T9" fmla="*/ 0 h 11"/>
                  <a:gd name="T10" fmla="*/ 0 w 12"/>
                  <a:gd name="T11" fmla="*/ 0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11"/>
                    </a:moveTo>
                    <a:lnTo>
                      <a:pt x="12" y="7"/>
                    </a:lnTo>
                    <a:lnTo>
                      <a:pt x="10" y="4"/>
                    </a:lnTo>
                    <a:lnTo>
                      <a:pt x="7" y="2"/>
                    </a:lnTo>
                    <a:lnTo>
                      <a:pt x="3"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0" name="Freeform 1719">
                <a:extLst>
                  <a:ext uri="{FF2B5EF4-FFF2-40B4-BE49-F238E27FC236}">
                    <a16:creationId xmlns:a16="http://schemas.microsoft.com/office/drawing/2014/main" id="{C356C61A-C681-15C9-CEB6-0BA497CA61E2}"/>
                  </a:ext>
                </a:extLst>
              </p:cNvPr>
              <p:cNvSpPr>
                <a:spLocks/>
              </p:cNvSpPr>
              <p:nvPr userDrawn="1"/>
            </p:nvSpPr>
            <p:spPr bwMode="gray">
              <a:xfrm>
                <a:off x="3617" y="1214"/>
                <a:ext cx="4" cy="4"/>
              </a:xfrm>
              <a:custGeom>
                <a:avLst/>
                <a:gdLst>
                  <a:gd name="T0" fmla="*/ 0 w 3"/>
                  <a:gd name="T1" fmla="*/ 0 h 7"/>
                  <a:gd name="T2" fmla="*/ 0 w 3"/>
                  <a:gd name="T3" fmla="*/ 0 h 7"/>
                  <a:gd name="T4" fmla="*/ 1 w 3"/>
                  <a:gd name="T5" fmla="*/ 1 h 7"/>
                  <a:gd name="T6" fmla="*/ 368 w 3"/>
                  <a:gd name="T7" fmla="*/ 1 h 7"/>
                  <a:gd name="T8" fmla="*/ 368 w 3"/>
                  <a:gd name="T9" fmla="*/ 1 h 7"/>
                  <a:gd name="T10" fmla="*/ 1 w 3"/>
                  <a:gd name="T11" fmla="*/ 1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0"/>
                    </a:moveTo>
                    <a:lnTo>
                      <a:pt x="0" y="0"/>
                    </a:lnTo>
                    <a:lnTo>
                      <a:pt x="1" y="2"/>
                    </a:lnTo>
                    <a:lnTo>
                      <a:pt x="3" y="2"/>
                    </a:lnTo>
                    <a:lnTo>
                      <a:pt x="3" y="5"/>
                    </a:lnTo>
                    <a:lnTo>
                      <a:pt x="1"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1" name="Freeform 1720">
                <a:extLst>
                  <a:ext uri="{FF2B5EF4-FFF2-40B4-BE49-F238E27FC236}">
                    <a16:creationId xmlns:a16="http://schemas.microsoft.com/office/drawing/2014/main" id="{4EE6966F-C361-3EE5-6DD9-6F9A959DA76D}"/>
                  </a:ext>
                </a:extLst>
              </p:cNvPr>
              <p:cNvSpPr>
                <a:spLocks/>
              </p:cNvSpPr>
              <p:nvPr userDrawn="1"/>
            </p:nvSpPr>
            <p:spPr bwMode="gray">
              <a:xfrm>
                <a:off x="3195" y="840"/>
                <a:ext cx="13" cy="4"/>
              </a:xfrm>
              <a:custGeom>
                <a:avLst/>
                <a:gdLst>
                  <a:gd name="T0" fmla="*/ 0 w 14"/>
                  <a:gd name="T1" fmla="*/ 0 h 7"/>
                  <a:gd name="T2" fmla="*/ 4 w 14"/>
                  <a:gd name="T3" fmla="*/ 0 h 7"/>
                  <a:gd name="T4" fmla="*/ 7 w 14"/>
                  <a:gd name="T5" fmla="*/ 1 h 7"/>
                  <a:gd name="T6" fmla="*/ 7 w 14"/>
                  <a:gd name="T7" fmla="*/ 1 h 7"/>
                  <a:gd name="T8" fmla="*/ 7 w 14"/>
                  <a:gd name="T9" fmla="*/ 1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0" y="0"/>
                    </a:moveTo>
                    <a:lnTo>
                      <a:pt x="4" y="0"/>
                    </a:lnTo>
                    <a:lnTo>
                      <a:pt x="9" y="1"/>
                    </a:lnTo>
                    <a:lnTo>
                      <a:pt x="12" y="5"/>
                    </a:lnTo>
                    <a:lnTo>
                      <a:pt x="14"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2" name="Freeform 1721">
                <a:extLst>
                  <a:ext uri="{FF2B5EF4-FFF2-40B4-BE49-F238E27FC236}">
                    <a16:creationId xmlns:a16="http://schemas.microsoft.com/office/drawing/2014/main" id="{E3E61BF6-5F78-1D45-8DA1-26B74CB60EF2}"/>
                  </a:ext>
                </a:extLst>
              </p:cNvPr>
              <p:cNvSpPr>
                <a:spLocks/>
              </p:cNvSpPr>
              <p:nvPr userDrawn="1"/>
            </p:nvSpPr>
            <p:spPr bwMode="gray">
              <a:xfrm>
                <a:off x="3195" y="838"/>
                <a:ext cx="11" cy="9"/>
              </a:xfrm>
              <a:custGeom>
                <a:avLst/>
                <a:gdLst>
                  <a:gd name="T0" fmla="*/ 11 w 11"/>
                  <a:gd name="T1" fmla="*/ 0 h 9"/>
                  <a:gd name="T2" fmla="*/ 7 w 11"/>
                  <a:gd name="T3" fmla="*/ 0 h 9"/>
                  <a:gd name="T4" fmla="*/ 5 w 11"/>
                  <a:gd name="T5" fmla="*/ 2 h 9"/>
                  <a:gd name="T6" fmla="*/ 2 w 11"/>
                  <a:gd name="T7" fmla="*/ 5 h 9"/>
                  <a:gd name="T8" fmla="*/ 0 w 11"/>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11" y="0"/>
                    </a:moveTo>
                    <a:lnTo>
                      <a:pt x="7" y="0"/>
                    </a:lnTo>
                    <a:lnTo>
                      <a:pt x="5" y="2"/>
                    </a:lnTo>
                    <a:lnTo>
                      <a:pt x="2" y="5"/>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3" name="Freeform 1722">
                <a:extLst>
                  <a:ext uri="{FF2B5EF4-FFF2-40B4-BE49-F238E27FC236}">
                    <a16:creationId xmlns:a16="http://schemas.microsoft.com/office/drawing/2014/main" id="{F9AB10F6-DC64-77C8-F0F6-4F966E7EE901}"/>
                  </a:ext>
                </a:extLst>
              </p:cNvPr>
              <p:cNvSpPr>
                <a:spLocks/>
              </p:cNvSpPr>
              <p:nvPr userDrawn="1"/>
            </p:nvSpPr>
            <p:spPr bwMode="gray">
              <a:xfrm>
                <a:off x="3403" y="903"/>
                <a:ext cx="4" cy="3"/>
              </a:xfrm>
              <a:custGeom>
                <a:avLst/>
                <a:gdLst>
                  <a:gd name="T0" fmla="*/ 0 w 4"/>
                  <a:gd name="T1" fmla="*/ 1 h 3"/>
                  <a:gd name="T2" fmla="*/ 2 w 4"/>
                  <a:gd name="T3" fmla="*/ 0 h 3"/>
                  <a:gd name="T4" fmla="*/ 4 w 4"/>
                  <a:gd name="T5" fmla="*/ 0 h 3"/>
                  <a:gd name="T6" fmla="*/ 4 w 4"/>
                  <a:gd name="T7" fmla="*/ 0 h 3"/>
                  <a:gd name="T8" fmla="*/ 4 w 4"/>
                  <a:gd name="T9" fmla="*/ 1 h 3"/>
                  <a:gd name="T10" fmla="*/ 2 w 4"/>
                  <a:gd name="T11" fmla="*/ 1 h 3"/>
                  <a:gd name="T12" fmla="*/ 2 w 4"/>
                  <a:gd name="T13" fmla="*/ 1 h 3"/>
                  <a:gd name="T14" fmla="*/ 0 w 4"/>
                  <a:gd name="T15" fmla="*/ 3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3">
                    <a:moveTo>
                      <a:pt x="0" y="1"/>
                    </a:moveTo>
                    <a:lnTo>
                      <a:pt x="2" y="0"/>
                    </a:lnTo>
                    <a:lnTo>
                      <a:pt x="4" y="0"/>
                    </a:lnTo>
                    <a:lnTo>
                      <a:pt x="4" y="1"/>
                    </a:lnTo>
                    <a:lnTo>
                      <a:pt x="2" y="1"/>
                    </a:lnTo>
                    <a:lnTo>
                      <a:pt x="0" y="3"/>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4" name="Freeform 1723">
                <a:extLst>
                  <a:ext uri="{FF2B5EF4-FFF2-40B4-BE49-F238E27FC236}">
                    <a16:creationId xmlns:a16="http://schemas.microsoft.com/office/drawing/2014/main" id="{75B5454D-3F91-1A78-0DA4-1B1E747DD19C}"/>
                  </a:ext>
                </a:extLst>
              </p:cNvPr>
              <p:cNvSpPr>
                <a:spLocks/>
              </p:cNvSpPr>
              <p:nvPr userDrawn="1"/>
            </p:nvSpPr>
            <p:spPr bwMode="gray">
              <a:xfrm>
                <a:off x="3400" y="897"/>
                <a:ext cx="8" cy="14"/>
              </a:xfrm>
              <a:custGeom>
                <a:avLst/>
                <a:gdLst>
                  <a:gd name="T0" fmla="*/ 8 w 8"/>
                  <a:gd name="T1" fmla="*/ 14 h 14"/>
                  <a:gd name="T2" fmla="*/ 8 w 8"/>
                  <a:gd name="T3" fmla="*/ 9 h 14"/>
                  <a:gd name="T4" fmla="*/ 7 w 8"/>
                  <a:gd name="T5" fmla="*/ 6 h 14"/>
                  <a:gd name="T6" fmla="*/ 3 w 8"/>
                  <a:gd name="T7" fmla="*/ 2 h 14"/>
                  <a:gd name="T8" fmla="*/ 0 w 8"/>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4">
                    <a:moveTo>
                      <a:pt x="8" y="14"/>
                    </a:moveTo>
                    <a:lnTo>
                      <a:pt x="8" y="9"/>
                    </a:lnTo>
                    <a:lnTo>
                      <a:pt x="7" y="6"/>
                    </a:lnTo>
                    <a:lnTo>
                      <a:pt x="3"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5" name="Freeform 1724">
                <a:extLst>
                  <a:ext uri="{FF2B5EF4-FFF2-40B4-BE49-F238E27FC236}">
                    <a16:creationId xmlns:a16="http://schemas.microsoft.com/office/drawing/2014/main" id="{426F99A1-C317-C0DA-2124-EB34DFF7EFB4}"/>
                  </a:ext>
                </a:extLst>
              </p:cNvPr>
              <p:cNvSpPr>
                <a:spLocks/>
              </p:cNvSpPr>
              <p:nvPr userDrawn="1"/>
            </p:nvSpPr>
            <p:spPr bwMode="gray">
              <a:xfrm>
                <a:off x="3186" y="1910"/>
                <a:ext cx="20" cy="9"/>
              </a:xfrm>
              <a:custGeom>
                <a:avLst/>
                <a:gdLst>
                  <a:gd name="T0" fmla="*/ 0 w 20"/>
                  <a:gd name="T1" fmla="*/ 9 h 9"/>
                  <a:gd name="T2" fmla="*/ 7 w 20"/>
                  <a:gd name="T3" fmla="*/ 9 h 9"/>
                  <a:gd name="T4" fmla="*/ 11 w 20"/>
                  <a:gd name="T5" fmla="*/ 7 h 9"/>
                  <a:gd name="T6" fmla="*/ 16 w 20"/>
                  <a:gd name="T7" fmla="*/ 3 h 9"/>
                  <a:gd name="T8" fmla="*/ 20 w 20"/>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9">
                    <a:moveTo>
                      <a:pt x="0" y="9"/>
                    </a:moveTo>
                    <a:lnTo>
                      <a:pt x="7" y="9"/>
                    </a:lnTo>
                    <a:lnTo>
                      <a:pt x="11" y="7"/>
                    </a:lnTo>
                    <a:lnTo>
                      <a:pt x="16" y="3"/>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6" name="Freeform 1725">
                <a:extLst>
                  <a:ext uri="{FF2B5EF4-FFF2-40B4-BE49-F238E27FC236}">
                    <a16:creationId xmlns:a16="http://schemas.microsoft.com/office/drawing/2014/main" id="{DF5E3DCF-5207-2DDE-FFE5-A846E61D788E}"/>
                  </a:ext>
                </a:extLst>
              </p:cNvPr>
              <p:cNvSpPr>
                <a:spLocks/>
              </p:cNvSpPr>
              <p:nvPr userDrawn="1"/>
            </p:nvSpPr>
            <p:spPr bwMode="gray">
              <a:xfrm>
                <a:off x="3192" y="1912"/>
                <a:ext cx="7" cy="7"/>
              </a:xfrm>
              <a:custGeom>
                <a:avLst/>
                <a:gdLst>
                  <a:gd name="T0" fmla="*/ 7 w 7"/>
                  <a:gd name="T1" fmla="*/ 7 h 7"/>
                  <a:gd name="T2" fmla="*/ 5 w 7"/>
                  <a:gd name="T3" fmla="*/ 7 h 7"/>
                  <a:gd name="T4" fmla="*/ 5 w 7"/>
                  <a:gd name="T5" fmla="*/ 7 h 7"/>
                  <a:gd name="T6" fmla="*/ 3 w 7"/>
                  <a:gd name="T7" fmla="*/ 7 h 7"/>
                  <a:gd name="T8" fmla="*/ 1 w 7"/>
                  <a:gd name="T9" fmla="*/ 3 h 7"/>
                  <a:gd name="T10" fmla="*/ 0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7"/>
                    </a:moveTo>
                    <a:lnTo>
                      <a:pt x="5" y="7"/>
                    </a:lnTo>
                    <a:lnTo>
                      <a:pt x="3" y="7"/>
                    </a:lnTo>
                    <a:lnTo>
                      <a:pt x="1"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7" name="Freeform 1726">
                <a:extLst>
                  <a:ext uri="{FF2B5EF4-FFF2-40B4-BE49-F238E27FC236}">
                    <a16:creationId xmlns:a16="http://schemas.microsoft.com/office/drawing/2014/main" id="{4EED3450-DD08-4DF8-0A63-4F548CDCEDC6}"/>
                  </a:ext>
                </a:extLst>
              </p:cNvPr>
              <p:cNvSpPr>
                <a:spLocks/>
              </p:cNvSpPr>
              <p:nvPr userDrawn="1"/>
            </p:nvSpPr>
            <p:spPr bwMode="gray">
              <a:xfrm>
                <a:off x="3669" y="1609"/>
                <a:ext cx="14" cy="14"/>
              </a:xfrm>
              <a:custGeom>
                <a:avLst/>
                <a:gdLst>
                  <a:gd name="T0" fmla="*/ 0 w 14"/>
                  <a:gd name="T1" fmla="*/ 14 h 14"/>
                  <a:gd name="T2" fmla="*/ 5 w 14"/>
                  <a:gd name="T3" fmla="*/ 12 h 14"/>
                  <a:gd name="T4" fmla="*/ 11 w 14"/>
                  <a:gd name="T5" fmla="*/ 11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1" y="11"/>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328" name="Freeform 1727">
                <a:extLst>
                  <a:ext uri="{FF2B5EF4-FFF2-40B4-BE49-F238E27FC236}">
                    <a16:creationId xmlns:a16="http://schemas.microsoft.com/office/drawing/2014/main" id="{897124CC-EBA5-8912-16F2-2F0AF5ACBDF4}"/>
                  </a:ext>
                </a:extLst>
              </p:cNvPr>
              <p:cNvSpPr>
                <a:spLocks/>
              </p:cNvSpPr>
              <p:nvPr userDrawn="1"/>
            </p:nvSpPr>
            <p:spPr bwMode="gray">
              <a:xfrm>
                <a:off x="3676" y="1611"/>
                <a:ext cx="5" cy="9"/>
              </a:xfrm>
              <a:custGeom>
                <a:avLst/>
                <a:gdLst>
                  <a:gd name="T0" fmla="*/ 0 w 5"/>
                  <a:gd name="T1" fmla="*/ 0 h 9"/>
                  <a:gd name="T2" fmla="*/ 4 w 5"/>
                  <a:gd name="T3" fmla="*/ 3 h 9"/>
                  <a:gd name="T4" fmla="*/ 5 w 5"/>
                  <a:gd name="T5" fmla="*/ 7 h 9"/>
                  <a:gd name="T6" fmla="*/ 5 w 5"/>
                  <a:gd name="T7" fmla="*/ 7 h 9"/>
                  <a:gd name="T8" fmla="*/ 5 w 5"/>
                  <a:gd name="T9" fmla="*/ 9 h 9"/>
                  <a:gd name="T10" fmla="*/ 4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4" y="3"/>
                    </a:lnTo>
                    <a:lnTo>
                      <a:pt x="5" y="7"/>
                    </a:lnTo>
                    <a:lnTo>
                      <a:pt x="5" y="9"/>
                    </a:lnTo>
                    <a:lnTo>
                      <a:pt x="4"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grpSp>
        <p:sp>
          <p:nvSpPr>
            <p:cNvPr id="4075" name="Freeform 1728">
              <a:extLst>
                <a:ext uri="{FF2B5EF4-FFF2-40B4-BE49-F238E27FC236}">
                  <a16:creationId xmlns:a16="http://schemas.microsoft.com/office/drawing/2014/main" id="{4EBC3465-95C9-28A1-4024-81B1DC4176E5}"/>
                </a:ext>
              </a:extLst>
            </p:cNvPr>
            <p:cNvSpPr>
              <a:spLocks/>
            </p:cNvSpPr>
            <p:nvPr userDrawn="1"/>
          </p:nvSpPr>
          <p:spPr bwMode="gray">
            <a:xfrm>
              <a:off x="5145" y="3604"/>
              <a:ext cx="2" cy="19"/>
            </a:xfrm>
            <a:custGeom>
              <a:avLst/>
              <a:gdLst>
                <a:gd name="T0" fmla="*/ 2 w 2"/>
                <a:gd name="T1" fmla="*/ 19 h 19"/>
                <a:gd name="T2" fmla="*/ 2 w 2"/>
                <a:gd name="T3" fmla="*/ 16 h 19"/>
                <a:gd name="T4" fmla="*/ 2 w 2"/>
                <a:gd name="T5" fmla="*/ 10 h 19"/>
                <a:gd name="T6" fmla="*/ 2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6"/>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76" name="Freeform 1729">
              <a:extLst>
                <a:ext uri="{FF2B5EF4-FFF2-40B4-BE49-F238E27FC236}">
                  <a16:creationId xmlns:a16="http://schemas.microsoft.com/office/drawing/2014/main" id="{40FBFA7C-FE33-1681-BB44-40BB753907DC}"/>
                </a:ext>
              </a:extLst>
            </p:cNvPr>
            <p:cNvSpPr>
              <a:spLocks/>
            </p:cNvSpPr>
            <p:nvPr userDrawn="1"/>
          </p:nvSpPr>
          <p:spPr bwMode="gray">
            <a:xfrm>
              <a:off x="5138" y="3614"/>
              <a:ext cx="17" cy="2"/>
            </a:xfrm>
            <a:custGeom>
              <a:avLst/>
              <a:gdLst>
                <a:gd name="T0" fmla="*/ 17 w 17"/>
                <a:gd name="T1" fmla="*/ 0 h 2"/>
                <a:gd name="T2" fmla="*/ 14 w 17"/>
                <a:gd name="T3" fmla="*/ 0 h 2"/>
                <a:gd name="T4" fmla="*/ 9 w 17"/>
                <a:gd name="T5" fmla="*/ 0 h 2"/>
                <a:gd name="T6" fmla="*/ 5 w 17"/>
                <a:gd name="T7" fmla="*/ 2 h 2"/>
                <a:gd name="T8" fmla="*/ 0 w 1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2">
                  <a:moveTo>
                    <a:pt x="17" y="0"/>
                  </a:moveTo>
                  <a:lnTo>
                    <a:pt x="14" y="0"/>
                  </a:lnTo>
                  <a:lnTo>
                    <a:pt x="9" y="0"/>
                  </a:lnTo>
                  <a:lnTo>
                    <a:pt x="5"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77" name="Freeform 1730">
              <a:extLst>
                <a:ext uri="{FF2B5EF4-FFF2-40B4-BE49-F238E27FC236}">
                  <a16:creationId xmlns:a16="http://schemas.microsoft.com/office/drawing/2014/main" id="{4D930B5C-3770-0D74-1799-2A01D07A4672}"/>
                </a:ext>
              </a:extLst>
            </p:cNvPr>
            <p:cNvSpPr>
              <a:spLocks/>
            </p:cNvSpPr>
            <p:nvPr userDrawn="1"/>
          </p:nvSpPr>
          <p:spPr bwMode="gray">
            <a:xfrm>
              <a:off x="5635" y="3324"/>
              <a:ext cx="4" cy="2"/>
            </a:xfrm>
            <a:custGeom>
              <a:avLst/>
              <a:gdLst>
                <a:gd name="T0" fmla="*/ 0 w 3"/>
                <a:gd name="T1" fmla="*/ 2 h 2"/>
                <a:gd name="T2" fmla="*/ 1 w 3"/>
                <a:gd name="T3" fmla="*/ 0 h 2"/>
                <a:gd name="T4" fmla="*/ 368 w 3"/>
                <a:gd name="T5" fmla="*/ 0 h 2"/>
                <a:gd name="T6" fmla="*/ 368 w 3"/>
                <a:gd name="T7" fmla="*/ 0 h 2"/>
                <a:gd name="T8" fmla="*/ 368 w 3"/>
                <a:gd name="T9" fmla="*/ 0 h 2"/>
                <a:gd name="T10" fmla="*/ 1 w 3"/>
                <a:gd name="T11" fmla="*/ 0 h 2"/>
                <a:gd name="T12" fmla="*/ 1 w 3"/>
                <a:gd name="T13" fmla="*/ 2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1" y="0"/>
                  </a:lnTo>
                  <a:lnTo>
                    <a:pt x="3" y="0"/>
                  </a:lnTo>
                  <a:lnTo>
                    <a:pt x="1" y="0"/>
                  </a:lnTo>
                  <a:lnTo>
                    <a:pt x="1" y="2"/>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78" name="Freeform 1731">
              <a:extLst>
                <a:ext uri="{FF2B5EF4-FFF2-40B4-BE49-F238E27FC236}">
                  <a16:creationId xmlns:a16="http://schemas.microsoft.com/office/drawing/2014/main" id="{00AB2B84-3B3E-24DC-D9A4-72D113FECBCA}"/>
                </a:ext>
              </a:extLst>
            </p:cNvPr>
            <p:cNvSpPr>
              <a:spLocks/>
            </p:cNvSpPr>
            <p:nvPr userDrawn="1"/>
          </p:nvSpPr>
          <p:spPr bwMode="gray">
            <a:xfrm>
              <a:off x="5629" y="3319"/>
              <a:ext cx="11" cy="14"/>
            </a:xfrm>
            <a:custGeom>
              <a:avLst/>
              <a:gdLst>
                <a:gd name="T0" fmla="*/ 11 w 11"/>
                <a:gd name="T1" fmla="*/ 14 h 14"/>
                <a:gd name="T2" fmla="*/ 11 w 11"/>
                <a:gd name="T3" fmla="*/ 9 h 14"/>
                <a:gd name="T4" fmla="*/ 9 w 11"/>
                <a:gd name="T5" fmla="*/ 5 h 14"/>
                <a:gd name="T6" fmla="*/ 6 w 11"/>
                <a:gd name="T7" fmla="*/ 2 h 14"/>
                <a:gd name="T8" fmla="*/ 0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11" y="14"/>
                  </a:moveTo>
                  <a:lnTo>
                    <a:pt x="11" y="9"/>
                  </a:lnTo>
                  <a:lnTo>
                    <a:pt x="9" y="5"/>
                  </a:lnTo>
                  <a:lnTo>
                    <a:pt x="6"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79" name="Freeform 1732">
              <a:extLst>
                <a:ext uri="{FF2B5EF4-FFF2-40B4-BE49-F238E27FC236}">
                  <a16:creationId xmlns:a16="http://schemas.microsoft.com/office/drawing/2014/main" id="{87E3C194-23F4-646C-00ED-C986ECA5598F}"/>
                </a:ext>
              </a:extLst>
            </p:cNvPr>
            <p:cNvSpPr>
              <a:spLocks/>
            </p:cNvSpPr>
            <p:nvPr userDrawn="1"/>
          </p:nvSpPr>
          <p:spPr bwMode="gray">
            <a:xfrm>
              <a:off x="5297" y="3999"/>
              <a:ext cx="13" cy="7"/>
            </a:xfrm>
            <a:custGeom>
              <a:avLst/>
              <a:gdLst>
                <a:gd name="T0" fmla="*/ 0 w 16"/>
                <a:gd name="T1" fmla="*/ 0 h 7"/>
                <a:gd name="T2" fmla="*/ 2 w 16"/>
                <a:gd name="T3" fmla="*/ 4 h 7"/>
                <a:gd name="T4" fmla="*/ 2 w 16"/>
                <a:gd name="T5" fmla="*/ 5 h 7"/>
                <a:gd name="T6" fmla="*/ 2 w 16"/>
                <a:gd name="T7" fmla="*/ 7 h 7"/>
                <a:gd name="T8" fmla="*/ 2 w 16"/>
                <a:gd name="T9" fmla="*/ 7 h 7"/>
                <a:gd name="T10" fmla="*/ 2 w 16"/>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7">
                  <a:moveTo>
                    <a:pt x="0" y="0"/>
                  </a:moveTo>
                  <a:lnTo>
                    <a:pt x="2" y="4"/>
                  </a:lnTo>
                  <a:lnTo>
                    <a:pt x="5" y="5"/>
                  </a:lnTo>
                  <a:lnTo>
                    <a:pt x="10" y="7"/>
                  </a:lnTo>
                  <a:lnTo>
                    <a:pt x="12" y="7"/>
                  </a:lnTo>
                  <a:lnTo>
                    <a:pt x="16"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0" name="Freeform 1733">
              <a:extLst>
                <a:ext uri="{FF2B5EF4-FFF2-40B4-BE49-F238E27FC236}">
                  <a16:creationId xmlns:a16="http://schemas.microsoft.com/office/drawing/2014/main" id="{749126D2-7B6D-38C6-BB4B-EA321938836F}"/>
                </a:ext>
              </a:extLst>
            </p:cNvPr>
            <p:cNvSpPr>
              <a:spLocks/>
            </p:cNvSpPr>
            <p:nvPr userDrawn="1"/>
          </p:nvSpPr>
          <p:spPr bwMode="gray">
            <a:xfrm>
              <a:off x="5300" y="3999"/>
              <a:ext cx="11" cy="9"/>
            </a:xfrm>
            <a:custGeom>
              <a:avLst/>
              <a:gdLst>
                <a:gd name="T0" fmla="*/ 0 w 11"/>
                <a:gd name="T1" fmla="*/ 7 h 9"/>
                <a:gd name="T2" fmla="*/ 4 w 11"/>
                <a:gd name="T3" fmla="*/ 9 h 9"/>
                <a:gd name="T4" fmla="*/ 7 w 11"/>
                <a:gd name="T5" fmla="*/ 7 h 9"/>
                <a:gd name="T6" fmla="*/ 9 w 11"/>
                <a:gd name="T7" fmla="*/ 4 h 9"/>
                <a:gd name="T8" fmla="*/ 11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0" y="7"/>
                  </a:moveTo>
                  <a:lnTo>
                    <a:pt x="4" y="9"/>
                  </a:lnTo>
                  <a:lnTo>
                    <a:pt x="7" y="7"/>
                  </a:lnTo>
                  <a:lnTo>
                    <a:pt x="9" y="4"/>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1" name="Freeform 1734">
              <a:extLst>
                <a:ext uri="{FF2B5EF4-FFF2-40B4-BE49-F238E27FC236}">
                  <a16:creationId xmlns:a16="http://schemas.microsoft.com/office/drawing/2014/main" id="{EF08DA35-3477-F980-C317-CAD8B5DC8D0D}"/>
                </a:ext>
              </a:extLst>
            </p:cNvPr>
            <p:cNvSpPr>
              <a:spLocks/>
            </p:cNvSpPr>
            <p:nvPr userDrawn="1"/>
          </p:nvSpPr>
          <p:spPr bwMode="gray">
            <a:xfrm>
              <a:off x="5314" y="3249"/>
              <a:ext cx="22" cy="12"/>
            </a:xfrm>
            <a:custGeom>
              <a:avLst/>
              <a:gdLst>
                <a:gd name="T0" fmla="*/ 0 w 18"/>
                <a:gd name="T1" fmla="*/ 12 h 12"/>
                <a:gd name="T2" fmla="*/ 264 w 18"/>
                <a:gd name="T3" fmla="*/ 5 h 12"/>
                <a:gd name="T4" fmla="*/ 543 w 18"/>
                <a:gd name="T5" fmla="*/ 0 h 12"/>
                <a:gd name="T6" fmla="*/ 0 60000 65536"/>
                <a:gd name="T7" fmla="*/ 0 60000 65536"/>
                <a:gd name="T8" fmla="*/ 0 60000 65536"/>
              </a:gdLst>
              <a:ahLst/>
              <a:cxnLst>
                <a:cxn ang="T6">
                  <a:pos x="T0" y="T1"/>
                </a:cxn>
                <a:cxn ang="T7">
                  <a:pos x="T2" y="T3"/>
                </a:cxn>
                <a:cxn ang="T8">
                  <a:pos x="T4" y="T5"/>
                </a:cxn>
              </a:cxnLst>
              <a:rect l="0" t="0" r="r" b="b"/>
              <a:pathLst>
                <a:path w="18" h="12">
                  <a:moveTo>
                    <a:pt x="0" y="12"/>
                  </a:moveTo>
                  <a:lnTo>
                    <a:pt x="9" y="5"/>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2" name="Freeform 1735">
              <a:extLst>
                <a:ext uri="{FF2B5EF4-FFF2-40B4-BE49-F238E27FC236}">
                  <a16:creationId xmlns:a16="http://schemas.microsoft.com/office/drawing/2014/main" id="{7D85215B-E173-EE95-999F-7E093323836A}"/>
                </a:ext>
              </a:extLst>
            </p:cNvPr>
            <p:cNvSpPr>
              <a:spLocks/>
            </p:cNvSpPr>
            <p:nvPr userDrawn="1"/>
          </p:nvSpPr>
          <p:spPr bwMode="gray">
            <a:xfrm>
              <a:off x="5320" y="3247"/>
              <a:ext cx="10" cy="13"/>
            </a:xfrm>
            <a:custGeom>
              <a:avLst/>
              <a:gdLst>
                <a:gd name="T0" fmla="*/ 10 w 10"/>
                <a:gd name="T1" fmla="*/ 7 h 14"/>
                <a:gd name="T2" fmla="*/ 7 w 10"/>
                <a:gd name="T3" fmla="*/ 7 h 14"/>
                <a:gd name="T4" fmla="*/ 5 w 10"/>
                <a:gd name="T5" fmla="*/ 7 h 14"/>
                <a:gd name="T6" fmla="*/ 1 w 10"/>
                <a:gd name="T7" fmla="*/ 4 h 14"/>
                <a:gd name="T8" fmla="*/ 0 w 10"/>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0" y="14"/>
                  </a:moveTo>
                  <a:lnTo>
                    <a:pt x="7" y="11"/>
                  </a:lnTo>
                  <a:lnTo>
                    <a:pt x="5" y="7"/>
                  </a:lnTo>
                  <a:lnTo>
                    <a:pt x="1"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3" name="Freeform 1736">
              <a:extLst>
                <a:ext uri="{FF2B5EF4-FFF2-40B4-BE49-F238E27FC236}">
                  <a16:creationId xmlns:a16="http://schemas.microsoft.com/office/drawing/2014/main" id="{BF7161E3-A169-43E0-C02E-BA7845DED852}"/>
                </a:ext>
              </a:extLst>
            </p:cNvPr>
            <p:cNvSpPr>
              <a:spLocks/>
            </p:cNvSpPr>
            <p:nvPr userDrawn="1"/>
          </p:nvSpPr>
          <p:spPr bwMode="gray">
            <a:xfrm>
              <a:off x="5451" y="3898"/>
              <a:ext cx="14" cy="13"/>
            </a:xfrm>
            <a:custGeom>
              <a:avLst/>
              <a:gdLst>
                <a:gd name="T0" fmla="*/ 0 w 14"/>
                <a:gd name="T1" fmla="*/ 7 h 14"/>
                <a:gd name="T2" fmla="*/ 5 w 14"/>
                <a:gd name="T3" fmla="*/ 7 h 14"/>
                <a:gd name="T4" fmla="*/ 10 w 14"/>
                <a:gd name="T5" fmla="*/ 7 h 14"/>
                <a:gd name="T6" fmla="*/ 12 w 14"/>
                <a:gd name="T7" fmla="*/ 5 h 14"/>
                <a:gd name="T8" fmla="*/ 14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0" y="14"/>
                  </a:moveTo>
                  <a:lnTo>
                    <a:pt x="5" y="12"/>
                  </a:lnTo>
                  <a:lnTo>
                    <a:pt x="10" y="10"/>
                  </a:lnTo>
                  <a:lnTo>
                    <a:pt x="12" y="5"/>
                  </a:lnTo>
                  <a:lnTo>
                    <a:pt x="1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4" name="Freeform 1737">
              <a:extLst>
                <a:ext uri="{FF2B5EF4-FFF2-40B4-BE49-F238E27FC236}">
                  <a16:creationId xmlns:a16="http://schemas.microsoft.com/office/drawing/2014/main" id="{067DB0DD-7AB7-9592-D34B-1019188AD54E}"/>
                </a:ext>
              </a:extLst>
            </p:cNvPr>
            <p:cNvSpPr>
              <a:spLocks/>
            </p:cNvSpPr>
            <p:nvPr userDrawn="1"/>
          </p:nvSpPr>
          <p:spPr bwMode="gray">
            <a:xfrm>
              <a:off x="5458" y="3899"/>
              <a:ext cx="5" cy="9"/>
            </a:xfrm>
            <a:custGeom>
              <a:avLst/>
              <a:gdLst>
                <a:gd name="T0" fmla="*/ 0 w 5"/>
                <a:gd name="T1" fmla="*/ 0 h 9"/>
                <a:gd name="T2" fmla="*/ 3 w 5"/>
                <a:gd name="T3" fmla="*/ 4 h 9"/>
                <a:gd name="T4" fmla="*/ 5 w 5"/>
                <a:gd name="T5" fmla="*/ 7 h 9"/>
                <a:gd name="T6" fmla="*/ 5 w 5"/>
                <a:gd name="T7" fmla="*/ 7 h 9"/>
                <a:gd name="T8" fmla="*/ 5 w 5"/>
                <a:gd name="T9" fmla="*/ 9 h 9"/>
                <a:gd name="T10" fmla="*/ 3 w 5"/>
                <a:gd name="T11" fmla="*/ 9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9">
                  <a:moveTo>
                    <a:pt x="0" y="0"/>
                  </a:moveTo>
                  <a:lnTo>
                    <a:pt x="3" y="4"/>
                  </a:lnTo>
                  <a:lnTo>
                    <a:pt x="5" y="7"/>
                  </a:lnTo>
                  <a:lnTo>
                    <a:pt x="5" y="9"/>
                  </a:lnTo>
                  <a:lnTo>
                    <a:pt x="3"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5" name="Freeform 1738">
              <a:extLst>
                <a:ext uri="{FF2B5EF4-FFF2-40B4-BE49-F238E27FC236}">
                  <a16:creationId xmlns:a16="http://schemas.microsoft.com/office/drawing/2014/main" id="{31189DAD-1961-DF38-D888-8123BA9C38C6}"/>
                </a:ext>
              </a:extLst>
            </p:cNvPr>
            <p:cNvSpPr>
              <a:spLocks/>
            </p:cNvSpPr>
            <p:nvPr userDrawn="1"/>
          </p:nvSpPr>
          <p:spPr bwMode="gray">
            <a:xfrm>
              <a:off x="4232" y="2894"/>
              <a:ext cx="4" cy="16"/>
            </a:xfrm>
            <a:custGeom>
              <a:avLst/>
              <a:gdLst>
                <a:gd name="T0" fmla="*/ 2 w 5"/>
                <a:gd name="T1" fmla="*/ 16 h 16"/>
                <a:gd name="T2" fmla="*/ 2 w 5"/>
                <a:gd name="T3" fmla="*/ 12 h 16"/>
                <a:gd name="T4" fmla="*/ 0 w 5"/>
                <a:gd name="T5" fmla="*/ 9 h 16"/>
                <a:gd name="T6" fmla="*/ 2 w 5"/>
                <a:gd name="T7" fmla="*/ 3 h 16"/>
                <a:gd name="T8" fmla="*/ 2 w 5"/>
                <a:gd name="T9" fmla="*/ 2 h 16"/>
                <a:gd name="T10" fmla="*/ 2 w 5"/>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3" y="16"/>
                  </a:moveTo>
                  <a:lnTo>
                    <a:pt x="2" y="12"/>
                  </a:lnTo>
                  <a:lnTo>
                    <a:pt x="0" y="9"/>
                  </a:lnTo>
                  <a:lnTo>
                    <a:pt x="2" y="3"/>
                  </a:lnTo>
                  <a:lnTo>
                    <a:pt x="2" y="2"/>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6" name="Freeform 1739">
              <a:extLst>
                <a:ext uri="{FF2B5EF4-FFF2-40B4-BE49-F238E27FC236}">
                  <a16:creationId xmlns:a16="http://schemas.microsoft.com/office/drawing/2014/main" id="{939FABEE-2E35-ED3A-477A-1F96D29D5F1B}"/>
                </a:ext>
              </a:extLst>
            </p:cNvPr>
            <p:cNvSpPr>
              <a:spLocks/>
            </p:cNvSpPr>
            <p:nvPr userDrawn="1"/>
          </p:nvSpPr>
          <p:spPr bwMode="gray">
            <a:xfrm>
              <a:off x="4232" y="2896"/>
              <a:ext cx="9" cy="8"/>
            </a:xfrm>
            <a:custGeom>
              <a:avLst/>
              <a:gdLst>
                <a:gd name="T0" fmla="*/ 9 w 9"/>
                <a:gd name="T1" fmla="*/ 0 h 8"/>
                <a:gd name="T2" fmla="*/ 5 w 9"/>
                <a:gd name="T3" fmla="*/ 0 h 8"/>
                <a:gd name="T4" fmla="*/ 2 w 9"/>
                <a:gd name="T5" fmla="*/ 1 h 8"/>
                <a:gd name="T6" fmla="*/ 0 w 9"/>
                <a:gd name="T7" fmla="*/ 5 h 8"/>
                <a:gd name="T8" fmla="*/ 0 w 9"/>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8">
                  <a:moveTo>
                    <a:pt x="9" y="0"/>
                  </a:moveTo>
                  <a:lnTo>
                    <a:pt x="5" y="0"/>
                  </a:lnTo>
                  <a:lnTo>
                    <a:pt x="2" y="1"/>
                  </a:lnTo>
                  <a:lnTo>
                    <a:pt x="0" y="5"/>
                  </a:lnTo>
                  <a:lnTo>
                    <a:pt x="0" y="8"/>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7" name="Freeform 1740">
              <a:extLst>
                <a:ext uri="{FF2B5EF4-FFF2-40B4-BE49-F238E27FC236}">
                  <a16:creationId xmlns:a16="http://schemas.microsoft.com/office/drawing/2014/main" id="{C33EB87D-0707-C0CE-0B5E-873BF3AC39D1}"/>
                </a:ext>
              </a:extLst>
            </p:cNvPr>
            <p:cNvSpPr>
              <a:spLocks/>
            </p:cNvSpPr>
            <p:nvPr userDrawn="1"/>
          </p:nvSpPr>
          <p:spPr bwMode="gray">
            <a:xfrm>
              <a:off x="4400" y="2817"/>
              <a:ext cx="2" cy="7"/>
            </a:xfrm>
            <a:custGeom>
              <a:avLst/>
              <a:gdLst>
                <a:gd name="T0" fmla="*/ 0 w 2"/>
                <a:gd name="T1" fmla="*/ 7 h 7"/>
                <a:gd name="T2" fmla="*/ 0 w 2"/>
                <a:gd name="T3" fmla="*/ 3 h 7"/>
                <a:gd name="T4" fmla="*/ 0 w 2"/>
                <a:gd name="T5" fmla="*/ 2 h 7"/>
                <a:gd name="T6" fmla="*/ 0 w 2"/>
                <a:gd name="T7" fmla="*/ 0 h 7"/>
                <a:gd name="T8" fmla="*/ 0 w 2"/>
                <a:gd name="T9" fmla="*/ 0 h 7"/>
                <a:gd name="T10" fmla="*/ 0 w 2"/>
                <a:gd name="T11" fmla="*/ 0 h 7"/>
                <a:gd name="T12" fmla="*/ 2 w 2"/>
                <a:gd name="T13" fmla="*/ 0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7">
                  <a:moveTo>
                    <a:pt x="0" y="7"/>
                  </a:moveTo>
                  <a:lnTo>
                    <a:pt x="0" y="3"/>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8" name="Freeform 1741">
              <a:extLst>
                <a:ext uri="{FF2B5EF4-FFF2-40B4-BE49-F238E27FC236}">
                  <a16:creationId xmlns:a16="http://schemas.microsoft.com/office/drawing/2014/main" id="{B80BAE0D-01E2-E396-B1C2-A3962CCF5CA4}"/>
                </a:ext>
              </a:extLst>
            </p:cNvPr>
            <p:cNvSpPr>
              <a:spLocks/>
            </p:cNvSpPr>
            <p:nvPr userDrawn="1"/>
          </p:nvSpPr>
          <p:spPr bwMode="gray">
            <a:xfrm>
              <a:off x="4391" y="2819"/>
              <a:ext cx="18" cy="1"/>
            </a:xfrm>
            <a:custGeom>
              <a:avLst/>
              <a:gdLst>
                <a:gd name="T0" fmla="*/ 0 w 18"/>
                <a:gd name="T1" fmla="*/ 1 h 1"/>
                <a:gd name="T2" fmla="*/ 5 w 18"/>
                <a:gd name="T3" fmla="*/ 0 h 1"/>
                <a:gd name="T4" fmla="*/ 9 w 18"/>
                <a:gd name="T5" fmla="*/ 0 h 1"/>
                <a:gd name="T6" fmla="*/ 14 w 18"/>
                <a:gd name="T7" fmla="*/ 0 h 1"/>
                <a:gd name="T8" fmla="*/ 18 w 18"/>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
                  <a:moveTo>
                    <a:pt x="0" y="1"/>
                  </a:moveTo>
                  <a:lnTo>
                    <a:pt x="5" y="0"/>
                  </a:lnTo>
                  <a:lnTo>
                    <a:pt x="9" y="0"/>
                  </a:lnTo>
                  <a:lnTo>
                    <a:pt x="14" y="0"/>
                  </a:lnTo>
                  <a:lnTo>
                    <a:pt x="18"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89" name="Freeform 1742">
              <a:extLst>
                <a:ext uri="{FF2B5EF4-FFF2-40B4-BE49-F238E27FC236}">
                  <a16:creationId xmlns:a16="http://schemas.microsoft.com/office/drawing/2014/main" id="{4C02F2E2-4CEF-8E01-76F5-5730E8BC5212}"/>
                </a:ext>
              </a:extLst>
            </p:cNvPr>
            <p:cNvSpPr>
              <a:spLocks/>
            </p:cNvSpPr>
            <p:nvPr userDrawn="1"/>
          </p:nvSpPr>
          <p:spPr bwMode="gray">
            <a:xfrm>
              <a:off x="5071" y="4157"/>
              <a:ext cx="22" cy="8"/>
            </a:xfrm>
            <a:custGeom>
              <a:avLst/>
              <a:gdLst>
                <a:gd name="T0" fmla="*/ 0 w 18"/>
                <a:gd name="T1" fmla="*/ 7 h 8"/>
                <a:gd name="T2" fmla="*/ 177 w 18"/>
                <a:gd name="T3" fmla="*/ 8 h 8"/>
                <a:gd name="T4" fmla="*/ 323 w 18"/>
                <a:gd name="T5" fmla="*/ 7 h 8"/>
                <a:gd name="T6" fmla="*/ 441 w 18"/>
                <a:gd name="T7" fmla="*/ 3 h 8"/>
                <a:gd name="T8" fmla="*/ 543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0" y="7"/>
                  </a:moveTo>
                  <a:lnTo>
                    <a:pt x="6" y="8"/>
                  </a:lnTo>
                  <a:lnTo>
                    <a:pt x="11" y="7"/>
                  </a:lnTo>
                  <a:lnTo>
                    <a:pt x="14" y="3"/>
                  </a:lnTo>
                  <a:lnTo>
                    <a:pt x="18"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0" name="Freeform 1743">
              <a:extLst>
                <a:ext uri="{FF2B5EF4-FFF2-40B4-BE49-F238E27FC236}">
                  <a16:creationId xmlns:a16="http://schemas.microsoft.com/office/drawing/2014/main" id="{13C25132-80EA-C157-1714-9E4D9A727918}"/>
                </a:ext>
              </a:extLst>
            </p:cNvPr>
            <p:cNvSpPr>
              <a:spLocks/>
            </p:cNvSpPr>
            <p:nvPr userDrawn="1"/>
          </p:nvSpPr>
          <p:spPr bwMode="gray">
            <a:xfrm>
              <a:off x="5075" y="4158"/>
              <a:ext cx="7" cy="4"/>
            </a:xfrm>
            <a:custGeom>
              <a:avLst/>
              <a:gdLst>
                <a:gd name="T0" fmla="*/ 7 w 7"/>
                <a:gd name="T1" fmla="*/ 1 h 7"/>
                <a:gd name="T2" fmla="*/ 5 w 7"/>
                <a:gd name="T3" fmla="*/ 1 h 7"/>
                <a:gd name="T4" fmla="*/ 3 w 7"/>
                <a:gd name="T5" fmla="*/ 1 h 7"/>
                <a:gd name="T6" fmla="*/ 2 w 7"/>
                <a:gd name="T7" fmla="*/ 1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6"/>
                  </a:moveTo>
                  <a:lnTo>
                    <a:pt x="5" y="7"/>
                  </a:lnTo>
                  <a:lnTo>
                    <a:pt x="3" y="6"/>
                  </a:lnTo>
                  <a:lnTo>
                    <a:pt x="2" y="4"/>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1" name="Freeform 1744">
              <a:extLst>
                <a:ext uri="{FF2B5EF4-FFF2-40B4-BE49-F238E27FC236}">
                  <a16:creationId xmlns:a16="http://schemas.microsoft.com/office/drawing/2014/main" id="{99308B99-EF5A-261B-4CBD-CA6D406D53C6}"/>
                </a:ext>
              </a:extLst>
            </p:cNvPr>
            <p:cNvSpPr>
              <a:spLocks/>
            </p:cNvSpPr>
            <p:nvPr userDrawn="1"/>
          </p:nvSpPr>
          <p:spPr bwMode="gray">
            <a:xfrm>
              <a:off x="5231" y="4052"/>
              <a:ext cx="3" cy="17"/>
            </a:xfrm>
            <a:custGeom>
              <a:avLst/>
              <a:gdLst>
                <a:gd name="T0" fmla="*/ 0 w 3"/>
                <a:gd name="T1" fmla="*/ 17 h 17"/>
                <a:gd name="T2" fmla="*/ 3 w 3"/>
                <a:gd name="T3" fmla="*/ 15 h 17"/>
                <a:gd name="T4" fmla="*/ 3 w 3"/>
                <a:gd name="T5" fmla="*/ 12 h 17"/>
                <a:gd name="T6" fmla="*/ 3 w 3"/>
                <a:gd name="T7" fmla="*/ 8 h 17"/>
                <a:gd name="T8" fmla="*/ 3 w 3"/>
                <a:gd name="T9" fmla="*/ 3 h 17"/>
                <a:gd name="T10" fmla="*/ 1 w 3"/>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17"/>
                  </a:moveTo>
                  <a:lnTo>
                    <a:pt x="3" y="15"/>
                  </a:lnTo>
                  <a:lnTo>
                    <a:pt x="3" y="12"/>
                  </a:lnTo>
                  <a:lnTo>
                    <a:pt x="3" y="8"/>
                  </a:lnTo>
                  <a:lnTo>
                    <a:pt x="3" y="3"/>
                  </a:lnTo>
                  <a:lnTo>
                    <a:pt x="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2" name="Freeform 1745">
              <a:extLst>
                <a:ext uri="{FF2B5EF4-FFF2-40B4-BE49-F238E27FC236}">
                  <a16:creationId xmlns:a16="http://schemas.microsoft.com/office/drawing/2014/main" id="{37B08A0C-E8E2-0D7B-1832-4FDBB2B56F73}"/>
                </a:ext>
              </a:extLst>
            </p:cNvPr>
            <p:cNvSpPr>
              <a:spLocks/>
            </p:cNvSpPr>
            <p:nvPr userDrawn="1"/>
          </p:nvSpPr>
          <p:spPr bwMode="gray">
            <a:xfrm>
              <a:off x="5227" y="4059"/>
              <a:ext cx="13" cy="7"/>
            </a:xfrm>
            <a:custGeom>
              <a:avLst/>
              <a:gdLst>
                <a:gd name="T0" fmla="*/ 0 w 11"/>
                <a:gd name="T1" fmla="*/ 7 h 7"/>
                <a:gd name="T2" fmla="*/ 67 w 11"/>
                <a:gd name="T3" fmla="*/ 7 h 7"/>
                <a:gd name="T4" fmla="*/ 110 w 11"/>
                <a:gd name="T5" fmla="*/ 5 h 7"/>
                <a:gd name="T6" fmla="*/ 154 w 11"/>
                <a:gd name="T7" fmla="*/ 3 h 7"/>
                <a:gd name="T8" fmla="*/ 182 w 1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7">
                  <a:moveTo>
                    <a:pt x="0" y="7"/>
                  </a:moveTo>
                  <a:lnTo>
                    <a:pt x="4" y="7"/>
                  </a:lnTo>
                  <a:lnTo>
                    <a:pt x="7" y="5"/>
                  </a:lnTo>
                  <a:lnTo>
                    <a:pt x="9" y="3"/>
                  </a:lnTo>
                  <a:lnTo>
                    <a:pt x="11"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3" name="Freeform 1746">
              <a:extLst>
                <a:ext uri="{FF2B5EF4-FFF2-40B4-BE49-F238E27FC236}">
                  <a16:creationId xmlns:a16="http://schemas.microsoft.com/office/drawing/2014/main" id="{30627658-A3B6-95C9-0A58-0B7DE5128FFA}"/>
                </a:ext>
              </a:extLst>
            </p:cNvPr>
            <p:cNvSpPr>
              <a:spLocks/>
            </p:cNvSpPr>
            <p:nvPr userDrawn="1"/>
          </p:nvSpPr>
          <p:spPr bwMode="gray">
            <a:xfrm>
              <a:off x="4489" y="4094"/>
              <a:ext cx="4" cy="17"/>
            </a:xfrm>
            <a:custGeom>
              <a:avLst/>
              <a:gdLst>
                <a:gd name="T0" fmla="*/ 0 w 5"/>
                <a:gd name="T1" fmla="*/ 0 h 17"/>
                <a:gd name="T2" fmla="*/ 0 w 5"/>
                <a:gd name="T3" fmla="*/ 5 h 17"/>
                <a:gd name="T4" fmla="*/ 0 w 5"/>
                <a:gd name="T5" fmla="*/ 8 h 17"/>
                <a:gd name="T6" fmla="*/ 0 w 5"/>
                <a:gd name="T7" fmla="*/ 12 h 17"/>
                <a:gd name="T8" fmla="*/ 2 w 5"/>
                <a:gd name="T9" fmla="*/ 15 h 17"/>
                <a:gd name="T10" fmla="*/ 2 w 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0"/>
                  </a:moveTo>
                  <a:lnTo>
                    <a:pt x="0" y="5"/>
                  </a:lnTo>
                  <a:lnTo>
                    <a:pt x="0" y="8"/>
                  </a:lnTo>
                  <a:lnTo>
                    <a:pt x="0" y="12"/>
                  </a:lnTo>
                  <a:lnTo>
                    <a:pt x="2" y="15"/>
                  </a:lnTo>
                  <a:lnTo>
                    <a:pt x="5" y="1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4" name="Freeform 1747">
              <a:extLst>
                <a:ext uri="{FF2B5EF4-FFF2-40B4-BE49-F238E27FC236}">
                  <a16:creationId xmlns:a16="http://schemas.microsoft.com/office/drawing/2014/main" id="{73938D48-4F99-7DB4-8FEA-89FD19003C4B}"/>
                </a:ext>
              </a:extLst>
            </p:cNvPr>
            <p:cNvSpPr>
              <a:spLocks/>
            </p:cNvSpPr>
            <p:nvPr userDrawn="1"/>
          </p:nvSpPr>
          <p:spPr bwMode="gray">
            <a:xfrm>
              <a:off x="4487" y="4101"/>
              <a:ext cx="9" cy="7"/>
            </a:xfrm>
            <a:custGeom>
              <a:avLst/>
              <a:gdLst>
                <a:gd name="T0" fmla="*/ 9 w 9"/>
                <a:gd name="T1" fmla="*/ 7 h 7"/>
                <a:gd name="T2" fmla="*/ 5 w 9"/>
                <a:gd name="T3" fmla="*/ 7 h 7"/>
                <a:gd name="T4" fmla="*/ 2 w 9"/>
                <a:gd name="T5" fmla="*/ 5 h 7"/>
                <a:gd name="T6" fmla="*/ 0 w 9"/>
                <a:gd name="T7" fmla="*/ 3 h 7"/>
                <a:gd name="T8" fmla="*/ 0 w 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7">
                  <a:moveTo>
                    <a:pt x="9" y="7"/>
                  </a:moveTo>
                  <a:lnTo>
                    <a:pt x="5" y="7"/>
                  </a:lnTo>
                  <a:lnTo>
                    <a:pt x="2" y="5"/>
                  </a:lnTo>
                  <a:lnTo>
                    <a:pt x="0" y="3"/>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5" name="Freeform 1748">
              <a:extLst>
                <a:ext uri="{FF2B5EF4-FFF2-40B4-BE49-F238E27FC236}">
                  <a16:creationId xmlns:a16="http://schemas.microsoft.com/office/drawing/2014/main" id="{52308DE8-2593-CC5E-E3C0-7692CCC4DA4B}"/>
                </a:ext>
              </a:extLst>
            </p:cNvPr>
            <p:cNvSpPr>
              <a:spLocks/>
            </p:cNvSpPr>
            <p:nvPr userDrawn="1"/>
          </p:nvSpPr>
          <p:spPr bwMode="gray">
            <a:xfrm>
              <a:off x="4692" y="4181"/>
              <a:ext cx="2" cy="7"/>
            </a:xfrm>
            <a:custGeom>
              <a:avLst/>
              <a:gdLst>
                <a:gd name="T0" fmla="*/ 0 w 2"/>
                <a:gd name="T1" fmla="*/ 5 h 7"/>
                <a:gd name="T2" fmla="*/ 0 w 2"/>
                <a:gd name="T3" fmla="*/ 5 h 7"/>
                <a:gd name="T4" fmla="*/ 0 w 2"/>
                <a:gd name="T5" fmla="*/ 7 h 7"/>
                <a:gd name="T6" fmla="*/ 0 w 2"/>
                <a:gd name="T7" fmla="*/ 7 h 7"/>
                <a:gd name="T8" fmla="*/ 0 w 2"/>
                <a:gd name="T9" fmla="*/ 5 h 7"/>
                <a:gd name="T10" fmla="*/ 2 w 2"/>
                <a:gd name="T11" fmla="*/ 5 h 7"/>
                <a:gd name="T12" fmla="*/ 2 w 2"/>
                <a:gd name="T13" fmla="*/ 2 h 7"/>
                <a:gd name="T14" fmla="*/ 2 w 2"/>
                <a:gd name="T15" fmla="*/ 0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7">
                  <a:moveTo>
                    <a:pt x="0" y="5"/>
                  </a:moveTo>
                  <a:lnTo>
                    <a:pt x="0" y="5"/>
                  </a:lnTo>
                  <a:lnTo>
                    <a:pt x="0" y="7"/>
                  </a:lnTo>
                  <a:lnTo>
                    <a:pt x="0" y="5"/>
                  </a:lnTo>
                  <a:lnTo>
                    <a:pt x="2" y="5"/>
                  </a:lnTo>
                  <a:lnTo>
                    <a:pt x="2"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6" name="Freeform 1749">
              <a:extLst>
                <a:ext uri="{FF2B5EF4-FFF2-40B4-BE49-F238E27FC236}">
                  <a16:creationId xmlns:a16="http://schemas.microsoft.com/office/drawing/2014/main" id="{FCE89A8A-F195-CABC-430A-14F96B1A207E}"/>
                </a:ext>
              </a:extLst>
            </p:cNvPr>
            <p:cNvSpPr>
              <a:spLocks/>
            </p:cNvSpPr>
            <p:nvPr userDrawn="1"/>
          </p:nvSpPr>
          <p:spPr bwMode="gray">
            <a:xfrm>
              <a:off x="4683" y="4183"/>
              <a:ext cx="18" cy="4"/>
            </a:xfrm>
            <a:custGeom>
              <a:avLst/>
              <a:gdLst>
                <a:gd name="T0" fmla="*/ 18 w 18"/>
                <a:gd name="T1" fmla="*/ 0 h 3"/>
                <a:gd name="T2" fmla="*/ 14 w 18"/>
                <a:gd name="T3" fmla="*/ 368 h 3"/>
                <a:gd name="T4" fmla="*/ 11 w 18"/>
                <a:gd name="T5" fmla="*/ 368 h 3"/>
                <a:gd name="T6" fmla="*/ 5 w 18"/>
                <a:gd name="T7" fmla="*/ 368 h 3"/>
                <a:gd name="T8" fmla="*/ 0 w 18"/>
                <a:gd name="T9" fmla="*/ 276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3">
                  <a:moveTo>
                    <a:pt x="18" y="0"/>
                  </a:moveTo>
                  <a:lnTo>
                    <a:pt x="14" y="3"/>
                  </a:lnTo>
                  <a:lnTo>
                    <a:pt x="11" y="3"/>
                  </a:lnTo>
                  <a:lnTo>
                    <a:pt x="5" y="3"/>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7" name="Freeform 1750">
              <a:extLst>
                <a:ext uri="{FF2B5EF4-FFF2-40B4-BE49-F238E27FC236}">
                  <a16:creationId xmlns:a16="http://schemas.microsoft.com/office/drawing/2014/main" id="{17BC251B-7382-1FE6-E79E-A61AA60CBE1E}"/>
                </a:ext>
              </a:extLst>
            </p:cNvPr>
            <p:cNvSpPr>
              <a:spLocks/>
            </p:cNvSpPr>
            <p:nvPr userDrawn="1"/>
          </p:nvSpPr>
          <p:spPr bwMode="gray">
            <a:xfrm>
              <a:off x="4475" y="2866"/>
              <a:ext cx="4" cy="3"/>
            </a:xfrm>
            <a:custGeom>
              <a:avLst/>
              <a:gdLst>
                <a:gd name="T0" fmla="*/ 2 w 5"/>
                <a:gd name="T1" fmla="*/ 3 h 3"/>
                <a:gd name="T2" fmla="*/ 0 w 5"/>
                <a:gd name="T3" fmla="*/ 2 h 3"/>
                <a:gd name="T4" fmla="*/ 0 w 5"/>
                <a:gd name="T5" fmla="*/ 2 h 3"/>
                <a:gd name="T6" fmla="*/ 0 w 5"/>
                <a:gd name="T7" fmla="*/ 0 h 3"/>
                <a:gd name="T8" fmla="*/ 0 w 5"/>
                <a:gd name="T9" fmla="*/ 0 h 3"/>
                <a:gd name="T10" fmla="*/ 2 w 5"/>
                <a:gd name="T11" fmla="*/ 0 h 3"/>
                <a:gd name="T12" fmla="*/ 2 w 5"/>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2" y="3"/>
                  </a:moveTo>
                  <a:lnTo>
                    <a:pt x="0" y="2"/>
                  </a:lnTo>
                  <a:lnTo>
                    <a:pt x="0" y="0"/>
                  </a:lnTo>
                  <a:lnTo>
                    <a:pt x="3" y="0"/>
                  </a:lnTo>
                  <a:lnTo>
                    <a:pt x="5"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8" name="Freeform 1751">
              <a:extLst>
                <a:ext uri="{FF2B5EF4-FFF2-40B4-BE49-F238E27FC236}">
                  <a16:creationId xmlns:a16="http://schemas.microsoft.com/office/drawing/2014/main" id="{B67D94B7-2CC0-D401-630F-CDB3437CA78B}"/>
                </a:ext>
              </a:extLst>
            </p:cNvPr>
            <p:cNvSpPr>
              <a:spLocks/>
            </p:cNvSpPr>
            <p:nvPr userDrawn="1"/>
          </p:nvSpPr>
          <p:spPr bwMode="gray">
            <a:xfrm>
              <a:off x="4473" y="2859"/>
              <a:ext cx="9" cy="16"/>
            </a:xfrm>
            <a:custGeom>
              <a:avLst/>
              <a:gdLst>
                <a:gd name="T0" fmla="*/ 2 w 9"/>
                <a:gd name="T1" fmla="*/ 16 h 16"/>
                <a:gd name="T2" fmla="*/ 0 w 9"/>
                <a:gd name="T3" fmla="*/ 12 h 16"/>
                <a:gd name="T4" fmla="*/ 2 w 9"/>
                <a:gd name="T5" fmla="*/ 7 h 16"/>
                <a:gd name="T6" fmla="*/ 5 w 9"/>
                <a:gd name="T7" fmla="*/ 3 h 16"/>
                <a:gd name="T8" fmla="*/ 9 w 9"/>
                <a:gd name="T9" fmla="*/ 0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6">
                  <a:moveTo>
                    <a:pt x="2" y="16"/>
                  </a:moveTo>
                  <a:lnTo>
                    <a:pt x="0" y="12"/>
                  </a:lnTo>
                  <a:lnTo>
                    <a:pt x="2" y="7"/>
                  </a:lnTo>
                  <a:lnTo>
                    <a:pt x="5" y="3"/>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099" name="Freeform 1752">
              <a:extLst>
                <a:ext uri="{FF2B5EF4-FFF2-40B4-BE49-F238E27FC236}">
                  <a16:creationId xmlns:a16="http://schemas.microsoft.com/office/drawing/2014/main" id="{DB1ACD2C-21CC-B257-95A3-E0979B47E393}"/>
                </a:ext>
              </a:extLst>
            </p:cNvPr>
            <p:cNvSpPr>
              <a:spLocks/>
            </p:cNvSpPr>
            <p:nvPr userDrawn="1"/>
          </p:nvSpPr>
          <p:spPr bwMode="gray">
            <a:xfrm>
              <a:off x="4989" y="2614"/>
              <a:ext cx="2" cy="9"/>
            </a:xfrm>
            <a:custGeom>
              <a:avLst/>
              <a:gdLst>
                <a:gd name="T0" fmla="*/ 0 w 2"/>
                <a:gd name="T1" fmla="*/ 9 h 9"/>
                <a:gd name="T2" fmla="*/ 0 w 2"/>
                <a:gd name="T3" fmla="*/ 5 h 9"/>
                <a:gd name="T4" fmla="*/ 0 w 2"/>
                <a:gd name="T5" fmla="*/ 2 h 9"/>
                <a:gd name="T6" fmla="*/ 0 w 2"/>
                <a:gd name="T7" fmla="*/ 0 h 9"/>
                <a:gd name="T8" fmla="*/ 2 w 2"/>
                <a:gd name="T9" fmla="*/ 0 h 9"/>
                <a:gd name="T10" fmla="*/ 2 w 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9">
                  <a:moveTo>
                    <a:pt x="0" y="9"/>
                  </a:moveTo>
                  <a:lnTo>
                    <a:pt x="0" y="5"/>
                  </a:lnTo>
                  <a:lnTo>
                    <a:pt x="0" y="2"/>
                  </a:lnTo>
                  <a:lnTo>
                    <a:pt x="0" y="0"/>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0" name="Freeform 1753">
              <a:extLst>
                <a:ext uri="{FF2B5EF4-FFF2-40B4-BE49-F238E27FC236}">
                  <a16:creationId xmlns:a16="http://schemas.microsoft.com/office/drawing/2014/main" id="{7F2CAC71-070A-5EDC-0431-3373CA3626DA}"/>
                </a:ext>
              </a:extLst>
            </p:cNvPr>
            <p:cNvSpPr>
              <a:spLocks/>
            </p:cNvSpPr>
            <p:nvPr userDrawn="1"/>
          </p:nvSpPr>
          <p:spPr bwMode="gray">
            <a:xfrm>
              <a:off x="4982" y="2616"/>
              <a:ext cx="16" cy="4"/>
            </a:xfrm>
            <a:custGeom>
              <a:avLst/>
              <a:gdLst>
                <a:gd name="T0" fmla="*/ 0 w 16"/>
                <a:gd name="T1" fmla="*/ 368 h 3"/>
                <a:gd name="T2" fmla="*/ 4 w 16"/>
                <a:gd name="T3" fmla="*/ 1 h 3"/>
                <a:gd name="T4" fmla="*/ 7 w 16"/>
                <a:gd name="T5" fmla="*/ 0 h 3"/>
                <a:gd name="T6" fmla="*/ 12 w 16"/>
                <a:gd name="T7" fmla="*/ 0 h 3"/>
                <a:gd name="T8" fmla="*/ 16 w 16"/>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3">
                  <a:moveTo>
                    <a:pt x="0" y="3"/>
                  </a:moveTo>
                  <a:lnTo>
                    <a:pt x="4" y="1"/>
                  </a:lnTo>
                  <a:lnTo>
                    <a:pt x="7" y="0"/>
                  </a:lnTo>
                  <a:lnTo>
                    <a:pt x="12" y="0"/>
                  </a:lnTo>
                  <a:lnTo>
                    <a:pt x="16" y="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1" name="Freeform 1754">
              <a:extLst>
                <a:ext uri="{FF2B5EF4-FFF2-40B4-BE49-F238E27FC236}">
                  <a16:creationId xmlns:a16="http://schemas.microsoft.com/office/drawing/2014/main" id="{47546018-FC7D-AC2A-DCE8-6F542A1614F9}"/>
                </a:ext>
              </a:extLst>
            </p:cNvPr>
            <p:cNvSpPr>
              <a:spLocks/>
            </p:cNvSpPr>
            <p:nvPr userDrawn="1"/>
          </p:nvSpPr>
          <p:spPr bwMode="gray">
            <a:xfrm>
              <a:off x="4688" y="2924"/>
              <a:ext cx="4" cy="19"/>
            </a:xfrm>
            <a:custGeom>
              <a:avLst/>
              <a:gdLst>
                <a:gd name="T0" fmla="*/ 262144 w 2"/>
                <a:gd name="T1" fmla="*/ 19 h 19"/>
                <a:gd name="T2" fmla="*/ 262144 w 2"/>
                <a:gd name="T3" fmla="*/ 15 h 19"/>
                <a:gd name="T4" fmla="*/ 262144 w 2"/>
                <a:gd name="T5" fmla="*/ 10 h 19"/>
                <a:gd name="T6" fmla="*/ 262144 w 2"/>
                <a:gd name="T7" fmla="*/ 5 h 19"/>
                <a:gd name="T8" fmla="*/ 0 w 2"/>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9">
                  <a:moveTo>
                    <a:pt x="2" y="19"/>
                  </a:moveTo>
                  <a:lnTo>
                    <a:pt x="2" y="15"/>
                  </a:lnTo>
                  <a:lnTo>
                    <a:pt x="2" y="10"/>
                  </a:lnTo>
                  <a:lnTo>
                    <a:pt x="2" y="5"/>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2" name="Freeform 1755">
              <a:extLst>
                <a:ext uri="{FF2B5EF4-FFF2-40B4-BE49-F238E27FC236}">
                  <a16:creationId xmlns:a16="http://schemas.microsoft.com/office/drawing/2014/main" id="{52D90D42-D26D-217A-45A7-C5D253F99DA1}"/>
                </a:ext>
              </a:extLst>
            </p:cNvPr>
            <p:cNvSpPr>
              <a:spLocks/>
            </p:cNvSpPr>
            <p:nvPr userDrawn="1"/>
          </p:nvSpPr>
          <p:spPr bwMode="gray">
            <a:xfrm>
              <a:off x="4680" y="2934"/>
              <a:ext cx="22" cy="2"/>
            </a:xfrm>
            <a:custGeom>
              <a:avLst/>
              <a:gdLst>
                <a:gd name="T0" fmla="*/ 226 w 19"/>
                <a:gd name="T1" fmla="*/ 0 h 2"/>
                <a:gd name="T2" fmla="*/ 168 w 19"/>
                <a:gd name="T3" fmla="*/ 0 h 2"/>
                <a:gd name="T4" fmla="*/ 125 w 19"/>
                <a:gd name="T5" fmla="*/ 0 h 2"/>
                <a:gd name="T6" fmla="*/ 60 w 19"/>
                <a:gd name="T7" fmla="*/ 0 h 2"/>
                <a:gd name="T8" fmla="*/ 0 w 19"/>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2">
                  <a:moveTo>
                    <a:pt x="19" y="0"/>
                  </a:moveTo>
                  <a:lnTo>
                    <a:pt x="14" y="0"/>
                  </a:lnTo>
                  <a:lnTo>
                    <a:pt x="10"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3" name="Freeform 1756">
              <a:extLst>
                <a:ext uri="{FF2B5EF4-FFF2-40B4-BE49-F238E27FC236}">
                  <a16:creationId xmlns:a16="http://schemas.microsoft.com/office/drawing/2014/main" id="{E70471E1-2E1D-76D7-6E62-0588138FD9CA}"/>
                </a:ext>
              </a:extLst>
            </p:cNvPr>
            <p:cNvSpPr>
              <a:spLocks/>
            </p:cNvSpPr>
            <p:nvPr userDrawn="1"/>
          </p:nvSpPr>
          <p:spPr bwMode="gray">
            <a:xfrm>
              <a:off x="5197" y="2677"/>
              <a:ext cx="4" cy="5"/>
            </a:xfrm>
            <a:custGeom>
              <a:avLst/>
              <a:gdLst>
                <a:gd name="T0" fmla="*/ 0 w 4"/>
                <a:gd name="T1" fmla="*/ 2 h 5"/>
                <a:gd name="T2" fmla="*/ 0 w 4"/>
                <a:gd name="T3" fmla="*/ 2 h 5"/>
                <a:gd name="T4" fmla="*/ 2 w 4"/>
                <a:gd name="T5" fmla="*/ 0 h 5"/>
                <a:gd name="T6" fmla="*/ 4 w 4"/>
                <a:gd name="T7" fmla="*/ 2 h 5"/>
                <a:gd name="T8" fmla="*/ 2 w 4"/>
                <a:gd name="T9" fmla="*/ 2 h 5"/>
                <a:gd name="T10" fmla="*/ 2 w 4"/>
                <a:gd name="T11" fmla="*/ 3 h 5"/>
                <a:gd name="T12" fmla="*/ 0 w 4"/>
                <a:gd name="T13" fmla="*/ 3 h 5"/>
                <a:gd name="T14" fmla="*/ 0 w 4"/>
                <a:gd name="T15" fmla="*/ 5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5">
                  <a:moveTo>
                    <a:pt x="0" y="2"/>
                  </a:moveTo>
                  <a:lnTo>
                    <a:pt x="0" y="2"/>
                  </a:lnTo>
                  <a:lnTo>
                    <a:pt x="2" y="0"/>
                  </a:lnTo>
                  <a:lnTo>
                    <a:pt x="4" y="2"/>
                  </a:lnTo>
                  <a:lnTo>
                    <a:pt x="2" y="2"/>
                  </a:lnTo>
                  <a:lnTo>
                    <a:pt x="2" y="3"/>
                  </a:lnTo>
                  <a:lnTo>
                    <a:pt x="0" y="3"/>
                  </a:lnTo>
                  <a:lnTo>
                    <a:pt x="0" y="5"/>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4" name="Freeform 1757">
              <a:extLst>
                <a:ext uri="{FF2B5EF4-FFF2-40B4-BE49-F238E27FC236}">
                  <a16:creationId xmlns:a16="http://schemas.microsoft.com/office/drawing/2014/main" id="{7BB78BAC-ACF8-4752-D523-E4721335AB67}"/>
                </a:ext>
              </a:extLst>
            </p:cNvPr>
            <p:cNvSpPr>
              <a:spLocks/>
            </p:cNvSpPr>
            <p:nvPr userDrawn="1"/>
          </p:nvSpPr>
          <p:spPr bwMode="gray">
            <a:xfrm>
              <a:off x="5192" y="2672"/>
              <a:ext cx="13" cy="13"/>
            </a:xfrm>
            <a:custGeom>
              <a:avLst/>
              <a:gdLst>
                <a:gd name="T0" fmla="*/ 182 w 11"/>
                <a:gd name="T1" fmla="*/ 3 h 15"/>
                <a:gd name="T2" fmla="*/ 182 w 11"/>
                <a:gd name="T3" fmla="*/ 3 h 15"/>
                <a:gd name="T4" fmla="*/ 110 w 11"/>
                <a:gd name="T5" fmla="*/ 3 h 15"/>
                <a:gd name="T6" fmla="*/ 79 w 11"/>
                <a:gd name="T7" fmla="*/ 1 h 15"/>
                <a:gd name="T8" fmla="*/ 0 w 11"/>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5">
                  <a:moveTo>
                    <a:pt x="11" y="15"/>
                  </a:moveTo>
                  <a:lnTo>
                    <a:pt x="11" y="10"/>
                  </a:lnTo>
                  <a:lnTo>
                    <a:pt x="7" y="5"/>
                  </a:lnTo>
                  <a:lnTo>
                    <a:pt x="5" y="1"/>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5" name="Freeform 1758">
              <a:extLst>
                <a:ext uri="{FF2B5EF4-FFF2-40B4-BE49-F238E27FC236}">
                  <a16:creationId xmlns:a16="http://schemas.microsoft.com/office/drawing/2014/main" id="{6272CA51-6EA6-9CE4-BD5A-7818DE69FE1F}"/>
                </a:ext>
              </a:extLst>
            </p:cNvPr>
            <p:cNvSpPr>
              <a:spLocks/>
            </p:cNvSpPr>
            <p:nvPr userDrawn="1"/>
          </p:nvSpPr>
          <p:spPr bwMode="gray">
            <a:xfrm>
              <a:off x="4438" y="2707"/>
              <a:ext cx="4" cy="13"/>
            </a:xfrm>
            <a:custGeom>
              <a:avLst/>
              <a:gdLst>
                <a:gd name="T0" fmla="*/ 4 w 4"/>
                <a:gd name="T1" fmla="*/ 3 h 15"/>
                <a:gd name="T2" fmla="*/ 0 w 4"/>
                <a:gd name="T3" fmla="*/ 3 h 15"/>
                <a:gd name="T4" fmla="*/ 0 w 4"/>
                <a:gd name="T5" fmla="*/ 3 h 15"/>
                <a:gd name="T6" fmla="*/ 0 w 4"/>
                <a:gd name="T7" fmla="*/ 3 h 15"/>
                <a:gd name="T8" fmla="*/ 2 w 4"/>
                <a:gd name="T9" fmla="*/ 1 h 15"/>
                <a:gd name="T10" fmla="*/ 4 w 4"/>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5">
                  <a:moveTo>
                    <a:pt x="4" y="15"/>
                  </a:moveTo>
                  <a:lnTo>
                    <a:pt x="0" y="12"/>
                  </a:lnTo>
                  <a:lnTo>
                    <a:pt x="0" y="8"/>
                  </a:lnTo>
                  <a:lnTo>
                    <a:pt x="0" y="5"/>
                  </a:lnTo>
                  <a:lnTo>
                    <a:pt x="2" y="1"/>
                  </a:lnTo>
                  <a:lnTo>
                    <a:pt x="4"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6" name="Freeform 1759">
              <a:extLst>
                <a:ext uri="{FF2B5EF4-FFF2-40B4-BE49-F238E27FC236}">
                  <a16:creationId xmlns:a16="http://schemas.microsoft.com/office/drawing/2014/main" id="{DE30F079-8543-9001-74D4-47251187D9C6}"/>
                </a:ext>
              </a:extLst>
            </p:cNvPr>
            <p:cNvSpPr>
              <a:spLocks/>
            </p:cNvSpPr>
            <p:nvPr userDrawn="1"/>
          </p:nvSpPr>
          <p:spPr bwMode="gray">
            <a:xfrm>
              <a:off x="4437" y="2708"/>
              <a:ext cx="4" cy="9"/>
            </a:xfrm>
            <a:custGeom>
              <a:avLst/>
              <a:gdLst>
                <a:gd name="T0" fmla="*/ 1 w 8"/>
                <a:gd name="T1" fmla="*/ 0 h 9"/>
                <a:gd name="T2" fmla="*/ 1 w 8"/>
                <a:gd name="T3" fmla="*/ 2 h 9"/>
                <a:gd name="T4" fmla="*/ 1 w 8"/>
                <a:gd name="T5" fmla="*/ 4 h 9"/>
                <a:gd name="T6" fmla="*/ 0 w 8"/>
                <a:gd name="T7" fmla="*/ 6 h 9"/>
                <a:gd name="T8" fmla="*/ 0 w 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9">
                  <a:moveTo>
                    <a:pt x="8" y="0"/>
                  </a:moveTo>
                  <a:lnTo>
                    <a:pt x="5" y="2"/>
                  </a:lnTo>
                  <a:lnTo>
                    <a:pt x="1" y="4"/>
                  </a:lnTo>
                  <a:lnTo>
                    <a:pt x="0" y="6"/>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7" name="Freeform 1760">
              <a:extLst>
                <a:ext uri="{FF2B5EF4-FFF2-40B4-BE49-F238E27FC236}">
                  <a16:creationId xmlns:a16="http://schemas.microsoft.com/office/drawing/2014/main" id="{5AA8BC04-A052-6E75-98C4-B263C130C7FE}"/>
                </a:ext>
              </a:extLst>
            </p:cNvPr>
            <p:cNvSpPr>
              <a:spLocks/>
            </p:cNvSpPr>
            <p:nvPr userDrawn="1"/>
          </p:nvSpPr>
          <p:spPr bwMode="gray">
            <a:xfrm>
              <a:off x="5094" y="2904"/>
              <a:ext cx="2" cy="22"/>
            </a:xfrm>
            <a:custGeom>
              <a:avLst/>
              <a:gdLst>
                <a:gd name="T0" fmla="*/ 2 w 2"/>
                <a:gd name="T1" fmla="*/ 101 h 20"/>
                <a:gd name="T2" fmla="*/ 2 w 2"/>
                <a:gd name="T3" fmla="*/ 84 h 20"/>
                <a:gd name="T4" fmla="*/ 2 w 2"/>
                <a:gd name="T5" fmla="*/ 55 h 20"/>
                <a:gd name="T6" fmla="*/ 2 w 2"/>
                <a:gd name="T7" fmla="*/ 34 h 20"/>
                <a:gd name="T8" fmla="*/ 0 w 2"/>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0">
                  <a:moveTo>
                    <a:pt x="2" y="20"/>
                  </a:moveTo>
                  <a:lnTo>
                    <a:pt x="2" y="16"/>
                  </a:lnTo>
                  <a:lnTo>
                    <a:pt x="2" y="11"/>
                  </a:lnTo>
                  <a:lnTo>
                    <a:pt x="2" y="6"/>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8" name="Freeform 1761">
              <a:extLst>
                <a:ext uri="{FF2B5EF4-FFF2-40B4-BE49-F238E27FC236}">
                  <a16:creationId xmlns:a16="http://schemas.microsoft.com/office/drawing/2014/main" id="{2689730B-D85B-8F03-BCEC-7C9DC2D4A4E4}"/>
                </a:ext>
              </a:extLst>
            </p:cNvPr>
            <p:cNvSpPr>
              <a:spLocks/>
            </p:cNvSpPr>
            <p:nvPr userDrawn="1"/>
          </p:nvSpPr>
          <p:spPr bwMode="gray">
            <a:xfrm>
              <a:off x="5087" y="2915"/>
              <a:ext cx="18" cy="2"/>
            </a:xfrm>
            <a:custGeom>
              <a:avLst/>
              <a:gdLst>
                <a:gd name="T0" fmla="*/ 18 w 18"/>
                <a:gd name="T1" fmla="*/ 0 h 2"/>
                <a:gd name="T2" fmla="*/ 14 w 18"/>
                <a:gd name="T3" fmla="*/ 0 h 2"/>
                <a:gd name="T4" fmla="*/ 9 w 18"/>
                <a:gd name="T5" fmla="*/ 0 h 2"/>
                <a:gd name="T6" fmla="*/ 5 w 18"/>
                <a:gd name="T7" fmla="*/ 0 h 2"/>
                <a:gd name="T8" fmla="*/ 0 w 18"/>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2">
                  <a:moveTo>
                    <a:pt x="18" y="0"/>
                  </a:moveTo>
                  <a:lnTo>
                    <a:pt x="14" y="0"/>
                  </a:lnTo>
                  <a:lnTo>
                    <a:pt x="9" y="0"/>
                  </a:lnTo>
                  <a:lnTo>
                    <a:pt x="5" y="0"/>
                  </a:lnTo>
                  <a:lnTo>
                    <a:pt x="0" y="2"/>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09" name="Freeform 1762">
              <a:extLst>
                <a:ext uri="{FF2B5EF4-FFF2-40B4-BE49-F238E27FC236}">
                  <a16:creationId xmlns:a16="http://schemas.microsoft.com/office/drawing/2014/main" id="{32DDDC9C-6792-E1E8-7320-883E214020B3}"/>
                </a:ext>
              </a:extLst>
            </p:cNvPr>
            <p:cNvSpPr>
              <a:spLocks/>
            </p:cNvSpPr>
            <p:nvPr userDrawn="1"/>
          </p:nvSpPr>
          <p:spPr bwMode="gray">
            <a:xfrm>
              <a:off x="4599" y="2631"/>
              <a:ext cx="18" cy="9"/>
            </a:xfrm>
            <a:custGeom>
              <a:avLst/>
              <a:gdLst>
                <a:gd name="T0" fmla="*/ 0 w 18"/>
                <a:gd name="T1" fmla="*/ 2 h 9"/>
                <a:gd name="T2" fmla="*/ 5 w 18"/>
                <a:gd name="T3" fmla="*/ 0 h 9"/>
                <a:gd name="T4" fmla="*/ 11 w 18"/>
                <a:gd name="T5" fmla="*/ 2 h 9"/>
                <a:gd name="T6" fmla="*/ 14 w 18"/>
                <a:gd name="T7" fmla="*/ 6 h 9"/>
                <a:gd name="T8" fmla="*/ 18 w 18"/>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9">
                  <a:moveTo>
                    <a:pt x="0" y="2"/>
                  </a:moveTo>
                  <a:lnTo>
                    <a:pt x="5" y="0"/>
                  </a:lnTo>
                  <a:lnTo>
                    <a:pt x="11" y="2"/>
                  </a:lnTo>
                  <a:lnTo>
                    <a:pt x="14" y="6"/>
                  </a:lnTo>
                  <a:lnTo>
                    <a:pt x="18"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10" name="Freeform 1763">
              <a:extLst>
                <a:ext uri="{FF2B5EF4-FFF2-40B4-BE49-F238E27FC236}">
                  <a16:creationId xmlns:a16="http://schemas.microsoft.com/office/drawing/2014/main" id="{EE67FB42-48F2-4644-68E1-A599670E4949}"/>
                </a:ext>
              </a:extLst>
            </p:cNvPr>
            <p:cNvSpPr>
              <a:spLocks/>
            </p:cNvSpPr>
            <p:nvPr userDrawn="1"/>
          </p:nvSpPr>
          <p:spPr bwMode="gray">
            <a:xfrm>
              <a:off x="4601" y="2631"/>
              <a:ext cx="13" cy="9"/>
            </a:xfrm>
            <a:custGeom>
              <a:avLst/>
              <a:gdLst>
                <a:gd name="T0" fmla="*/ 879 w 10"/>
                <a:gd name="T1" fmla="*/ 0 h 9"/>
                <a:gd name="T2" fmla="*/ 631 w 10"/>
                <a:gd name="T3" fmla="*/ 0 h 9"/>
                <a:gd name="T4" fmla="*/ 485 w 10"/>
                <a:gd name="T5" fmla="*/ 2 h 9"/>
                <a:gd name="T6" fmla="*/ 287 w 10"/>
                <a:gd name="T7" fmla="*/ 4 h 9"/>
                <a:gd name="T8" fmla="*/ 0 w 10"/>
                <a:gd name="T9" fmla="*/ 9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9">
                  <a:moveTo>
                    <a:pt x="10" y="0"/>
                  </a:moveTo>
                  <a:lnTo>
                    <a:pt x="7" y="0"/>
                  </a:lnTo>
                  <a:lnTo>
                    <a:pt x="5" y="2"/>
                  </a:lnTo>
                  <a:lnTo>
                    <a:pt x="3" y="4"/>
                  </a:lnTo>
                  <a:lnTo>
                    <a:pt x="0" y="9"/>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11" name="Freeform 1764">
              <a:extLst>
                <a:ext uri="{FF2B5EF4-FFF2-40B4-BE49-F238E27FC236}">
                  <a16:creationId xmlns:a16="http://schemas.microsoft.com/office/drawing/2014/main" id="{D501688D-1D8C-03B6-0E7F-E3825EAB5C24}"/>
                </a:ext>
              </a:extLst>
            </p:cNvPr>
            <p:cNvSpPr>
              <a:spLocks/>
            </p:cNvSpPr>
            <p:nvPr userDrawn="1"/>
          </p:nvSpPr>
          <p:spPr bwMode="gray">
            <a:xfrm>
              <a:off x="5248" y="2826"/>
              <a:ext cx="13" cy="13"/>
            </a:xfrm>
            <a:custGeom>
              <a:avLst/>
              <a:gdLst>
                <a:gd name="T0" fmla="*/ 7 w 14"/>
                <a:gd name="T1" fmla="*/ 46 h 12"/>
                <a:gd name="T2" fmla="*/ 7 w 14"/>
                <a:gd name="T3" fmla="*/ 30 h 12"/>
                <a:gd name="T4" fmla="*/ 7 w 14"/>
                <a:gd name="T5" fmla="*/ 3 h 12"/>
                <a:gd name="T6" fmla="*/ 7 w 14"/>
                <a:gd name="T7" fmla="*/ 1 h 12"/>
                <a:gd name="T8" fmla="*/ 5 w 14"/>
                <a:gd name="T9" fmla="*/ 0 h 12"/>
                <a:gd name="T10" fmla="*/ 0 w 14"/>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12">
                  <a:moveTo>
                    <a:pt x="14" y="12"/>
                  </a:moveTo>
                  <a:lnTo>
                    <a:pt x="14" y="7"/>
                  </a:lnTo>
                  <a:lnTo>
                    <a:pt x="12" y="3"/>
                  </a:lnTo>
                  <a:lnTo>
                    <a:pt x="9" y="1"/>
                  </a:lnTo>
                  <a:lnTo>
                    <a:pt x="5" y="0"/>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12" name="Freeform 1765">
              <a:extLst>
                <a:ext uri="{FF2B5EF4-FFF2-40B4-BE49-F238E27FC236}">
                  <a16:creationId xmlns:a16="http://schemas.microsoft.com/office/drawing/2014/main" id="{A5C5EF0E-751F-EEDF-1FBF-4385A76C6FFD}"/>
                </a:ext>
              </a:extLst>
            </p:cNvPr>
            <p:cNvSpPr>
              <a:spLocks/>
            </p:cNvSpPr>
            <p:nvPr userDrawn="1"/>
          </p:nvSpPr>
          <p:spPr bwMode="gray">
            <a:xfrm>
              <a:off x="5255" y="2829"/>
              <a:ext cx="4" cy="7"/>
            </a:xfrm>
            <a:custGeom>
              <a:avLst/>
              <a:gdLst>
                <a:gd name="T0" fmla="*/ 0 w 5"/>
                <a:gd name="T1" fmla="*/ 0 h 7"/>
                <a:gd name="T2" fmla="*/ 2 w 5"/>
                <a:gd name="T3" fmla="*/ 0 h 7"/>
                <a:gd name="T4" fmla="*/ 2 w 5"/>
                <a:gd name="T5" fmla="*/ 2 h 7"/>
                <a:gd name="T6" fmla="*/ 2 w 5"/>
                <a:gd name="T7" fmla="*/ 4 h 7"/>
                <a:gd name="T8" fmla="*/ 2 w 5"/>
                <a:gd name="T9" fmla="*/ 7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0" y="0"/>
                  </a:moveTo>
                  <a:lnTo>
                    <a:pt x="3" y="0"/>
                  </a:lnTo>
                  <a:lnTo>
                    <a:pt x="5" y="2"/>
                  </a:lnTo>
                  <a:lnTo>
                    <a:pt x="5" y="4"/>
                  </a:lnTo>
                  <a:lnTo>
                    <a:pt x="3"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13" name="Freeform 1766">
              <a:extLst>
                <a:ext uri="{FF2B5EF4-FFF2-40B4-BE49-F238E27FC236}">
                  <a16:creationId xmlns:a16="http://schemas.microsoft.com/office/drawing/2014/main" id="{F2CE09A1-0A16-F67D-661E-C5B61F794002}"/>
                </a:ext>
              </a:extLst>
            </p:cNvPr>
            <p:cNvSpPr>
              <a:spLocks/>
            </p:cNvSpPr>
            <p:nvPr userDrawn="1"/>
          </p:nvSpPr>
          <p:spPr bwMode="gray">
            <a:xfrm>
              <a:off x="4066" y="3457"/>
              <a:ext cx="4" cy="16"/>
            </a:xfrm>
            <a:custGeom>
              <a:avLst/>
              <a:gdLst>
                <a:gd name="T0" fmla="*/ 1 w 5"/>
                <a:gd name="T1" fmla="*/ 0 h 16"/>
                <a:gd name="T2" fmla="*/ 0 w 5"/>
                <a:gd name="T3" fmla="*/ 3 h 16"/>
                <a:gd name="T4" fmla="*/ 0 w 5"/>
                <a:gd name="T5" fmla="*/ 7 h 16"/>
                <a:gd name="T6" fmla="*/ 1 w 5"/>
                <a:gd name="T7" fmla="*/ 12 h 16"/>
                <a:gd name="T8" fmla="*/ 2 w 5"/>
                <a:gd name="T9" fmla="*/ 14 h 16"/>
                <a:gd name="T10" fmla="*/ 2 w 5"/>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6">
                  <a:moveTo>
                    <a:pt x="1" y="0"/>
                  </a:moveTo>
                  <a:lnTo>
                    <a:pt x="0" y="3"/>
                  </a:lnTo>
                  <a:lnTo>
                    <a:pt x="0" y="7"/>
                  </a:lnTo>
                  <a:lnTo>
                    <a:pt x="1" y="12"/>
                  </a:lnTo>
                  <a:lnTo>
                    <a:pt x="3" y="14"/>
                  </a:lnTo>
                  <a:lnTo>
                    <a:pt x="5" y="16"/>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14" name="Freeform 1767">
              <a:extLst>
                <a:ext uri="{FF2B5EF4-FFF2-40B4-BE49-F238E27FC236}">
                  <a16:creationId xmlns:a16="http://schemas.microsoft.com/office/drawing/2014/main" id="{E258085B-60AC-9557-3C3D-E4E1535D1B17}"/>
                </a:ext>
              </a:extLst>
            </p:cNvPr>
            <p:cNvSpPr>
              <a:spLocks/>
            </p:cNvSpPr>
            <p:nvPr userDrawn="1"/>
          </p:nvSpPr>
          <p:spPr bwMode="gray">
            <a:xfrm>
              <a:off x="4066" y="3464"/>
              <a:ext cx="7" cy="7"/>
            </a:xfrm>
            <a:custGeom>
              <a:avLst/>
              <a:gdLst>
                <a:gd name="T0" fmla="*/ 7 w 7"/>
                <a:gd name="T1" fmla="*/ 7 h 7"/>
                <a:gd name="T2" fmla="*/ 3 w 7"/>
                <a:gd name="T3" fmla="*/ 5 h 7"/>
                <a:gd name="T4" fmla="*/ 1 w 7"/>
                <a:gd name="T5" fmla="*/ 5 h 7"/>
                <a:gd name="T6" fmla="*/ 0 w 7"/>
                <a:gd name="T7" fmla="*/ 2 h 7"/>
                <a:gd name="T8" fmla="*/ 0 w 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7">
                  <a:moveTo>
                    <a:pt x="7" y="7"/>
                  </a:moveTo>
                  <a:lnTo>
                    <a:pt x="3" y="5"/>
                  </a:lnTo>
                  <a:lnTo>
                    <a:pt x="1" y="5"/>
                  </a:lnTo>
                  <a:lnTo>
                    <a:pt x="0" y="2"/>
                  </a:lnTo>
                  <a:lnTo>
                    <a:pt x="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15" name="Freeform 1768">
              <a:extLst>
                <a:ext uri="{FF2B5EF4-FFF2-40B4-BE49-F238E27FC236}">
                  <a16:creationId xmlns:a16="http://schemas.microsoft.com/office/drawing/2014/main" id="{2E56B49E-7DBC-42B5-62B9-D938CD62DD9A}"/>
                </a:ext>
              </a:extLst>
            </p:cNvPr>
            <p:cNvSpPr>
              <a:spLocks/>
            </p:cNvSpPr>
            <p:nvPr userDrawn="1"/>
          </p:nvSpPr>
          <p:spPr bwMode="gray">
            <a:xfrm>
              <a:off x="4059" y="3228"/>
              <a:ext cx="12" cy="13"/>
            </a:xfrm>
            <a:custGeom>
              <a:avLst/>
              <a:gdLst>
                <a:gd name="T0" fmla="*/ 0 w 12"/>
                <a:gd name="T1" fmla="*/ 7 h 14"/>
                <a:gd name="T2" fmla="*/ 0 w 12"/>
                <a:gd name="T3" fmla="*/ 7 h 14"/>
                <a:gd name="T4" fmla="*/ 3 w 12"/>
                <a:gd name="T5" fmla="*/ 3 h 14"/>
                <a:gd name="T6" fmla="*/ 7 w 12"/>
                <a:gd name="T7" fmla="*/ 2 h 14"/>
                <a:gd name="T8" fmla="*/ 12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0" y="14"/>
                  </a:moveTo>
                  <a:lnTo>
                    <a:pt x="0" y="9"/>
                  </a:lnTo>
                  <a:lnTo>
                    <a:pt x="3" y="3"/>
                  </a:lnTo>
                  <a:lnTo>
                    <a:pt x="7" y="2"/>
                  </a:lnTo>
                  <a:lnTo>
                    <a:pt x="1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16" name="Freeform 1769">
              <a:extLst>
                <a:ext uri="{FF2B5EF4-FFF2-40B4-BE49-F238E27FC236}">
                  <a16:creationId xmlns:a16="http://schemas.microsoft.com/office/drawing/2014/main" id="{E04E4FE9-E1F3-0F92-4592-A45782E5E204}"/>
                </a:ext>
              </a:extLst>
            </p:cNvPr>
            <p:cNvSpPr>
              <a:spLocks/>
            </p:cNvSpPr>
            <p:nvPr userDrawn="1"/>
          </p:nvSpPr>
          <p:spPr bwMode="gray">
            <a:xfrm>
              <a:off x="4060" y="3231"/>
              <a:ext cx="4" cy="7"/>
            </a:xfrm>
            <a:custGeom>
              <a:avLst/>
              <a:gdLst>
                <a:gd name="T0" fmla="*/ 4 w 4"/>
                <a:gd name="T1" fmla="*/ 7 h 7"/>
                <a:gd name="T2" fmla="*/ 2 w 4"/>
                <a:gd name="T3" fmla="*/ 6 h 7"/>
                <a:gd name="T4" fmla="*/ 0 w 4"/>
                <a:gd name="T5" fmla="*/ 2 h 7"/>
                <a:gd name="T6" fmla="*/ 0 w 4"/>
                <a:gd name="T7" fmla="*/ 2 h 7"/>
                <a:gd name="T8" fmla="*/ 2 w 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lnTo>
                    <a:pt x="2" y="6"/>
                  </a:lnTo>
                  <a:lnTo>
                    <a:pt x="0" y="2"/>
                  </a:lnTo>
                  <a:lnTo>
                    <a:pt x="2"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17" name="Line 1770">
              <a:extLst>
                <a:ext uri="{FF2B5EF4-FFF2-40B4-BE49-F238E27FC236}">
                  <a16:creationId xmlns:a16="http://schemas.microsoft.com/office/drawing/2014/main" id="{552E66A9-8AA1-AA6A-F0E2-179492A03150}"/>
                </a:ext>
              </a:extLst>
            </p:cNvPr>
            <p:cNvSpPr>
              <a:spLocks noChangeShapeType="1"/>
            </p:cNvSpPr>
            <p:nvPr userDrawn="1"/>
          </p:nvSpPr>
          <p:spPr bwMode="gray">
            <a:xfrm flipH="1" flipV="1">
              <a:off x="5262" y="2875"/>
              <a:ext cx="13" cy="5"/>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18" name="Line 1771">
              <a:extLst>
                <a:ext uri="{FF2B5EF4-FFF2-40B4-BE49-F238E27FC236}">
                  <a16:creationId xmlns:a16="http://schemas.microsoft.com/office/drawing/2014/main" id="{3FD83CC9-00ED-B5CA-C45F-C769040C7997}"/>
                </a:ext>
              </a:extLst>
            </p:cNvPr>
            <p:cNvSpPr>
              <a:spLocks noChangeShapeType="1"/>
            </p:cNvSpPr>
            <p:nvPr userDrawn="1"/>
          </p:nvSpPr>
          <p:spPr bwMode="gray">
            <a:xfrm flipV="1">
              <a:off x="5196" y="3831"/>
              <a:ext cx="1" cy="130"/>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19" name="Freeform 1772">
              <a:extLst>
                <a:ext uri="{FF2B5EF4-FFF2-40B4-BE49-F238E27FC236}">
                  <a16:creationId xmlns:a16="http://schemas.microsoft.com/office/drawing/2014/main" id="{5D6C033E-590C-E3EC-2F29-84B905A90ACF}"/>
                </a:ext>
              </a:extLst>
            </p:cNvPr>
            <p:cNvSpPr>
              <a:spLocks/>
            </p:cNvSpPr>
            <p:nvPr userDrawn="1"/>
          </p:nvSpPr>
          <p:spPr bwMode="gray">
            <a:xfrm>
              <a:off x="5094" y="3924"/>
              <a:ext cx="9" cy="9"/>
            </a:xfrm>
            <a:custGeom>
              <a:avLst/>
              <a:gdLst>
                <a:gd name="T0" fmla="*/ 0 w 9"/>
                <a:gd name="T1" fmla="*/ 0 h 9"/>
                <a:gd name="T2" fmla="*/ 0 w 9"/>
                <a:gd name="T3" fmla="*/ 3 h 9"/>
                <a:gd name="T4" fmla="*/ 2 w 9"/>
                <a:gd name="T5" fmla="*/ 5 h 9"/>
                <a:gd name="T6" fmla="*/ 4 w 9"/>
                <a:gd name="T7" fmla="*/ 7 h 9"/>
                <a:gd name="T8" fmla="*/ 5 w 9"/>
                <a:gd name="T9" fmla="*/ 9 h 9"/>
                <a:gd name="T10" fmla="*/ 9 w 9"/>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9">
                  <a:moveTo>
                    <a:pt x="0" y="0"/>
                  </a:moveTo>
                  <a:lnTo>
                    <a:pt x="0" y="3"/>
                  </a:lnTo>
                  <a:lnTo>
                    <a:pt x="2" y="5"/>
                  </a:lnTo>
                  <a:lnTo>
                    <a:pt x="4" y="7"/>
                  </a:lnTo>
                  <a:lnTo>
                    <a:pt x="5" y="9"/>
                  </a:lnTo>
                  <a:lnTo>
                    <a:pt x="9"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20" name="Line 1773">
              <a:extLst>
                <a:ext uri="{FF2B5EF4-FFF2-40B4-BE49-F238E27FC236}">
                  <a16:creationId xmlns:a16="http://schemas.microsoft.com/office/drawing/2014/main" id="{CB09B7BC-91E7-9DF9-ED76-010417688D25}"/>
                </a:ext>
              </a:extLst>
            </p:cNvPr>
            <p:cNvSpPr>
              <a:spLocks noChangeShapeType="1"/>
            </p:cNvSpPr>
            <p:nvPr userDrawn="1"/>
          </p:nvSpPr>
          <p:spPr bwMode="gray">
            <a:xfrm flipV="1">
              <a:off x="5089" y="3845"/>
              <a:ext cx="2" cy="74"/>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21" name="Line 1774">
              <a:extLst>
                <a:ext uri="{FF2B5EF4-FFF2-40B4-BE49-F238E27FC236}">
                  <a16:creationId xmlns:a16="http://schemas.microsoft.com/office/drawing/2014/main" id="{7EDC988C-5934-D00B-80C1-745AEE40FE66}"/>
                </a:ext>
              </a:extLst>
            </p:cNvPr>
            <p:cNvSpPr>
              <a:spLocks noChangeShapeType="1"/>
            </p:cNvSpPr>
            <p:nvPr userDrawn="1"/>
          </p:nvSpPr>
          <p:spPr bwMode="gray">
            <a:xfrm flipV="1">
              <a:off x="5094" y="3847"/>
              <a:ext cx="2" cy="77"/>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22" name="Line 1775">
              <a:extLst>
                <a:ext uri="{FF2B5EF4-FFF2-40B4-BE49-F238E27FC236}">
                  <a16:creationId xmlns:a16="http://schemas.microsoft.com/office/drawing/2014/main" id="{CA03896A-A8D0-3905-7C6D-73AF162113CB}"/>
                </a:ext>
              </a:extLst>
            </p:cNvPr>
            <p:cNvSpPr>
              <a:spLocks noChangeShapeType="1"/>
            </p:cNvSpPr>
            <p:nvPr userDrawn="1"/>
          </p:nvSpPr>
          <p:spPr bwMode="gray">
            <a:xfrm>
              <a:off x="5092" y="3847"/>
              <a:ext cx="1" cy="68"/>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sp>
          <p:nvSpPr>
            <p:cNvPr id="4123" name="Freeform 1776">
              <a:extLst>
                <a:ext uri="{FF2B5EF4-FFF2-40B4-BE49-F238E27FC236}">
                  <a16:creationId xmlns:a16="http://schemas.microsoft.com/office/drawing/2014/main" id="{9C0C8558-BF65-8119-28F8-1D0FFC9A7CB5}"/>
                </a:ext>
              </a:extLst>
            </p:cNvPr>
            <p:cNvSpPr>
              <a:spLocks/>
            </p:cNvSpPr>
            <p:nvPr userDrawn="1"/>
          </p:nvSpPr>
          <p:spPr bwMode="gray">
            <a:xfrm>
              <a:off x="5089" y="3915"/>
              <a:ext cx="4" cy="9"/>
            </a:xfrm>
            <a:custGeom>
              <a:avLst/>
              <a:gdLst>
                <a:gd name="T0" fmla="*/ 2 w 5"/>
                <a:gd name="T1" fmla="*/ 9 h 9"/>
                <a:gd name="T2" fmla="*/ 2 w 5"/>
                <a:gd name="T3" fmla="*/ 7 h 9"/>
                <a:gd name="T4" fmla="*/ 0 w 5"/>
                <a:gd name="T5" fmla="*/ 5 h 9"/>
                <a:gd name="T6" fmla="*/ 0 w 5"/>
                <a:gd name="T7" fmla="*/ 2 h 9"/>
                <a:gd name="T8" fmla="*/ 2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5" y="9"/>
                  </a:moveTo>
                  <a:lnTo>
                    <a:pt x="2" y="7"/>
                  </a:lnTo>
                  <a:lnTo>
                    <a:pt x="0" y="5"/>
                  </a:lnTo>
                  <a:lnTo>
                    <a:pt x="0" y="2"/>
                  </a:lnTo>
                  <a:lnTo>
                    <a:pt x="3"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24" name="Freeform 1777">
              <a:extLst>
                <a:ext uri="{FF2B5EF4-FFF2-40B4-BE49-F238E27FC236}">
                  <a16:creationId xmlns:a16="http://schemas.microsoft.com/office/drawing/2014/main" id="{DD4E1538-AF0D-8B0B-C98A-F60AB18343EC}"/>
                </a:ext>
              </a:extLst>
            </p:cNvPr>
            <p:cNvSpPr>
              <a:spLocks/>
            </p:cNvSpPr>
            <p:nvPr userDrawn="1"/>
          </p:nvSpPr>
          <p:spPr bwMode="gray">
            <a:xfrm>
              <a:off x="5091" y="3929"/>
              <a:ext cx="12" cy="11"/>
            </a:xfrm>
            <a:custGeom>
              <a:avLst/>
              <a:gdLst>
                <a:gd name="T0" fmla="*/ 12 w 12"/>
                <a:gd name="T1" fmla="*/ 2 h 11"/>
                <a:gd name="T2" fmla="*/ 8 w 12"/>
                <a:gd name="T3" fmla="*/ 0 h 11"/>
                <a:gd name="T4" fmla="*/ 5 w 12"/>
                <a:gd name="T5" fmla="*/ 2 h 11"/>
                <a:gd name="T6" fmla="*/ 1 w 12"/>
                <a:gd name="T7" fmla="*/ 4 h 11"/>
                <a:gd name="T8" fmla="*/ 1 w 12"/>
                <a:gd name="T9" fmla="*/ 5 h 11"/>
                <a:gd name="T10" fmla="*/ 0 w 12"/>
                <a:gd name="T11" fmla="*/ 11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1">
                  <a:moveTo>
                    <a:pt x="12" y="2"/>
                  </a:moveTo>
                  <a:lnTo>
                    <a:pt x="8" y="0"/>
                  </a:lnTo>
                  <a:lnTo>
                    <a:pt x="5" y="2"/>
                  </a:lnTo>
                  <a:lnTo>
                    <a:pt x="1" y="4"/>
                  </a:lnTo>
                  <a:lnTo>
                    <a:pt x="1" y="5"/>
                  </a:lnTo>
                  <a:lnTo>
                    <a:pt x="0" y="11"/>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25" name="Freeform 1778">
              <a:extLst>
                <a:ext uri="{FF2B5EF4-FFF2-40B4-BE49-F238E27FC236}">
                  <a16:creationId xmlns:a16="http://schemas.microsoft.com/office/drawing/2014/main" id="{1EAA3C98-BCC0-87CD-AD8F-283FBE717D39}"/>
                </a:ext>
              </a:extLst>
            </p:cNvPr>
            <p:cNvSpPr>
              <a:spLocks/>
            </p:cNvSpPr>
            <p:nvPr userDrawn="1"/>
          </p:nvSpPr>
          <p:spPr bwMode="gray">
            <a:xfrm>
              <a:off x="5080" y="3915"/>
              <a:ext cx="12" cy="9"/>
            </a:xfrm>
            <a:custGeom>
              <a:avLst/>
              <a:gdLst>
                <a:gd name="T0" fmla="*/ 12 w 12"/>
                <a:gd name="T1" fmla="*/ 0 h 9"/>
                <a:gd name="T2" fmla="*/ 11 w 12"/>
                <a:gd name="T3" fmla="*/ 4 h 9"/>
                <a:gd name="T4" fmla="*/ 11 w 12"/>
                <a:gd name="T5" fmla="*/ 7 h 9"/>
                <a:gd name="T6" fmla="*/ 7 w 12"/>
                <a:gd name="T7" fmla="*/ 9 h 9"/>
                <a:gd name="T8" fmla="*/ 4 w 12"/>
                <a:gd name="T9" fmla="*/ 9 h 9"/>
                <a:gd name="T10" fmla="*/ 0 w 12"/>
                <a:gd name="T11" fmla="*/ 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12" y="0"/>
                  </a:moveTo>
                  <a:lnTo>
                    <a:pt x="11" y="4"/>
                  </a:lnTo>
                  <a:lnTo>
                    <a:pt x="11" y="7"/>
                  </a:lnTo>
                  <a:lnTo>
                    <a:pt x="7" y="9"/>
                  </a:lnTo>
                  <a:lnTo>
                    <a:pt x="4" y="9"/>
                  </a:lnTo>
                  <a:lnTo>
                    <a:pt x="0" y="7"/>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26" name="Freeform 1779">
              <a:extLst>
                <a:ext uri="{FF2B5EF4-FFF2-40B4-BE49-F238E27FC236}">
                  <a16:creationId xmlns:a16="http://schemas.microsoft.com/office/drawing/2014/main" id="{940B412A-775C-3C17-0923-67CACC356E4A}"/>
                </a:ext>
              </a:extLst>
            </p:cNvPr>
            <p:cNvSpPr>
              <a:spLocks/>
            </p:cNvSpPr>
            <p:nvPr userDrawn="1"/>
          </p:nvSpPr>
          <p:spPr bwMode="gray">
            <a:xfrm>
              <a:off x="5071" y="3922"/>
              <a:ext cx="13" cy="18"/>
            </a:xfrm>
            <a:custGeom>
              <a:avLst/>
              <a:gdLst>
                <a:gd name="T0" fmla="*/ 0 w 9"/>
                <a:gd name="T1" fmla="*/ 18 h 18"/>
                <a:gd name="T2" fmla="*/ 1060 w 9"/>
                <a:gd name="T3" fmla="*/ 14 h 18"/>
                <a:gd name="T4" fmla="*/ 2211 w 9"/>
                <a:gd name="T5" fmla="*/ 9 h 18"/>
                <a:gd name="T6" fmla="*/ 3194 w 9"/>
                <a:gd name="T7" fmla="*/ 4 h 18"/>
                <a:gd name="T8" fmla="*/ 4614 w 9"/>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8">
                  <a:moveTo>
                    <a:pt x="0" y="18"/>
                  </a:moveTo>
                  <a:lnTo>
                    <a:pt x="2" y="14"/>
                  </a:lnTo>
                  <a:lnTo>
                    <a:pt x="4" y="9"/>
                  </a:lnTo>
                  <a:lnTo>
                    <a:pt x="6" y="4"/>
                  </a:lnTo>
                  <a:lnTo>
                    <a:pt x="9"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27" name="Freeform 1780">
              <a:extLst>
                <a:ext uri="{FF2B5EF4-FFF2-40B4-BE49-F238E27FC236}">
                  <a16:creationId xmlns:a16="http://schemas.microsoft.com/office/drawing/2014/main" id="{A0809BCD-C5DC-9C90-DCF4-8AA72DDD7371}"/>
                </a:ext>
              </a:extLst>
            </p:cNvPr>
            <p:cNvSpPr>
              <a:spLocks/>
            </p:cNvSpPr>
            <p:nvPr userDrawn="1"/>
          </p:nvSpPr>
          <p:spPr bwMode="gray">
            <a:xfrm>
              <a:off x="5071" y="3940"/>
              <a:ext cx="22" cy="4"/>
            </a:xfrm>
            <a:custGeom>
              <a:avLst/>
              <a:gdLst>
                <a:gd name="T0" fmla="*/ 0 w 20"/>
                <a:gd name="T1" fmla="*/ 0 h 1"/>
                <a:gd name="T2" fmla="*/ 34 w 20"/>
                <a:gd name="T3" fmla="*/ 2147483647 h 1"/>
                <a:gd name="T4" fmla="*/ 55 w 20"/>
                <a:gd name="T5" fmla="*/ 2147483647 h 1"/>
                <a:gd name="T6" fmla="*/ 84 w 20"/>
                <a:gd name="T7" fmla="*/ 2147483647 h 1"/>
                <a:gd name="T8" fmla="*/ 101 w 20"/>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
                  <a:moveTo>
                    <a:pt x="0" y="0"/>
                  </a:moveTo>
                  <a:lnTo>
                    <a:pt x="6" y="1"/>
                  </a:lnTo>
                  <a:lnTo>
                    <a:pt x="11" y="1"/>
                  </a:lnTo>
                  <a:lnTo>
                    <a:pt x="16" y="1"/>
                  </a:lnTo>
                  <a:lnTo>
                    <a:pt x="20" y="0"/>
                  </a:lnTo>
                </a:path>
              </a:pathLst>
            </a:custGeom>
            <a:noFill/>
            <a:ln w="3175">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TW" altLang="en-US"/>
            </a:p>
          </p:txBody>
        </p:sp>
        <p:sp>
          <p:nvSpPr>
            <p:cNvPr id="4128" name="Line 1781">
              <a:extLst>
                <a:ext uri="{FF2B5EF4-FFF2-40B4-BE49-F238E27FC236}">
                  <a16:creationId xmlns:a16="http://schemas.microsoft.com/office/drawing/2014/main" id="{C51B76ED-2B24-81DA-E5E7-5FD193E087C5}"/>
                </a:ext>
              </a:extLst>
            </p:cNvPr>
            <p:cNvSpPr>
              <a:spLocks noChangeShapeType="1"/>
            </p:cNvSpPr>
            <p:nvPr userDrawn="1"/>
          </p:nvSpPr>
          <p:spPr bwMode="gray">
            <a:xfrm>
              <a:off x="4785" y="3160"/>
              <a:ext cx="314" cy="103"/>
            </a:xfrm>
            <a:prstGeom prst="line">
              <a:avLst/>
            </a:prstGeom>
            <a:noFill/>
            <a:ln w="3175">
              <a:solidFill>
                <a:schemeClr val="bg2"/>
              </a:solidFill>
              <a:round/>
              <a:headEnd/>
              <a:tailEnd/>
            </a:ln>
            <a:extLst>
              <a:ext uri="{909E8E84-426E-40DD-AFC4-6F175D3DCCD1}">
                <a14:hiddenFill xmlns:a14="http://schemas.microsoft.com/office/drawing/2010/main">
                  <a:noFill/>
                </a14:hiddenFill>
              </a:ext>
            </a:extLst>
          </p:spPr>
          <p:txBody>
            <a:bodyPr/>
            <a:lstStyle/>
            <a:p>
              <a:endParaRPr lang="zh-TW" altLang="en-US"/>
            </a:p>
          </p:txBody>
        </p:sp>
      </p:grpSp>
      <p:sp>
        <p:nvSpPr>
          <p:cNvPr id="4729" name="Text Box 64">
            <a:extLst>
              <a:ext uri="{FF2B5EF4-FFF2-40B4-BE49-F238E27FC236}">
                <a16:creationId xmlns:a16="http://schemas.microsoft.com/office/drawing/2014/main" id="{CB47F971-4242-330A-A8B2-3E77E224C280}"/>
              </a:ext>
            </a:extLst>
          </p:cNvPr>
          <p:cNvSpPr txBox="1">
            <a:spLocks noChangeArrowheads="1"/>
          </p:cNvSpPr>
          <p:nvPr/>
        </p:nvSpPr>
        <p:spPr bwMode="auto">
          <a:xfrm>
            <a:off x="3962400" y="2286000"/>
            <a:ext cx="1447800" cy="519113"/>
          </a:xfrm>
          <a:prstGeom prst="rect">
            <a:avLst/>
          </a:prstGeom>
          <a:noFill/>
          <a:ln>
            <a:noFill/>
          </a:ln>
        </p:spPr>
        <p:txBody>
          <a:bodyPr>
            <a:spAutoFit/>
          </a:bodyPr>
          <a:lstStyle>
            <a:lvl1pPr eaLnBrk="0" hangingPunct="0">
              <a:defRPr b="1">
                <a:solidFill>
                  <a:schemeClr val="tx1"/>
                </a:solidFill>
                <a:latin typeface="Arial" pitchFamily="34" charset="0"/>
                <a:ea typeface="新細明體" pitchFamily="18" charset="-120"/>
              </a:defRPr>
            </a:lvl1pPr>
            <a:lvl2pPr marL="742950" indent="-285750" eaLnBrk="0" hangingPunct="0">
              <a:defRPr b="1">
                <a:solidFill>
                  <a:schemeClr val="tx1"/>
                </a:solidFill>
                <a:latin typeface="Arial" pitchFamily="34" charset="0"/>
                <a:ea typeface="新細明體" pitchFamily="18" charset="-120"/>
              </a:defRPr>
            </a:lvl2pPr>
            <a:lvl3pPr marL="1143000" indent="-228600" eaLnBrk="0" hangingPunct="0">
              <a:defRPr b="1">
                <a:solidFill>
                  <a:schemeClr val="tx1"/>
                </a:solidFill>
                <a:latin typeface="Arial" pitchFamily="34" charset="0"/>
                <a:ea typeface="新細明體" pitchFamily="18" charset="-120"/>
              </a:defRPr>
            </a:lvl3pPr>
            <a:lvl4pPr marL="1600200" indent="-228600" eaLnBrk="0" hangingPunct="0">
              <a:defRPr b="1">
                <a:solidFill>
                  <a:schemeClr val="tx1"/>
                </a:solidFill>
                <a:latin typeface="Arial" pitchFamily="34" charset="0"/>
                <a:ea typeface="新細明體" pitchFamily="18" charset="-120"/>
              </a:defRPr>
            </a:lvl4pPr>
            <a:lvl5pPr marL="2057400" indent="-228600" eaLnBrk="0" hangingPunct="0">
              <a:defRPr b="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b="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b="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b="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b="1">
                <a:solidFill>
                  <a:schemeClr val="tx1"/>
                </a:solidFill>
                <a:latin typeface="Arial" pitchFamily="34" charset="0"/>
                <a:ea typeface="新細明體" pitchFamily="18" charset="-120"/>
              </a:defRPr>
            </a:lvl9pPr>
          </a:lstStyle>
          <a:p>
            <a:pPr eaLnBrk="1" hangingPunct="1">
              <a:spcBef>
                <a:spcPct val="50000"/>
              </a:spcBef>
              <a:defRPr/>
            </a:pPr>
            <a:r>
              <a:rPr kumimoji="0" lang="en-US" altLang="zh-TW" sz="2800">
                <a:solidFill>
                  <a:srgbClr val="FFFFFF"/>
                </a:solidFill>
                <a:latin typeface="Verdana" pitchFamily="34" charset="0"/>
              </a:rPr>
              <a:t>LOGO</a:t>
            </a:r>
          </a:p>
        </p:txBody>
      </p:sp>
      <p:sp>
        <p:nvSpPr>
          <p:cNvPr id="4730" name="Freeform 1790">
            <a:extLst>
              <a:ext uri="{FF2B5EF4-FFF2-40B4-BE49-F238E27FC236}">
                <a16:creationId xmlns:a16="http://schemas.microsoft.com/office/drawing/2014/main" id="{48E2FD73-A8DF-BCB0-D297-328D3D0AC8CE}"/>
              </a:ext>
            </a:extLst>
          </p:cNvPr>
          <p:cNvSpPr>
            <a:spLocks/>
          </p:cNvSpPr>
          <p:nvPr userDrawn="1"/>
        </p:nvSpPr>
        <p:spPr bwMode="gray">
          <a:xfrm>
            <a:off x="-26988" y="3017838"/>
            <a:ext cx="9175751" cy="579437"/>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3075" name="Rectangle 3"/>
          <p:cNvSpPr>
            <a:spLocks noGrp="1" noChangeArrowheads="1"/>
          </p:cNvSpPr>
          <p:nvPr>
            <p:ph type="subTitle" idx="1"/>
          </p:nvPr>
        </p:nvSpPr>
        <p:spPr bwMode="black">
          <a:xfrm>
            <a:off x="1219200" y="4800600"/>
            <a:ext cx="6705600" cy="533400"/>
          </a:xfrm>
        </p:spPr>
        <p:txBody>
          <a:bodyPr/>
          <a:lstStyle>
            <a:lvl1pPr marL="0" indent="0" algn="ctr">
              <a:buFont typeface="Wingdings" pitchFamily="2" charset="2"/>
              <a:buNone/>
              <a:defRPr sz="1800" b="1"/>
            </a:lvl1pPr>
          </a:lstStyle>
          <a:p>
            <a:r>
              <a:rPr lang="zh-TW" altLang="en-US"/>
              <a:t>按一下以編輯母片副標題樣式</a:t>
            </a:r>
            <a:endParaRPr lang="en-US" altLang="zh-TW"/>
          </a:p>
        </p:txBody>
      </p:sp>
      <p:sp>
        <p:nvSpPr>
          <p:cNvPr id="3074" name="Rectangle 2"/>
          <p:cNvSpPr>
            <a:spLocks noGrp="1" noChangeArrowheads="1"/>
          </p:cNvSpPr>
          <p:nvPr>
            <p:ph type="ctrTitle"/>
          </p:nvPr>
        </p:nvSpPr>
        <p:spPr>
          <a:xfrm>
            <a:off x="762000" y="3657600"/>
            <a:ext cx="7467600" cy="762000"/>
          </a:xfrm>
        </p:spPr>
        <p:txBody>
          <a:bodyPr/>
          <a:lstStyle>
            <a:lvl1pPr>
              <a:defRPr sz="4400">
                <a:solidFill>
                  <a:schemeClr val="tx1"/>
                </a:solidFill>
              </a:defRPr>
            </a:lvl1pPr>
          </a:lstStyle>
          <a:p>
            <a:r>
              <a:rPr lang="zh-TW" altLang="en-US"/>
              <a:t>按一下以編輯母片標題樣式</a:t>
            </a:r>
            <a:endParaRPr lang="en-US" altLang="zh-TW"/>
          </a:p>
        </p:txBody>
      </p:sp>
    </p:spTree>
    <p:extLst>
      <p:ext uri="{BB962C8B-B14F-4D97-AF65-F5344CB8AC3E}">
        <p14:creationId xmlns:p14="http://schemas.microsoft.com/office/powerpoint/2010/main" val="99832355"/>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obj" preserve="1">
  <p:cSld name="標題及物件">
    <p:spTree>
      <p:nvGrpSpPr>
        <p:cNvPr id="1" name=""/>
        <p:cNvGrpSpPr/>
        <p:nvPr/>
      </p:nvGrpSpPr>
      <p:grpSpPr>
        <a:xfrm>
          <a:off x="0" y="0"/>
          <a:ext cx="0" cy="0"/>
          <a:chOff x="0" y="0"/>
          <a:chExt cx="0" cy="0"/>
        </a:xfrm>
      </p:grpSpPr>
      <p:sp>
        <p:nvSpPr>
          <p:cNvPr id="4" name="Rectangle 72">
            <a:extLst>
              <a:ext uri="{FF2B5EF4-FFF2-40B4-BE49-F238E27FC236}">
                <a16:creationId xmlns:a16="http://schemas.microsoft.com/office/drawing/2014/main" id="{09857171-E131-DBAF-085A-870BCFE59605}"/>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5" name="Object 164">
            <a:extLst>
              <a:ext uri="{FF2B5EF4-FFF2-40B4-BE49-F238E27FC236}">
                <a16:creationId xmlns:a16="http://schemas.microsoft.com/office/drawing/2014/main" id="{656F04AE-4C50-8794-1C05-9DCF5C46D2D7}"/>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5" name="Object 164">
                        <a:extLst>
                          <a:ext uri="{FF2B5EF4-FFF2-40B4-BE49-F238E27FC236}">
                            <a16:creationId xmlns:a16="http://schemas.microsoft.com/office/drawing/2014/main" id="{656F04AE-4C50-8794-1C05-9DCF5C46D2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a:extLst>
              <a:ext uri="{FF2B5EF4-FFF2-40B4-BE49-F238E27FC236}">
                <a16:creationId xmlns:a16="http://schemas.microsoft.com/office/drawing/2014/main" id="{7C668F4A-984F-0260-B7A5-3792D806B8DD}"/>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6" name="Object 165">
                        <a:extLst>
                          <a:ext uri="{FF2B5EF4-FFF2-40B4-BE49-F238E27FC236}">
                            <a16:creationId xmlns:a16="http://schemas.microsoft.com/office/drawing/2014/main" id="{7C668F4A-984F-0260-B7A5-3792D806B8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a:extLst>
              <a:ext uri="{FF2B5EF4-FFF2-40B4-BE49-F238E27FC236}">
                <a16:creationId xmlns:a16="http://schemas.microsoft.com/office/drawing/2014/main" id="{15987D84-EB4B-ACD7-6D3F-656F12CC8E36}"/>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a:extLst>
              <a:ext uri="{FF2B5EF4-FFF2-40B4-BE49-F238E27FC236}">
                <a16:creationId xmlns:a16="http://schemas.microsoft.com/office/drawing/2014/main" id="{7A5D719D-CF39-9548-C99B-5C764413B72B}"/>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a:extLst>
              <a:ext uri="{FF2B5EF4-FFF2-40B4-BE49-F238E27FC236}">
                <a16:creationId xmlns:a16="http://schemas.microsoft.com/office/drawing/2014/main" id="{DDFF86E2-D724-6EED-B437-34D8EACF6F83}"/>
              </a:ext>
            </a:extLst>
          </p:cNvPr>
          <p:cNvSpPr>
            <a:spLocks noGrp="1" noChangeArrowheads="1"/>
          </p:cNvSpPr>
          <p:nvPr>
            <p:ph type="sldNum" sz="quarter" idx="11"/>
          </p:nvPr>
        </p:nvSpPr>
        <p:spPr/>
        <p:txBody>
          <a:bodyPr/>
          <a:lstStyle>
            <a:lvl1pPr>
              <a:defRPr/>
            </a:lvl1pPr>
          </a:lstStyle>
          <a:p>
            <a:fld id="{F340B4B2-0682-451A-8144-D79C7CF6DC61}" type="slidenum">
              <a:rPr lang="en-US" altLang="zh-TW"/>
              <a:pPr/>
              <a:t>‹#›</a:t>
            </a:fld>
            <a:endParaRPr lang="en-US" altLang="zh-TW"/>
          </a:p>
        </p:txBody>
      </p:sp>
    </p:spTree>
    <p:extLst>
      <p:ext uri="{BB962C8B-B14F-4D97-AF65-F5344CB8AC3E}">
        <p14:creationId xmlns:p14="http://schemas.microsoft.com/office/powerpoint/2010/main" val="39458981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type="secHead" preserve="1">
  <p:cSld name="區段標題">
    <p:spTree>
      <p:nvGrpSpPr>
        <p:cNvPr id="1" name=""/>
        <p:cNvGrpSpPr/>
        <p:nvPr/>
      </p:nvGrpSpPr>
      <p:grpSpPr>
        <a:xfrm>
          <a:off x="0" y="0"/>
          <a:ext cx="0" cy="0"/>
          <a:chOff x="0" y="0"/>
          <a:chExt cx="0" cy="0"/>
        </a:xfrm>
      </p:grpSpPr>
      <p:sp>
        <p:nvSpPr>
          <p:cNvPr id="4" name="Rectangle 72">
            <a:extLst>
              <a:ext uri="{FF2B5EF4-FFF2-40B4-BE49-F238E27FC236}">
                <a16:creationId xmlns:a16="http://schemas.microsoft.com/office/drawing/2014/main" id="{0813C170-9B7A-7194-8955-66E70435A26A}"/>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5" name="Object 164">
            <a:extLst>
              <a:ext uri="{FF2B5EF4-FFF2-40B4-BE49-F238E27FC236}">
                <a16:creationId xmlns:a16="http://schemas.microsoft.com/office/drawing/2014/main" id="{CC4D4D56-AB4F-D099-34D2-2343206837C9}"/>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5" name="Object 164">
                        <a:extLst>
                          <a:ext uri="{FF2B5EF4-FFF2-40B4-BE49-F238E27FC236}">
                            <a16:creationId xmlns:a16="http://schemas.microsoft.com/office/drawing/2014/main" id="{CC4D4D56-AB4F-D099-34D2-2343206837C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a:extLst>
              <a:ext uri="{FF2B5EF4-FFF2-40B4-BE49-F238E27FC236}">
                <a16:creationId xmlns:a16="http://schemas.microsoft.com/office/drawing/2014/main" id="{D31F495D-C09D-C64A-5E07-ED842A015E5E}"/>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6" name="Object 165">
                        <a:extLst>
                          <a:ext uri="{FF2B5EF4-FFF2-40B4-BE49-F238E27FC236}">
                            <a16:creationId xmlns:a16="http://schemas.microsoft.com/office/drawing/2014/main" id="{D31F495D-C09D-C64A-5E07-ED842A015E5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a:extLst>
              <a:ext uri="{FF2B5EF4-FFF2-40B4-BE49-F238E27FC236}">
                <a16:creationId xmlns:a16="http://schemas.microsoft.com/office/drawing/2014/main" id="{53BED8BD-0715-276D-01E7-91B4A84BC773}"/>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TW" altLang="en-US"/>
              <a:t>按一下以編輯母片文字樣式</a:t>
            </a:r>
          </a:p>
        </p:txBody>
      </p:sp>
      <p:sp>
        <p:nvSpPr>
          <p:cNvPr id="8" name="Rectangle 5">
            <a:extLst>
              <a:ext uri="{FF2B5EF4-FFF2-40B4-BE49-F238E27FC236}">
                <a16:creationId xmlns:a16="http://schemas.microsoft.com/office/drawing/2014/main" id="{8C5BE519-4989-DB55-4C82-B170FFE5AF64}"/>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a:extLst>
              <a:ext uri="{FF2B5EF4-FFF2-40B4-BE49-F238E27FC236}">
                <a16:creationId xmlns:a16="http://schemas.microsoft.com/office/drawing/2014/main" id="{56D0E83D-4160-1F78-E0F1-9EF384E14C1F}"/>
              </a:ext>
            </a:extLst>
          </p:cNvPr>
          <p:cNvSpPr>
            <a:spLocks noGrp="1" noChangeArrowheads="1"/>
          </p:cNvSpPr>
          <p:nvPr>
            <p:ph type="sldNum" sz="quarter" idx="11"/>
          </p:nvPr>
        </p:nvSpPr>
        <p:spPr/>
        <p:txBody>
          <a:bodyPr/>
          <a:lstStyle>
            <a:lvl1pPr>
              <a:defRPr/>
            </a:lvl1pPr>
          </a:lstStyle>
          <a:p>
            <a:fld id="{2B9F3CD3-B9B4-4D87-A6C7-391A9B70EF57}" type="slidenum">
              <a:rPr lang="en-US" altLang="zh-TW"/>
              <a:pPr/>
              <a:t>‹#›</a:t>
            </a:fld>
            <a:endParaRPr lang="en-US" altLang="zh-TW"/>
          </a:p>
        </p:txBody>
      </p:sp>
    </p:spTree>
    <p:extLst>
      <p:ext uri="{BB962C8B-B14F-4D97-AF65-F5344CB8AC3E}">
        <p14:creationId xmlns:p14="http://schemas.microsoft.com/office/powerpoint/2010/main" val="124470063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woObj" preserve="1">
  <p:cSld name="兩項物件">
    <p:spTree>
      <p:nvGrpSpPr>
        <p:cNvPr id="1" name=""/>
        <p:cNvGrpSpPr/>
        <p:nvPr/>
      </p:nvGrpSpPr>
      <p:grpSpPr>
        <a:xfrm>
          <a:off x="0" y="0"/>
          <a:ext cx="0" cy="0"/>
          <a:chOff x="0" y="0"/>
          <a:chExt cx="0" cy="0"/>
        </a:xfrm>
      </p:grpSpPr>
      <p:sp>
        <p:nvSpPr>
          <p:cNvPr id="5" name="Rectangle 72">
            <a:extLst>
              <a:ext uri="{FF2B5EF4-FFF2-40B4-BE49-F238E27FC236}">
                <a16:creationId xmlns:a16="http://schemas.microsoft.com/office/drawing/2014/main" id="{6E74E046-B0FE-0774-6261-D24C2A50B76D}"/>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6" name="Object 164">
            <a:extLst>
              <a:ext uri="{FF2B5EF4-FFF2-40B4-BE49-F238E27FC236}">
                <a16:creationId xmlns:a16="http://schemas.microsoft.com/office/drawing/2014/main" id="{48158E8D-377E-4BB1-5E8C-19AC6CAF97CC}"/>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6" name="Object 164">
                        <a:extLst>
                          <a:ext uri="{FF2B5EF4-FFF2-40B4-BE49-F238E27FC236}">
                            <a16:creationId xmlns:a16="http://schemas.microsoft.com/office/drawing/2014/main" id="{48158E8D-377E-4BB1-5E8C-19AC6CAF97C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a:extLst>
              <a:ext uri="{FF2B5EF4-FFF2-40B4-BE49-F238E27FC236}">
                <a16:creationId xmlns:a16="http://schemas.microsoft.com/office/drawing/2014/main" id="{602141E0-B244-F5CF-D5E6-1A11FF0B96AE}"/>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7" name="Object 165">
                        <a:extLst>
                          <a:ext uri="{FF2B5EF4-FFF2-40B4-BE49-F238E27FC236}">
                            <a16:creationId xmlns:a16="http://schemas.microsoft.com/office/drawing/2014/main" id="{602141E0-B244-F5CF-D5E6-1A11FF0B96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a:extLst>
              <a:ext uri="{FF2B5EF4-FFF2-40B4-BE49-F238E27FC236}">
                <a16:creationId xmlns:a16="http://schemas.microsoft.com/office/drawing/2014/main" id="{86D82CFF-833C-7FC8-D72D-9A9A66139100}"/>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990600"/>
            <a:ext cx="40386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9" name="Rectangle 5">
            <a:extLst>
              <a:ext uri="{FF2B5EF4-FFF2-40B4-BE49-F238E27FC236}">
                <a16:creationId xmlns:a16="http://schemas.microsoft.com/office/drawing/2014/main" id="{A6939B99-4B05-874A-06E9-BC76DE65AB41}"/>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a:extLst>
              <a:ext uri="{FF2B5EF4-FFF2-40B4-BE49-F238E27FC236}">
                <a16:creationId xmlns:a16="http://schemas.microsoft.com/office/drawing/2014/main" id="{878327EA-FF58-C5F8-0CE7-3F50A25CC617}"/>
              </a:ext>
            </a:extLst>
          </p:cNvPr>
          <p:cNvSpPr>
            <a:spLocks noGrp="1" noChangeArrowheads="1"/>
          </p:cNvSpPr>
          <p:nvPr>
            <p:ph type="sldNum" sz="quarter" idx="11"/>
          </p:nvPr>
        </p:nvSpPr>
        <p:spPr/>
        <p:txBody>
          <a:bodyPr/>
          <a:lstStyle>
            <a:lvl1pPr>
              <a:defRPr/>
            </a:lvl1pPr>
          </a:lstStyle>
          <a:p>
            <a:fld id="{69E4E286-98B9-4B88-9CEE-7149568BC62D}" type="slidenum">
              <a:rPr lang="en-US" altLang="zh-TW"/>
              <a:pPr/>
              <a:t>‹#›</a:t>
            </a:fld>
            <a:endParaRPr lang="en-US" altLang="zh-TW"/>
          </a:p>
        </p:txBody>
      </p:sp>
    </p:spTree>
    <p:extLst>
      <p:ext uri="{BB962C8B-B14F-4D97-AF65-F5344CB8AC3E}">
        <p14:creationId xmlns:p14="http://schemas.microsoft.com/office/powerpoint/2010/main" val="110099349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woTxTwoObj" preserve="1">
  <p:cSld name="比對">
    <p:spTree>
      <p:nvGrpSpPr>
        <p:cNvPr id="1" name=""/>
        <p:cNvGrpSpPr/>
        <p:nvPr/>
      </p:nvGrpSpPr>
      <p:grpSpPr>
        <a:xfrm>
          <a:off x="0" y="0"/>
          <a:ext cx="0" cy="0"/>
          <a:chOff x="0" y="0"/>
          <a:chExt cx="0" cy="0"/>
        </a:xfrm>
      </p:grpSpPr>
      <p:sp>
        <p:nvSpPr>
          <p:cNvPr id="7" name="Rectangle 72">
            <a:extLst>
              <a:ext uri="{FF2B5EF4-FFF2-40B4-BE49-F238E27FC236}">
                <a16:creationId xmlns:a16="http://schemas.microsoft.com/office/drawing/2014/main" id="{4DF93E88-A7E6-3E24-647C-0ACEBD95F571}"/>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8" name="Object 164">
            <a:extLst>
              <a:ext uri="{FF2B5EF4-FFF2-40B4-BE49-F238E27FC236}">
                <a16:creationId xmlns:a16="http://schemas.microsoft.com/office/drawing/2014/main" id="{2611C4BC-BC8E-C376-0F09-0C81734607C2}"/>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8" name="Object 164">
                        <a:extLst>
                          <a:ext uri="{FF2B5EF4-FFF2-40B4-BE49-F238E27FC236}">
                            <a16:creationId xmlns:a16="http://schemas.microsoft.com/office/drawing/2014/main" id="{2611C4BC-BC8E-C376-0F09-0C81734607C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9" name="Object 165">
            <a:extLst>
              <a:ext uri="{FF2B5EF4-FFF2-40B4-BE49-F238E27FC236}">
                <a16:creationId xmlns:a16="http://schemas.microsoft.com/office/drawing/2014/main" id="{60C3A344-62E1-60F1-EBBD-10EB3268F034}"/>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9" name="Object 165">
                        <a:extLst>
                          <a:ext uri="{FF2B5EF4-FFF2-40B4-BE49-F238E27FC236}">
                            <a16:creationId xmlns:a16="http://schemas.microsoft.com/office/drawing/2014/main" id="{60C3A344-62E1-60F1-EBBD-10EB3268F03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 name="Freeform 73">
            <a:extLst>
              <a:ext uri="{FF2B5EF4-FFF2-40B4-BE49-F238E27FC236}">
                <a16:creationId xmlns:a16="http://schemas.microsoft.com/office/drawing/2014/main" id="{E09DE069-D241-C02F-1016-B15DC8B5ABBD}"/>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a:xfrm>
            <a:off x="457200" y="274638"/>
            <a:ext cx="8229600" cy="1143000"/>
          </a:xfrm>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1" name="Rectangle 5">
            <a:extLst>
              <a:ext uri="{FF2B5EF4-FFF2-40B4-BE49-F238E27FC236}">
                <a16:creationId xmlns:a16="http://schemas.microsoft.com/office/drawing/2014/main" id="{BFB4A6DB-2C04-7B7D-B53F-F6DA3F3498E8}"/>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2" name="Rectangle 6">
            <a:extLst>
              <a:ext uri="{FF2B5EF4-FFF2-40B4-BE49-F238E27FC236}">
                <a16:creationId xmlns:a16="http://schemas.microsoft.com/office/drawing/2014/main" id="{5FB06E47-BAD1-060D-0C82-2D7C66D4A0EC}"/>
              </a:ext>
            </a:extLst>
          </p:cNvPr>
          <p:cNvSpPr>
            <a:spLocks noGrp="1" noChangeArrowheads="1"/>
          </p:cNvSpPr>
          <p:nvPr>
            <p:ph type="sldNum" sz="quarter" idx="11"/>
          </p:nvPr>
        </p:nvSpPr>
        <p:spPr/>
        <p:txBody>
          <a:bodyPr/>
          <a:lstStyle>
            <a:lvl1pPr>
              <a:defRPr/>
            </a:lvl1pPr>
          </a:lstStyle>
          <a:p>
            <a:fld id="{EE19D560-0006-4E3E-9859-73F27B96E501}" type="slidenum">
              <a:rPr lang="en-US" altLang="zh-TW"/>
              <a:pPr/>
              <a:t>‹#›</a:t>
            </a:fld>
            <a:endParaRPr lang="en-US" altLang="zh-TW"/>
          </a:p>
        </p:txBody>
      </p:sp>
    </p:spTree>
    <p:extLst>
      <p:ext uri="{BB962C8B-B14F-4D97-AF65-F5344CB8AC3E}">
        <p14:creationId xmlns:p14="http://schemas.microsoft.com/office/powerpoint/2010/main" val="2316771958"/>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type="titleOnly" preserve="1">
  <p:cSld name="只有標題">
    <p:spTree>
      <p:nvGrpSpPr>
        <p:cNvPr id="1" name=""/>
        <p:cNvGrpSpPr/>
        <p:nvPr/>
      </p:nvGrpSpPr>
      <p:grpSpPr>
        <a:xfrm>
          <a:off x="0" y="0"/>
          <a:ext cx="0" cy="0"/>
          <a:chOff x="0" y="0"/>
          <a:chExt cx="0" cy="0"/>
        </a:xfrm>
      </p:grpSpPr>
      <p:sp>
        <p:nvSpPr>
          <p:cNvPr id="3" name="Rectangle 72">
            <a:extLst>
              <a:ext uri="{FF2B5EF4-FFF2-40B4-BE49-F238E27FC236}">
                <a16:creationId xmlns:a16="http://schemas.microsoft.com/office/drawing/2014/main" id="{0E498C81-D4D5-23ED-95B4-C58B68FF7BF5}"/>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4" name="Object 164">
            <a:extLst>
              <a:ext uri="{FF2B5EF4-FFF2-40B4-BE49-F238E27FC236}">
                <a16:creationId xmlns:a16="http://schemas.microsoft.com/office/drawing/2014/main" id="{AED78210-C2D4-549B-1427-B7CDAECC7D82}"/>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4" name="Object 164">
                        <a:extLst>
                          <a:ext uri="{FF2B5EF4-FFF2-40B4-BE49-F238E27FC236}">
                            <a16:creationId xmlns:a16="http://schemas.microsoft.com/office/drawing/2014/main" id="{AED78210-C2D4-549B-1427-B7CDAECC7D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5" name="Object 165">
            <a:extLst>
              <a:ext uri="{FF2B5EF4-FFF2-40B4-BE49-F238E27FC236}">
                <a16:creationId xmlns:a16="http://schemas.microsoft.com/office/drawing/2014/main" id="{0BEDAD24-1B62-1798-D703-B51DFD70C908}"/>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5" name="Object 165">
                        <a:extLst>
                          <a:ext uri="{FF2B5EF4-FFF2-40B4-BE49-F238E27FC236}">
                            <a16:creationId xmlns:a16="http://schemas.microsoft.com/office/drawing/2014/main" id="{0BEDAD24-1B62-1798-D703-B51DFD70C9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6" name="Freeform 73">
            <a:extLst>
              <a:ext uri="{FF2B5EF4-FFF2-40B4-BE49-F238E27FC236}">
                <a16:creationId xmlns:a16="http://schemas.microsoft.com/office/drawing/2014/main" id="{F0DA31C9-0B05-9C2F-4E44-5FF7AB7731DC}"/>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p:txBody>
          <a:bodyPr/>
          <a:lstStyle/>
          <a:p>
            <a:r>
              <a:rPr lang="zh-TW" altLang="en-US"/>
              <a:t>按一下以編輯母片標題樣式</a:t>
            </a:r>
          </a:p>
        </p:txBody>
      </p:sp>
      <p:sp>
        <p:nvSpPr>
          <p:cNvPr id="7" name="Rectangle 5">
            <a:extLst>
              <a:ext uri="{FF2B5EF4-FFF2-40B4-BE49-F238E27FC236}">
                <a16:creationId xmlns:a16="http://schemas.microsoft.com/office/drawing/2014/main" id="{DB2A1D76-6FCB-357F-12DC-DE5F37B6635C}"/>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8" name="Rectangle 6">
            <a:extLst>
              <a:ext uri="{FF2B5EF4-FFF2-40B4-BE49-F238E27FC236}">
                <a16:creationId xmlns:a16="http://schemas.microsoft.com/office/drawing/2014/main" id="{93DF1F11-14A0-3651-C2CF-EB7E4BE07D50}"/>
              </a:ext>
            </a:extLst>
          </p:cNvPr>
          <p:cNvSpPr>
            <a:spLocks noGrp="1" noChangeArrowheads="1"/>
          </p:cNvSpPr>
          <p:nvPr>
            <p:ph type="sldNum" sz="quarter" idx="11"/>
          </p:nvPr>
        </p:nvSpPr>
        <p:spPr/>
        <p:txBody>
          <a:bodyPr/>
          <a:lstStyle>
            <a:lvl1pPr>
              <a:defRPr/>
            </a:lvl1pPr>
          </a:lstStyle>
          <a:p>
            <a:fld id="{B0D3C6E6-1A10-4F5E-A2C5-C9650FB23663}" type="slidenum">
              <a:rPr lang="en-US" altLang="zh-TW"/>
              <a:pPr/>
              <a:t>‹#›</a:t>
            </a:fld>
            <a:endParaRPr lang="en-US" altLang="zh-TW"/>
          </a:p>
        </p:txBody>
      </p:sp>
    </p:spTree>
    <p:extLst>
      <p:ext uri="{BB962C8B-B14F-4D97-AF65-F5344CB8AC3E}">
        <p14:creationId xmlns:p14="http://schemas.microsoft.com/office/powerpoint/2010/main" val="898951452"/>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type="blank" preserve="1">
  <p:cSld name="空白">
    <p:spTree>
      <p:nvGrpSpPr>
        <p:cNvPr id="1" name=""/>
        <p:cNvGrpSpPr/>
        <p:nvPr/>
      </p:nvGrpSpPr>
      <p:grpSpPr>
        <a:xfrm>
          <a:off x="0" y="0"/>
          <a:ext cx="0" cy="0"/>
          <a:chOff x="0" y="0"/>
          <a:chExt cx="0" cy="0"/>
        </a:xfrm>
      </p:grpSpPr>
      <p:sp>
        <p:nvSpPr>
          <p:cNvPr id="2" name="Rectangle 72">
            <a:extLst>
              <a:ext uri="{FF2B5EF4-FFF2-40B4-BE49-F238E27FC236}">
                <a16:creationId xmlns:a16="http://schemas.microsoft.com/office/drawing/2014/main" id="{764EB816-0363-BE44-E239-10BBDF310B04}"/>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3" name="Object 164">
            <a:extLst>
              <a:ext uri="{FF2B5EF4-FFF2-40B4-BE49-F238E27FC236}">
                <a16:creationId xmlns:a16="http://schemas.microsoft.com/office/drawing/2014/main" id="{0C8CF9CA-F1E8-0D80-3044-85B2598296A4}"/>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3" name="Object 164">
                        <a:extLst>
                          <a:ext uri="{FF2B5EF4-FFF2-40B4-BE49-F238E27FC236}">
                            <a16:creationId xmlns:a16="http://schemas.microsoft.com/office/drawing/2014/main" id="{0C8CF9CA-F1E8-0D80-3044-85B2598296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a:extLst>
              <a:ext uri="{FF2B5EF4-FFF2-40B4-BE49-F238E27FC236}">
                <a16:creationId xmlns:a16="http://schemas.microsoft.com/office/drawing/2014/main" id="{5CECBEAB-92ED-BADA-0DD9-EA78AB189ADE}"/>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4" name="Object 165">
                        <a:extLst>
                          <a:ext uri="{FF2B5EF4-FFF2-40B4-BE49-F238E27FC236}">
                            <a16:creationId xmlns:a16="http://schemas.microsoft.com/office/drawing/2014/main" id="{5CECBEAB-92ED-BADA-0DD9-EA78AB189AD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a:extLst>
              <a:ext uri="{FF2B5EF4-FFF2-40B4-BE49-F238E27FC236}">
                <a16:creationId xmlns:a16="http://schemas.microsoft.com/office/drawing/2014/main" id="{49297664-727B-38A3-2F4F-239EB9EAC517}"/>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6" name="Rectangle 5">
            <a:extLst>
              <a:ext uri="{FF2B5EF4-FFF2-40B4-BE49-F238E27FC236}">
                <a16:creationId xmlns:a16="http://schemas.microsoft.com/office/drawing/2014/main" id="{4E8A8A03-ADEB-8762-BC8D-9D8AAB7E8D6C}"/>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7" name="Rectangle 6">
            <a:extLst>
              <a:ext uri="{FF2B5EF4-FFF2-40B4-BE49-F238E27FC236}">
                <a16:creationId xmlns:a16="http://schemas.microsoft.com/office/drawing/2014/main" id="{948869C2-FD91-3BB5-3699-45C1AA4E0EC3}"/>
              </a:ext>
            </a:extLst>
          </p:cNvPr>
          <p:cNvSpPr>
            <a:spLocks noGrp="1" noChangeArrowheads="1"/>
          </p:cNvSpPr>
          <p:nvPr>
            <p:ph type="sldNum" sz="quarter" idx="11"/>
          </p:nvPr>
        </p:nvSpPr>
        <p:spPr/>
        <p:txBody>
          <a:bodyPr/>
          <a:lstStyle>
            <a:lvl1pPr>
              <a:defRPr/>
            </a:lvl1pPr>
          </a:lstStyle>
          <a:p>
            <a:fld id="{DFABBBBB-9E2D-4E1A-AB0D-CCBCD92B3516}" type="slidenum">
              <a:rPr lang="en-US" altLang="zh-TW"/>
              <a:pPr/>
              <a:t>‹#›</a:t>
            </a:fld>
            <a:endParaRPr lang="en-US" altLang="zh-TW"/>
          </a:p>
        </p:txBody>
      </p:sp>
    </p:spTree>
    <p:extLst>
      <p:ext uri="{BB962C8B-B14F-4D97-AF65-F5344CB8AC3E}">
        <p14:creationId xmlns:p14="http://schemas.microsoft.com/office/powerpoint/2010/main" val="4017312859"/>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type="objTx" preserve="1">
  <p:cSld name="含標題的內容">
    <p:spTree>
      <p:nvGrpSpPr>
        <p:cNvPr id="1" name=""/>
        <p:cNvGrpSpPr/>
        <p:nvPr/>
      </p:nvGrpSpPr>
      <p:grpSpPr>
        <a:xfrm>
          <a:off x="0" y="0"/>
          <a:ext cx="0" cy="0"/>
          <a:chOff x="0" y="0"/>
          <a:chExt cx="0" cy="0"/>
        </a:xfrm>
      </p:grpSpPr>
      <p:sp>
        <p:nvSpPr>
          <p:cNvPr id="5" name="Rectangle 72">
            <a:extLst>
              <a:ext uri="{FF2B5EF4-FFF2-40B4-BE49-F238E27FC236}">
                <a16:creationId xmlns:a16="http://schemas.microsoft.com/office/drawing/2014/main" id="{C5C6127A-D746-5A90-1B9F-5CD22AC60F8C}"/>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6" name="Object 164">
            <a:extLst>
              <a:ext uri="{FF2B5EF4-FFF2-40B4-BE49-F238E27FC236}">
                <a16:creationId xmlns:a16="http://schemas.microsoft.com/office/drawing/2014/main" id="{561C97E2-9AF3-947C-7D8B-51C4E4500E29}"/>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6" name="Object 164">
                        <a:extLst>
                          <a:ext uri="{FF2B5EF4-FFF2-40B4-BE49-F238E27FC236}">
                            <a16:creationId xmlns:a16="http://schemas.microsoft.com/office/drawing/2014/main" id="{561C97E2-9AF3-947C-7D8B-51C4E4500E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a:extLst>
              <a:ext uri="{FF2B5EF4-FFF2-40B4-BE49-F238E27FC236}">
                <a16:creationId xmlns:a16="http://schemas.microsoft.com/office/drawing/2014/main" id="{AC9BDF42-7FDA-0A3B-9382-564A9D310F34}"/>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7" name="Object 165">
                        <a:extLst>
                          <a:ext uri="{FF2B5EF4-FFF2-40B4-BE49-F238E27FC236}">
                            <a16:creationId xmlns:a16="http://schemas.microsoft.com/office/drawing/2014/main" id="{AC9BDF42-7FDA-0A3B-9382-564A9D310F3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a:extLst>
              <a:ext uri="{FF2B5EF4-FFF2-40B4-BE49-F238E27FC236}">
                <a16:creationId xmlns:a16="http://schemas.microsoft.com/office/drawing/2014/main" id="{6A5E0CCB-4B14-2F52-0BF4-2BC6B7D6A25F}"/>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a:extLst>
              <a:ext uri="{FF2B5EF4-FFF2-40B4-BE49-F238E27FC236}">
                <a16:creationId xmlns:a16="http://schemas.microsoft.com/office/drawing/2014/main" id="{9F1020B6-D0EA-5951-022A-603B0EA8F706}"/>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a:extLst>
              <a:ext uri="{FF2B5EF4-FFF2-40B4-BE49-F238E27FC236}">
                <a16:creationId xmlns:a16="http://schemas.microsoft.com/office/drawing/2014/main" id="{2BF97B42-E31A-05D8-A2C7-560CAF11BFDC}"/>
              </a:ext>
            </a:extLst>
          </p:cNvPr>
          <p:cNvSpPr>
            <a:spLocks noGrp="1" noChangeArrowheads="1"/>
          </p:cNvSpPr>
          <p:nvPr>
            <p:ph type="sldNum" sz="quarter" idx="11"/>
          </p:nvPr>
        </p:nvSpPr>
        <p:spPr/>
        <p:txBody>
          <a:bodyPr/>
          <a:lstStyle>
            <a:lvl1pPr>
              <a:defRPr/>
            </a:lvl1pPr>
          </a:lstStyle>
          <a:p>
            <a:fld id="{CF2736F6-FD7E-47BF-B2D3-BC13EF65C95D}" type="slidenum">
              <a:rPr lang="en-US" altLang="zh-TW"/>
              <a:pPr/>
              <a:t>‹#›</a:t>
            </a:fld>
            <a:endParaRPr lang="en-US" altLang="zh-TW"/>
          </a:p>
        </p:txBody>
      </p:sp>
    </p:spTree>
    <p:extLst>
      <p:ext uri="{BB962C8B-B14F-4D97-AF65-F5344CB8AC3E}">
        <p14:creationId xmlns:p14="http://schemas.microsoft.com/office/powerpoint/2010/main" val="33349023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type="picTx" preserve="1">
  <p:cSld name="含標題的圖片">
    <p:spTree>
      <p:nvGrpSpPr>
        <p:cNvPr id="1" name=""/>
        <p:cNvGrpSpPr/>
        <p:nvPr/>
      </p:nvGrpSpPr>
      <p:grpSpPr>
        <a:xfrm>
          <a:off x="0" y="0"/>
          <a:ext cx="0" cy="0"/>
          <a:chOff x="0" y="0"/>
          <a:chExt cx="0" cy="0"/>
        </a:xfrm>
      </p:grpSpPr>
      <p:sp>
        <p:nvSpPr>
          <p:cNvPr id="5" name="Rectangle 72">
            <a:extLst>
              <a:ext uri="{FF2B5EF4-FFF2-40B4-BE49-F238E27FC236}">
                <a16:creationId xmlns:a16="http://schemas.microsoft.com/office/drawing/2014/main" id="{C2CA324B-EC30-BFBE-E233-1A33D2C51944}"/>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6" name="Object 164">
            <a:extLst>
              <a:ext uri="{FF2B5EF4-FFF2-40B4-BE49-F238E27FC236}">
                <a16:creationId xmlns:a16="http://schemas.microsoft.com/office/drawing/2014/main" id="{B6D227AD-12B9-240D-3AC1-3DD60A3F0280}"/>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6" name="Object 164">
                        <a:extLst>
                          <a:ext uri="{FF2B5EF4-FFF2-40B4-BE49-F238E27FC236}">
                            <a16:creationId xmlns:a16="http://schemas.microsoft.com/office/drawing/2014/main" id="{B6D227AD-12B9-240D-3AC1-3DD60A3F02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7" name="Object 165">
            <a:extLst>
              <a:ext uri="{FF2B5EF4-FFF2-40B4-BE49-F238E27FC236}">
                <a16:creationId xmlns:a16="http://schemas.microsoft.com/office/drawing/2014/main" id="{21F6DFD9-8894-BF56-D8C3-62E4C727FD9B}"/>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7" name="Object 165">
                        <a:extLst>
                          <a:ext uri="{FF2B5EF4-FFF2-40B4-BE49-F238E27FC236}">
                            <a16:creationId xmlns:a16="http://schemas.microsoft.com/office/drawing/2014/main" id="{21F6DFD9-8894-BF56-D8C3-62E4C727FD9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8" name="Freeform 73">
            <a:extLst>
              <a:ext uri="{FF2B5EF4-FFF2-40B4-BE49-F238E27FC236}">
                <a16:creationId xmlns:a16="http://schemas.microsoft.com/office/drawing/2014/main" id="{760D8313-63AF-814D-D949-D31D921F3EEB}"/>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zh-TW" altLang="en-US" noProof="0"/>
              <a:t>按一下圖示以新增圖片</a:t>
            </a:r>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9" name="Rectangle 5">
            <a:extLst>
              <a:ext uri="{FF2B5EF4-FFF2-40B4-BE49-F238E27FC236}">
                <a16:creationId xmlns:a16="http://schemas.microsoft.com/office/drawing/2014/main" id="{C7937C3E-BBFD-BED5-D69E-2BF07993F623}"/>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10" name="Rectangle 6">
            <a:extLst>
              <a:ext uri="{FF2B5EF4-FFF2-40B4-BE49-F238E27FC236}">
                <a16:creationId xmlns:a16="http://schemas.microsoft.com/office/drawing/2014/main" id="{F832452B-536C-D6C4-E598-3D16C98CF850}"/>
              </a:ext>
            </a:extLst>
          </p:cNvPr>
          <p:cNvSpPr>
            <a:spLocks noGrp="1" noChangeArrowheads="1"/>
          </p:cNvSpPr>
          <p:nvPr>
            <p:ph type="sldNum" sz="quarter" idx="11"/>
          </p:nvPr>
        </p:nvSpPr>
        <p:spPr/>
        <p:txBody>
          <a:bodyPr/>
          <a:lstStyle>
            <a:lvl1pPr>
              <a:defRPr/>
            </a:lvl1pPr>
          </a:lstStyle>
          <a:p>
            <a:fld id="{2D543F3E-FF33-47DA-AFA9-4292C93857AB}" type="slidenum">
              <a:rPr lang="en-US" altLang="zh-TW"/>
              <a:pPr/>
              <a:t>‹#›</a:t>
            </a:fld>
            <a:endParaRPr lang="en-US" altLang="zh-TW"/>
          </a:p>
        </p:txBody>
      </p:sp>
    </p:spTree>
    <p:extLst>
      <p:ext uri="{BB962C8B-B14F-4D97-AF65-F5344CB8AC3E}">
        <p14:creationId xmlns:p14="http://schemas.microsoft.com/office/powerpoint/2010/main" val="1088579011"/>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type="vertTx" preserve="1">
  <p:cSld name="標題及直排文字">
    <p:spTree>
      <p:nvGrpSpPr>
        <p:cNvPr id="1" name=""/>
        <p:cNvGrpSpPr/>
        <p:nvPr/>
      </p:nvGrpSpPr>
      <p:grpSpPr>
        <a:xfrm>
          <a:off x="0" y="0"/>
          <a:ext cx="0" cy="0"/>
          <a:chOff x="0" y="0"/>
          <a:chExt cx="0" cy="0"/>
        </a:xfrm>
      </p:grpSpPr>
      <p:sp>
        <p:nvSpPr>
          <p:cNvPr id="4" name="Rectangle 72">
            <a:extLst>
              <a:ext uri="{FF2B5EF4-FFF2-40B4-BE49-F238E27FC236}">
                <a16:creationId xmlns:a16="http://schemas.microsoft.com/office/drawing/2014/main" id="{044FA968-5D1E-D755-204F-FCECB9781084}"/>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5" name="Object 164">
            <a:extLst>
              <a:ext uri="{FF2B5EF4-FFF2-40B4-BE49-F238E27FC236}">
                <a16:creationId xmlns:a16="http://schemas.microsoft.com/office/drawing/2014/main" id="{8DCC67EA-07DC-2185-7707-73AFFA25C76D}"/>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5" name="Object 164">
                        <a:extLst>
                          <a:ext uri="{FF2B5EF4-FFF2-40B4-BE49-F238E27FC236}">
                            <a16:creationId xmlns:a16="http://schemas.microsoft.com/office/drawing/2014/main" id="{8DCC67EA-07DC-2185-7707-73AFFA25C7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a:extLst>
              <a:ext uri="{FF2B5EF4-FFF2-40B4-BE49-F238E27FC236}">
                <a16:creationId xmlns:a16="http://schemas.microsoft.com/office/drawing/2014/main" id="{420B2A7A-5D62-E73E-B6C8-5FF1E66699BC}"/>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6" name="Object 165">
                        <a:extLst>
                          <a:ext uri="{FF2B5EF4-FFF2-40B4-BE49-F238E27FC236}">
                            <a16:creationId xmlns:a16="http://schemas.microsoft.com/office/drawing/2014/main" id="{420B2A7A-5D62-E73E-B6C8-5FF1E66699B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a:extLst>
              <a:ext uri="{FF2B5EF4-FFF2-40B4-BE49-F238E27FC236}">
                <a16:creationId xmlns:a16="http://schemas.microsoft.com/office/drawing/2014/main" id="{A5EF738E-05F9-4BE0-70DB-31F6A29D9B5C}"/>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a:extLst>
              <a:ext uri="{FF2B5EF4-FFF2-40B4-BE49-F238E27FC236}">
                <a16:creationId xmlns:a16="http://schemas.microsoft.com/office/drawing/2014/main" id="{A52836C4-745E-741D-F9D9-2878443F232E}"/>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a:extLst>
              <a:ext uri="{FF2B5EF4-FFF2-40B4-BE49-F238E27FC236}">
                <a16:creationId xmlns:a16="http://schemas.microsoft.com/office/drawing/2014/main" id="{BB0602A8-5858-6CA8-7506-D620A3786471}"/>
              </a:ext>
            </a:extLst>
          </p:cNvPr>
          <p:cNvSpPr>
            <a:spLocks noGrp="1" noChangeArrowheads="1"/>
          </p:cNvSpPr>
          <p:nvPr>
            <p:ph type="sldNum" sz="quarter" idx="11"/>
          </p:nvPr>
        </p:nvSpPr>
        <p:spPr/>
        <p:txBody>
          <a:bodyPr/>
          <a:lstStyle>
            <a:lvl1pPr>
              <a:defRPr/>
            </a:lvl1pPr>
          </a:lstStyle>
          <a:p>
            <a:fld id="{1130F2CC-D769-42BF-9CF2-EF3E08F8EA6F}" type="slidenum">
              <a:rPr lang="en-US" altLang="zh-TW"/>
              <a:pPr/>
              <a:t>‹#›</a:t>
            </a:fld>
            <a:endParaRPr lang="en-US" altLang="zh-TW"/>
          </a:p>
        </p:txBody>
      </p:sp>
    </p:spTree>
    <p:extLst>
      <p:ext uri="{BB962C8B-B14F-4D97-AF65-F5344CB8AC3E}">
        <p14:creationId xmlns:p14="http://schemas.microsoft.com/office/powerpoint/2010/main" val="294162110"/>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type="vertTitleAndTx" preserve="1">
  <p:cSld name="直排標題及文字">
    <p:spTree>
      <p:nvGrpSpPr>
        <p:cNvPr id="1" name=""/>
        <p:cNvGrpSpPr/>
        <p:nvPr/>
      </p:nvGrpSpPr>
      <p:grpSpPr>
        <a:xfrm>
          <a:off x="0" y="0"/>
          <a:ext cx="0" cy="0"/>
          <a:chOff x="0" y="0"/>
          <a:chExt cx="0" cy="0"/>
        </a:xfrm>
      </p:grpSpPr>
      <p:sp>
        <p:nvSpPr>
          <p:cNvPr id="4" name="Rectangle 72">
            <a:extLst>
              <a:ext uri="{FF2B5EF4-FFF2-40B4-BE49-F238E27FC236}">
                <a16:creationId xmlns:a16="http://schemas.microsoft.com/office/drawing/2014/main" id="{35DD94AD-683F-A95F-41CC-55B034B70615}"/>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5" name="Object 164">
            <a:extLst>
              <a:ext uri="{FF2B5EF4-FFF2-40B4-BE49-F238E27FC236}">
                <a16:creationId xmlns:a16="http://schemas.microsoft.com/office/drawing/2014/main" id="{22D69D50-DA1F-9AB4-B144-A78CB5A910F8}"/>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5" name="Object 164">
                        <a:extLst>
                          <a:ext uri="{FF2B5EF4-FFF2-40B4-BE49-F238E27FC236}">
                            <a16:creationId xmlns:a16="http://schemas.microsoft.com/office/drawing/2014/main" id="{22D69D50-DA1F-9AB4-B144-A78CB5A910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a:extLst>
              <a:ext uri="{FF2B5EF4-FFF2-40B4-BE49-F238E27FC236}">
                <a16:creationId xmlns:a16="http://schemas.microsoft.com/office/drawing/2014/main" id="{7C2230FE-3E06-A554-1608-9845DF2878BE}"/>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6" name="Object 165">
                        <a:extLst>
                          <a:ext uri="{FF2B5EF4-FFF2-40B4-BE49-F238E27FC236}">
                            <a16:creationId xmlns:a16="http://schemas.microsoft.com/office/drawing/2014/main" id="{7C2230FE-3E06-A554-1608-9845DF2878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a:extLst>
              <a:ext uri="{FF2B5EF4-FFF2-40B4-BE49-F238E27FC236}">
                <a16:creationId xmlns:a16="http://schemas.microsoft.com/office/drawing/2014/main" id="{04FB6249-F121-861C-B559-1F104C5F6FC3}"/>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直排標題 1"/>
          <p:cNvSpPr>
            <a:spLocks noGrp="1"/>
          </p:cNvSpPr>
          <p:nvPr>
            <p:ph type="title" orient="vert"/>
          </p:nvPr>
        </p:nvSpPr>
        <p:spPr>
          <a:xfrm>
            <a:off x="6591300" y="46038"/>
            <a:ext cx="2095500" cy="6354762"/>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304800" y="46038"/>
            <a:ext cx="6134100" cy="6354762"/>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Rectangle 5">
            <a:extLst>
              <a:ext uri="{FF2B5EF4-FFF2-40B4-BE49-F238E27FC236}">
                <a16:creationId xmlns:a16="http://schemas.microsoft.com/office/drawing/2014/main" id="{C53032E4-F2E6-0A73-6480-7760BD620522}"/>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a:extLst>
              <a:ext uri="{FF2B5EF4-FFF2-40B4-BE49-F238E27FC236}">
                <a16:creationId xmlns:a16="http://schemas.microsoft.com/office/drawing/2014/main" id="{DD9B08DF-02C0-99CD-7382-C55615D54980}"/>
              </a:ext>
            </a:extLst>
          </p:cNvPr>
          <p:cNvSpPr>
            <a:spLocks noGrp="1" noChangeArrowheads="1"/>
          </p:cNvSpPr>
          <p:nvPr>
            <p:ph type="sldNum" sz="quarter" idx="11"/>
          </p:nvPr>
        </p:nvSpPr>
        <p:spPr/>
        <p:txBody>
          <a:bodyPr/>
          <a:lstStyle>
            <a:lvl1pPr>
              <a:defRPr/>
            </a:lvl1pPr>
          </a:lstStyle>
          <a:p>
            <a:fld id="{0BA71DDE-1418-4A81-ADDD-13030910A654}" type="slidenum">
              <a:rPr lang="en-US" altLang="zh-TW"/>
              <a:pPr/>
              <a:t>‹#›</a:t>
            </a:fld>
            <a:endParaRPr lang="en-US" altLang="zh-TW"/>
          </a:p>
        </p:txBody>
      </p:sp>
    </p:spTree>
    <p:extLst>
      <p:ext uri="{BB962C8B-B14F-4D97-AF65-F5344CB8AC3E}">
        <p14:creationId xmlns:p14="http://schemas.microsoft.com/office/powerpoint/2010/main" val="1566167573"/>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type="tbl" preserve="1">
  <p:cSld name="標題及表格">
    <p:spTree>
      <p:nvGrpSpPr>
        <p:cNvPr id="1" name=""/>
        <p:cNvGrpSpPr/>
        <p:nvPr/>
      </p:nvGrpSpPr>
      <p:grpSpPr>
        <a:xfrm>
          <a:off x="0" y="0"/>
          <a:ext cx="0" cy="0"/>
          <a:chOff x="0" y="0"/>
          <a:chExt cx="0" cy="0"/>
        </a:xfrm>
      </p:grpSpPr>
      <p:sp>
        <p:nvSpPr>
          <p:cNvPr id="4" name="Rectangle 72">
            <a:extLst>
              <a:ext uri="{FF2B5EF4-FFF2-40B4-BE49-F238E27FC236}">
                <a16:creationId xmlns:a16="http://schemas.microsoft.com/office/drawing/2014/main" id="{4D4BBDEB-34AE-D0DC-88C2-630FAE63BA36}"/>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5" name="Object 164">
            <a:extLst>
              <a:ext uri="{FF2B5EF4-FFF2-40B4-BE49-F238E27FC236}">
                <a16:creationId xmlns:a16="http://schemas.microsoft.com/office/drawing/2014/main" id="{DA3CBE61-92E9-8763-0445-A0E63AC3A380}"/>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5" name="Object 164">
                        <a:extLst>
                          <a:ext uri="{FF2B5EF4-FFF2-40B4-BE49-F238E27FC236}">
                            <a16:creationId xmlns:a16="http://schemas.microsoft.com/office/drawing/2014/main" id="{DA3CBE61-92E9-8763-0445-A0E63AC3A3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6" name="Object 165">
            <a:extLst>
              <a:ext uri="{FF2B5EF4-FFF2-40B4-BE49-F238E27FC236}">
                <a16:creationId xmlns:a16="http://schemas.microsoft.com/office/drawing/2014/main" id="{6088F2C3-FC55-F405-E5D6-7F69E93081ED}"/>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6" name="Object 165">
                        <a:extLst>
                          <a:ext uri="{FF2B5EF4-FFF2-40B4-BE49-F238E27FC236}">
                            <a16:creationId xmlns:a16="http://schemas.microsoft.com/office/drawing/2014/main" id="{6088F2C3-FC55-F405-E5D6-7F69E93081E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7" name="Freeform 73">
            <a:extLst>
              <a:ext uri="{FF2B5EF4-FFF2-40B4-BE49-F238E27FC236}">
                <a16:creationId xmlns:a16="http://schemas.microsoft.com/office/drawing/2014/main" id="{1190A0F0-820F-B24B-F1B2-5BFA0EC5FABF}"/>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2" name="標題 1"/>
          <p:cNvSpPr>
            <a:spLocks noGrp="1"/>
          </p:cNvSpPr>
          <p:nvPr>
            <p:ph type="title"/>
          </p:nvPr>
        </p:nvSpPr>
        <p:spPr>
          <a:xfrm>
            <a:off x="304800" y="46038"/>
            <a:ext cx="8382000" cy="563562"/>
          </a:xfrm>
        </p:spPr>
        <p:txBody>
          <a:bodyPr/>
          <a:lstStyle/>
          <a:p>
            <a:r>
              <a:rPr lang="zh-TW" altLang="en-US"/>
              <a:t>按一下以編輯母片標題樣式</a:t>
            </a:r>
          </a:p>
        </p:txBody>
      </p:sp>
      <p:sp>
        <p:nvSpPr>
          <p:cNvPr id="3" name="表格版面配置區 2"/>
          <p:cNvSpPr>
            <a:spLocks noGrp="1"/>
          </p:cNvSpPr>
          <p:nvPr>
            <p:ph type="tbl" idx="1"/>
          </p:nvPr>
        </p:nvSpPr>
        <p:spPr>
          <a:xfrm>
            <a:off x="457200" y="990600"/>
            <a:ext cx="8229600" cy="5410200"/>
          </a:xfrm>
        </p:spPr>
        <p:txBody>
          <a:bodyPr/>
          <a:lstStyle/>
          <a:p>
            <a:pPr lvl="0"/>
            <a:r>
              <a:rPr lang="zh-TW" altLang="en-US" noProof="0"/>
              <a:t>按一下圖示以新增表格</a:t>
            </a:r>
          </a:p>
        </p:txBody>
      </p:sp>
      <p:sp>
        <p:nvSpPr>
          <p:cNvPr id="8" name="Rectangle 5">
            <a:extLst>
              <a:ext uri="{FF2B5EF4-FFF2-40B4-BE49-F238E27FC236}">
                <a16:creationId xmlns:a16="http://schemas.microsoft.com/office/drawing/2014/main" id="{B7C918A5-327B-3D61-467A-E60276449169}"/>
              </a:ext>
            </a:extLst>
          </p:cNvPr>
          <p:cNvSpPr>
            <a:spLocks noGrp="1" noChangeArrowheads="1"/>
          </p:cNvSpPr>
          <p:nvPr>
            <p:ph type="ftr" sz="quarter" idx="10"/>
          </p:nvPr>
        </p:nvSpPr>
        <p:spPr/>
        <p:txBody>
          <a:bodyPr/>
          <a:lstStyle>
            <a:lvl1pPr fontAlgn="auto">
              <a:spcBef>
                <a:spcPts val="0"/>
              </a:spcBef>
              <a:spcAft>
                <a:spcPts val="0"/>
              </a:spcAft>
              <a:defRPr/>
            </a:lvl1pPr>
          </a:lstStyle>
          <a:p>
            <a:pPr>
              <a:defRPr/>
            </a:pPr>
            <a:r>
              <a:rPr lang="en-US" altLang="zh-TW"/>
              <a:t>www.themegallery.com</a:t>
            </a:r>
          </a:p>
        </p:txBody>
      </p:sp>
      <p:sp>
        <p:nvSpPr>
          <p:cNvPr id="9" name="Rectangle 6">
            <a:extLst>
              <a:ext uri="{FF2B5EF4-FFF2-40B4-BE49-F238E27FC236}">
                <a16:creationId xmlns:a16="http://schemas.microsoft.com/office/drawing/2014/main" id="{BF67BF82-FC9F-7987-104C-56DF4CD097DF}"/>
              </a:ext>
            </a:extLst>
          </p:cNvPr>
          <p:cNvSpPr>
            <a:spLocks noGrp="1" noChangeArrowheads="1"/>
          </p:cNvSpPr>
          <p:nvPr>
            <p:ph type="sldNum" sz="quarter" idx="11"/>
          </p:nvPr>
        </p:nvSpPr>
        <p:spPr/>
        <p:txBody>
          <a:bodyPr/>
          <a:lstStyle>
            <a:lvl1pPr>
              <a:defRPr/>
            </a:lvl1pPr>
          </a:lstStyle>
          <a:p>
            <a:fld id="{B5B25B85-2473-41B0-B0D9-472F1761FDB6}" type="slidenum">
              <a:rPr lang="en-US" altLang="zh-TW"/>
              <a:pPr/>
              <a:t>‹#›</a:t>
            </a:fld>
            <a:endParaRPr lang="en-US" altLang="zh-TW"/>
          </a:p>
        </p:txBody>
      </p:sp>
    </p:spTree>
    <p:extLst>
      <p:ext uri="{BB962C8B-B14F-4D97-AF65-F5344CB8AC3E}">
        <p14:creationId xmlns:p14="http://schemas.microsoft.com/office/powerpoint/2010/main" val="377203204"/>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userDrawn="1">
  <p:cSld name="2_標題及物件">
    <p:spTree>
      <p:nvGrpSpPr>
        <p:cNvPr id="1" name=""/>
        <p:cNvGrpSpPr/>
        <p:nvPr/>
      </p:nvGrpSpPr>
      <p:grpSpPr>
        <a:xfrm>
          <a:off x="0" y="0"/>
          <a:ext cx="0" cy="0"/>
          <a:chOff x="0" y="0"/>
          <a:chExt cx="0" cy="0"/>
        </a:xfrm>
      </p:grpSpPr>
      <p:sp>
        <p:nvSpPr>
          <p:cNvPr id="2" name="Rectangle 72">
            <a:extLst>
              <a:ext uri="{FF2B5EF4-FFF2-40B4-BE49-F238E27FC236}">
                <a16:creationId xmlns:a16="http://schemas.microsoft.com/office/drawing/2014/main" id="{79D15491-17B9-95AF-18BF-08B63F558D44}"/>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3" name="Object 164">
            <a:extLst>
              <a:ext uri="{FF2B5EF4-FFF2-40B4-BE49-F238E27FC236}">
                <a16:creationId xmlns:a16="http://schemas.microsoft.com/office/drawing/2014/main" id="{8909B4C6-AB7A-5D42-5607-4590D88EE595}"/>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2" imgW="3809524" imgH="4673016" progId="">
                  <p:embed/>
                </p:oleObj>
              </mc:Choice>
              <mc:Fallback>
                <p:oleObj name="Image" r:id="rId2" imgW="3809524" imgH="4673016" progId="">
                  <p:embed/>
                  <p:pic>
                    <p:nvPicPr>
                      <p:cNvPr id="3" name="Object 164">
                        <a:extLst>
                          <a:ext uri="{FF2B5EF4-FFF2-40B4-BE49-F238E27FC236}">
                            <a16:creationId xmlns:a16="http://schemas.microsoft.com/office/drawing/2014/main" id="{8909B4C6-AB7A-5D42-5607-4590D88EE5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4" name="Object 165">
            <a:extLst>
              <a:ext uri="{FF2B5EF4-FFF2-40B4-BE49-F238E27FC236}">
                <a16:creationId xmlns:a16="http://schemas.microsoft.com/office/drawing/2014/main" id="{1E3A27AE-6350-864F-A540-DF4287F62329}"/>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4" imgW="3809524" imgH="4507937" progId="">
                  <p:embed/>
                </p:oleObj>
              </mc:Choice>
              <mc:Fallback>
                <p:oleObj name="Image" r:id="rId4" imgW="3809524" imgH="4507937" progId="">
                  <p:embed/>
                  <p:pic>
                    <p:nvPicPr>
                      <p:cNvPr id="4" name="Object 165">
                        <a:extLst>
                          <a:ext uri="{FF2B5EF4-FFF2-40B4-BE49-F238E27FC236}">
                            <a16:creationId xmlns:a16="http://schemas.microsoft.com/office/drawing/2014/main" id="{1E3A27AE-6350-864F-A540-DF4287F6232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5" name="Freeform 73">
            <a:extLst>
              <a:ext uri="{FF2B5EF4-FFF2-40B4-BE49-F238E27FC236}">
                <a16:creationId xmlns:a16="http://schemas.microsoft.com/office/drawing/2014/main" id="{764CFA1E-1E87-1CEA-2B91-0BF2AD09CCBB}"/>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6" name="矩形 5">
            <a:extLst>
              <a:ext uri="{FF2B5EF4-FFF2-40B4-BE49-F238E27FC236}">
                <a16:creationId xmlns:a16="http://schemas.microsoft.com/office/drawing/2014/main" id="{9392004D-4BB8-F389-2058-7E963657BCC4}"/>
              </a:ext>
            </a:extLst>
          </p:cNvPr>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TW" altLang="en-US">
              <a:solidFill>
                <a:srgbClr val="FFFFFF"/>
              </a:solidFill>
            </a:endParaRPr>
          </a:p>
        </p:txBody>
      </p:sp>
      <p:pic>
        <p:nvPicPr>
          <p:cNvPr id="7" name="Picture 25">
            <a:extLst>
              <a:ext uri="{FF2B5EF4-FFF2-40B4-BE49-F238E27FC236}">
                <a16:creationId xmlns:a16="http://schemas.microsoft.com/office/drawing/2014/main" id="{B202AE00-C6BA-0A69-D850-7E53F42B9F16}"/>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7245350" y="268288"/>
            <a:ext cx="1782763"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a:extLst>
              <a:ext uri="{FF2B5EF4-FFF2-40B4-BE49-F238E27FC236}">
                <a16:creationId xmlns:a16="http://schemas.microsoft.com/office/drawing/2014/main" id="{FBB69FC1-6171-FEBE-E779-982961BE46EC}"/>
              </a:ext>
            </a:extLst>
          </p:cNvPr>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TW" altLang="en-US">
              <a:solidFill>
                <a:srgbClr val="FFFFFF"/>
              </a:solidFill>
            </a:endParaRPr>
          </a:p>
        </p:txBody>
      </p:sp>
      <p:sp>
        <p:nvSpPr>
          <p:cNvPr id="9" name="Rectangle 4">
            <a:extLst>
              <a:ext uri="{FF2B5EF4-FFF2-40B4-BE49-F238E27FC236}">
                <a16:creationId xmlns:a16="http://schemas.microsoft.com/office/drawing/2014/main" id="{AC0B09AA-9BF8-A263-F333-9843CCBBC0DA}"/>
              </a:ext>
            </a:extLst>
          </p:cNvPr>
          <p:cNvSpPr>
            <a:spLocks noGrp="1" noChangeArrowheads="1"/>
          </p:cNvSpPr>
          <p:nvPr>
            <p:ph type="dt" sz="half" idx="10"/>
          </p:nvPr>
        </p:nvSpPr>
        <p:spPr>
          <a:xfrm>
            <a:off x="457200" y="6245225"/>
            <a:ext cx="2133600" cy="476250"/>
          </a:xfrm>
          <a:prstGeom prst="rect">
            <a:avLst/>
          </a:prstGeom>
        </p:spPr>
        <p:txBody>
          <a:bodyPr/>
          <a:lstStyle>
            <a:lvl1pPr fontAlgn="auto">
              <a:spcBef>
                <a:spcPts val="0"/>
              </a:spcBef>
              <a:spcAft>
                <a:spcPts val="0"/>
              </a:spcAft>
              <a:defRPr kumimoji="0"/>
            </a:lvl1pPr>
          </a:lstStyle>
          <a:p>
            <a:pPr>
              <a:defRPr/>
            </a:pPr>
            <a:endParaRPr lang="en-US" altLang="zh-TW"/>
          </a:p>
        </p:txBody>
      </p:sp>
      <p:sp>
        <p:nvSpPr>
          <p:cNvPr id="10" name="Rectangle 5">
            <a:extLst>
              <a:ext uri="{FF2B5EF4-FFF2-40B4-BE49-F238E27FC236}">
                <a16:creationId xmlns:a16="http://schemas.microsoft.com/office/drawing/2014/main" id="{0AD9A95B-1324-3356-1B6E-61D1D1A77331}"/>
              </a:ext>
            </a:extLst>
          </p:cNvPr>
          <p:cNvSpPr>
            <a:spLocks noGrp="1" noChangeArrowheads="1"/>
          </p:cNvSpPr>
          <p:nvPr>
            <p:ph type="ftr" sz="quarter" idx="11"/>
          </p:nvPr>
        </p:nvSpPr>
        <p:spPr/>
        <p:txBody>
          <a:bodyPr/>
          <a:lstStyle>
            <a:lvl1pPr fontAlgn="auto">
              <a:spcBef>
                <a:spcPts val="0"/>
              </a:spcBef>
              <a:spcAft>
                <a:spcPts val="0"/>
              </a:spcAft>
              <a:defRPr kumimoji="0"/>
            </a:lvl1pPr>
          </a:lstStyle>
          <a:p>
            <a:pPr>
              <a:defRPr/>
            </a:pPr>
            <a:endParaRPr lang="en-US" altLang="zh-TW"/>
          </a:p>
        </p:txBody>
      </p:sp>
      <p:sp>
        <p:nvSpPr>
          <p:cNvPr id="11" name="Rectangle 6">
            <a:extLst>
              <a:ext uri="{FF2B5EF4-FFF2-40B4-BE49-F238E27FC236}">
                <a16:creationId xmlns:a16="http://schemas.microsoft.com/office/drawing/2014/main" id="{8A2C4D13-4CDA-EBC1-7E00-D2B8FC298D03}"/>
              </a:ext>
            </a:extLst>
          </p:cNvPr>
          <p:cNvSpPr>
            <a:spLocks noGrp="1" noChangeArrowheads="1"/>
          </p:cNvSpPr>
          <p:nvPr>
            <p:ph type="sldNum" sz="quarter" idx="12"/>
          </p:nvPr>
        </p:nvSpPr>
        <p:spPr/>
        <p:txBody>
          <a:bodyPr/>
          <a:lstStyle>
            <a:lvl1pPr>
              <a:defRPr/>
            </a:lvl1pPr>
          </a:lstStyle>
          <a:p>
            <a:fld id="{4D70E974-E785-4AB8-ABF4-03475068E96E}" type="slidenum">
              <a:rPr lang="en-US" altLang="zh-TW"/>
              <a:pPr/>
              <a:t>‹#›</a:t>
            </a:fld>
            <a:endParaRPr lang="en-US" altLang="zh-TW"/>
          </a:p>
        </p:txBody>
      </p:sp>
    </p:spTree>
    <p:extLst>
      <p:ext uri="{BB962C8B-B14F-4D97-AF65-F5344CB8AC3E}">
        <p14:creationId xmlns:p14="http://schemas.microsoft.com/office/powerpoint/2010/main" val="2932610946"/>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標題投影片">
    <p:spTree>
      <p:nvGrpSpPr>
        <p:cNvPr id="1" name=""/>
        <p:cNvGrpSpPr/>
        <p:nvPr/>
      </p:nvGrpSpPr>
      <p:grpSpPr>
        <a:xfrm>
          <a:off x="0" y="0"/>
          <a:ext cx="0" cy="0"/>
          <a:chOff x="0" y="0"/>
          <a:chExt cx="0" cy="0"/>
        </a:xfrm>
      </p:grpSpPr>
      <p:pic>
        <p:nvPicPr>
          <p:cNvPr id="2" name="Picture 26"/>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1588" y="5245100"/>
            <a:ext cx="9145588" cy="163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矩形 2"/>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4" name="Picture 25"/>
          <p:cNvPicPr>
            <a:picLocks noChangeAspect="1" noChangeArrowheads="1"/>
          </p:cNvPicPr>
          <p:nvPr userDrawn="1"/>
        </p:nvPicPr>
        <p:blipFill>
          <a:blip r:embed="rId3">
            <a:extLst>
              <a:ext uri="{28A0092B-C50C-407E-A947-70E740481C1C}">
                <a14:useLocalDpi xmlns:a14="http://schemas.microsoft.com/office/drawing/2010/main"/>
              </a:ext>
            </a:extLst>
          </a:blip>
          <a:srcRect/>
          <a:stretch>
            <a:fillRect/>
          </a:stretch>
        </p:blipFill>
        <p:spPr bwMode="auto">
          <a:xfrm>
            <a:off x="7245350" y="268288"/>
            <a:ext cx="1782763" cy="936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ectangle 4"/>
          <p:cNvSpPr>
            <a:spLocks noGrp="1" noChangeArrowheads="1"/>
          </p:cNvSpPr>
          <p:nvPr>
            <p:ph type="dt" sz="half" idx="10"/>
          </p:nvPr>
        </p:nvSpPr>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p:txBody>
          <a:bodyPr/>
          <a:lstStyle>
            <a:lvl1pPr>
              <a:defRPr/>
            </a:lvl1pPr>
          </a:lstStyle>
          <a:p>
            <a:pPr>
              <a:defRPr/>
            </a:pPr>
            <a:endParaRPr lang="en-US" altLang="zh-TW"/>
          </a:p>
        </p:txBody>
      </p:sp>
      <p:sp>
        <p:nvSpPr>
          <p:cNvPr id="7" name="Rectangle 6"/>
          <p:cNvSpPr>
            <a:spLocks noGrp="1" noChangeArrowheads="1"/>
          </p:cNvSpPr>
          <p:nvPr>
            <p:ph type="sldNum" sz="quarter" idx="12"/>
          </p:nvPr>
        </p:nvSpPr>
        <p:spPr/>
        <p:txBody>
          <a:bodyPr/>
          <a:lstStyle>
            <a:lvl1pPr>
              <a:defRPr/>
            </a:lvl1pPr>
          </a:lstStyle>
          <a:p>
            <a:pPr>
              <a:defRPr/>
            </a:pPr>
            <a:fld id="{3EB3E7D5-70BF-4D56-8660-FA1CFD7A092F}" type="slidenum">
              <a:rPr lang="en-US" altLang="zh-TW"/>
              <a:pPr>
                <a:defRPr/>
              </a:pPr>
              <a:t>‹#›</a:t>
            </a:fld>
            <a:endParaRPr lang="en-US" altLang="zh-TW"/>
          </a:p>
        </p:txBody>
      </p:sp>
    </p:spTree>
    <p:extLst>
      <p:ext uri="{BB962C8B-B14F-4D97-AF65-F5344CB8AC3E}">
        <p14:creationId xmlns:p14="http://schemas.microsoft.com/office/powerpoint/2010/main" val="897195882"/>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標題及物件">
    <p:spTree>
      <p:nvGrpSpPr>
        <p:cNvPr id="1" name=""/>
        <p:cNvGrpSpPr/>
        <p:nvPr/>
      </p:nvGrpSpPr>
      <p:grpSpPr>
        <a:xfrm>
          <a:off x="0" y="0"/>
          <a:ext cx="0" cy="0"/>
          <a:chOff x="0" y="0"/>
          <a:chExt cx="0" cy="0"/>
        </a:xfrm>
      </p:grpSpPr>
      <p:sp>
        <p:nvSpPr>
          <p:cNvPr id="2" name="矩形 1"/>
          <p:cNvSpPr/>
          <p:nvPr userDrawn="1"/>
        </p:nvSpPr>
        <p:spPr>
          <a:xfrm>
            <a:off x="-36513" y="1160463"/>
            <a:ext cx="9180513" cy="107950"/>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pic>
        <p:nvPicPr>
          <p:cNvPr id="3" name="Picture 2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7245350" y="268288"/>
            <a:ext cx="1782763" cy="936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矩形 3"/>
          <p:cNvSpPr/>
          <p:nvPr userDrawn="1"/>
        </p:nvSpPr>
        <p:spPr>
          <a:xfrm>
            <a:off x="-36513" y="6524625"/>
            <a:ext cx="9180513" cy="338138"/>
          </a:xfrm>
          <a:prstGeom prst="rect">
            <a:avLst/>
          </a:prstGeom>
          <a:solidFill>
            <a:srgbClr val="FE980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zh-TW" altLang="en-US">
              <a:solidFill>
                <a:srgbClr val="FFFFFF"/>
              </a:solidFill>
            </a:endParaRPr>
          </a:p>
        </p:txBody>
      </p:sp>
      <p:sp>
        <p:nvSpPr>
          <p:cNvPr id="5" name="Rectangle 4"/>
          <p:cNvSpPr>
            <a:spLocks noGrp="1" noChangeArrowheads="1"/>
          </p:cNvSpPr>
          <p:nvPr>
            <p:ph type="dt" sz="half" idx="10"/>
          </p:nvPr>
        </p:nvSpPr>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p:txBody>
          <a:bodyPr/>
          <a:lstStyle>
            <a:lvl1pPr>
              <a:defRPr/>
            </a:lvl1pPr>
          </a:lstStyle>
          <a:p>
            <a:pPr>
              <a:defRPr/>
            </a:pPr>
            <a:endParaRPr lang="en-US" altLang="zh-TW"/>
          </a:p>
        </p:txBody>
      </p:sp>
      <p:sp>
        <p:nvSpPr>
          <p:cNvPr id="7" name="Rectangle 6"/>
          <p:cNvSpPr>
            <a:spLocks noGrp="1" noChangeArrowheads="1"/>
          </p:cNvSpPr>
          <p:nvPr>
            <p:ph type="sldNum" sz="quarter" idx="12"/>
          </p:nvPr>
        </p:nvSpPr>
        <p:spPr/>
        <p:txBody>
          <a:bodyPr/>
          <a:lstStyle>
            <a:lvl1pPr>
              <a:defRPr/>
            </a:lvl1pPr>
          </a:lstStyle>
          <a:p>
            <a:pPr>
              <a:defRPr/>
            </a:pPr>
            <a:fld id="{D4FE967C-97C5-4AAB-8560-664277EF9190}" type="slidenum">
              <a:rPr lang="en-US" altLang="zh-TW"/>
              <a:pPr>
                <a:defRPr/>
              </a:pPr>
              <a:t>‹#›</a:t>
            </a:fld>
            <a:endParaRPr lang="en-US" altLang="zh-TW"/>
          </a:p>
        </p:txBody>
      </p:sp>
    </p:spTree>
    <p:extLst>
      <p:ext uri="{BB962C8B-B14F-4D97-AF65-F5344CB8AC3E}">
        <p14:creationId xmlns:p14="http://schemas.microsoft.com/office/powerpoint/2010/main" val="1727388885"/>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章節標題">
    <p:spTree>
      <p:nvGrpSpPr>
        <p:cNvPr id="1" name=""/>
        <p:cNvGrpSpPr/>
        <p:nvPr/>
      </p:nvGrpSpPr>
      <p:grpSpPr>
        <a:xfrm>
          <a:off x="0" y="0"/>
          <a:ext cx="0" cy="0"/>
          <a:chOff x="0" y="0"/>
          <a:chExt cx="0" cy="0"/>
        </a:xfrm>
      </p:grpSpPr>
      <p:pic>
        <p:nvPicPr>
          <p:cNvPr id="2" name="Picture 26"/>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1588" y="5245100"/>
            <a:ext cx="9145588" cy="163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4"/>
          <p:cNvSpPr>
            <a:spLocks noGrp="1" noChangeArrowheads="1"/>
          </p:cNvSpPr>
          <p:nvPr>
            <p:ph type="dt" sz="half" idx="10"/>
          </p:nvPr>
        </p:nvSpPr>
        <p:spPr/>
        <p:txBody>
          <a:bodyPr/>
          <a:lstStyle>
            <a:lvl1pPr>
              <a:defRPr/>
            </a:lvl1pPr>
          </a:lstStyle>
          <a:p>
            <a:pPr>
              <a:defRPr/>
            </a:pPr>
            <a:endParaRPr lang="en-US" altLang="zh-TW"/>
          </a:p>
        </p:txBody>
      </p:sp>
      <p:sp>
        <p:nvSpPr>
          <p:cNvPr id="4" name="Rectangle 5"/>
          <p:cNvSpPr>
            <a:spLocks noGrp="1" noChangeArrowheads="1"/>
          </p:cNvSpPr>
          <p:nvPr>
            <p:ph type="ftr" sz="quarter" idx="11"/>
          </p:nvPr>
        </p:nvSpPr>
        <p:spPr/>
        <p:txBody>
          <a:bodyPr/>
          <a:lstStyle>
            <a:lvl1pPr>
              <a:defRPr/>
            </a:lvl1pPr>
          </a:lstStyle>
          <a:p>
            <a:pPr>
              <a:defRPr/>
            </a:pPr>
            <a:endParaRPr lang="en-US" altLang="zh-TW"/>
          </a:p>
        </p:txBody>
      </p:sp>
      <p:sp>
        <p:nvSpPr>
          <p:cNvPr id="5" name="Rectangle 6"/>
          <p:cNvSpPr>
            <a:spLocks noGrp="1" noChangeArrowheads="1"/>
          </p:cNvSpPr>
          <p:nvPr>
            <p:ph type="sldNum" sz="quarter" idx="12"/>
          </p:nvPr>
        </p:nvSpPr>
        <p:spPr/>
        <p:txBody>
          <a:bodyPr/>
          <a:lstStyle>
            <a:lvl1pPr>
              <a:defRPr/>
            </a:lvl1pPr>
          </a:lstStyle>
          <a:p>
            <a:pPr>
              <a:defRPr/>
            </a:pPr>
            <a:fld id="{3C39D72B-CA45-49FD-8E9B-D4C1E999A298}" type="slidenum">
              <a:rPr lang="en-US" altLang="zh-TW"/>
              <a:pPr>
                <a:defRPr/>
              </a:pPr>
              <a:t>‹#›</a:t>
            </a:fld>
            <a:endParaRPr lang="en-US" altLang="zh-TW"/>
          </a:p>
        </p:txBody>
      </p:sp>
    </p:spTree>
    <p:extLst>
      <p:ext uri="{BB962C8B-B14F-4D97-AF65-F5344CB8AC3E}">
        <p14:creationId xmlns:p14="http://schemas.microsoft.com/office/powerpoint/2010/main" val="1986203953"/>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7"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7" name="Rectangle 6"/>
          <p:cNvSpPr>
            <a:spLocks noGrp="1" noChangeArrowheads="1"/>
          </p:cNvSpPr>
          <p:nvPr>
            <p:ph type="sldNum" sz="quarter" idx="12"/>
          </p:nvPr>
        </p:nvSpPr>
        <p:spPr>
          <a:ln/>
        </p:spPr>
        <p:txBody>
          <a:bodyPr/>
          <a:lstStyle>
            <a:lvl1pPr>
              <a:defRPr/>
            </a:lvl1pPr>
          </a:lstStyle>
          <a:p>
            <a:pPr>
              <a:defRPr/>
            </a:pPr>
            <a:fld id="{83A659F9-27A2-49A4-82F5-0012482CE016}" type="slidenum">
              <a:rPr lang="en-US" altLang="zh-TW"/>
              <a:pPr>
                <a:defRPr/>
              </a:pPr>
              <a:t>‹#›</a:t>
            </a:fld>
            <a:endParaRPr lang="en-US" altLang="zh-TW"/>
          </a:p>
        </p:txBody>
      </p:sp>
    </p:spTree>
    <p:extLst>
      <p:ext uri="{BB962C8B-B14F-4D97-AF65-F5344CB8AC3E}">
        <p14:creationId xmlns:p14="http://schemas.microsoft.com/office/powerpoint/2010/main" val="3479319271"/>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4"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4" y="2174878"/>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37"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37" y="2174878"/>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9" name="Rectangle 6"/>
          <p:cNvSpPr>
            <a:spLocks noGrp="1" noChangeArrowheads="1"/>
          </p:cNvSpPr>
          <p:nvPr>
            <p:ph type="sldNum" sz="quarter" idx="12"/>
          </p:nvPr>
        </p:nvSpPr>
        <p:spPr>
          <a:ln/>
        </p:spPr>
        <p:txBody>
          <a:bodyPr/>
          <a:lstStyle>
            <a:lvl1pPr>
              <a:defRPr/>
            </a:lvl1pPr>
          </a:lstStyle>
          <a:p>
            <a:pPr>
              <a:defRPr/>
            </a:pPr>
            <a:fld id="{6A155215-AD0C-43CB-9967-A03D9726F7E5}" type="slidenum">
              <a:rPr lang="en-US" altLang="zh-TW"/>
              <a:pPr>
                <a:defRPr/>
              </a:pPr>
              <a:t>‹#›</a:t>
            </a:fld>
            <a:endParaRPr lang="en-US" altLang="zh-TW"/>
          </a:p>
        </p:txBody>
      </p:sp>
    </p:spTree>
    <p:extLst>
      <p:ext uri="{BB962C8B-B14F-4D97-AF65-F5344CB8AC3E}">
        <p14:creationId xmlns:p14="http://schemas.microsoft.com/office/powerpoint/2010/main" val="242090184"/>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5" name="Rectangle 6"/>
          <p:cNvSpPr>
            <a:spLocks noGrp="1" noChangeArrowheads="1"/>
          </p:cNvSpPr>
          <p:nvPr>
            <p:ph type="sldNum" sz="quarter" idx="12"/>
          </p:nvPr>
        </p:nvSpPr>
        <p:spPr>
          <a:ln/>
        </p:spPr>
        <p:txBody>
          <a:bodyPr/>
          <a:lstStyle>
            <a:lvl1pPr>
              <a:defRPr/>
            </a:lvl1pPr>
          </a:lstStyle>
          <a:p>
            <a:pPr>
              <a:defRPr/>
            </a:pPr>
            <a:fld id="{3B1EC62B-7CB9-48B5-A86E-F26D68B42463}" type="slidenum">
              <a:rPr lang="en-US" altLang="zh-TW"/>
              <a:pPr>
                <a:defRPr/>
              </a:pPr>
              <a:t>‹#›</a:t>
            </a:fld>
            <a:endParaRPr lang="en-US" altLang="zh-TW"/>
          </a:p>
        </p:txBody>
      </p:sp>
    </p:spTree>
    <p:extLst>
      <p:ext uri="{BB962C8B-B14F-4D97-AF65-F5344CB8AC3E}">
        <p14:creationId xmlns:p14="http://schemas.microsoft.com/office/powerpoint/2010/main" val="3817947669"/>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4" name="Rectangle 6"/>
          <p:cNvSpPr>
            <a:spLocks noGrp="1" noChangeArrowheads="1"/>
          </p:cNvSpPr>
          <p:nvPr>
            <p:ph type="sldNum" sz="quarter" idx="12"/>
          </p:nvPr>
        </p:nvSpPr>
        <p:spPr>
          <a:ln/>
        </p:spPr>
        <p:txBody>
          <a:bodyPr/>
          <a:lstStyle>
            <a:lvl1pPr>
              <a:defRPr/>
            </a:lvl1pPr>
          </a:lstStyle>
          <a:p>
            <a:pPr>
              <a:defRPr/>
            </a:pPr>
            <a:fld id="{53E34A3C-82E2-408E-9AEA-FAE9CA51338D}" type="slidenum">
              <a:rPr lang="en-US" altLang="zh-TW"/>
              <a:pPr>
                <a:defRPr/>
              </a:pPr>
              <a:t>‹#›</a:t>
            </a:fld>
            <a:endParaRPr lang="en-US" altLang="zh-TW"/>
          </a:p>
        </p:txBody>
      </p:sp>
    </p:spTree>
    <p:extLst>
      <p:ext uri="{BB962C8B-B14F-4D97-AF65-F5344CB8AC3E}">
        <p14:creationId xmlns:p14="http://schemas.microsoft.com/office/powerpoint/2010/main" val="218417949"/>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3"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3"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7" name="Rectangle 6"/>
          <p:cNvSpPr>
            <a:spLocks noGrp="1" noChangeArrowheads="1"/>
          </p:cNvSpPr>
          <p:nvPr>
            <p:ph type="sldNum" sz="quarter" idx="12"/>
          </p:nvPr>
        </p:nvSpPr>
        <p:spPr>
          <a:ln/>
        </p:spPr>
        <p:txBody>
          <a:bodyPr/>
          <a:lstStyle>
            <a:lvl1pPr>
              <a:defRPr/>
            </a:lvl1pPr>
          </a:lstStyle>
          <a:p>
            <a:pPr>
              <a:defRPr/>
            </a:pPr>
            <a:fld id="{298CA64F-3ED2-4199-B42E-8AEDF3D3FCD3}" type="slidenum">
              <a:rPr lang="en-US" altLang="zh-TW"/>
              <a:pPr>
                <a:defRPr/>
              </a:pPr>
              <a:t>‹#›</a:t>
            </a:fld>
            <a:endParaRPr lang="en-US" altLang="zh-TW"/>
          </a:p>
        </p:txBody>
      </p:sp>
    </p:spTree>
    <p:extLst>
      <p:ext uri="{BB962C8B-B14F-4D97-AF65-F5344CB8AC3E}">
        <p14:creationId xmlns:p14="http://schemas.microsoft.com/office/powerpoint/2010/main" val="3288018536"/>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8"/>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TW" altLang="en-US" noProof="0"/>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7" name="Rectangle 6"/>
          <p:cNvSpPr>
            <a:spLocks noGrp="1" noChangeArrowheads="1"/>
          </p:cNvSpPr>
          <p:nvPr>
            <p:ph type="sldNum" sz="quarter" idx="12"/>
          </p:nvPr>
        </p:nvSpPr>
        <p:spPr>
          <a:ln/>
        </p:spPr>
        <p:txBody>
          <a:bodyPr/>
          <a:lstStyle>
            <a:lvl1pPr>
              <a:defRPr/>
            </a:lvl1pPr>
          </a:lstStyle>
          <a:p>
            <a:pPr>
              <a:defRPr/>
            </a:pPr>
            <a:fld id="{6F7BA417-69F7-4E1D-AECF-627C90316609}" type="slidenum">
              <a:rPr lang="en-US" altLang="zh-TW"/>
              <a:pPr>
                <a:defRPr/>
              </a:pPr>
              <a:t>‹#›</a:t>
            </a:fld>
            <a:endParaRPr lang="en-US" altLang="zh-TW"/>
          </a:p>
        </p:txBody>
      </p:sp>
    </p:spTree>
    <p:extLst>
      <p:ext uri="{BB962C8B-B14F-4D97-AF65-F5344CB8AC3E}">
        <p14:creationId xmlns:p14="http://schemas.microsoft.com/office/powerpoint/2010/main" val="889002339"/>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6" name="Rectangle 6"/>
          <p:cNvSpPr>
            <a:spLocks noGrp="1" noChangeArrowheads="1"/>
          </p:cNvSpPr>
          <p:nvPr>
            <p:ph type="sldNum" sz="quarter" idx="12"/>
          </p:nvPr>
        </p:nvSpPr>
        <p:spPr>
          <a:ln/>
        </p:spPr>
        <p:txBody>
          <a:bodyPr/>
          <a:lstStyle>
            <a:lvl1pPr>
              <a:defRPr/>
            </a:lvl1pPr>
          </a:lstStyle>
          <a:p>
            <a:pPr>
              <a:defRPr/>
            </a:pPr>
            <a:fld id="{2F9A66E6-8AFD-4560-A1FA-A019D1D7C245}" type="slidenum">
              <a:rPr lang="en-US" altLang="zh-TW"/>
              <a:pPr>
                <a:defRPr/>
              </a:pPr>
              <a:t>‹#›</a:t>
            </a:fld>
            <a:endParaRPr lang="en-US" altLang="zh-TW"/>
          </a:p>
        </p:txBody>
      </p:sp>
    </p:spTree>
    <p:extLst>
      <p:ext uri="{BB962C8B-B14F-4D97-AF65-F5344CB8AC3E}">
        <p14:creationId xmlns:p14="http://schemas.microsoft.com/office/powerpoint/2010/main" val="1690997167"/>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51"/>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51"/>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6" name="Rectangle 6"/>
          <p:cNvSpPr>
            <a:spLocks noGrp="1" noChangeArrowheads="1"/>
          </p:cNvSpPr>
          <p:nvPr>
            <p:ph type="sldNum" sz="quarter" idx="12"/>
          </p:nvPr>
        </p:nvSpPr>
        <p:spPr>
          <a:ln/>
        </p:spPr>
        <p:txBody>
          <a:bodyPr/>
          <a:lstStyle>
            <a:lvl1pPr>
              <a:defRPr/>
            </a:lvl1pPr>
          </a:lstStyle>
          <a:p>
            <a:pPr>
              <a:defRPr/>
            </a:pPr>
            <a:fld id="{B7DCE838-B9B4-4C37-83CA-F58BA9748531}" type="slidenum">
              <a:rPr lang="en-US" altLang="zh-TW"/>
              <a:pPr>
                <a:defRPr/>
              </a:pPr>
              <a:t>‹#›</a:t>
            </a:fld>
            <a:endParaRPr lang="en-US" altLang="zh-TW"/>
          </a:p>
        </p:txBody>
      </p:sp>
    </p:spTree>
    <p:extLst>
      <p:ext uri="{BB962C8B-B14F-4D97-AF65-F5344CB8AC3E}">
        <p14:creationId xmlns:p14="http://schemas.microsoft.com/office/powerpoint/2010/main" val="88875057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tbl" preserve="1">
  <p:cSld name="標題及表格">
    <p:spTree>
      <p:nvGrpSpPr>
        <p:cNvPr id="1" name=""/>
        <p:cNvGrpSpPr/>
        <p:nvPr/>
      </p:nvGrpSpPr>
      <p:grpSpPr>
        <a:xfrm>
          <a:off x="0" y="0"/>
          <a:ext cx="0" cy="0"/>
          <a:chOff x="0" y="0"/>
          <a:chExt cx="0" cy="0"/>
        </a:xfrm>
      </p:grpSpPr>
      <p:sp>
        <p:nvSpPr>
          <p:cNvPr id="2" name="標題 1"/>
          <p:cNvSpPr>
            <a:spLocks noGrp="1"/>
          </p:cNvSpPr>
          <p:nvPr>
            <p:ph type="title"/>
          </p:nvPr>
        </p:nvSpPr>
        <p:spPr>
          <a:xfrm>
            <a:off x="457208" y="274640"/>
            <a:ext cx="8229600" cy="1143000"/>
          </a:xfrm>
        </p:spPr>
        <p:txBody>
          <a:bodyPr/>
          <a:lstStyle/>
          <a:p>
            <a:r>
              <a:rPr lang="zh-TW" altLang="en-US"/>
              <a:t>按一下以編輯母片標題樣式</a:t>
            </a:r>
          </a:p>
        </p:txBody>
      </p:sp>
      <p:sp>
        <p:nvSpPr>
          <p:cNvPr id="3" name="表格版面配置區 2"/>
          <p:cNvSpPr>
            <a:spLocks noGrp="1"/>
          </p:cNvSpPr>
          <p:nvPr>
            <p:ph type="tbl" idx="1"/>
          </p:nvPr>
        </p:nvSpPr>
        <p:spPr>
          <a:xfrm>
            <a:off x="457208" y="1600200"/>
            <a:ext cx="8229600" cy="4525963"/>
          </a:xfrm>
        </p:spPr>
        <p:txBody>
          <a:bodyPr/>
          <a:lstStyle/>
          <a:p>
            <a:pPr lvl="0"/>
            <a:endParaRPr lang="zh-TW" altLang="en-US" noProof="0"/>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TW"/>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TW"/>
          </a:p>
        </p:txBody>
      </p:sp>
      <p:sp>
        <p:nvSpPr>
          <p:cNvPr id="6" name="Rectangle 6"/>
          <p:cNvSpPr>
            <a:spLocks noGrp="1" noChangeArrowheads="1"/>
          </p:cNvSpPr>
          <p:nvPr>
            <p:ph type="sldNum" sz="quarter" idx="12"/>
          </p:nvPr>
        </p:nvSpPr>
        <p:spPr>
          <a:ln/>
        </p:spPr>
        <p:txBody>
          <a:bodyPr/>
          <a:lstStyle>
            <a:lvl1pPr>
              <a:defRPr/>
            </a:lvl1pPr>
          </a:lstStyle>
          <a:p>
            <a:pPr>
              <a:defRPr/>
            </a:pPr>
            <a:fld id="{0B33A814-B630-4DBD-8C0E-1160CE768C50}" type="slidenum">
              <a:rPr lang="en-US" altLang="zh-TW"/>
              <a:pPr>
                <a:defRPr/>
              </a:pPr>
              <a:t>‹#›</a:t>
            </a:fld>
            <a:endParaRPr lang="en-US" altLang="zh-TW"/>
          </a:p>
        </p:txBody>
      </p:sp>
    </p:spTree>
    <p:extLst>
      <p:ext uri="{BB962C8B-B14F-4D97-AF65-F5344CB8AC3E}">
        <p14:creationId xmlns:p14="http://schemas.microsoft.com/office/powerpoint/2010/main" val="46379846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13" Type="http://schemas.openxmlformats.org/officeDocument/2006/relationships/theme" Target="../theme/theme2.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slideLayout" Target="../slideLayouts/slideLayout26.xml"/><Relationship Id="rId17" Type="http://schemas.openxmlformats.org/officeDocument/2006/relationships/image" Target="../media/image2.png"/><Relationship Id="rId2" Type="http://schemas.openxmlformats.org/officeDocument/2006/relationships/slideLayout" Target="../slideLayouts/slideLayout16.xml"/><Relationship Id="rId16" Type="http://schemas.openxmlformats.org/officeDocument/2006/relationships/oleObject" Target="../embeddings/oleObject2.bin"/><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5" Type="http://schemas.openxmlformats.org/officeDocument/2006/relationships/image" Target="../media/image1.png"/><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 Id="rId14" Type="http://schemas.openxmlformats.org/officeDocument/2006/relationships/oleObject" Target="../embeddings/oleObject1.bin"/></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4.xml"/><Relationship Id="rId13" Type="http://schemas.openxmlformats.org/officeDocument/2006/relationships/theme" Target="../theme/theme3.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slideLayout" Target="../slideLayouts/slideLayout38.xml"/><Relationship Id="rId17" Type="http://schemas.openxmlformats.org/officeDocument/2006/relationships/image" Target="../media/image2.png"/><Relationship Id="rId2" Type="http://schemas.openxmlformats.org/officeDocument/2006/relationships/slideLayout" Target="../slideLayouts/slideLayout28.xml"/><Relationship Id="rId16" Type="http://schemas.openxmlformats.org/officeDocument/2006/relationships/oleObject" Target="../embeddings/oleObject6.bin"/><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5" Type="http://schemas.openxmlformats.org/officeDocument/2006/relationships/image" Target="../media/image1.png"/><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 Id="rId14" Type="http://schemas.openxmlformats.org/officeDocument/2006/relationships/oleObject" Target="../embeddings/oleObject5.bin"/></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6.xml"/><Relationship Id="rId13" Type="http://schemas.openxmlformats.org/officeDocument/2006/relationships/slideLayout" Target="../slideLayouts/slideLayout51.xml"/><Relationship Id="rId18" Type="http://schemas.openxmlformats.org/officeDocument/2006/relationships/image" Target="../media/image2.png"/><Relationship Id="rId3" Type="http://schemas.openxmlformats.org/officeDocument/2006/relationships/slideLayout" Target="../slideLayouts/slideLayout41.xml"/><Relationship Id="rId7" Type="http://schemas.openxmlformats.org/officeDocument/2006/relationships/slideLayout" Target="../slideLayouts/slideLayout45.xml"/><Relationship Id="rId12" Type="http://schemas.openxmlformats.org/officeDocument/2006/relationships/slideLayout" Target="../slideLayouts/slideLayout50.xml"/><Relationship Id="rId17" Type="http://schemas.openxmlformats.org/officeDocument/2006/relationships/oleObject" Target="../embeddings/oleObject16.bin"/><Relationship Id="rId2" Type="http://schemas.openxmlformats.org/officeDocument/2006/relationships/slideLayout" Target="../slideLayouts/slideLayout40.xml"/><Relationship Id="rId16" Type="http://schemas.openxmlformats.org/officeDocument/2006/relationships/image" Target="../media/image1.png"/><Relationship Id="rId1" Type="http://schemas.openxmlformats.org/officeDocument/2006/relationships/slideLayout" Target="../slideLayouts/slideLayout39.xml"/><Relationship Id="rId6" Type="http://schemas.openxmlformats.org/officeDocument/2006/relationships/slideLayout" Target="../slideLayouts/slideLayout44.xml"/><Relationship Id="rId11" Type="http://schemas.openxmlformats.org/officeDocument/2006/relationships/slideLayout" Target="../slideLayouts/slideLayout49.xml"/><Relationship Id="rId5" Type="http://schemas.openxmlformats.org/officeDocument/2006/relationships/slideLayout" Target="../slideLayouts/slideLayout43.xml"/><Relationship Id="rId15" Type="http://schemas.openxmlformats.org/officeDocument/2006/relationships/oleObject" Target="../embeddings/oleObject15.bin"/><Relationship Id="rId10" Type="http://schemas.openxmlformats.org/officeDocument/2006/relationships/slideLayout" Target="../slideLayouts/slideLayout48.xml"/><Relationship Id="rId4" Type="http://schemas.openxmlformats.org/officeDocument/2006/relationships/slideLayout" Target="../slideLayouts/slideLayout42.xml"/><Relationship Id="rId9" Type="http://schemas.openxmlformats.org/officeDocument/2006/relationships/slideLayout" Target="../slideLayouts/slideLayout47.xml"/><Relationship Id="rId1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9.xml"/><Relationship Id="rId13" Type="http://schemas.openxmlformats.org/officeDocument/2006/relationships/theme" Target="../theme/theme5.xml"/><Relationship Id="rId3" Type="http://schemas.openxmlformats.org/officeDocument/2006/relationships/slideLayout" Target="../slideLayouts/slideLayout54.xml"/><Relationship Id="rId7" Type="http://schemas.openxmlformats.org/officeDocument/2006/relationships/slideLayout" Target="../slideLayouts/slideLayout58.xml"/><Relationship Id="rId12" Type="http://schemas.openxmlformats.org/officeDocument/2006/relationships/slideLayout" Target="../slideLayouts/slideLayout63.xml"/><Relationship Id="rId2" Type="http://schemas.openxmlformats.org/officeDocument/2006/relationships/slideLayout" Target="../slideLayouts/slideLayout53.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5" Type="http://schemas.openxmlformats.org/officeDocument/2006/relationships/slideLayout" Target="../slideLayouts/slideLayout56.xml"/><Relationship Id="rId10" Type="http://schemas.openxmlformats.org/officeDocument/2006/relationships/slideLayout" Target="../slideLayouts/slideLayout61.xml"/><Relationship Id="rId4" Type="http://schemas.openxmlformats.org/officeDocument/2006/relationships/slideLayout" Target="../slideLayouts/slideLayout55.xml"/><Relationship Id="rId9" Type="http://schemas.openxmlformats.org/officeDocument/2006/relationships/slideLayout" Target="../slideLayouts/slideLayout60.xml"/><Relationship Id="rId14" Type="http://schemas.openxmlformats.org/officeDocument/2006/relationships/image" Target="../media/image4.jpe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71.xml"/><Relationship Id="rId13" Type="http://schemas.openxmlformats.org/officeDocument/2006/relationships/theme" Target="../theme/theme6.xml"/><Relationship Id="rId3" Type="http://schemas.openxmlformats.org/officeDocument/2006/relationships/slideLayout" Target="../slideLayouts/slideLayout66.xml"/><Relationship Id="rId7" Type="http://schemas.openxmlformats.org/officeDocument/2006/relationships/slideLayout" Target="../slideLayouts/slideLayout70.xml"/><Relationship Id="rId12" Type="http://schemas.openxmlformats.org/officeDocument/2006/relationships/slideLayout" Target="../slideLayouts/slideLayout75.xml"/><Relationship Id="rId17" Type="http://schemas.openxmlformats.org/officeDocument/2006/relationships/image" Target="../media/image2.png"/><Relationship Id="rId2" Type="http://schemas.openxmlformats.org/officeDocument/2006/relationships/slideLayout" Target="../slideLayouts/slideLayout65.xml"/><Relationship Id="rId16" Type="http://schemas.openxmlformats.org/officeDocument/2006/relationships/oleObject" Target="../embeddings/oleObject6.bin"/><Relationship Id="rId1" Type="http://schemas.openxmlformats.org/officeDocument/2006/relationships/slideLayout" Target="../slideLayouts/slideLayout64.xml"/><Relationship Id="rId6" Type="http://schemas.openxmlformats.org/officeDocument/2006/relationships/slideLayout" Target="../slideLayouts/slideLayout69.xml"/><Relationship Id="rId11" Type="http://schemas.openxmlformats.org/officeDocument/2006/relationships/slideLayout" Target="../slideLayouts/slideLayout74.xml"/><Relationship Id="rId5" Type="http://schemas.openxmlformats.org/officeDocument/2006/relationships/slideLayout" Target="../slideLayouts/slideLayout68.xml"/><Relationship Id="rId15" Type="http://schemas.openxmlformats.org/officeDocument/2006/relationships/image" Target="../media/image1.png"/><Relationship Id="rId10" Type="http://schemas.openxmlformats.org/officeDocument/2006/relationships/slideLayout" Target="../slideLayouts/slideLayout73.xml"/><Relationship Id="rId4" Type="http://schemas.openxmlformats.org/officeDocument/2006/relationships/slideLayout" Target="../slideLayouts/slideLayout67.xml"/><Relationship Id="rId9" Type="http://schemas.openxmlformats.org/officeDocument/2006/relationships/slideLayout" Target="../slideLayouts/slideLayout72.xml"/><Relationship Id="rId14" Type="http://schemas.openxmlformats.org/officeDocument/2006/relationships/oleObject" Target="../embeddings/oleObject5.bin"/></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83.xml"/><Relationship Id="rId13" Type="http://schemas.openxmlformats.org/officeDocument/2006/relationships/slideLayout" Target="../slideLayouts/slideLayout88.xml"/><Relationship Id="rId18" Type="http://schemas.openxmlformats.org/officeDocument/2006/relationships/image" Target="../media/image2.png"/><Relationship Id="rId3" Type="http://schemas.openxmlformats.org/officeDocument/2006/relationships/slideLayout" Target="../slideLayouts/slideLayout78.xml"/><Relationship Id="rId7" Type="http://schemas.openxmlformats.org/officeDocument/2006/relationships/slideLayout" Target="../slideLayouts/slideLayout82.xml"/><Relationship Id="rId12" Type="http://schemas.openxmlformats.org/officeDocument/2006/relationships/slideLayout" Target="../slideLayouts/slideLayout87.xml"/><Relationship Id="rId17" Type="http://schemas.openxmlformats.org/officeDocument/2006/relationships/oleObject" Target="../embeddings/oleObject16.bin"/><Relationship Id="rId2" Type="http://schemas.openxmlformats.org/officeDocument/2006/relationships/slideLayout" Target="../slideLayouts/slideLayout77.xml"/><Relationship Id="rId16" Type="http://schemas.openxmlformats.org/officeDocument/2006/relationships/image" Target="../media/image1.png"/><Relationship Id="rId1" Type="http://schemas.openxmlformats.org/officeDocument/2006/relationships/slideLayout" Target="../slideLayouts/slideLayout76.xml"/><Relationship Id="rId6" Type="http://schemas.openxmlformats.org/officeDocument/2006/relationships/slideLayout" Target="../slideLayouts/slideLayout81.xml"/><Relationship Id="rId11" Type="http://schemas.openxmlformats.org/officeDocument/2006/relationships/slideLayout" Target="../slideLayouts/slideLayout86.xml"/><Relationship Id="rId5" Type="http://schemas.openxmlformats.org/officeDocument/2006/relationships/slideLayout" Target="../slideLayouts/slideLayout80.xml"/><Relationship Id="rId15" Type="http://schemas.openxmlformats.org/officeDocument/2006/relationships/oleObject" Target="../embeddings/oleObject15.bin"/><Relationship Id="rId10" Type="http://schemas.openxmlformats.org/officeDocument/2006/relationships/slideLayout" Target="../slideLayouts/slideLayout85.xml"/><Relationship Id="rId4" Type="http://schemas.openxmlformats.org/officeDocument/2006/relationships/slideLayout" Target="../slideLayouts/slideLayout79.xml"/><Relationship Id="rId9" Type="http://schemas.openxmlformats.org/officeDocument/2006/relationships/slideLayout" Target="../slideLayouts/slideLayout84.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theme" Target="../theme/theme8.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image" Target="../media/image4.jpeg"/></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08.xml"/><Relationship Id="rId13" Type="http://schemas.openxmlformats.org/officeDocument/2006/relationships/theme" Target="../theme/theme9.xml"/><Relationship Id="rId3" Type="http://schemas.openxmlformats.org/officeDocument/2006/relationships/slideLayout" Target="../slideLayouts/slideLayout103.xml"/><Relationship Id="rId7" Type="http://schemas.openxmlformats.org/officeDocument/2006/relationships/slideLayout" Target="../slideLayouts/slideLayout107.xml"/><Relationship Id="rId12" Type="http://schemas.openxmlformats.org/officeDocument/2006/relationships/slideLayout" Target="../slideLayouts/slideLayout112.xml"/><Relationship Id="rId2" Type="http://schemas.openxmlformats.org/officeDocument/2006/relationships/slideLayout" Target="../slideLayouts/slideLayout102.xml"/><Relationship Id="rId1" Type="http://schemas.openxmlformats.org/officeDocument/2006/relationships/slideLayout" Target="../slideLayouts/slideLayout101.xml"/><Relationship Id="rId6" Type="http://schemas.openxmlformats.org/officeDocument/2006/relationships/slideLayout" Target="../slideLayouts/slideLayout106.xml"/><Relationship Id="rId11" Type="http://schemas.openxmlformats.org/officeDocument/2006/relationships/slideLayout" Target="../slideLayouts/slideLayout111.xml"/><Relationship Id="rId5" Type="http://schemas.openxmlformats.org/officeDocument/2006/relationships/slideLayout" Target="../slideLayouts/slideLayout105.xml"/><Relationship Id="rId10" Type="http://schemas.openxmlformats.org/officeDocument/2006/relationships/slideLayout" Target="../slideLayouts/slideLayout110.xml"/><Relationship Id="rId4" Type="http://schemas.openxmlformats.org/officeDocument/2006/relationships/slideLayout" Target="../slideLayouts/slideLayout104.xml"/><Relationship Id="rId9" Type="http://schemas.openxmlformats.org/officeDocument/2006/relationships/slideLayout" Target="../slideLayouts/slideLayout109.xml"/><Relationship Id="rId14" Type="http://schemas.openxmlformats.org/officeDocument/2006/relationships/image" Target="../media/image4.jpe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theme" Target="../theme/theme10.xml"/><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slideLayout" Target="../slideLayouts/slideLayout124.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 Id="rId14" Type="http://schemas.openxmlformats.org/officeDocument/2006/relationships/image" Target="../media/image4.jpeg"/></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32.xml"/><Relationship Id="rId13" Type="http://schemas.openxmlformats.org/officeDocument/2006/relationships/theme" Target="../theme/theme11.xml"/><Relationship Id="rId3" Type="http://schemas.openxmlformats.org/officeDocument/2006/relationships/slideLayout" Target="../slideLayouts/slideLayout127.xml"/><Relationship Id="rId7" Type="http://schemas.openxmlformats.org/officeDocument/2006/relationships/slideLayout" Target="../slideLayouts/slideLayout131.xml"/><Relationship Id="rId12" Type="http://schemas.openxmlformats.org/officeDocument/2006/relationships/slideLayout" Target="../slideLayouts/slideLayout136.xml"/><Relationship Id="rId2" Type="http://schemas.openxmlformats.org/officeDocument/2006/relationships/slideLayout" Target="../slideLayouts/slideLayout126.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5" Type="http://schemas.openxmlformats.org/officeDocument/2006/relationships/slideLayout" Target="../slideLayouts/slideLayout129.xml"/><Relationship Id="rId10" Type="http://schemas.openxmlformats.org/officeDocument/2006/relationships/slideLayout" Target="../slideLayouts/slideLayout134.xml"/><Relationship Id="rId4" Type="http://schemas.openxmlformats.org/officeDocument/2006/relationships/slideLayout" Target="../slideLayouts/slideLayout128.xml"/><Relationship Id="rId9" Type="http://schemas.openxmlformats.org/officeDocument/2006/relationships/slideLayout" Target="../slideLayouts/slideLayout133.xml"/><Relationship Id="rId14" Type="http://schemas.openxmlformats.org/officeDocument/2006/relationships/image" Target="../media/image4.jpeg"/></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44.xml"/><Relationship Id="rId13" Type="http://schemas.openxmlformats.org/officeDocument/2006/relationships/theme" Target="../theme/theme12.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slideLayout" Target="../slideLayouts/slideLayout148.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0" Type="http://schemas.openxmlformats.org/officeDocument/2006/relationships/slideLayout" Target="../slideLayouts/slideLayout146.xml"/><Relationship Id="rId4" Type="http://schemas.openxmlformats.org/officeDocument/2006/relationships/slideLayout" Target="../slideLayouts/slideLayout140.xml"/><Relationship Id="rId9" Type="http://schemas.openxmlformats.org/officeDocument/2006/relationships/slideLayout" Target="../slideLayouts/slideLayout145.xml"/><Relationship Id="rId14" Type="http://schemas.openxmlformats.org/officeDocument/2006/relationships/image" Target="../media/image4.jpeg"/></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56.xml"/><Relationship Id="rId13" Type="http://schemas.openxmlformats.org/officeDocument/2006/relationships/theme" Target="../theme/theme13.xml"/><Relationship Id="rId3" Type="http://schemas.openxmlformats.org/officeDocument/2006/relationships/slideLayout" Target="../slideLayouts/slideLayout151.xml"/><Relationship Id="rId7" Type="http://schemas.openxmlformats.org/officeDocument/2006/relationships/slideLayout" Target="../slideLayouts/slideLayout155.xml"/><Relationship Id="rId12" Type="http://schemas.openxmlformats.org/officeDocument/2006/relationships/slideLayout" Target="../slideLayouts/slideLayout160.xml"/><Relationship Id="rId2" Type="http://schemas.openxmlformats.org/officeDocument/2006/relationships/slideLayout" Target="../slideLayouts/slideLayout150.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5" Type="http://schemas.openxmlformats.org/officeDocument/2006/relationships/slideLayout" Target="../slideLayouts/slideLayout153.xml"/><Relationship Id="rId10" Type="http://schemas.openxmlformats.org/officeDocument/2006/relationships/slideLayout" Target="../slideLayouts/slideLayout158.xml"/><Relationship Id="rId4" Type="http://schemas.openxmlformats.org/officeDocument/2006/relationships/slideLayout" Target="../slideLayouts/slideLayout152.xml"/><Relationship Id="rId9" Type="http://schemas.openxmlformats.org/officeDocument/2006/relationships/slideLayout" Target="../slideLayouts/slideLayout157.xml"/><Relationship Id="rId14" Type="http://schemas.openxmlformats.org/officeDocument/2006/relationships/image" Target="../media/image4.jpeg"/></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68.xml"/><Relationship Id="rId13" Type="http://schemas.openxmlformats.org/officeDocument/2006/relationships/theme" Target="../theme/theme14.xml"/><Relationship Id="rId3" Type="http://schemas.openxmlformats.org/officeDocument/2006/relationships/slideLayout" Target="../slideLayouts/slideLayout163.xml"/><Relationship Id="rId7" Type="http://schemas.openxmlformats.org/officeDocument/2006/relationships/slideLayout" Target="../slideLayouts/slideLayout167.xml"/><Relationship Id="rId12" Type="http://schemas.openxmlformats.org/officeDocument/2006/relationships/slideLayout" Target="../slideLayouts/slideLayout172.xml"/><Relationship Id="rId17" Type="http://schemas.openxmlformats.org/officeDocument/2006/relationships/image" Target="../media/image2.png"/><Relationship Id="rId2" Type="http://schemas.openxmlformats.org/officeDocument/2006/relationships/slideLayout" Target="../slideLayouts/slideLayout162.xml"/><Relationship Id="rId16" Type="http://schemas.openxmlformats.org/officeDocument/2006/relationships/oleObject" Target="../embeddings/oleObject6.bin"/><Relationship Id="rId1" Type="http://schemas.openxmlformats.org/officeDocument/2006/relationships/slideLayout" Target="../slideLayouts/slideLayout161.xml"/><Relationship Id="rId6" Type="http://schemas.openxmlformats.org/officeDocument/2006/relationships/slideLayout" Target="../slideLayouts/slideLayout166.xml"/><Relationship Id="rId11" Type="http://schemas.openxmlformats.org/officeDocument/2006/relationships/slideLayout" Target="../slideLayouts/slideLayout171.xml"/><Relationship Id="rId5" Type="http://schemas.openxmlformats.org/officeDocument/2006/relationships/slideLayout" Target="../slideLayouts/slideLayout165.xml"/><Relationship Id="rId15" Type="http://schemas.openxmlformats.org/officeDocument/2006/relationships/image" Target="../media/image1.png"/><Relationship Id="rId10" Type="http://schemas.openxmlformats.org/officeDocument/2006/relationships/slideLayout" Target="../slideLayouts/slideLayout170.xml"/><Relationship Id="rId4" Type="http://schemas.openxmlformats.org/officeDocument/2006/relationships/slideLayout" Target="../slideLayouts/slideLayout164.xml"/><Relationship Id="rId9" Type="http://schemas.openxmlformats.org/officeDocument/2006/relationships/slideLayout" Target="../slideLayouts/slideLayout169.xml"/><Relationship Id="rId14" Type="http://schemas.openxmlformats.org/officeDocument/2006/relationships/oleObject" Target="../embeddings/oleObject5.bin"/></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80.xml"/><Relationship Id="rId13" Type="http://schemas.openxmlformats.org/officeDocument/2006/relationships/theme" Target="../theme/theme15.xml"/><Relationship Id="rId3" Type="http://schemas.openxmlformats.org/officeDocument/2006/relationships/slideLayout" Target="../slideLayouts/slideLayout175.xml"/><Relationship Id="rId7" Type="http://schemas.openxmlformats.org/officeDocument/2006/relationships/slideLayout" Target="../slideLayouts/slideLayout179.xml"/><Relationship Id="rId12" Type="http://schemas.openxmlformats.org/officeDocument/2006/relationships/slideLayout" Target="../slideLayouts/slideLayout184.xml"/><Relationship Id="rId2" Type="http://schemas.openxmlformats.org/officeDocument/2006/relationships/slideLayout" Target="../slideLayouts/slideLayout174.xml"/><Relationship Id="rId1" Type="http://schemas.openxmlformats.org/officeDocument/2006/relationships/slideLayout" Target="../slideLayouts/slideLayout173.xml"/><Relationship Id="rId6" Type="http://schemas.openxmlformats.org/officeDocument/2006/relationships/slideLayout" Target="../slideLayouts/slideLayout178.xml"/><Relationship Id="rId11" Type="http://schemas.openxmlformats.org/officeDocument/2006/relationships/slideLayout" Target="../slideLayouts/slideLayout183.xml"/><Relationship Id="rId5" Type="http://schemas.openxmlformats.org/officeDocument/2006/relationships/slideLayout" Target="../slideLayouts/slideLayout177.xml"/><Relationship Id="rId10" Type="http://schemas.openxmlformats.org/officeDocument/2006/relationships/slideLayout" Target="../slideLayouts/slideLayout182.xml"/><Relationship Id="rId4" Type="http://schemas.openxmlformats.org/officeDocument/2006/relationships/slideLayout" Target="../slideLayouts/slideLayout176.xml"/><Relationship Id="rId9" Type="http://schemas.openxmlformats.org/officeDocument/2006/relationships/slideLayout" Target="../slideLayouts/slideLayout181.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92.xml"/><Relationship Id="rId13" Type="http://schemas.openxmlformats.org/officeDocument/2006/relationships/theme" Target="../theme/theme16.xml"/><Relationship Id="rId3" Type="http://schemas.openxmlformats.org/officeDocument/2006/relationships/slideLayout" Target="../slideLayouts/slideLayout187.xml"/><Relationship Id="rId7" Type="http://schemas.openxmlformats.org/officeDocument/2006/relationships/slideLayout" Target="../slideLayouts/slideLayout191.xml"/><Relationship Id="rId12" Type="http://schemas.openxmlformats.org/officeDocument/2006/relationships/slideLayout" Target="../slideLayouts/slideLayout196.xml"/><Relationship Id="rId2" Type="http://schemas.openxmlformats.org/officeDocument/2006/relationships/slideLayout" Target="../slideLayouts/slideLayout186.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11" Type="http://schemas.openxmlformats.org/officeDocument/2006/relationships/slideLayout" Target="../slideLayouts/slideLayout195.xml"/><Relationship Id="rId5" Type="http://schemas.openxmlformats.org/officeDocument/2006/relationships/slideLayout" Target="../slideLayouts/slideLayout189.xml"/><Relationship Id="rId10" Type="http://schemas.openxmlformats.org/officeDocument/2006/relationships/slideLayout" Target="../slideLayouts/slideLayout194.xml"/><Relationship Id="rId4" Type="http://schemas.openxmlformats.org/officeDocument/2006/relationships/slideLayout" Target="../slideLayouts/slideLayout188.xml"/><Relationship Id="rId9" Type="http://schemas.openxmlformats.org/officeDocument/2006/relationships/slideLayout" Target="../slideLayouts/slideLayout193.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04.xml"/><Relationship Id="rId13" Type="http://schemas.openxmlformats.org/officeDocument/2006/relationships/slideLayout" Target="../slideLayouts/slideLayout209.xml"/><Relationship Id="rId3" Type="http://schemas.openxmlformats.org/officeDocument/2006/relationships/slideLayout" Target="../slideLayouts/slideLayout199.xml"/><Relationship Id="rId7" Type="http://schemas.openxmlformats.org/officeDocument/2006/relationships/slideLayout" Target="../slideLayouts/slideLayout203.xml"/><Relationship Id="rId12" Type="http://schemas.openxmlformats.org/officeDocument/2006/relationships/slideLayout" Target="../slideLayouts/slideLayout208.xml"/><Relationship Id="rId2" Type="http://schemas.openxmlformats.org/officeDocument/2006/relationships/slideLayout" Target="../slideLayouts/slideLayout198.xml"/><Relationship Id="rId1" Type="http://schemas.openxmlformats.org/officeDocument/2006/relationships/slideLayout" Target="../slideLayouts/slideLayout197.xml"/><Relationship Id="rId6" Type="http://schemas.openxmlformats.org/officeDocument/2006/relationships/slideLayout" Target="../slideLayouts/slideLayout202.xml"/><Relationship Id="rId11" Type="http://schemas.openxmlformats.org/officeDocument/2006/relationships/slideLayout" Target="../slideLayouts/slideLayout207.xml"/><Relationship Id="rId5" Type="http://schemas.openxmlformats.org/officeDocument/2006/relationships/slideLayout" Target="../slideLayouts/slideLayout201.xml"/><Relationship Id="rId15" Type="http://schemas.openxmlformats.org/officeDocument/2006/relationships/theme" Target="../theme/theme17.xml"/><Relationship Id="rId10" Type="http://schemas.openxmlformats.org/officeDocument/2006/relationships/slideLayout" Target="../slideLayouts/slideLayout206.xml"/><Relationship Id="rId4" Type="http://schemas.openxmlformats.org/officeDocument/2006/relationships/slideLayout" Target="../slideLayouts/slideLayout200.xml"/><Relationship Id="rId9" Type="http://schemas.openxmlformats.org/officeDocument/2006/relationships/slideLayout" Target="../slideLayouts/slideLayout205.xml"/><Relationship Id="rId14" Type="http://schemas.openxmlformats.org/officeDocument/2006/relationships/slideLayout" Target="../slideLayouts/slideLayout210.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18.xml"/><Relationship Id="rId13" Type="http://schemas.openxmlformats.org/officeDocument/2006/relationships/theme" Target="../theme/theme18.xml"/><Relationship Id="rId3" Type="http://schemas.openxmlformats.org/officeDocument/2006/relationships/slideLayout" Target="../slideLayouts/slideLayout213.xml"/><Relationship Id="rId7" Type="http://schemas.openxmlformats.org/officeDocument/2006/relationships/slideLayout" Target="../slideLayouts/slideLayout217.xml"/><Relationship Id="rId12" Type="http://schemas.openxmlformats.org/officeDocument/2006/relationships/slideLayout" Target="../slideLayouts/slideLayout222.xml"/><Relationship Id="rId2" Type="http://schemas.openxmlformats.org/officeDocument/2006/relationships/slideLayout" Target="../slideLayouts/slideLayout212.xml"/><Relationship Id="rId1" Type="http://schemas.openxmlformats.org/officeDocument/2006/relationships/slideLayout" Target="../slideLayouts/slideLayout211.xml"/><Relationship Id="rId6" Type="http://schemas.openxmlformats.org/officeDocument/2006/relationships/slideLayout" Target="../slideLayouts/slideLayout216.xml"/><Relationship Id="rId11" Type="http://schemas.openxmlformats.org/officeDocument/2006/relationships/slideLayout" Target="../slideLayouts/slideLayout221.xml"/><Relationship Id="rId5" Type="http://schemas.openxmlformats.org/officeDocument/2006/relationships/slideLayout" Target="../slideLayouts/slideLayout215.xml"/><Relationship Id="rId10" Type="http://schemas.openxmlformats.org/officeDocument/2006/relationships/slideLayout" Target="../slideLayouts/slideLayout220.xml"/><Relationship Id="rId4" Type="http://schemas.openxmlformats.org/officeDocument/2006/relationships/slideLayout" Target="../slideLayouts/slideLayout214.xml"/><Relationship Id="rId9" Type="http://schemas.openxmlformats.org/officeDocument/2006/relationships/slideLayout" Target="../slideLayouts/slideLayout219.xml"/><Relationship Id="rId14" Type="http://schemas.openxmlformats.org/officeDocument/2006/relationships/image" Target="../media/image4.jpeg"/></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30.xml"/><Relationship Id="rId13" Type="http://schemas.openxmlformats.org/officeDocument/2006/relationships/slideLayout" Target="../slideLayouts/slideLayout235.xml"/><Relationship Id="rId18" Type="http://schemas.openxmlformats.org/officeDocument/2006/relationships/image" Target="../media/image2.png"/><Relationship Id="rId3" Type="http://schemas.openxmlformats.org/officeDocument/2006/relationships/slideLayout" Target="../slideLayouts/slideLayout225.xml"/><Relationship Id="rId7" Type="http://schemas.openxmlformats.org/officeDocument/2006/relationships/slideLayout" Target="../slideLayouts/slideLayout229.xml"/><Relationship Id="rId12" Type="http://schemas.openxmlformats.org/officeDocument/2006/relationships/slideLayout" Target="../slideLayouts/slideLayout234.xml"/><Relationship Id="rId17" Type="http://schemas.openxmlformats.org/officeDocument/2006/relationships/oleObject" Target="../embeddings/oleObject16.bin"/><Relationship Id="rId2" Type="http://schemas.openxmlformats.org/officeDocument/2006/relationships/slideLayout" Target="../slideLayouts/slideLayout224.xml"/><Relationship Id="rId16" Type="http://schemas.openxmlformats.org/officeDocument/2006/relationships/image" Target="../media/image1.png"/><Relationship Id="rId1" Type="http://schemas.openxmlformats.org/officeDocument/2006/relationships/slideLayout" Target="../slideLayouts/slideLayout223.xml"/><Relationship Id="rId6" Type="http://schemas.openxmlformats.org/officeDocument/2006/relationships/slideLayout" Target="../slideLayouts/slideLayout228.xml"/><Relationship Id="rId11" Type="http://schemas.openxmlformats.org/officeDocument/2006/relationships/slideLayout" Target="../slideLayouts/slideLayout233.xml"/><Relationship Id="rId5" Type="http://schemas.openxmlformats.org/officeDocument/2006/relationships/slideLayout" Target="../slideLayouts/slideLayout227.xml"/><Relationship Id="rId15" Type="http://schemas.openxmlformats.org/officeDocument/2006/relationships/oleObject" Target="../embeddings/oleObject15.bin"/><Relationship Id="rId10" Type="http://schemas.openxmlformats.org/officeDocument/2006/relationships/slideLayout" Target="../slideLayouts/slideLayout232.xml"/><Relationship Id="rId4" Type="http://schemas.openxmlformats.org/officeDocument/2006/relationships/slideLayout" Target="../slideLayouts/slideLayout226.xml"/><Relationship Id="rId9" Type="http://schemas.openxmlformats.org/officeDocument/2006/relationships/slideLayout" Target="../slideLayouts/slideLayout231.xml"/><Relationship Id="rId14" Type="http://schemas.openxmlformats.org/officeDocument/2006/relationships/theme" Target="../theme/theme19.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43.xml"/><Relationship Id="rId13" Type="http://schemas.openxmlformats.org/officeDocument/2006/relationships/theme" Target="../theme/theme20.xml"/><Relationship Id="rId3" Type="http://schemas.openxmlformats.org/officeDocument/2006/relationships/slideLayout" Target="../slideLayouts/slideLayout238.xml"/><Relationship Id="rId7" Type="http://schemas.openxmlformats.org/officeDocument/2006/relationships/slideLayout" Target="../slideLayouts/slideLayout242.xml"/><Relationship Id="rId12" Type="http://schemas.openxmlformats.org/officeDocument/2006/relationships/slideLayout" Target="../slideLayouts/slideLayout247.xml"/><Relationship Id="rId2" Type="http://schemas.openxmlformats.org/officeDocument/2006/relationships/slideLayout" Target="../slideLayouts/slideLayout237.xml"/><Relationship Id="rId1" Type="http://schemas.openxmlformats.org/officeDocument/2006/relationships/slideLayout" Target="../slideLayouts/slideLayout236.xml"/><Relationship Id="rId6" Type="http://schemas.openxmlformats.org/officeDocument/2006/relationships/slideLayout" Target="../slideLayouts/slideLayout241.xml"/><Relationship Id="rId11" Type="http://schemas.openxmlformats.org/officeDocument/2006/relationships/slideLayout" Target="../slideLayouts/slideLayout246.xml"/><Relationship Id="rId5" Type="http://schemas.openxmlformats.org/officeDocument/2006/relationships/slideLayout" Target="../slideLayouts/slideLayout240.xml"/><Relationship Id="rId10" Type="http://schemas.openxmlformats.org/officeDocument/2006/relationships/slideLayout" Target="../slideLayouts/slideLayout245.xml"/><Relationship Id="rId4" Type="http://schemas.openxmlformats.org/officeDocument/2006/relationships/slideLayout" Target="../slideLayouts/slideLayout239.xml"/><Relationship Id="rId9" Type="http://schemas.openxmlformats.org/officeDocument/2006/relationships/slideLayout" Target="../slideLayouts/slideLayout24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5234" name="Rectangle 2"/>
          <p:cNvSpPr>
            <a:spLocks noGrp="1" noChangeArrowheads="1"/>
          </p:cNvSpPr>
          <p:nvPr>
            <p:ph type="title"/>
          </p:nvPr>
        </p:nvSpPr>
        <p:spPr bwMode="auto">
          <a:xfrm>
            <a:off x="457201" y="274639"/>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95235" name="Rectangle 3"/>
          <p:cNvSpPr>
            <a:spLocks noGrp="1" noChangeArrowheads="1"/>
          </p:cNvSpPr>
          <p:nvPr>
            <p:ph type="body" idx="1"/>
          </p:nvPr>
        </p:nvSpPr>
        <p:spPr bwMode="auto">
          <a:xfrm>
            <a:off x="457201"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TW" altLang="en-US"/>
              <a:t>按一下以編輯母片</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95236"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kumimoji="1" sz="1400"/>
            </a:lvl1pPr>
          </a:lstStyle>
          <a:p>
            <a:pPr fontAlgn="base">
              <a:spcBef>
                <a:spcPct val="0"/>
              </a:spcBef>
              <a:spcAft>
                <a:spcPct val="0"/>
              </a:spcAft>
            </a:pPr>
            <a:endParaRPr lang="en-US" altLang="zh-TW">
              <a:solidFill>
                <a:srgbClr val="000000"/>
              </a:solidFill>
            </a:endParaRPr>
          </a:p>
        </p:txBody>
      </p:sp>
      <p:sp>
        <p:nvSpPr>
          <p:cNvPr id="95237"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kumimoji="1" sz="1400"/>
            </a:lvl1pPr>
          </a:lstStyle>
          <a:p>
            <a:pPr fontAlgn="base">
              <a:spcBef>
                <a:spcPct val="0"/>
              </a:spcBef>
              <a:spcAft>
                <a:spcPct val="0"/>
              </a:spcAft>
            </a:pPr>
            <a:endParaRPr lang="en-US" altLang="zh-TW">
              <a:solidFill>
                <a:srgbClr val="000000"/>
              </a:solidFill>
            </a:endParaRPr>
          </a:p>
        </p:txBody>
      </p:sp>
      <p:sp>
        <p:nvSpPr>
          <p:cNvPr id="95238"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kumimoji="1" sz="1400"/>
            </a:lvl1pPr>
          </a:lstStyle>
          <a:p>
            <a:pPr fontAlgn="base">
              <a:spcBef>
                <a:spcPct val="0"/>
              </a:spcBef>
              <a:spcAft>
                <a:spcPct val="0"/>
              </a:spcAft>
            </a:pPr>
            <a:fld id="{4407CBD6-8566-44EF-BD46-9FE1E6555DFC}" type="slidenum">
              <a:rPr lang="en-US" altLang="zh-TW" smtClean="0">
                <a:solidFill>
                  <a:srgbClr val="000000"/>
                </a:solidFill>
              </a:rPr>
              <a:pPr fontAlgn="base">
                <a:spcBef>
                  <a:spcPct val="0"/>
                </a:spcBef>
                <a:spcAft>
                  <a:spcPct val="0"/>
                </a:spcAft>
              </a:pPr>
              <a:t>‹#›</a:t>
            </a:fld>
            <a:endParaRPr lang="en-US" altLang="zh-TW">
              <a:solidFill>
                <a:srgbClr val="000000"/>
              </a:solidFill>
            </a:endParaRPr>
          </a:p>
        </p:txBody>
      </p:sp>
    </p:spTree>
    <p:extLst>
      <p:ext uri="{BB962C8B-B14F-4D97-AF65-F5344CB8AC3E}">
        <p14:creationId xmlns:p14="http://schemas.microsoft.com/office/powerpoint/2010/main" val="108422968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Lst>
  <p:transition spd="slow">
    <p:randomBar dir="vert"/>
  </p:transition>
  <p:txStyles>
    <p:titleStyle>
      <a:lvl1pPr algn="ctr" rtl="0" fontAlgn="base">
        <a:spcBef>
          <a:spcPct val="0"/>
        </a:spcBef>
        <a:spcAft>
          <a:spcPct val="0"/>
        </a:spcAft>
        <a:defRPr kumimoji="1" sz="4400">
          <a:solidFill>
            <a:schemeClr val="tx2"/>
          </a:solidFill>
          <a:latin typeface="+mj-lt"/>
          <a:ea typeface="+mj-ea"/>
          <a:cs typeface="+mj-cs"/>
        </a:defRPr>
      </a:lvl1pPr>
      <a:lvl2pPr algn="ctr" rtl="0" fontAlgn="base">
        <a:spcBef>
          <a:spcPct val="0"/>
        </a:spcBef>
        <a:spcAft>
          <a:spcPct val="0"/>
        </a:spcAft>
        <a:defRPr kumimoji="1" sz="4400">
          <a:solidFill>
            <a:schemeClr val="tx2"/>
          </a:solidFill>
          <a:latin typeface="Arial" charset="0"/>
          <a:ea typeface="新細明體" pitchFamily="18" charset="-120"/>
        </a:defRPr>
      </a:lvl2pPr>
      <a:lvl3pPr algn="ctr" rtl="0" fontAlgn="base">
        <a:spcBef>
          <a:spcPct val="0"/>
        </a:spcBef>
        <a:spcAft>
          <a:spcPct val="0"/>
        </a:spcAft>
        <a:defRPr kumimoji="1" sz="4400">
          <a:solidFill>
            <a:schemeClr val="tx2"/>
          </a:solidFill>
          <a:latin typeface="Arial" charset="0"/>
          <a:ea typeface="新細明體" pitchFamily="18" charset="-120"/>
        </a:defRPr>
      </a:lvl3pPr>
      <a:lvl4pPr algn="ctr" rtl="0" fontAlgn="base">
        <a:spcBef>
          <a:spcPct val="0"/>
        </a:spcBef>
        <a:spcAft>
          <a:spcPct val="0"/>
        </a:spcAft>
        <a:defRPr kumimoji="1" sz="4400">
          <a:solidFill>
            <a:schemeClr val="tx2"/>
          </a:solidFill>
          <a:latin typeface="Arial" charset="0"/>
          <a:ea typeface="新細明體" pitchFamily="18" charset="-120"/>
        </a:defRPr>
      </a:lvl4pPr>
      <a:lvl5pPr algn="ctr" rtl="0" fontAlgn="base">
        <a:spcBef>
          <a:spcPct val="0"/>
        </a:spcBef>
        <a:spcAft>
          <a:spcPct val="0"/>
        </a:spcAft>
        <a:defRPr kumimoji="1" sz="4400">
          <a:solidFill>
            <a:schemeClr val="tx2"/>
          </a:solidFill>
          <a:latin typeface="Arial" charset="0"/>
          <a:ea typeface="新細明體" pitchFamily="18" charset="-120"/>
        </a:defRPr>
      </a:lvl5pPr>
      <a:lvl6pPr marL="457200" algn="ctr" rtl="0" fontAlgn="base">
        <a:spcBef>
          <a:spcPct val="0"/>
        </a:spcBef>
        <a:spcAft>
          <a:spcPct val="0"/>
        </a:spcAft>
        <a:defRPr kumimoji="1" sz="4400">
          <a:solidFill>
            <a:schemeClr val="tx2"/>
          </a:solidFill>
          <a:latin typeface="Arial" charset="0"/>
          <a:ea typeface="新細明體" pitchFamily="18" charset="-120"/>
        </a:defRPr>
      </a:lvl6pPr>
      <a:lvl7pPr marL="914400" algn="ctr" rtl="0" fontAlgn="base">
        <a:spcBef>
          <a:spcPct val="0"/>
        </a:spcBef>
        <a:spcAft>
          <a:spcPct val="0"/>
        </a:spcAft>
        <a:defRPr kumimoji="1" sz="4400">
          <a:solidFill>
            <a:schemeClr val="tx2"/>
          </a:solidFill>
          <a:latin typeface="Arial" charset="0"/>
          <a:ea typeface="新細明體" pitchFamily="18" charset="-120"/>
        </a:defRPr>
      </a:lvl7pPr>
      <a:lvl8pPr marL="1371600" algn="ctr" rtl="0" fontAlgn="base">
        <a:spcBef>
          <a:spcPct val="0"/>
        </a:spcBef>
        <a:spcAft>
          <a:spcPct val="0"/>
        </a:spcAft>
        <a:defRPr kumimoji="1" sz="4400">
          <a:solidFill>
            <a:schemeClr val="tx2"/>
          </a:solidFill>
          <a:latin typeface="Arial" charset="0"/>
          <a:ea typeface="新細明體" pitchFamily="18" charset="-120"/>
        </a:defRPr>
      </a:lvl8pPr>
      <a:lvl9pPr marL="1828800" algn="ctr" rtl="0" fontAlgn="base">
        <a:spcBef>
          <a:spcPct val="0"/>
        </a:spcBef>
        <a:spcAft>
          <a:spcPct val="0"/>
        </a:spcAft>
        <a:defRPr kumimoji="1" sz="4400">
          <a:solidFill>
            <a:schemeClr val="tx2"/>
          </a:solidFill>
          <a:latin typeface="Arial" charset="0"/>
          <a:ea typeface="新細明體" pitchFamily="18" charset="-120"/>
        </a:defRPr>
      </a:lvl9pPr>
    </p:titleStyle>
    <p:bodyStyle>
      <a:lvl1pPr marL="342900" indent="-342900" algn="l" rtl="0" fontAlgn="base">
        <a:spcBef>
          <a:spcPct val="20000"/>
        </a:spcBef>
        <a:spcAft>
          <a:spcPct val="0"/>
        </a:spcAft>
        <a:buChar char="•"/>
        <a:defRPr kumimoji="1" sz="3200">
          <a:solidFill>
            <a:schemeClr val="tx1"/>
          </a:solidFill>
          <a:latin typeface="+mn-lt"/>
          <a:ea typeface="+mn-ea"/>
          <a:cs typeface="+mn-cs"/>
        </a:defRPr>
      </a:lvl1pPr>
      <a:lvl2pPr marL="742950" indent="-285750" algn="l" rtl="0" fontAlgn="base">
        <a:spcBef>
          <a:spcPct val="20000"/>
        </a:spcBef>
        <a:spcAft>
          <a:spcPct val="0"/>
        </a:spcAft>
        <a:buChar char="–"/>
        <a:defRPr kumimoji="1" sz="2800">
          <a:solidFill>
            <a:schemeClr val="tx1"/>
          </a:solidFill>
          <a:latin typeface="+mn-lt"/>
          <a:ea typeface="+mn-ea"/>
        </a:defRPr>
      </a:lvl2pPr>
      <a:lvl3pPr marL="1143000" indent="-228600" algn="l" rtl="0" fontAlgn="base">
        <a:spcBef>
          <a:spcPct val="20000"/>
        </a:spcBef>
        <a:spcAft>
          <a:spcPct val="0"/>
        </a:spcAft>
        <a:buChar char="•"/>
        <a:defRPr kumimoji="1" sz="2400">
          <a:solidFill>
            <a:schemeClr val="tx1"/>
          </a:solidFill>
          <a:latin typeface="+mn-lt"/>
          <a:ea typeface="+mn-ea"/>
        </a:defRPr>
      </a:lvl3pPr>
      <a:lvl4pPr marL="1600200" indent="-228600" algn="l" rtl="0" fontAlgn="base">
        <a:spcBef>
          <a:spcPct val="20000"/>
        </a:spcBef>
        <a:spcAft>
          <a:spcPct val="0"/>
        </a:spcAft>
        <a:buChar char="–"/>
        <a:defRPr kumimoji="1" sz="2000">
          <a:solidFill>
            <a:schemeClr val="tx1"/>
          </a:solidFill>
          <a:latin typeface="+mn-lt"/>
          <a:ea typeface="+mn-ea"/>
        </a:defRPr>
      </a:lvl4pPr>
      <a:lvl5pPr marL="2057400" indent="-228600" algn="l" rtl="0" fontAlgn="base">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96"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1027" name="Object 67"/>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14" imgW="3809524" imgH="4673016" progId="">
                  <p:embed/>
                </p:oleObj>
              </mc:Choice>
              <mc:Fallback>
                <p:oleObj name="Image" r:id="rId14" imgW="3809524" imgH="4673016" progId="">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1028" name="Object 68"/>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16" imgW="3809524" imgH="4507937" progId="">
                  <p:embed/>
                </p:oleObj>
              </mc:Choice>
              <mc:Fallback>
                <p:oleObj name="Image" r:id="rId16" imgW="3809524" imgH="4507937" progId="">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29" name="Rectangle 5"/>
          <p:cNvSpPr>
            <a:spLocks noGrp="1" noChangeArrowheads="1"/>
          </p:cNvSpPr>
          <p:nvPr>
            <p:ph type="ftr" sz="quarter" idx="3"/>
          </p:nvPr>
        </p:nvSpPr>
        <p:spPr bwMode="auto">
          <a:xfrm>
            <a:off x="5943600" y="6477000"/>
            <a:ext cx="2819400" cy="3365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0">
                <a:latin typeface="Verdana" pitchFamily="34" charset="0"/>
                <a:ea typeface="新細明體" pitchFamily="18" charset="-120"/>
              </a:defRPr>
            </a:lvl1pPr>
          </a:lstStyle>
          <a:p>
            <a:pPr fontAlgn="base">
              <a:spcBef>
                <a:spcPct val="0"/>
              </a:spcBef>
              <a:spcAft>
                <a:spcPct val="0"/>
              </a:spcAft>
              <a:defRPr/>
            </a:pPr>
            <a:r>
              <a:rPr lang="en-US" altLang="zh-TW">
                <a:solidFill>
                  <a:srgbClr val="024631"/>
                </a:solidFill>
              </a:rPr>
              <a:t>www.themegallery.com</a:t>
            </a:r>
          </a:p>
        </p:txBody>
      </p:sp>
      <p:sp>
        <p:nvSpPr>
          <p:cNvPr id="1030" name="Rectangle 6"/>
          <p:cNvSpPr>
            <a:spLocks noGrp="1" noChangeArrowheads="1"/>
          </p:cNvSpPr>
          <p:nvPr>
            <p:ph type="sldNum" sz="quarter" idx="4"/>
          </p:nvPr>
        </p:nvSpPr>
        <p:spPr bwMode="auto">
          <a:xfrm>
            <a:off x="457200" y="6448425"/>
            <a:ext cx="762000" cy="3778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200" b="0">
                <a:latin typeface="Verdana" pitchFamily="34" charset="0"/>
                <a:ea typeface="新細明體" pitchFamily="18" charset="-120"/>
              </a:defRPr>
            </a:lvl1pPr>
          </a:lstStyle>
          <a:p>
            <a:pPr fontAlgn="base">
              <a:spcBef>
                <a:spcPct val="0"/>
              </a:spcBef>
              <a:spcAft>
                <a:spcPct val="0"/>
              </a:spcAft>
              <a:defRPr/>
            </a:pPr>
            <a:fld id="{9AB957DA-46EF-4436-B887-92B0484DA23F}" type="slidenum">
              <a:rPr lang="en-US" altLang="zh-TW">
                <a:solidFill>
                  <a:srgbClr val="024631"/>
                </a:solidFill>
              </a:rPr>
              <a:pPr fontAlgn="base">
                <a:spcBef>
                  <a:spcPct val="0"/>
                </a:spcBef>
                <a:spcAft>
                  <a:spcPct val="0"/>
                </a:spcAft>
                <a:defRPr/>
              </a:pPr>
              <a:t>‹#›</a:t>
            </a:fld>
            <a:endParaRPr lang="en-US" altLang="zh-TW">
              <a:solidFill>
                <a:srgbClr val="024631"/>
              </a:solidFill>
            </a:endParaRPr>
          </a:p>
        </p:txBody>
      </p:sp>
      <p:sp>
        <p:nvSpPr>
          <p:cNvPr id="1031" name="Rectangle 2"/>
          <p:cNvSpPr>
            <a:spLocks noGrp="1" noChangeArrowheads="1"/>
          </p:cNvSpPr>
          <p:nvPr>
            <p:ph type="title"/>
          </p:nvPr>
        </p:nvSpPr>
        <p:spPr bwMode="black">
          <a:xfrm>
            <a:off x="304800" y="46038"/>
            <a:ext cx="8382000"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endParaRPr lang="en-US" altLang="zh-TW"/>
          </a:p>
        </p:txBody>
      </p:sp>
      <p:sp>
        <p:nvSpPr>
          <p:cNvPr id="1032" name="Freeform 73"/>
          <p:cNvSpPr>
            <a:spLocks/>
          </p:cNvSpPr>
          <p:nvPr/>
        </p:nvSpPr>
        <p:spPr bwMode="gray">
          <a:xfrm>
            <a:off x="611188" y="609600"/>
            <a:ext cx="7793037" cy="339725"/>
          </a:xfrm>
          <a:custGeom>
            <a:avLst/>
            <a:gdLst>
              <a:gd name="T0" fmla="*/ 3001 w 5780"/>
              <a:gd name="T1" fmla="*/ 12 h 365"/>
              <a:gd name="T2" fmla="*/ 5777 w 5780"/>
              <a:gd name="T3" fmla="*/ 342 h 365"/>
              <a:gd name="T4" fmla="*/ 0 w 5780"/>
              <a:gd name="T5" fmla="*/ 365 h 365"/>
              <a:gd name="T6" fmla="*/ 3001 w 5780"/>
              <a:gd name="T7" fmla="*/ 12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zh-TW" altLang="en-US" b="1">
              <a:solidFill>
                <a:srgbClr val="024631"/>
              </a:solidFill>
              <a:ea typeface="新細明體" pitchFamily="18" charset="-120"/>
            </a:endParaRPr>
          </a:p>
        </p:txBody>
      </p:sp>
      <p:sp>
        <p:nvSpPr>
          <p:cNvPr id="1033" name="Rectangle 3"/>
          <p:cNvSpPr>
            <a:spLocks noGrp="1" noChangeArrowheads="1"/>
          </p:cNvSpPr>
          <p:nvPr>
            <p:ph type="body" idx="1"/>
          </p:nvPr>
        </p:nvSpPr>
        <p:spPr bwMode="auto">
          <a:xfrm>
            <a:off x="457200" y="990600"/>
            <a:ext cx="82296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zh-TW"/>
          </a:p>
        </p:txBody>
      </p:sp>
    </p:spTree>
    <p:extLst>
      <p:ext uri="{BB962C8B-B14F-4D97-AF65-F5344CB8AC3E}">
        <p14:creationId xmlns:p14="http://schemas.microsoft.com/office/powerpoint/2010/main" val="1349095617"/>
      </p:ext>
    </p:extLst>
  </p:cSld>
  <p:clrMap bg1="lt1" tx1="dk1" bg2="lt2" tx2="dk2" accent1="accent1" accent2="accent2" accent3="accent3" accent4="accent4" accent5="accent5" accent6="accent6" hlink="hlink" folHlink="folHlink"/>
  <p:sldLayoutIdLst>
    <p:sldLayoutId id="2147484225" r:id="rId1"/>
    <p:sldLayoutId id="2147484226" r:id="rId2"/>
    <p:sldLayoutId id="2147484227" r:id="rId3"/>
    <p:sldLayoutId id="2147484228" r:id="rId4"/>
    <p:sldLayoutId id="2147484229" r:id="rId5"/>
    <p:sldLayoutId id="2147484230" r:id="rId6"/>
    <p:sldLayoutId id="2147484231" r:id="rId7"/>
    <p:sldLayoutId id="2147484232" r:id="rId8"/>
    <p:sldLayoutId id="2147484233" r:id="rId9"/>
    <p:sldLayoutId id="2147484234" r:id="rId10"/>
    <p:sldLayoutId id="2147484235" r:id="rId11"/>
    <p:sldLayoutId id="2147484236" r:id="rId12"/>
  </p:sldLayoutIdLst>
  <p:hf sldNum="0" hdr="0" dt="0"/>
  <p:txStyles>
    <p:titleStyle>
      <a:lvl1pPr algn="ctr" rtl="0" eaLnBrk="0" fontAlgn="base" hangingPunct="0">
        <a:spcBef>
          <a:spcPct val="0"/>
        </a:spcBef>
        <a:spcAft>
          <a:spcPct val="0"/>
        </a:spcAft>
        <a:defRPr sz="2800" b="1">
          <a:solidFill>
            <a:schemeClr val="bg1"/>
          </a:solidFill>
          <a:latin typeface="+mj-lt"/>
          <a:ea typeface="+mj-ea"/>
          <a:cs typeface="+mj-cs"/>
        </a:defRPr>
      </a:lvl1pPr>
      <a:lvl2pPr algn="ctr" rtl="0" eaLnBrk="0" fontAlgn="base" hangingPunct="0">
        <a:spcBef>
          <a:spcPct val="0"/>
        </a:spcBef>
        <a:spcAft>
          <a:spcPct val="0"/>
        </a:spcAft>
        <a:defRPr sz="2800" b="1">
          <a:solidFill>
            <a:schemeClr val="bg1"/>
          </a:solidFill>
          <a:latin typeface="Arial" pitchFamily="34" charset="0"/>
        </a:defRPr>
      </a:lvl2pPr>
      <a:lvl3pPr algn="ctr" rtl="0" eaLnBrk="0" fontAlgn="base" hangingPunct="0">
        <a:spcBef>
          <a:spcPct val="0"/>
        </a:spcBef>
        <a:spcAft>
          <a:spcPct val="0"/>
        </a:spcAft>
        <a:defRPr sz="2800" b="1">
          <a:solidFill>
            <a:schemeClr val="bg1"/>
          </a:solidFill>
          <a:latin typeface="Arial" pitchFamily="34" charset="0"/>
        </a:defRPr>
      </a:lvl3pPr>
      <a:lvl4pPr algn="ctr" rtl="0" eaLnBrk="0" fontAlgn="base" hangingPunct="0">
        <a:spcBef>
          <a:spcPct val="0"/>
        </a:spcBef>
        <a:spcAft>
          <a:spcPct val="0"/>
        </a:spcAft>
        <a:defRPr sz="2800" b="1">
          <a:solidFill>
            <a:schemeClr val="bg1"/>
          </a:solidFill>
          <a:latin typeface="Arial" pitchFamily="34" charset="0"/>
        </a:defRPr>
      </a:lvl4pPr>
      <a:lvl5pPr algn="ctr" rtl="0" eaLnBrk="0" fontAlgn="base" hangingPunct="0">
        <a:spcBef>
          <a:spcPct val="0"/>
        </a:spcBef>
        <a:spcAft>
          <a:spcPct val="0"/>
        </a:spcAft>
        <a:defRPr sz="2800" b="1">
          <a:solidFill>
            <a:schemeClr val="bg1"/>
          </a:solidFill>
          <a:latin typeface="Arial" pitchFamily="34" charset="0"/>
        </a:defRPr>
      </a:lvl5pPr>
      <a:lvl6pPr marL="457200" algn="ctr" rtl="0" eaLnBrk="1" fontAlgn="base" hangingPunct="1">
        <a:spcBef>
          <a:spcPct val="0"/>
        </a:spcBef>
        <a:spcAft>
          <a:spcPct val="0"/>
        </a:spcAft>
        <a:defRPr sz="2800" b="1">
          <a:solidFill>
            <a:schemeClr val="bg1"/>
          </a:solidFill>
          <a:latin typeface="Arial" pitchFamily="34" charset="0"/>
        </a:defRPr>
      </a:lvl6pPr>
      <a:lvl7pPr marL="914400" algn="ctr" rtl="0" eaLnBrk="1" fontAlgn="base" hangingPunct="1">
        <a:spcBef>
          <a:spcPct val="0"/>
        </a:spcBef>
        <a:spcAft>
          <a:spcPct val="0"/>
        </a:spcAft>
        <a:defRPr sz="2800" b="1">
          <a:solidFill>
            <a:schemeClr val="bg1"/>
          </a:solidFill>
          <a:latin typeface="Arial" pitchFamily="34" charset="0"/>
        </a:defRPr>
      </a:lvl7pPr>
      <a:lvl8pPr marL="1371600" algn="ctr" rtl="0" eaLnBrk="1" fontAlgn="base" hangingPunct="1">
        <a:spcBef>
          <a:spcPct val="0"/>
        </a:spcBef>
        <a:spcAft>
          <a:spcPct val="0"/>
        </a:spcAft>
        <a:defRPr sz="2800" b="1">
          <a:solidFill>
            <a:schemeClr val="bg1"/>
          </a:solidFill>
          <a:latin typeface="Arial" pitchFamily="34" charset="0"/>
        </a:defRPr>
      </a:lvl8pPr>
      <a:lvl9pPr marL="1828800" algn="ctr" rtl="0" eaLnBrk="1" fontAlgn="base" hangingPunct="1">
        <a:spcBef>
          <a:spcPct val="0"/>
        </a:spcBef>
        <a:spcAft>
          <a:spcPct val="0"/>
        </a:spcAft>
        <a:defRPr sz="2800" b="1">
          <a:solidFill>
            <a:schemeClr val="bg1"/>
          </a:solidFill>
          <a:latin typeface="Arial" pitchFamily="34" charset="0"/>
        </a:defRPr>
      </a:lvl9pPr>
    </p:titleStyle>
    <p:bodyStyle>
      <a:lvl1pPr marL="342900" indent="-342900" algn="l" rtl="0" eaLnBrk="0" fontAlgn="base" hangingPunct="0">
        <a:spcBef>
          <a:spcPct val="20000"/>
        </a:spcBef>
        <a:spcAft>
          <a:spcPct val="0"/>
        </a:spcAft>
        <a:buClr>
          <a:schemeClr val="hlink"/>
        </a:buClr>
        <a:buFont typeface="Wingdings" pitchFamily="2" charset="2"/>
        <a:buChar char="v"/>
        <a:defRPr sz="26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itchFamily="2" charset="2"/>
        <a:buChar char="§"/>
        <a:defRPr sz="2400">
          <a:solidFill>
            <a:schemeClr val="tx1"/>
          </a:solidFill>
          <a:latin typeface="+mn-lt"/>
        </a:defRPr>
      </a:lvl2pPr>
      <a:lvl3pPr marL="1143000" indent="-228600" algn="l" rtl="0" eaLnBrk="0" fontAlgn="base" hangingPunct="0">
        <a:spcBef>
          <a:spcPct val="20000"/>
        </a:spcBef>
        <a:spcAft>
          <a:spcPct val="0"/>
        </a:spcAft>
        <a:buClr>
          <a:schemeClr val="tx1"/>
        </a:buClr>
        <a:buChar char="•"/>
        <a:defRPr sz="22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96"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307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14" imgW="3809524" imgH="4673016" progId="">
                  <p:embed/>
                </p:oleObj>
              </mc:Choice>
              <mc:Fallback>
                <p:oleObj name="Image" r:id="rId14" imgW="3809524" imgH="4673016" progId="">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307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16" imgW="3809524" imgH="4507937" progId="">
                  <p:embed/>
                </p:oleObj>
              </mc:Choice>
              <mc:Fallback>
                <p:oleObj name="Image" r:id="rId16" imgW="3809524" imgH="4507937" progId="">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29" name="Rectangle 5"/>
          <p:cNvSpPr>
            <a:spLocks noGrp="1" noChangeArrowheads="1"/>
          </p:cNvSpPr>
          <p:nvPr>
            <p:ph type="ftr" sz="quarter" idx="3"/>
          </p:nvPr>
        </p:nvSpPr>
        <p:spPr bwMode="auto">
          <a:xfrm>
            <a:off x="5943600" y="6477000"/>
            <a:ext cx="2819400" cy="3365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kumimoji="0" sz="1000" b="0">
                <a:solidFill>
                  <a:srgbClr val="024631"/>
                </a:solidFill>
                <a:latin typeface="Verdana" pitchFamily="34" charset="0"/>
                <a:ea typeface="新細明體" pitchFamily="18" charset="-120"/>
              </a:defRPr>
            </a:lvl1pPr>
          </a:lstStyle>
          <a:p>
            <a:pPr fontAlgn="base">
              <a:spcBef>
                <a:spcPct val="0"/>
              </a:spcBef>
              <a:spcAft>
                <a:spcPct val="0"/>
              </a:spcAft>
              <a:defRPr/>
            </a:pPr>
            <a:r>
              <a:rPr lang="en-US" altLang="zh-TW"/>
              <a:t>www.themegallery.com</a:t>
            </a:r>
          </a:p>
        </p:txBody>
      </p:sp>
      <p:sp>
        <p:nvSpPr>
          <p:cNvPr id="1030" name="Rectangle 6"/>
          <p:cNvSpPr>
            <a:spLocks noGrp="1" noChangeArrowheads="1"/>
          </p:cNvSpPr>
          <p:nvPr>
            <p:ph type="sldNum" sz="quarter" idx="4"/>
          </p:nvPr>
        </p:nvSpPr>
        <p:spPr bwMode="auto">
          <a:xfrm>
            <a:off x="457200" y="6448425"/>
            <a:ext cx="762000" cy="3778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kumimoji="0" sz="1200" b="0">
                <a:solidFill>
                  <a:srgbClr val="024631"/>
                </a:solidFill>
                <a:latin typeface="Verdana" pitchFamily="34" charset="0"/>
                <a:ea typeface="新細明體" pitchFamily="18" charset="-120"/>
              </a:defRPr>
            </a:lvl1pPr>
          </a:lstStyle>
          <a:p>
            <a:pPr fontAlgn="base">
              <a:spcBef>
                <a:spcPct val="0"/>
              </a:spcBef>
              <a:spcAft>
                <a:spcPct val="0"/>
              </a:spcAft>
              <a:defRPr/>
            </a:pPr>
            <a:fld id="{C4119EB8-27AC-4E2B-8945-2479C9214EB7}" type="slidenum">
              <a:rPr lang="en-US" altLang="zh-TW"/>
              <a:pPr fontAlgn="base">
                <a:spcBef>
                  <a:spcPct val="0"/>
                </a:spcBef>
                <a:spcAft>
                  <a:spcPct val="0"/>
                </a:spcAft>
                <a:defRPr/>
              </a:pPr>
              <a:t>‹#›</a:t>
            </a:fld>
            <a:endParaRPr lang="en-US" altLang="zh-TW"/>
          </a:p>
        </p:txBody>
      </p:sp>
      <p:sp>
        <p:nvSpPr>
          <p:cNvPr id="3079" name="Rectangle 2"/>
          <p:cNvSpPr>
            <a:spLocks noGrp="1" noChangeArrowheads="1"/>
          </p:cNvSpPr>
          <p:nvPr>
            <p:ph type="title"/>
          </p:nvPr>
        </p:nvSpPr>
        <p:spPr bwMode="black">
          <a:xfrm>
            <a:off x="304800" y="46038"/>
            <a:ext cx="8382000"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endParaRPr lang="en-US" altLang="zh-TW"/>
          </a:p>
        </p:txBody>
      </p:sp>
      <p:sp>
        <p:nvSpPr>
          <p:cNvPr id="308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81" name="Rectangle 3"/>
          <p:cNvSpPr>
            <a:spLocks noGrp="1" noChangeArrowheads="1"/>
          </p:cNvSpPr>
          <p:nvPr>
            <p:ph type="body" idx="1"/>
          </p:nvPr>
        </p:nvSpPr>
        <p:spPr bwMode="auto">
          <a:xfrm>
            <a:off x="457200" y="990600"/>
            <a:ext cx="82296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zh-TW"/>
          </a:p>
        </p:txBody>
      </p:sp>
    </p:spTree>
    <p:extLst>
      <p:ext uri="{BB962C8B-B14F-4D97-AF65-F5344CB8AC3E}">
        <p14:creationId xmlns:p14="http://schemas.microsoft.com/office/powerpoint/2010/main" val="3803717077"/>
      </p:ext>
    </p:extLst>
  </p:cSld>
  <p:clrMap bg1="lt1" tx1="dk1" bg2="lt2" tx2="dk2" accent1="accent1" accent2="accent2" accent3="accent3" accent4="accent4" accent5="accent5" accent6="accent6" hlink="hlink" folHlink="folHlink"/>
  <p:sldLayoutIdLst>
    <p:sldLayoutId id="2147484238" r:id="rId1"/>
    <p:sldLayoutId id="2147484239" r:id="rId2"/>
    <p:sldLayoutId id="2147484240" r:id="rId3"/>
    <p:sldLayoutId id="2147484241" r:id="rId4"/>
    <p:sldLayoutId id="2147484242" r:id="rId5"/>
    <p:sldLayoutId id="2147484243" r:id="rId6"/>
    <p:sldLayoutId id="2147484244" r:id="rId7"/>
    <p:sldLayoutId id="2147484245" r:id="rId8"/>
    <p:sldLayoutId id="2147484246" r:id="rId9"/>
    <p:sldLayoutId id="2147484247" r:id="rId10"/>
    <p:sldLayoutId id="2147484248" r:id="rId11"/>
    <p:sldLayoutId id="2147484249" r:id="rId12"/>
  </p:sldLayoutIdLst>
  <p:hf sldNum="0" hdr="0" dt="0"/>
  <p:txStyles>
    <p:titleStyle>
      <a:lvl1pPr algn="ctr" rtl="0" eaLnBrk="0" fontAlgn="base" hangingPunct="0">
        <a:spcBef>
          <a:spcPct val="0"/>
        </a:spcBef>
        <a:spcAft>
          <a:spcPct val="0"/>
        </a:spcAft>
        <a:defRPr sz="2800" b="1">
          <a:solidFill>
            <a:schemeClr val="bg1"/>
          </a:solidFill>
          <a:latin typeface="+mj-lt"/>
          <a:ea typeface="+mj-ea"/>
          <a:cs typeface="+mj-cs"/>
        </a:defRPr>
      </a:lvl1pPr>
      <a:lvl2pPr algn="ctr" rtl="0" eaLnBrk="0" fontAlgn="base" hangingPunct="0">
        <a:spcBef>
          <a:spcPct val="0"/>
        </a:spcBef>
        <a:spcAft>
          <a:spcPct val="0"/>
        </a:spcAft>
        <a:defRPr sz="2800" b="1">
          <a:solidFill>
            <a:schemeClr val="bg1"/>
          </a:solidFill>
          <a:latin typeface="Arial" pitchFamily="34" charset="0"/>
        </a:defRPr>
      </a:lvl2pPr>
      <a:lvl3pPr algn="ctr" rtl="0" eaLnBrk="0" fontAlgn="base" hangingPunct="0">
        <a:spcBef>
          <a:spcPct val="0"/>
        </a:spcBef>
        <a:spcAft>
          <a:spcPct val="0"/>
        </a:spcAft>
        <a:defRPr sz="2800" b="1">
          <a:solidFill>
            <a:schemeClr val="bg1"/>
          </a:solidFill>
          <a:latin typeface="Arial" pitchFamily="34" charset="0"/>
        </a:defRPr>
      </a:lvl3pPr>
      <a:lvl4pPr algn="ctr" rtl="0" eaLnBrk="0" fontAlgn="base" hangingPunct="0">
        <a:spcBef>
          <a:spcPct val="0"/>
        </a:spcBef>
        <a:spcAft>
          <a:spcPct val="0"/>
        </a:spcAft>
        <a:defRPr sz="2800" b="1">
          <a:solidFill>
            <a:schemeClr val="bg1"/>
          </a:solidFill>
          <a:latin typeface="Arial" pitchFamily="34" charset="0"/>
        </a:defRPr>
      </a:lvl4pPr>
      <a:lvl5pPr algn="ctr" rtl="0" eaLnBrk="0" fontAlgn="base" hangingPunct="0">
        <a:spcBef>
          <a:spcPct val="0"/>
        </a:spcBef>
        <a:spcAft>
          <a:spcPct val="0"/>
        </a:spcAft>
        <a:defRPr sz="2800" b="1">
          <a:solidFill>
            <a:schemeClr val="bg1"/>
          </a:solidFill>
          <a:latin typeface="Arial" pitchFamily="34" charset="0"/>
        </a:defRPr>
      </a:lvl5pPr>
      <a:lvl6pPr marL="457200" algn="ctr" rtl="0" eaLnBrk="1" fontAlgn="base" hangingPunct="1">
        <a:spcBef>
          <a:spcPct val="0"/>
        </a:spcBef>
        <a:spcAft>
          <a:spcPct val="0"/>
        </a:spcAft>
        <a:defRPr sz="2800" b="1">
          <a:solidFill>
            <a:schemeClr val="bg1"/>
          </a:solidFill>
          <a:latin typeface="Arial" pitchFamily="34" charset="0"/>
        </a:defRPr>
      </a:lvl6pPr>
      <a:lvl7pPr marL="914400" algn="ctr" rtl="0" eaLnBrk="1" fontAlgn="base" hangingPunct="1">
        <a:spcBef>
          <a:spcPct val="0"/>
        </a:spcBef>
        <a:spcAft>
          <a:spcPct val="0"/>
        </a:spcAft>
        <a:defRPr sz="2800" b="1">
          <a:solidFill>
            <a:schemeClr val="bg1"/>
          </a:solidFill>
          <a:latin typeface="Arial" pitchFamily="34" charset="0"/>
        </a:defRPr>
      </a:lvl7pPr>
      <a:lvl8pPr marL="1371600" algn="ctr" rtl="0" eaLnBrk="1" fontAlgn="base" hangingPunct="1">
        <a:spcBef>
          <a:spcPct val="0"/>
        </a:spcBef>
        <a:spcAft>
          <a:spcPct val="0"/>
        </a:spcAft>
        <a:defRPr sz="2800" b="1">
          <a:solidFill>
            <a:schemeClr val="bg1"/>
          </a:solidFill>
          <a:latin typeface="Arial" pitchFamily="34" charset="0"/>
        </a:defRPr>
      </a:lvl8pPr>
      <a:lvl9pPr marL="1828800" algn="ctr" rtl="0" eaLnBrk="1" fontAlgn="base" hangingPunct="1">
        <a:spcBef>
          <a:spcPct val="0"/>
        </a:spcBef>
        <a:spcAft>
          <a:spcPct val="0"/>
        </a:spcAft>
        <a:defRPr sz="2800" b="1">
          <a:solidFill>
            <a:schemeClr val="bg1"/>
          </a:solidFill>
          <a:latin typeface="Arial" pitchFamily="34" charset="0"/>
        </a:defRPr>
      </a:lvl9pPr>
    </p:titleStyle>
    <p:bodyStyle>
      <a:lvl1pPr marL="342900" indent="-342900" algn="l" rtl="0" eaLnBrk="0" fontAlgn="base" hangingPunct="0">
        <a:spcBef>
          <a:spcPct val="20000"/>
        </a:spcBef>
        <a:spcAft>
          <a:spcPct val="0"/>
        </a:spcAft>
        <a:buClr>
          <a:schemeClr val="hlink"/>
        </a:buClr>
        <a:buFont typeface="Wingdings" pitchFamily="2" charset="2"/>
        <a:buChar char="v"/>
        <a:defRPr sz="26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itchFamily="2" charset="2"/>
        <a:buChar char="§"/>
        <a:defRPr sz="2400">
          <a:solidFill>
            <a:schemeClr val="tx1"/>
          </a:solidFill>
          <a:latin typeface="+mn-lt"/>
        </a:defRPr>
      </a:lvl2pPr>
      <a:lvl3pPr marL="1143000" indent="-228600" algn="l" rtl="0" eaLnBrk="0" fontAlgn="base" hangingPunct="0">
        <a:spcBef>
          <a:spcPct val="20000"/>
        </a:spcBef>
        <a:spcAft>
          <a:spcPct val="0"/>
        </a:spcAft>
        <a:buClr>
          <a:schemeClr val="tx1"/>
        </a:buClr>
        <a:buChar char="•"/>
        <a:defRPr sz="22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96"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307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15" imgW="3809524" imgH="4673016" progId="">
                  <p:embed/>
                </p:oleObj>
              </mc:Choice>
              <mc:Fallback>
                <p:oleObj name="Image" r:id="rId15" imgW="3809524" imgH="4673016" progId="">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307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17" imgW="3809524" imgH="4507937" progId="">
                  <p:embed/>
                </p:oleObj>
              </mc:Choice>
              <mc:Fallback>
                <p:oleObj name="Image" r:id="rId17" imgW="3809524" imgH="4507937" progId="">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29" name="Rectangle 5"/>
          <p:cNvSpPr>
            <a:spLocks noGrp="1" noChangeArrowheads="1"/>
          </p:cNvSpPr>
          <p:nvPr>
            <p:ph type="ftr" sz="quarter" idx="3"/>
          </p:nvPr>
        </p:nvSpPr>
        <p:spPr bwMode="auto">
          <a:xfrm>
            <a:off x="5943600" y="6477000"/>
            <a:ext cx="2819400" cy="3365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kumimoji="0" sz="1000" b="0">
                <a:solidFill>
                  <a:srgbClr val="024631"/>
                </a:solidFill>
                <a:latin typeface="Verdana" pitchFamily="34" charset="0"/>
                <a:ea typeface="新細明體" pitchFamily="18" charset="-120"/>
              </a:defRPr>
            </a:lvl1pPr>
          </a:lstStyle>
          <a:p>
            <a:pPr eaLnBrk="0" fontAlgn="base" hangingPunct="0">
              <a:spcBef>
                <a:spcPct val="0"/>
              </a:spcBef>
              <a:spcAft>
                <a:spcPct val="0"/>
              </a:spcAft>
              <a:defRPr/>
            </a:pPr>
            <a:r>
              <a:rPr lang="en-US" altLang="zh-TW"/>
              <a:t>www.themegallery.com</a:t>
            </a:r>
          </a:p>
        </p:txBody>
      </p:sp>
      <p:sp>
        <p:nvSpPr>
          <p:cNvPr id="1030" name="Rectangle 6"/>
          <p:cNvSpPr>
            <a:spLocks noGrp="1" noChangeArrowheads="1"/>
          </p:cNvSpPr>
          <p:nvPr>
            <p:ph type="sldNum" sz="quarter" idx="4"/>
          </p:nvPr>
        </p:nvSpPr>
        <p:spPr bwMode="auto">
          <a:xfrm>
            <a:off x="457200" y="6448425"/>
            <a:ext cx="762000" cy="3778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kumimoji="0" sz="1200" b="0">
                <a:solidFill>
                  <a:srgbClr val="024631"/>
                </a:solidFill>
                <a:latin typeface="Verdana" pitchFamily="34" charset="0"/>
                <a:ea typeface="新細明體" pitchFamily="18" charset="-120"/>
              </a:defRPr>
            </a:lvl1pPr>
          </a:lstStyle>
          <a:p>
            <a:pPr eaLnBrk="0" fontAlgn="base" hangingPunct="0">
              <a:spcBef>
                <a:spcPct val="0"/>
              </a:spcBef>
              <a:spcAft>
                <a:spcPct val="0"/>
              </a:spcAft>
              <a:defRPr/>
            </a:pPr>
            <a:fld id="{179B2AC5-BBC6-424A-80E2-C1B78CA90440}" type="slidenum">
              <a:rPr lang="en-US" altLang="zh-TW"/>
              <a:pPr eaLnBrk="0" fontAlgn="base" hangingPunct="0">
                <a:spcBef>
                  <a:spcPct val="0"/>
                </a:spcBef>
                <a:spcAft>
                  <a:spcPct val="0"/>
                </a:spcAft>
                <a:defRPr/>
              </a:pPr>
              <a:t>‹#›</a:t>
            </a:fld>
            <a:endParaRPr lang="en-US" altLang="zh-TW"/>
          </a:p>
        </p:txBody>
      </p:sp>
      <p:sp>
        <p:nvSpPr>
          <p:cNvPr id="3079" name="Rectangle 2"/>
          <p:cNvSpPr>
            <a:spLocks noGrp="1" noChangeArrowheads="1"/>
          </p:cNvSpPr>
          <p:nvPr>
            <p:ph type="title"/>
          </p:nvPr>
        </p:nvSpPr>
        <p:spPr bwMode="black">
          <a:xfrm>
            <a:off x="304800" y="46038"/>
            <a:ext cx="8382000"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endParaRPr lang="en-US" altLang="zh-TW"/>
          </a:p>
        </p:txBody>
      </p:sp>
      <p:sp>
        <p:nvSpPr>
          <p:cNvPr id="308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81" name="Rectangle 3"/>
          <p:cNvSpPr>
            <a:spLocks noGrp="1" noChangeArrowheads="1"/>
          </p:cNvSpPr>
          <p:nvPr>
            <p:ph type="body" idx="1"/>
          </p:nvPr>
        </p:nvSpPr>
        <p:spPr bwMode="auto">
          <a:xfrm>
            <a:off x="457200" y="990600"/>
            <a:ext cx="82296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zh-TW"/>
          </a:p>
        </p:txBody>
      </p:sp>
    </p:spTree>
    <p:extLst>
      <p:ext uri="{BB962C8B-B14F-4D97-AF65-F5344CB8AC3E}">
        <p14:creationId xmlns:p14="http://schemas.microsoft.com/office/powerpoint/2010/main" val="4096920973"/>
      </p:ext>
    </p:extLst>
  </p:cSld>
  <p:clrMap bg1="lt1" tx1="dk1" bg2="lt2" tx2="dk2" accent1="accent1" accent2="accent2" accent3="accent3" accent4="accent4" accent5="accent5" accent6="accent6" hlink="hlink" folHlink="folHlink"/>
  <p:sldLayoutIdLst>
    <p:sldLayoutId id="2147484251" r:id="rId1"/>
    <p:sldLayoutId id="2147484252" r:id="rId2"/>
    <p:sldLayoutId id="2147484253" r:id="rId3"/>
    <p:sldLayoutId id="2147484254" r:id="rId4"/>
    <p:sldLayoutId id="2147484255" r:id="rId5"/>
    <p:sldLayoutId id="2147484256" r:id="rId6"/>
    <p:sldLayoutId id="2147484257" r:id="rId7"/>
    <p:sldLayoutId id="2147484258" r:id="rId8"/>
    <p:sldLayoutId id="2147484259" r:id="rId9"/>
    <p:sldLayoutId id="2147484260" r:id="rId10"/>
    <p:sldLayoutId id="2147484261" r:id="rId11"/>
    <p:sldLayoutId id="2147484262" r:id="rId12"/>
    <p:sldLayoutId id="2147484263" r:id="rId13"/>
  </p:sldLayoutIdLst>
  <p:hf sldNum="0" hdr="0" dt="0"/>
  <p:txStyles>
    <p:titleStyle>
      <a:lvl1pPr algn="ctr" rtl="0" eaLnBrk="0" fontAlgn="base" hangingPunct="0">
        <a:spcBef>
          <a:spcPct val="0"/>
        </a:spcBef>
        <a:spcAft>
          <a:spcPct val="0"/>
        </a:spcAft>
        <a:defRPr sz="2800" b="1">
          <a:solidFill>
            <a:schemeClr val="bg1"/>
          </a:solidFill>
          <a:latin typeface="+mj-lt"/>
          <a:ea typeface="+mj-ea"/>
          <a:cs typeface="+mj-cs"/>
        </a:defRPr>
      </a:lvl1pPr>
      <a:lvl2pPr algn="ctr" rtl="0" eaLnBrk="0" fontAlgn="base" hangingPunct="0">
        <a:spcBef>
          <a:spcPct val="0"/>
        </a:spcBef>
        <a:spcAft>
          <a:spcPct val="0"/>
        </a:spcAft>
        <a:defRPr sz="2800" b="1">
          <a:solidFill>
            <a:schemeClr val="bg1"/>
          </a:solidFill>
          <a:latin typeface="Arial" pitchFamily="34" charset="0"/>
        </a:defRPr>
      </a:lvl2pPr>
      <a:lvl3pPr algn="ctr" rtl="0" eaLnBrk="0" fontAlgn="base" hangingPunct="0">
        <a:spcBef>
          <a:spcPct val="0"/>
        </a:spcBef>
        <a:spcAft>
          <a:spcPct val="0"/>
        </a:spcAft>
        <a:defRPr sz="2800" b="1">
          <a:solidFill>
            <a:schemeClr val="bg1"/>
          </a:solidFill>
          <a:latin typeface="Arial" pitchFamily="34" charset="0"/>
        </a:defRPr>
      </a:lvl3pPr>
      <a:lvl4pPr algn="ctr" rtl="0" eaLnBrk="0" fontAlgn="base" hangingPunct="0">
        <a:spcBef>
          <a:spcPct val="0"/>
        </a:spcBef>
        <a:spcAft>
          <a:spcPct val="0"/>
        </a:spcAft>
        <a:defRPr sz="2800" b="1">
          <a:solidFill>
            <a:schemeClr val="bg1"/>
          </a:solidFill>
          <a:latin typeface="Arial" pitchFamily="34" charset="0"/>
        </a:defRPr>
      </a:lvl4pPr>
      <a:lvl5pPr algn="ctr" rtl="0" eaLnBrk="0" fontAlgn="base" hangingPunct="0">
        <a:spcBef>
          <a:spcPct val="0"/>
        </a:spcBef>
        <a:spcAft>
          <a:spcPct val="0"/>
        </a:spcAft>
        <a:defRPr sz="2800" b="1">
          <a:solidFill>
            <a:schemeClr val="bg1"/>
          </a:solidFill>
          <a:latin typeface="Arial" pitchFamily="34" charset="0"/>
        </a:defRPr>
      </a:lvl5pPr>
      <a:lvl6pPr marL="457200" algn="ctr" rtl="0" eaLnBrk="1" fontAlgn="base" hangingPunct="1">
        <a:spcBef>
          <a:spcPct val="0"/>
        </a:spcBef>
        <a:spcAft>
          <a:spcPct val="0"/>
        </a:spcAft>
        <a:defRPr sz="2800" b="1">
          <a:solidFill>
            <a:schemeClr val="bg1"/>
          </a:solidFill>
          <a:latin typeface="Arial" pitchFamily="34" charset="0"/>
        </a:defRPr>
      </a:lvl6pPr>
      <a:lvl7pPr marL="914400" algn="ctr" rtl="0" eaLnBrk="1" fontAlgn="base" hangingPunct="1">
        <a:spcBef>
          <a:spcPct val="0"/>
        </a:spcBef>
        <a:spcAft>
          <a:spcPct val="0"/>
        </a:spcAft>
        <a:defRPr sz="2800" b="1">
          <a:solidFill>
            <a:schemeClr val="bg1"/>
          </a:solidFill>
          <a:latin typeface="Arial" pitchFamily="34" charset="0"/>
        </a:defRPr>
      </a:lvl7pPr>
      <a:lvl8pPr marL="1371600" algn="ctr" rtl="0" eaLnBrk="1" fontAlgn="base" hangingPunct="1">
        <a:spcBef>
          <a:spcPct val="0"/>
        </a:spcBef>
        <a:spcAft>
          <a:spcPct val="0"/>
        </a:spcAft>
        <a:defRPr sz="2800" b="1">
          <a:solidFill>
            <a:schemeClr val="bg1"/>
          </a:solidFill>
          <a:latin typeface="Arial" pitchFamily="34" charset="0"/>
        </a:defRPr>
      </a:lvl8pPr>
      <a:lvl9pPr marL="1828800" algn="ctr" rtl="0" eaLnBrk="1" fontAlgn="base" hangingPunct="1">
        <a:spcBef>
          <a:spcPct val="0"/>
        </a:spcBef>
        <a:spcAft>
          <a:spcPct val="0"/>
        </a:spcAft>
        <a:defRPr sz="2800" b="1">
          <a:solidFill>
            <a:schemeClr val="bg1"/>
          </a:solidFill>
          <a:latin typeface="Arial" pitchFamily="34" charset="0"/>
        </a:defRPr>
      </a:lvl9pPr>
    </p:titleStyle>
    <p:bodyStyle>
      <a:lvl1pPr marL="342900" indent="-342900" algn="l" rtl="0" eaLnBrk="0" fontAlgn="base" hangingPunct="0">
        <a:spcBef>
          <a:spcPct val="20000"/>
        </a:spcBef>
        <a:spcAft>
          <a:spcPct val="0"/>
        </a:spcAft>
        <a:buClr>
          <a:schemeClr val="hlink"/>
        </a:buClr>
        <a:buFont typeface="Wingdings" pitchFamily="2" charset="2"/>
        <a:buChar char="v"/>
        <a:defRPr sz="26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itchFamily="2" charset="2"/>
        <a:buChar char="§"/>
        <a:defRPr sz="2400">
          <a:solidFill>
            <a:schemeClr val="tx1"/>
          </a:solidFill>
          <a:latin typeface="+mn-lt"/>
        </a:defRPr>
      </a:lvl2pPr>
      <a:lvl3pPr marL="1143000" indent="-228600" algn="l" rtl="0" eaLnBrk="0" fontAlgn="base" hangingPunct="0">
        <a:spcBef>
          <a:spcPct val="20000"/>
        </a:spcBef>
        <a:spcAft>
          <a:spcPct val="0"/>
        </a:spcAft>
        <a:buClr>
          <a:schemeClr val="tx1"/>
        </a:buClr>
        <a:buChar char="•"/>
        <a:defRPr sz="22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5122" name="標題版面配置區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5123" name="文字版面配置區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kumimoji="0" sz="1200">
                <a:solidFill>
                  <a:prstClr val="black">
                    <a:tint val="75000"/>
                  </a:prstClr>
                </a:solidFill>
                <a:latin typeface="+mn-lt"/>
                <a:ea typeface="+mn-ea"/>
              </a:defRPr>
            </a:lvl1pPr>
          </a:lstStyle>
          <a:p>
            <a:pPr>
              <a:defRPr/>
            </a:pPr>
            <a:fld id="{9A8CC54D-5508-4ACC-BD1B-41DE82E3315A}" type="datetimeFigureOut">
              <a:rPr lang="zh-TW" altLang="en-US"/>
              <a:pPr>
                <a:defRPr/>
              </a:pPr>
              <a:t>2026/5/16</a:t>
            </a:fld>
            <a:endParaRPr lang="zh-TW" altLang="en-US"/>
          </a:p>
        </p:txBody>
      </p:sp>
      <p:sp>
        <p:nvSpPr>
          <p:cNvPr id="5" name="頁尾版面配置區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kumimoji="0" sz="1200">
                <a:solidFill>
                  <a:prstClr val="black">
                    <a:tint val="75000"/>
                  </a:prstClr>
                </a:solidFill>
                <a:latin typeface="+mn-lt"/>
                <a:ea typeface="+mn-ea"/>
              </a:defRPr>
            </a:lvl1pPr>
          </a:lstStyle>
          <a:p>
            <a:pPr>
              <a:defRPr/>
            </a:pPr>
            <a:endParaRPr lang="zh-TW" altLang="en-US"/>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kumimoji="0" sz="1200">
                <a:solidFill>
                  <a:srgbClr val="898989"/>
                </a:solidFill>
                <a:latin typeface="Calibri" pitchFamily="34" charset="0"/>
              </a:defRPr>
            </a:lvl1pPr>
          </a:lstStyle>
          <a:p>
            <a:pPr fontAlgn="base">
              <a:spcBef>
                <a:spcPct val="0"/>
              </a:spcBef>
              <a:spcAft>
                <a:spcPct val="0"/>
              </a:spcAft>
              <a:defRPr/>
            </a:pPr>
            <a:fld id="{2C8DEEF9-7522-4D95-91DF-52B9CF2881A7}" type="slidenum">
              <a:rPr lang="zh-TW" altLang="en-US"/>
              <a:pPr fontAlgn="base">
                <a:spcBef>
                  <a:spcPct val="0"/>
                </a:spcBef>
                <a:spcAft>
                  <a:spcPct val="0"/>
                </a:spcAft>
                <a:defRPr/>
              </a:pPr>
              <a:t>‹#›</a:t>
            </a:fld>
            <a:endParaRPr lang="zh-TW" altLang="en-US"/>
          </a:p>
        </p:txBody>
      </p:sp>
    </p:spTree>
    <p:extLst>
      <p:ext uri="{BB962C8B-B14F-4D97-AF65-F5344CB8AC3E}">
        <p14:creationId xmlns:p14="http://schemas.microsoft.com/office/powerpoint/2010/main" val="2851828490"/>
      </p:ext>
    </p:extLst>
  </p:cSld>
  <p:clrMap bg1="lt1" tx1="dk1" bg2="lt2" tx2="dk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273" r:id="rId9"/>
    <p:sldLayoutId id="2147484274" r:id="rId10"/>
    <p:sldLayoutId id="2147484275" r:id="rId11"/>
    <p:sldLayoutId id="2147484276"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ea typeface="新細明體" pitchFamily="18" charset="-120"/>
        </a:defRPr>
      </a:lvl2pPr>
      <a:lvl3pPr algn="ctr" rtl="0" eaLnBrk="0" fontAlgn="base" hangingPunct="0">
        <a:spcBef>
          <a:spcPct val="0"/>
        </a:spcBef>
        <a:spcAft>
          <a:spcPct val="0"/>
        </a:spcAft>
        <a:defRPr sz="4400">
          <a:solidFill>
            <a:schemeClr val="tx1"/>
          </a:solidFill>
          <a:latin typeface="Calibri" pitchFamily="34" charset="0"/>
          <a:ea typeface="新細明體" pitchFamily="18" charset="-120"/>
        </a:defRPr>
      </a:lvl3pPr>
      <a:lvl4pPr algn="ctr" rtl="0" eaLnBrk="0" fontAlgn="base" hangingPunct="0">
        <a:spcBef>
          <a:spcPct val="0"/>
        </a:spcBef>
        <a:spcAft>
          <a:spcPct val="0"/>
        </a:spcAft>
        <a:defRPr sz="4400">
          <a:solidFill>
            <a:schemeClr val="tx1"/>
          </a:solidFill>
          <a:latin typeface="Calibri" pitchFamily="34" charset="0"/>
          <a:ea typeface="新細明體" pitchFamily="18" charset="-120"/>
        </a:defRPr>
      </a:lvl4pPr>
      <a:lvl5pPr algn="ctr" rtl="0" eaLnBrk="0" fontAlgn="base" hangingPunct="0">
        <a:spcBef>
          <a:spcPct val="0"/>
        </a:spcBef>
        <a:spcAft>
          <a:spcPct val="0"/>
        </a:spcAft>
        <a:defRPr sz="4400">
          <a:solidFill>
            <a:schemeClr val="tx1"/>
          </a:solidFill>
          <a:latin typeface="Calibri" pitchFamily="34" charset="0"/>
          <a:ea typeface="新細明體" pitchFamily="18" charset="-120"/>
        </a:defRPr>
      </a:lvl5pPr>
      <a:lvl6pPr marL="457200" algn="ctr" rtl="0" fontAlgn="base">
        <a:spcBef>
          <a:spcPct val="0"/>
        </a:spcBef>
        <a:spcAft>
          <a:spcPct val="0"/>
        </a:spcAft>
        <a:defRPr sz="4400">
          <a:solidFill>
            <a:schemeClr val="tx1"/>
          </a:solidFill>
          <a:latin typeface="Calibri" pitchFamily="34" charset="0"/>
          <a:ea typeface="新細明體" pitchFamily="18" charset="-120"/>
        </a:defRPr>
      </a:lvl6pPr>
      <a:lvl7pPr marL="914400" algn="ctr" rtl="0" fontAlgn="base">
        <a:spcBef>
          <a:spcPct val="0"/>
        </a:spcBef>
        <a:spcAft>
          <a:spcPct val="0"/>
        </a:spcAft>
        <a:defRPr sz="4400">
          <a:solidFill>
            <a:schemeClr val="tx1"/>
          </a:solidFill>
          <a:latin typeface="Calibri" pitchFamily="34" charset="0"/>
          <a:ea typeface="新細明體" pitchFamily="18" charset="-120"/>
        </a:defRPr>
      </a:lvl7pPr>
      <a:lvl8pPr marL="1371600" algn="ctr" rtl="0" fontAlgn="base">
        <a:spcBef>
          <a:spcPct val="0"/>
        </a:spcBef>
        <a:spcAft>
          <a:spcPct val="0"/>
        </a:spcAft>
        <a:defRPr sz="4400">
          <a:solidFill>
            <a:schemeClr val="tx1"/>
          </a:solidFill>
          <a:latin typeface="Calibri" pitchFamily="34" charset="0"/>
          <a:ea typeface="新細明體" pitchFamily="18" charset="-120"/>
        </a:defRPr>
      </a:lvl8pPr>
      <a:lvl9pPr marL="1828800" algn="ctr" rtl="0" fontAlgn="base">
        <a:spcBef>
          <a:spcPct val="0"/>
        </a:spcBef>
        <a:spcAft>
          <a:spcPct val="0"/>
        </a:spcAft>
        <a:defRPr sz="4400">
          <a:solidFill>
            <a:schemeClr val="tx1"/>
          </a:solidFill>
          <a:latin typeface="Calibri" pitchFamily="34" charset="0"/>
          <a:ea typeface="新細明體" pitchFamily="18" charset="-12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96"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307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14" imgW="3809524" imgH="4673016" progId="">
                  <p:embed/>
                </p:oleObj>
              </mc:Choice>
              <mc:Fallback>
                <p:oleObj name="Image" r:id="rId14" imgW="3809524" imgH="4673016" progId="">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307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16" imgW="3809524" imgH="4507937" progId="">
                  <p:embed/>
                </p:oleObj>
              </mc:Choice>
              <mc:Fallback>
                <p:oleObj name="Image" r:id="rId16" imgW="3809524" imgH="4507937" progId="">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29" name="Rectangle 5"/>
          <p:cNvSpPr>
            <a:spLocks noGrp="1" noChangeArrowheads="1"/>
          </p:cNvSpPr>
          <p:nvPr>
            <p:ph type="ftr" sz="quarter" idx="3"/>
          </p:nvPr>
        </p:nvSpPr>
        <p:spPr bwMode="auto">
          <a:xfrm>
            <a:off x="5943600" y="6477000"/>
            <a:ext cx="2819400" cy="3365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kumimoji="0" sz="1000" b="0">
                <a:solidFill>
                  <a:srgbClr val="024631"/>
                </a:solidFill>
                <a:latin typeface="Verdana" pitchFamily="34" charset="0"/>
                <a:ea typeface="新細明體" pitchFamily="18" charset="-120"/>
              </a:defRPr>
            </a:lvl1pPr>
          </a:lstStyle>
          <a:p>
            <a:pPr fontAlgn="base">
              <a:spcBef>
                <a:spcPct val="0"/>
              </a:spcBef>
              <a:spcAft>
                <a:spcPct val="0"/>
              </a:spcAft>
              <a:defRPr/>
            </a:pPr>
            <a:r>
              <a:rPr lang="en-US" altLang="zh-TW"/>
              <a:t>www.themegallery.com</a:t>
            </a:r>
          </a:p>
        </p:txBody>
      </p:sp>
      <p:sp>
        <p:nvSpPr>
          <p:cNvPr id="1030" name="Rectangle 6"/>
          <p:cNvSpPr>
            <a:spLocks noGrp="1" noChangeArrowheads="1"/>
          </p:cNvSpPr>
          <p:nvPr>
            <p:ph type="sldNum" sz="quarter" idx="4"/>
          </p:nvPr>
        </p:nvSpPr>
        <p:spPr bwMode="auto">
          <a:xfrm>
            <a:off x="457200" y="6448425"/>
            <a:ext cx="762000" cy="3778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kumimoji="0" sz="1200" b="0">
                <a:solidFill>
                  <a:srgbClr val="024631"/>
                </a:solidFill>
                <a:latin typeface="Verdana" pitchFamily="34" charset="0"/>
                <a:ea typeface="新細明體" pitchFamily="18" charset="-120"/>
              </a:defRPr>
            </a:lvl1pPr>
          </a:lstStyle>
          <a:p>
            <a:pPr fontAlgn="base">
              <a:spcBef>
                <a:spcPct val="0"/>
              </a:spcBef>
              <a:spcAft>
                <a:spcPct val="0"/>
              </a:spcAft>
              <a:defRPr/>
            </a:pPr>
            <a:fld id="{E86212AF-7F31-4BE4-9359-342671F8AF67}" type="slidenum">
              <a:rPr lang="en-US" altLang="zh-TW"/>
              <a:pPr fontAlgn="base">
                <a:spcBef>
                  <a:spcPct val="0"/>
                </a:spcBef>
                <a:spcAft>
                  <a:spcPct val="0"/>
                </a:spcAft>
                <a:defRPr/>
              </a:pPr>
              <a:t>‹#›</a:t>
            </a:fld>
            <a:endParaRPr lang="en-US" altLang="zh-TW"/>
          </a:p>
        </p:txBody>
      </p:sp>
      <p:sp>
        <p:nvSpPr>
          <p:cNvPr id="3079" name="Rectangle 2"/>
          <p:cNvSpPr>
            <a:spLocks noGrp="1" noChangeArrowheads="1"/>
          </p:cNvSpPr>
          <p:nvPr>
            <p:ph type="title"/>
          </p:nvPr>
        </p:nvSpPr>
        <p:spPr bwMode="black">
          <a:xfrm>
            <a:off x="304800" y="46038"/>
            <a:ext cx="8382000"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endParaRPr lang="en-US" altLang="zh-TW"/>
          </a:p>
        </p:txBody>
      </p:sp>
      <p:sp>
        <p:nvSpPr>
          <p:cNvPr id="308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81" name="Rectangle 3"/>
          <p:cNvSpPr>
            <a:spLocks noGrp="1" noChangeArrowheads="1"/>
          </p:cNvSpPr>
          <p:nvPr>
            <p:ph type="body" idx="1"/>
          </p:nvPr>
        </p:nvSpPr>
        <p:spPr bwMode="auto">
          <a:xfrm>
            <a:off x="457200" y="990600"/>
            <a:ext cx="82296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zh-TW"/>
          </a:p>
        </p:txBody>
      </p:sp>
    </p:spTree>
    <p:extLst>
      <p:ext uri="{BB962C8B-B14F-4D97-AF65-F5344CB8AC3E}">
        <p14:creationId xmlns:p14="http://schemas.microsoft.com/office/powerpoint/2010/main" val="3355172733"/>
      </p:ext>
    </p:extLst>
  </p:cSld>
  <p:clrMap bg1="lt1" tx1="dk1" bg2="lt2" tx2="dk2" accent1="accent1" accent2="accent2" accent3="accent3" accent4="accent4" accent5="accent5" accent6="accent6" hlink="hlink" folHlink="folHlink"/>
  <p:sldLayoutIdLst>
    <p:sldLayoutId id="2147484278" r:id="rId1"/>
    <p:sldLayoutId id="2147484279" r:id="rId2"/>
    <p:sldLayoutId id="2147484280" r:id="rId3"/>
    <p:sldLayoutId id="2147484281" r:id="rId4"/>
    <p:sldLayoutId id="2147484282" r:id="rId5"/>
    <p:sldLayoutId id="2147484283" r:id="rId6"/>
    <p:sldLayoutId id="2147484284" r:id="rId7"/>
    <p:sldLayoutId id="2147484285" r:id="rId8"/>
    <p:sldLayoutId id="2147484286" r:id="rId9"/>
    <p:sldLayoutId id="2147484287" r:id="rId10"/>
    <p:sldLayoutId id="2147484288" r:id="rId11"/>
    <p:sldLayoutId id="2147484289" r:id="rId12"/>
  </p:sldLayoutIdLst>
  <p:hf sldNum="0" hdr="0" dt="0"/>
  <p:txStyles>
    <p:titleStyle>
      <a:lvl1pPr algn="ctr" rtl="0" eaLnBrk="0" fontAlgn="base" hangingPunct="0">
        <a:spcBef>
          <a:spcPct val="0"/>
        </a:spcBef>
        <a:spcAft>
          <a:spcPct val="0"/>
        </a:spcAft>
        <a:defRPr sz="2800" b="1">
          <a:solidFill>
            <a:schemeClr val="bg1"/>
          </a:solidFill>
          <a:latin typeface="+mj-lt"/>
          <a:ea typeface="+mj-ea"/>
          <a:cs typeface="+mj-cs"/>
        </a:defRPr>
      </a:lvl1pPr>
      <a:lvl2pPr algn="ctr" rtl="0" eaLnBrk="0" fontAlgn="base" hangingPunct="0">
        <a:spcBef>
          <a:spcPct val="0"/>
        </a:spcBef>
        <a:spcAft>
          <a:spcPct val="0"/>
        </a:spcAft>
        <a:defRPr sz="2800" b="1">
          <a:solidFill>
            <a:schemeClr val="bg1"/>
          </a:solidFill>
          <a:latin typeface="Arial" pitchFamily="34" charset="0"/>
        </a:defRPr>
      </a:lvl2pPr>
      <a:lvl3pPr algn="ctr" rtl="0" eaLnBrk="0" fontAlgn="base" hangingPunct="0">
        <a:spcBef>
          <a:spcPct val="0"/>
        </a:spcBef>
        <a:spcAft>
          <a:spcPct val="0"/>
        </a:spcAft>
        <a:defRPr sz="2800" b="1">
          <a:solidFill>
            <a:schemeClr val="bg1"/>
          </a:solidFill>
          <a:latin typeface="Arial" pitchFamily="34" charset="0"/>
        </a:defRPr>
      </a:lvl3pPr>
      <a:lvl4pPr algn="ctr" rtl="0" eaLnBrk="0" fontAlgn="base" hangingPunct="0">
        <a:spcBef>
          <a:spcPct val="0"/>
        </a:spcBef>
        <a:spcAft>
          <a:spcPct val="0"/>
        </a:spcAft>
        <a:defRPr sz="2800" b="1">
          <a:solidFill>
            <a:schemeClr val="bg1"/>
          </a:solidFill>
          <a:latin typeface="Arial" pitchFamily="34" charset="0"/>
        </a:defRPr>
      </a:lvl4pPr>
      <a:lvl5pPr algn="ctr" rtl="0" eaLnBrk="0" fontAlgn="base" hangingPunct="0">
        <a:spcBef>
          <a:spcPct val="0"/>
        </a:spcBef>
        <a:spcAft>
          <a:spcPct val="0"/>
        </a:spcAft>
        <a:defRPr sz="2800" b="1">
          <a:solidFill>
            <a:schemeClr val="bg1"/>
          </a:solidFill>
          <a:latin typeface="Arial" pitchFamily="34" charset="0"/>
        </a:defRPr>
      </a:lvl5pPr>
      <a:lvl6pPr marL="457200" algn="ctr" rtl="0" eaLnBrk="1" fontAlgn="base" hangingPunct="1">
        <a:spcBef>
          <a:spcPct val="0"/>
        </a:spcBef>
        <a:spcAft>
          <a:spcPct val="0"/>
        </a:spcAft>
        <a:defRPr sz="2800" b="1">
          <a:solidFill>
            <a:schemeClr val="bg1"/>
          </a:solidFill>
          <a:latin typeface="Arial" pitchFamily="34" charset="0"/>
        </a:defRPr>
      </a:lvl6pPr>
      <a:lvl7pPr marL="914400" algn="ctr" rtl="0" eaLnBrk="1" fontAlgn="base" hangingPunct="1">
        <a:spcBef>
          <a:spcPct val="0"/>
        </a:spcBef>
        <a:spcAft>
          <a:spcPct val="0"/>
        </a:spcAft>
        <a:defRPr sz="2800" b="1">
          <a:solidFill>
            <a:schemeClr val="bg1"/>
          </a:solidFill>
          <a:latin typeface="Arial" pitchFamily="34" charset="0"/>
        </a:defRPr>
      </a:lvl7pPr>
      <a:lvl8pPr marL="1371600" algn="ctr" rtl="0" eaLnBrk="1" fontAlgn="base" hangingPunct="1">
        <a:spcBef>
          <a:spcPct val="0"/>
        </a:spcBef>
        <a:spcAft>
          <a:spcPct val="0"/>
        </a:spcAft>
        <a:defRPr sz="2800" b="1">
          <a:solidFill>
            <a:schemeClr val="bg1"/>
          </a:solidFill>
          <a:latin typeface="Arial" pitchFamily="34" charset="0"/>
        </a:defRPr>
      </a:lvl8pPr>
      <a:lvl9pPr marL="1828800" algn="ctr" rtl="0" eaLnBrk="1" fontAlgn="base" hangingPunct="1">
        <a:spcBef>
          <a:spcPct val="0"/>
        </a:spcBef>
        <a:spcAft>
          <a:spcPct val="0"/>
        </a:spcAft>
        <a:defRPr sz="2800" b="1">
          <a:solidFill>
            <a:schemeClr val="bg1"/>
          </a:solidFill>
          <a:latin typeface="Arial" pitchFamily="34" charset="0"/>
        </a:defRPr>
      </a:lvl9pPr>
    </p:titleStyle>
    <p:bodyStyle>
      <a:lvl1pPr marL="342900" indent="-342900" algn="l" rtl="0" eaLnBrk="0" fontAlgn="base" hangingPunct="0">
        <a:spcBef>
          <a:spcPct val="20000"/>
        </a:spcBef>
        <a:spcAft>
          <a:spcPct val="0"/>
        </a:spcAft>
        <a:buClr>
          <a:schemeClr val="hlink"/>
        </a:buClr>
        <a:buFont typeface="Wingdings" pitchFamily="2" charset="2"/>
        <a:buChar char="v"/>
        <a:defRPr sz="26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itchFamily="2" charset="2"/>
        <a:buChar char="§"/>
        <a:defRPr sz="2400">
          <a:solidFill>
            <a:schemeClr val="tx1"/>
          </a:solidFill>
          <a:latin typeface="+mn-lt"/>
        </a:defRPr>
      </a:lvl2pPr>
      <a:lvl3pPr marL="1143000" indent="-228600" algn="l" rtl="0" eaLnBrk="0" fontAlgn="base" hangingPunct="0">
        <a:spcBef>
          <a:spcPct val="20000"/>
        </a:spcBef>
        <a:spcAft>
          <a:spcPct val="0"/>
        </a:spcAft>
        <a:buClr>
          <a:schemeClr val="tx1"/>
        </a:buClr>
        <a:buChar char="•"/>
        <a:defRPr sz="22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96"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eaLnBrk="0" fontAlgn="base" hangingPunct="0">
              <a:spcBef>
                <a:spcPct val="0"/>
              </a:spcBef>
              <a:spcAft>
                <a:spcPct val="0"/>
              </a:spcAft>
              <a:defRPr/>
            </a:pPr>
            <a:endParaRPr lang="zh-TW" altLang="en-US" b="1">
              <a:solidFill>
                <a:srgbClr val="024631"/>
              </a:solidFill>
              <a:ea typeface="新細明體" pitchFamily="18" charset="-120"/>
            </a:endParaRPr>
          </a:p>
        </p:txBody>
      </p:sp>
      <p:graphicFrame>
        <p:nvGraphicFramePr>
          <p:cNvPr id="307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15" imgW="3809524" imgH="4673016" progId="">
                  <p:embed/>
                </p:oleObj>
              </mc:Choice>
              <mc:Fallback>
                <p:oleObj name="Image" r:id="rId15" imgW="3809524" imgH="4673016" progId="">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307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17" imgW="3809524" imgH="4507937" progId="">
                  <p:embed/>
                </p:oleObj>
              </mc:Choice>
              <mc:Fallback>
                <p:oleObj name="Image" r:id="rId17" imgW="3809524" imgH="4507937" progId="">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29" name="Rectangle 5"/>
          <p:cNvSpPr>
            <a:spLocks noGrp="1" noChangeArrowheads="1"/>
          </p:cNvSpPr>
          <p:nvPr>
            <p:ph type="ftr" sz="quarter" idx="3"/>
          </p:nvPr>
        </p:nvSpPr>
        <p:spPr bwMode="auto">
          <a:xfrm>
            <a:off x="5943600" y="6477000"/>
            <a:ext cx="2819400" cy="3365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kumimoji="0" sz="1000" b="0">
                <a:solidFill>
                  <a:srgbClr val="024631"/>
                </a:solidFill>
                <a:latin typeface="Verdana" pitchFamily="34" charset="0"/>
                <a:ea typeface="新細明體" pitchFamily="18" charset="-120"/>
              </a:defRPr>
            </a:lvl1pPr>
          </a:lstStyle>
          <a:p>
            <a:pPr eaLnBrk="0" fontAlgn="base" hangingPunct="0">
              <a:spcBef>
                <a:spcPct val="0"/>
              </a:spcBef>
              <a:spcAft>
                <a:spcPct val="0"/>
              </a:spcAft>
              <a:defRPr/>
            </a:pPr>
            <a:r>
              <a:rPr lang="en-US" altLang="zh-TW"/>
              <a:t>www.themegallery.com</a:t>
            </a:r>
          </a:p>
        </p:txBody>
      </p:sp>
      <p:sp>
        <p:nvSpPr>
          <p:cNvPr id="1030" name="Rectangle 6"/>
          <p:cNvSpPr>
            <a:spLocks noGrp="1" noChangeArrowheads="1"/>
          </p:cNvSpPr>
          <p:nvPr>
            <p:ph type="sldNum" sz="quarter" idx="4"/>
          </p:nvPr>
        </p:nvSpPr>
        <p:spPr bwMode="auto">
          <a:xfrm>
            <a:off x="457200" y="6448425"/>
            <a:ext cx="762000" cy="3778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kumimoji="0" sz="1200" b="0">
                <a:solidFill>
                  <a:srgbClr val="024631"/>
                </a:solidFill>
                <a:latin typeface="Verdana" pitchFamily="34" charset="0"/>
                <a:ea typeface="新細明體" pitchFamily="18" charset="-120"/>
              </a:defRPr>
            </a:lvl1pPr>
          </a:lstStyle>
          <a:p>
            <a:pPr eaLnBrk="0" fontAlgn="base" hangingPunct="0">
              <a:spcBef>
                <a:spcPct val="0"/>
              </a:spcBef>
              <a:spcAft>
                <a:spcPct val="0"/>
              </a:spcAft>
              <a:defRPr/>
            </a:pPr>
            <a:fld id="{87FE4702-B4C7-4BA7-A503-5166CA32EC93}" type="slidenum">
              <a:rPr lang="en-US" altLang="zh-TW"/>
              <a:pPr eaLnBrk="0" fontAlgn="base" hangingPunct="0">
                <a:spcBef>
                  <a:spcPct val="0"/>
                </a:spcBef>
                <a:spcAft>
                  <a:spcPct val="0"/>
                </a:spcAft>
                <a:defRPr/>
              </a:pPr>
              <a:t>‹#›</a:t>
            </a:fld>
            <a:endParaRPr lang="en-US" altLang="zh-TW"/>
          </a:p>
        </p:txBody>
      </p:sp>
      <p:sp>
        <p:nvSpPr>
          <p:cNvPr id="3079" name="Rectangle 2"/>
          <p:cNvSpPr>
            <a:spLocks noGrp="1" noChangeArrowheads="1"/>
          </p:cNvSpPr>
          <p:nvPr>
            <p:ph type="title"/>
          </p:nvPr>
        </p:nvSpPr>
        <p:spPr bwMode="black">
          <a:xfrm>
            <a:off x="304800" y="46038"/>
            <a:ext cx="8382000"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endParaRPr lang="en-US" altLang="zh-TW"/>
          </a:p>
        </p:txBody>
      </p:sp>
      <p:sp>
        <p:nvSpPr>
          <p:cNvPr id="308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kumimoji="1" lang="zh-TW" altLang="en-US">
              <a:solidFill>
                <a:srgbClr val="024631"/>
              </a:solidFill>
              <a:ea typeface="新細明體" pitchFamily="18" charset="-120"/>
            </a:endParaRPr>
          </a:p>
        </p:txBody>
      </p:sp>
      <p:sp>
        <p:nvSpPr>
          <p:cNvPr id="3081" name="Rectangle 3"/>
          <p:cNvSpPr>
            <a:spLocks noGrp="1" noChangeArrowheads="1"/>
          </p:cNvSpPr>
          <p:nvPr>
            <p:ph type="body" idx="1"/>
          </p:nvPr>
        </p:nvSpPr>
        <p:spPr bwMode="auto">
          <a:xfrm>
            <a:off x="457200" y="990600"/>
            <a:ext cx="82296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zh-TW"/>
          </a:p>
        </p:txBody>
      </p:sp>
    </p:spTree>
    <p:extLst>
      <p:ext uri="{BB962C8B-B14F-4D97-AF65-F5344CB8AC3E}">
        <p14:creationId xmlns:p14="http://schemas.microsoft.com/office/powerpoint/2010/main" val="2533746920"/>
      </p:ext>
    </p:extLst>
  </p:cSld>
  <p:clrMap bg1="lt1" tx1="dk1" bg2="lt2" tx2="dk2" accent1="accent1" accent2="accent2" accent3="accent3" accent4="accent4" accent5="accent5" accent6="accent6" hlink="hlink" folHlink="folHlink"/>
  <p:sldLayoutIdLst>
    <p:sldLayoutId id="2147484291" r:id="rId1"/>
    <p:sldLayoutId id="2147484292" r:id="rId2"/>
    <p:sldLayoutId id="2147484293" r:id="rId3"/>
    <p:sldLayoutId id="2147484294" r:id="rId4"/>
    <p:sldLayoutId id="2147484295" r:id="rId5"/>
    <p:sldLayoutId id="2147484296" r:id="rId6"/>
    <p:sldLayoutId id="2147484297" r:id="rId7"/>
    <p:sldLayoutId id="2147484298" r:id="rId8"/>
    <p:sldLayoutId id="2147484299" r:id="rId9"/>
    <p:sldLayoutId id="2147484300" r:id="rId10"/>
    <p:sldLayoutId id="2147484301" r:id="rId11"/>
    <p:sldLayoutId id="2147484302" r:id="rId12"/>
    <p:sldLayoutId id="2147484303" r:id="rId13"/>
  </p:sldLayoutIdLst>
  <p:hf sldNum="0" hdr="0" dt="0"/>
  <p:txStyles>
    <p:titleStyle>
      <a:lvl1pPr algn="ctr" rtl="0" eaLnBrk="0" fontAlgn="base" hangingPunct="0">
        <a:spcBef>
          <a:spcPct val="0"/>
        </a:spcBef>
        <a:spcAft>
          <a:spcPct val="0"/>
        </a:spcAft>
        <a:defRPr sz="2800" b="1">
          <a:solidFill>
            <a:schemeClr val="bg1"/>
          </a:solidFill>
          <a:latin typeface="+mj-lt"/>
          <a:ea typeface="+mj-ea"/>
          <a:cs typeface="+mj-cs"/>
        </a:defRPr>
      </a:lvl1pPr>
      <a:lvl2pPr algn="ctr" rtl="0" eaLnBrk="0" fontAlgn="base" hangingPunct="0">
        <a:spcBef>
          <a:spcPct val="0"/>
        </a:spcBef>
        <a:spcAft>
          <a:spcPct val="0"/>
        </a:spcAft>
        <a:defRPr sz="2800" b="1">
          <a:solidFill>
            <a:schemeClr val="bg1"/>
          </a:solidFill>
          <a:latin typeface="Arial" pitchFamily="34" charset="0"/>
        </a:defRPr>
      </a:lvl2pPr>
      <a:lvl3pPr algn="ctr" rtl="0" eaLnBrk="0" fontAlgn="base" hangingPunct="0">
        <a:spcBef>
          <a:spcPct val="0"/>
        </a:spcBef>
        <a:spcAft>
          <a:spcPct val="0"/>
        </a:spcAft>
        <a:defRPr sz="2800" b="1">
          <a:solidFill>
            <a:schemeClr val="bg1"/>
          </a:solidFill>
          <a:latin typeface="Arial" pitchFamily="34" charset="0"/>
        </a:defRPr>
      </a:lvl3pPr>
      <a:lvl4pPr algn="ctr" rtl="0" eaLnBrk="0" fontAlgn="base" hangingPunct="0">
        <a:spcBef>
          <a:spcPct val="0"/>
        </a:spcBef>
        <a:spcAft>
          <a:spcPct val="0"/>
        </a:spcAft>
        <a:defRPr sz="2800" b="1">
          <a:solidFill>
            <a:schemeClr val="bg1"/>
          </a:solidFill>
          <a:latin typeface="Arial" pitchFamily="34" charset="0"/>
        </a:defRPr>
      </a:lvl4pPr>
      <a:lvl5pPr algn="ctr" rtl="0" eaLnBrk="0" fontAlgn="base" hangingPunct="0">
        <a:spcBef>
          <a:spcPct val="0"/>
        </a:spcBef>
        <a:spcAft>
          <a:spcPct val="0"/>
        </a:spcAft>
        <a:defRPr sz="2800" b="1">
          <a:solidFill>
            <a:schemeClr val="bg1"/>
          </a:solidFill>
          <a:latin typeface="Arial" pitchFamily="34" charset="0"/>
        </a:defRPr>
      </a:lvl5pPr>
      <a:lvl6pPr marL="457200" algn="ctr" rtl="0" eaLnBrk="1" fontAlgn="base" hangingPunct="1">
        <a:spcBef>
          <a:spcPct val="0"/>
        </a:spcBef>
        <a:spcAft>
          <a:spcPct val="0"/>
        </a:spcAft>
        <a:defRPr sz="2800" b="1">
          <a:solidFill>
            <a:schemeClr val="bg1"/>
          </a:solidFill>
          <a:latin typeface="Arial" pitchFamily="34" charset="0"/>
        </a:defRPr>
      </a:lvl6pPr>
      <a:lvl7pPr marL="914400" algn="ctr" rtl="0" eaLnBrk="1" fontAlgn="base" hangingPunct="1">
        <a:spcBef>
          <a:spcPct val="0"/>
        </a:spcBef>
        <a:spcAft>
          <a:spcPct val="0"/>
        </a:spcAft>
        <a:defRPr sz="2800" b="1">
          <a:solidFill>
            <a:schemeClr val="bg1"/>
          </a:solidFill>
          <a:latin typeface="Arial" pitchFamily="34" charset="0"/>
        </a:defRPr>
      </a:lvl7pPr>
      <a:lvl8pPr marL="1371600" algn="ctr" rtl="0" eaLnBrk="1" fontAlgn="base" hangingPunct="1">
        <a:spcBef>
          <a:spcPct val="0"/>
        </a:spcBef>
        <a:spcAft>
          <a:spcPct val="0"/>
        </a:spcAft>
        <a:defRPr sz="2800" b="1">
          <a:solidFill>
            <a:schemeClr val="bg1"/>
          </a:solidFill>
          <a:latin typeface="Arial" pitchFamily="34" charset="0"/>
        </a:defRPr>
      </a:lvl8pPr>
      <a:lvl9pPr marL="1828800" algn="ctr" rtl="0" eaLnBrk="1" fontAlgn="base" hangingPunct="1">
        <a:spcBef>
          <a:spcPct val="0"/>
        </a:spcBef>
        <a:spcAft>
          <a:spcPct val="0"/>
        </a:spcAft>
        <a:defRPr sz="2800" b="1">
          <a:solidFill>
            <a:schemeClr val="bg1"/>
          </a:solidFill>
          <a:latin typeface="Arial" pitchFamily="34" charset="0"/>
        </a:defRPr>
      </a:lvl9pPr>
    </p:titleStyle>
    <p:bodyStyle>
      <a:lvl1pPr marL="342900" indent="-342900" algn="l" rtl="0" eaLnBrk="0" fontAlgn="base" hangingPunct="0">
        <a:spcBef>
          <a:spcPct val="20000"/>
        </a:spcBef>
        <a:spcAft>
          <a:spcPct val="0"/>
        </a:spcAft>
        <a:buClr>
          <a:schemeClr val="hlink"/>
        </a:buClr>
        <a:buFont typeface="Wingdings" pitchFamily="2" charset="2"/>
        <a:buChar char="v"/>
        <a:defRPr sz="26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itchFamily="2" charset="2"/>
        <a:buChar char="§"/>
        <a:defRPr sz="2400">
          <a:solidFill>
            <a:schemeClr val="tx1"/>
          </a:solidFill>
          <a:latin typeface="+mn-lt"/>
        </a:defRPr>
      </a:lvl2pPr>
      <a:lvl3pPr marL="1143000" indent="-228600" algn="l" rtl="0" eaLnBrk="0" fontAlgn="base" hangingPunct="0">
        <a:spcBef>
          <a:spcPct val="20000"/>
        </a:spcBef>
        <a:spcAft>
          <a:spcPct val="0"/>
        </a:spcAft>
        <a:buClr>
          <a:schemeClr val="tx1"/>
        </a:buClr>
        <a:buChar char="•"/>
        <a:defRPr sz="22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標題版面配置區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1027" name="文字版面配置區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kumimoji="0" sz="1200">
                <a:solidFill>
                  <a:schemeClr val="tx1">
                    <a:tint val="75000"/>
                  </a:schemeClr>
                </a:solidFill>
                <a:latin typeface="+mn-lt"/>
                <a:ea typeface="+mn-ea"/>
              </a:defRPr>
            </a:lvl1pPr>
          </a:lstStyle>
          <a:p>
            <a:pPr>
              <a:defRPr/>
            </a:pPr>
            <a:fld id="{E03FAACE-632B-4E02-A096-C9AD6B561700}"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kumimoji="0" sz="1200">
                <a:solidFill>
                  <a:schemeClr val="tx1">
                    <a:tint val="75000"/>
                  </a:schemeClr>
                </a:solidFill>
                <a:latin typeface="+mn-lt"/>
                <a:ea typeface="+mn-ea"/>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kumimoji="0" sz="1200">
                <a:solidFill>
                  <a:srgbClr val="898989"/>
                </a:solidFill>
                <a:latin typeface="Calibri" pitchFamily="34" charset="0"/>
              </a:defRPr>
            </a:lvl1pPr>
          </a:lstStyle>
          <a:p>
            <a:pPr fontAlgn="base">
              <a:spcBef>
                <a:spcPct val="0"/>
              </a:spcBef>
              <a:spcAft>
                <a:spcPct val="0"/>
              </a:spcAft>
              <a:defRPr/>
            </a:pPr>
            <a:fld id="{A3D7B3C4-044D-41A6-AD01-B4D2B88DA865}" type="slidenum">
              <a:rPr lang="zh-TW" altLang="en-US"/>
              <a:pPr fontAlgn="base">
                <a:spcBef>
                  <a:spcPct val="0"/>
                </a:spcBef>
                <a:spcAft>
                  <a:spcPct val="0"/>
                </a:spcAft>
                <a:defRPr/>
              </a:pPr>
              <a:t>‹#›</a:t>
            </a:fld>
            <a:endParaRPr lang="zh-TW" altLang="en-US"/>
          </a:p>
        </p:txBody>
      </p:sp>
    </p:spTree>
    <p:extLst>
      <p:ext uri="{BB962C8B-B14F-4D97-AF65-F5344CB8AC3E}">
        <p14:creationId xmlns:p14="http://schemas.microsoft.com/office/powerpoint/2010/main" val="2736924596"/>
      </p:ext>
    </p:extLst>
  </p:cSld>
  <p:clrMap bg1="lt1" tx1="dk1" bg2="lt2" tx2="dk2" accent1="accent1" accent2="accent2" accent3="accent3" accent4="accent4" accent5="accent5" accent6="accent6" hlink="hlink" folHlink="folHlink"/>
  <p:sldLayoutIdLst>
    <p:sldLayoutId id="2147484305" r:id="rId1"/>
    <p:sldLayoutId id="2147484306" r:id="rId2"/>
    <p:sldLayoutId id="2147484307" r:id="rId3"/>
    <p:sldLayoutId id="2147484308" r:id="rId4"/>
    <p:sldLayoutId id="2147484309" r:id="rId5"/>
    <p:sldLayoutId id="2147484310" r:id="rId6"/>
    <p:sldLayoutId id="2147484311" r:id="rId7"/>
    <p:sldLayoutId id="2147484312" r:id="rId8"/>
    <p:sldLayoutId id="2147484313" r:id="rId9"/>
    <p:sldLayoutId id="2147484314" r:id="rId10"/>
    <p:sldLayoutId id="2147484315" r:id="rId11"/>
    <p:sldLayoutId id="2147484316"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ea typeface="新細明體" pitchFamily="18" charset="-120"/>
        </a:defRPr>
      </a:lvl2pPr>
      <a:lvl3pPr algn="ctr" rtl="0" eaLnBrk="0" fontAlgn="base" hangingPunct="0">
        <a:spcBef>
          <a:spcPct val="0"/>
        </a:spcBef>
        <a:spcAft>
          <a:spcPct val="0"/>
        </a:spcAft>
        <a:defRPr sz="4400">
          <a:solidFill>
            <a:schemeClr val="tx1"/>
          </a:solidFill>
          <a:latin typeface="Calibri" pitchFamily="34" charset="0"/>
          <a:ea typeface="新細明體" pitchFamily="18" charset="-120"/>
        </a:defRPr>
      </a:lvl3pPr>
      <a:lvl4pPr algn="ctr" rtl="0" eaLnBrk="0" fontAlgn="base" hangingPunct="0">
        <a:spcBef>
          <a:spcPct val="0"/>
        </a:spcBef>
        <a:spcAft>
          <a:spcPct val="0"/>
        </a:spcAft>
        <a:defRPr sz="4400">
          <a:solidFill>
            <a:schemeClr val="tx1"/>
          </a:solidFill>
          <a:latin typeface="Calibri" pitchFamily="34" charset="0"/>
          <a:ea typeface="新細明體" pitchFamily="18" charset="-120"/>
        </a:defRPr>
      </a:lvl4pPr>
      <a:lvl5pPr algn="ctr" rtl="0" eaLnBrk="0" fontAlgn="base" hangingPunct="0">
        <a:spcBef>
          <a:spcPct val="0"/>
        </a:spcBef>
        <a:spcAft>
          <a:spcPct val="0"/>
        </a:spcAft>
        <a:defRPr sz="4400">
          <a:solidFill>
            <a:schemeClr val="tx1"/>
          </a:solidFill>
          <a:latin typeface="Calibri" pitchFamily="34" charset="0"/>
          <a:ea typeface="新細明體" pitchFamily="18" charset="-120"/>
        </a:defRPr>
      </a:lvl5pPr>
      <a:lvl6pPr marL="457200" algn="ctr" rtl="0" fontAlgn="base">
        <a:spcBef>
          <a:spcPct val="0"/>
        </a:spcBef>
        <a:spcAft>
          <a:spcPct val="0"/>
        </a:spcAft>
        <a:defRPr sz="4400">
          <a:solidFill>
            <a:schemeClr val="tx1"/>
          </a:solidFill>
          <a:latin typeface="Calibri" pitchFamily="34" charset="0"/>
          <a:ea typeface="新細明體" pitchFamily="18" charset="-120"/>
        </a:defRPr>
      </a:lvl6pPr>
      <a:lvl7pPr marL="914400" algn="ctr" rtl="0" fontAlgn="base">
        <a:spcBef>
          <a:spcPct val="0"/>
        </a:spcBef>
        <a:spcAft>
          <a:spcPct val="0"/>
        </a:spcAft>
        <a:defRPr sz="4400">
          <a:solidFill>
            <a:schemeClr val="tx1"/>
          </a:solidFill>
          <a:latin typeface="Calibri" pitchFamily="34" charset="0"/>
          <a:ea typeface="新細明體" pitchFamily="18" charset="-120"/>
        </a:defRPr>
      </a:lvl7pPr>
      <a:lvl8pPr marL="1371600" algn="ctr" rtl="0" fontAlgn="base">
        <a:spcBef>
          <a:spcPct val="0"/>
        </a:spcBef>
        <a:spcAft>
          <a:spcPct val="0"/>
        </a:spcAft>
        <a:defRPr sz="4400">
          <a:solidFill>
            <a:schemeClr val="tx1"/>
          </a:solidFill>
          <a:latin typeface="Calibri" pitchFamily="34" charset="0"/>
          <a:ea typeface="新細明體" pitchFamily="18" charset="-120"/>
        </a:defRPr>
      </a:lvl8pPr>
      <a:lvl9pPr marL="1828800" algn="ctr" rtl="0" fontAlgn="base">
        <a:spcBef>
          <a:spcPct val="0"/>
        </a:spcBef>
        <a:spcAft>
          <a:spcPct val="0"/>
        </a:spcAft>
        <a:defRPr sz="4400">
          <a:solidFill>
            <a:schemeClr val="tx1"/>
          </a:solidFill>
          <a:latin typeface="Calibri" pitchFamily="34" charset="0"/>
          <a:ea typeface="新細明體" pitchFamily="18" charset="-12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標題版面配置區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1027" name="文字版面配置區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kumimoji="0" sz="1200">
                <a:solidFill>
                  <a:schemeClr val="tx1">
                    <a:tint val="75000"/>
                  </a:schemeClr>
                </a:solidFill>
                <a:latin typeface="+mn-lt"/>
                <a:ea typeface="+mn-ea"/>
              </a:defRPr>
            </a:lvl1pPr>
          </a:lstStyle>
          <a:p>
            <a:pPr>
              <a:defRPr/>
            </a:pPr>
            <a:fld id="{E03FAACE-632B-4E02-A096-C9AD6B561700}"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kumimoji="0" sz="1200">
                <a:solidFill>
                  <a:schemeClr val="tx1">
                    <a:tint val="75000"/>
                  </a:schemeClr>
                </a:solidFill>
                <a:latin typeface="+mn-lt"/>
                <a:ea typeface="+mn-ea"/>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kumimoji="0" sz="1200">
                <a:solidFill>
                  <a:srgbClr val="898989"/>
                </a:solidFill>
                <a:latin typeface="Calibri" pitchFamily="34" charset="0"/>
              </a:defRPr>
            </a:lvl1pPr>
          </a:lstStyle>
          <a:p>
            <a:pPr fontAlgn="base">
              <a:spcBef>
                <a:spcPct val="0"/>
              </a:spcBef>
              <a:spcAft>
                <a:spcPct val="0"/>
              </a:spcAft>
              <a:defRPr/>
            </a:pPr>
            <a:fld id="{A3D7B3C4-044D-41A6-AD01-B4D2B88DA865}" type="slidenum">
              <a:rPr lang="zh-TW" altLang="en-US"/>
              <a:pPr fontAlgn="base">
                <a:spcBef>
                  <a:spcPct val="0"/>
                </a:spcBef>
                <a:spcAft>
                  <a:spcPct val="0"/>
                </a:spcAft>
                <a:defRPr/>
              </a:pPr>
              <a:t>‹#›</a:t>
            </a:fld>
            <a:endParaRPr lang="zh-TW" altLang="en-US"/>
          </a:p>
        </p:txBody>
      </p:sp>
    </p:spTree>
    <p:extLst>
      <p:ext uri="{BB962C8B-B14F-4D97-AF65-F5344CB8AC3E}">
        <p14:creationId xmlns:p14="http://schemas.microsoft.com/office/powerpoint/2010/main" val="3958335746"/>
      </p:ext>
    </p:extLst>
  </p:cSld>
  <p:clrMap bg1="lt1" tx1="dk1" bg2="lt2" tx2="dk2" accent1="accent1" accent2="accent2" accent3="accent3" accent4="accent4" accent5="accent5" accent6="accent6" hlink="hlink" folHlink="folHlink"/>
  <p:sldLayoutIdLst>
    <p:sldLayoutId id="2147484318" r:id="rId1"/>
    <p:sldLayoutId id="2147484319" r:id="rId2"/>
    <p:sldLayoutId id="2147484320" r:id="rId3"/>
    <p:sldLayoutId id="2147484321" r:id="rId4"/>
    <p:sldLayoutId id="2147484322" r:id="rId5"/>
    <p:sldLayoutId id="2147484323" r:id="rId6"/>
    <p:sldLayoutId id="2147484324" r:id="rId7"/>
    <p:sldLayoutId id="2147484325" r:id="rId8"/>
    <p:sldLayoutId id="2147484326" r:id="rId9"/>
    <p:sldLayoutId id="2147484327" r:id="rId10"/>
    <p:sldLayoutId id="2147484328" r:id="rId11"/>
    <p:sldLayoutId id="2147484329"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ea typeface="新細明體" pitchFamily="18" charset="-120"/>
        </a:defRPr>
      </a:lvl2pPr>
      <a:lvl3pPr algn="ctr" rtl="0" eaLnBrk="0" fontAlgn="base" hangingPunct="0">
        <a:spcBef>
          <a:spcPct val="0"/>
        </a:spcBef>
        <a:spcAft>
          <a:spcPct val="0"/>
        </a:spcAft>
        <a:defRPr sz="4400">
          <a:solidFill>
            <a:schemeClr val="tx1"/>
          </a:solidFill>
          <a:latin typeface="Calibri" pitchFamily="34" charset="0"/>
          <a:ea typeface="新細明體" pitchFamily="18" charset="-120"/>
        </a:defRPr>
      </a:lvl3pPr>
      <a:lvl4pPr algn="ctr" rtl="0" eaLnBrk="0" fontAlgn="base" hangingPunct="0">
        <a:spcBef>
          <a:spcPct val="0"/>
        </a:spcBef>
        <a:spcAft>
          <a:spcPct val="0"/>
        </a:spcAft>
        <a:defRPr sz="4400">
          <a:solidFill>
            <a:schemeClr val="tx1"/>
          </a:solidFill>
          <a:latin typeface="Calibri" pitchFamily="34" charset="0"/>
          <a:ea typeface="新細明體" pitchFamily="18" charset="-120"/>
        </a:defRPr>
      </a:lvl4pPr>
      <a:lvl5pPr algn="ctr" rtl="0" eaLnBrk="0" fontAlgn="base" hangingPunct="0">
        <a:spcBef>
          <a:spcPct val="0"/>
        </a:spcBef>
        <a:spcAft>
          <a:spcPct val="0"/>
        </a:spcAft>
        <a:defRPr sz="4400">
          <a:solidFill>
            <a:schemeClr val="tx1"/>
          </a:solidFill>
          <a:latin typeface="Calibri" pitchFamily="34" charset="0"/>
          <a:ea typeface="新細明體" pitchFamily="18" charset="-120"/>
        </a:defRPr>
      </a:lvl5pPr>
      <a:lvl6pPr marL="457200" algn="ctr" rtl="0" fontAlgn="base">
        <a:spcBef>
          <a:spcPct val="0"/>
        </a:spcBef>
        <a:spcAft>
          <a:spcPct val="0"/>
        </a:spcAft>
        <a:defRPr sz="4400">
          <a:solidFill>
            <a:schemeClr val="tx1"/>
          </a:solidFill>
          <a:latin typeface="Calibri" pitchFamily="34" charset="0"/>
          <a:ea typeface="新細明體" pitchFamily="18" charset="-120"/>
        </a:defRPr>
      </a:lvl6pPr>
      <a:lvl7pPr marL="914400" algn="ctr" rtl="0" fontAlgn="base">
        <a:spcBef>
          <a:spcPct val="0"/>
        </a:spcBef>
        <a:spcAft>
          <a:spcPct val="0"/>
        </a:spcAft>
        <a:defRPr sz="4400">
          <a:solidFill>
            <a:schemeClr val="tx1"/>
          </a:solidFill>
          <a:latin typeface="Calibri" pitchFamily="34" charset="0"/>
          <a:ea typeface="新細明體" pitchFamily="18" charset="-120"/>
        </a:defRPr>
      </a:lvl7pPr>
      <a:lvl8pPr marL="1371600" algn="ctr" rtl="0" fontAlgn="base">
        <a:spcBef>
          <a:spcPct val="0"/>
        </a:spcBef>
        <a:spcAft>
          <a:spcPct val="0"/>
        </a:spcAft>
        <a:defRPr sz="4400">
          <a:solidFill>
            <a:schemeClr val="tx1"/>
          </a:solidFill>
          <a:latin typeface="Calibri" pitchFamily="34" charset="0"/>
          <a:ea typeface="新細明體" pitchFamily="18" charset="-120"/>
        </a:defRPr>
      </a:lvl8pPr>
      <a:lvl9pPr marL="1828800" algn="ctr" rtl="0" fontAlgn="base">
        <a:spcBef>
          <a:spcPct val="0"/>
        </a:spcBef>
        <a:spcAft>
          <a:spcPct val="0"/>
        </a:spcAft>
        <a:defRPr sz="4400">
          <a:solidFill>
            <a:schemeClr val="tx1"/>
          </a:solidFill>
          <a:latin typeface="Calibri" pitchFamily="34" charset="0"/>
          <a:ea typeface="新細明體" pitchFamily="18" charset="-12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標題版面配置區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1027" name="文字版面配置區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kumimoji="0" sz="1200">
                <a:solidFill>
                  <a:schemeClr val="tx1">
                    <a:tint val="75000"/>
                  </a:schemeClr>
                </a:solidFill>
                <a:latin typeface="+mn-lt"/>
                <a:ea typeface="+mn-ea"/>
              </a:defRPr>
            </a:lvl1pPr>
          </a:lstStyle>
          <a:p>
            <a:pPr>
              <a:defRPr/>
            </a:pPr>
            <a:fld id="{E03FAACE-632B-4E02-A096-C9AD6B561700}"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kumimoji="0" sz="1200">
                <a:solidFill>
                  <a:schemeClr val="tx1">
                    <a:tint val="75000"/>
                  </a:schemeClr>
                </a:solidFill>
                <a:latin typeface="+mn-lt"/>
                <a:ea typeface="+mn-ea"/>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kumimoji="0" sz="1200">
                <a:solidFill>
                  <a:srgbClr val="898989"/>
                </a:solidFill>
                <a:latin typeface="Calibri" pitchFamily="34" charset="0"/>
              </a:defRPr>
            </a:lvl1pPr>
          </a:lstStyle>
          <a:p>
            <a:pPr fontAlgn="base">
              <a:spcBef>
                <a:spcPct val="0"/>
              </a:spcBef>
              <a:spcAft>
                <a:spcPct val="0"/>
              </a:spcAft>
              <a:defRPr/>
            </a:pPr>
            <a:fld id="{A3D7B3C4-044D-41A6-AD01-B4D2B88DA865}" type="slidenum">
              <a:rPr lang="zh-TW" altLang="en-US"/>
              <a:pPr fontAlgn="base">
                <a:spcBef>
                  <a:spcPct val="0"/>
                </a:spcBef>
                <a:spcAft>
                  <a:spcPct val="0"/>
                </a:spcAft>
                <a:defRPr/>
              </a:pPr>
              <a:t>‹#›</a:t>
            </a:fld>
            <a:endParaRPr lang="zh-TW" altLang="en-US"/>
          </a:p>
        </p:txBody>
      </p:sp>
    </p:spTree>
    <p:extLst>
      <p:ext uri="{BB962C8B-B14F-4D97-AF65-F5344CB8AC3E}">
        <p14:creationId xmlns:p14="http://schemas.microsoft.com/office/powerpoint/2010/main" val="8070564"/>
      </p:ext>
    </p:extLst>
  </p:cSld>
  <p:clrMap bg1="lt1" tx1="dk1" bg2="lt2" tx2="dk2" accent1="accent1" accent2="accent2" accent3="accent3" accent4="accent4" accent5="accent5" accent6="accent6" hlink="hlink" folHlink="folHlink"/>
  <p:sldLayoutIdLst>
    <p:sldLayoutId id="2147484331" r:id="rId1"/>
    <p:sldLayoutId id="2147484332" r:id="rId2"/>
    <p:sldLayoutId id="2147484333" r:id="rId3"/>
    <p:sldLayoutId id="2147484334" r:id="rId4"/>
    <p:sldLayoutId id="2147484335" r:id="rId5"/>
    <p:sldLayoutId id="2147484336" r:id="rId6"/>
    <p:sldLayoutId id="2147484337" r:id="rId7"/>
    <p:sldLayoutId id="2147484338" r:id="rId8"/>
    <p:sldLayoutId id="2147484339" r:id="rId9"/>
    <p:sldLayoutId id="2147484340" r:id="rId10"/>
    <p:sldLayoutId id="2147484341" r:id="rId11"/>
    <p:sldLayoutId id="2147484342"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ea typeface="新細明體" pitchFamily="18" charset="-120"/>
        </a:defRPr>
      </a:lvl2pPr>
      <a:lvl3pPr algn="ctr" rtl="0" eaLnBrk="0" fontAlgn="base" hangingPunct="0">
        <a:spcBef>
          <a:spcPct val="0"/>
        </a:spcBef>
        <a:spcAft>
          <a:spcPct val="0"/>
        </a:spcAft>
        <a:defRPr sz="4400">
          <a:solidFill>
            <a:schemeClr val="tx1"/>
          </a:solidFill>
          <a:latin typeface="Calibri" pitchFamily="34" charset="0"/>
          <a:ea typeface="新細明體" pitchFamily="18" charset="-120"/>
        </a:defRPr>
      </a:lvl3pPr>
      <a:lvl4pPr algn="ctr" rtl="0" eaLnBrk="0" fontAlgn="base" hangingPunct="0">
        <a:spcBef>
          <a:spcPct val="0"/>
        </a:spcBef>
        <a:spcAft>
          <a:spcPct val="0"/>
        </a:spcAft>
        <a:defRPr sz="4400">
          <a:solidFill>
            <a:schemeClr val="tx1"/>
          </a:solidFill>
          <a:latin typeface="Calibri" pitchFamily="34" charset="0"/>
          <a:ea typeface="新細明體" pitchFamily="18" charset="-120"/>
        </a:defRPr>
      </a:lvl4pPr>
      <a:lvl5pPr algn="ctr" rtl="0" eaLnBrk="0" fontAlgn="base" hangingPunct="0">
        <a:spcBef>
          <a:spcPct val="0"/>
        </a:spcBef>
        <a:spcAft>
          <a:spcPct val="0"/>
        </a:spcAft>
        <a:defRPr sz="4400">
          <a:solidFill>
            <a:schemeClr val="tx1"/>
          </a:solidFill>
          <a:latin typeface="Calibri" pitchFamily="34" charset="0"/>
          <a:ea typeface="新細明體" pitchFamily="18" charset="-120"/>
        </a:defRPr>
      </a:lvl5pPr>
      <a:lvl6pPr marL="457200" algn="ctr" rtl="0" fontAlgn="base">
        <a:spcBef>
          <a:spcPct val="0"/>
        </a:spcBef>
        <a:spcAft>
          <a:spcPct val="0"/>
        </a:spcAft>
        <a:defRPr sz="4400">
          <a:solidFill>
            <a:schemeClr val="tx1"/>
          </a:solidFill>
          <a:latin typeface="Calibri" pitchFamily="34" charset="0"/>
          <a:ea typeface="新細明體" pitchFamily="18" charset="-120"/>
        </a:defRPr>
      </a:lvl6pPr>
      <a:lvl7pPr marL="914400" algn="ctr" rtl="0" fontAlgn="base">
        <a:spcBef>
          <a:spcPct val="0"/>
        </a:spcBef>
        <a:spcAft>
          <a:spcPct val="0"/>
        </a:spcAft>
        <a:defRPr sz="4400">
          <a:solidFill>
            <a:schemeClr val="tx1"/>
          </a:solidFill>
          <a:latin typeface="Calibri" pitchFamily="34" charset="0"/>
          <a:ea typeface="新細明體" pitchFamily="18" charset="-120"/>
        </a:defRPr>
      </a:lvl7pPr>
      <a:lvl8pPr marL="1371600" algn="ctr" rtl="0" fontAlgn="base">
        <a:spcBef>
          <a:spcPct val="0"/>
        </a:spcBef>
        <a:spcAft>
          <a:spcPct val="0"/>
        </a:spcAft>
        <a:defRPr sz="4400">
          <a:solidFill>
            <a:schemeClr val="tx1"/>
          </a:solidFill>
          <a:latin typeface="Calibri" pitchFamily="34" charset="0"/>
          <a:ea typeface="新細明體" pitchFamily="18" charset="-120"/>
        </a:defRPr>
      </a:lvl8pPr>
      <a:lvl9pPr marL="1828800" algn="ctr" rtl="0" fontAlgn="base">
        <a:spcBef>
          <a:spcPct val="0"/>
        </a:spcBef>
        <a:spcAft>
          <a:spcPct val="0"/>
        </a:spcAft>
        <a:defRPr sz="4400">
          <a:solidFill>
            <a:schemeClr val="tx1"/>
          </a:solidFill>
          <a:latin typeface="Calibri" pitchFamily="34" charset="0"/>
          <a:ea typeface="新細明體" pitchFamily="18" charset="-12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標題版面配置區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1027" name="文字版面配置區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kumimoji="0" sz="1200">
                <a:solidFill>
                  <a:schemeClr val="tx1">
                    <a:tint val="75000"/>
                  </a:schemeClr>
                </a:solidFill>
                <a:latin typeface="+mn-lt"/>
                <a:ea typeface="+mn-ea"/>
              </a:defRPr>
            </a:lvl1pPr>
          </a:lstStyle>
          <a:p>
            <a:pPr>
              <a:defRPr/>
            </a:pPr>
            <a:fld id="{E03FAACE-632B-4E02-A096-C9AD6B561700}"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kumimoji="0" sz="1200">
                <a:solidFill>
                  <a:schemeClr val="tx1">
                    <a:tint val="75000"/>
                  </a:schemeClr>
                </a:solidFill>
                <a:latin typeface="+mn-lt"/>
                <a:ea typeface="+mn-ea"/>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kumimoji="0" sz="1200">
                <a:solidFill>
                  <a:srgbClr val="898989"/>
                </a:solidFill>
                <a:latin typeface="Calibri" pitchFamily="34" charset="0"/>
              </a:defRPr>
            </a:lvl1pPr>
          </a:lstStyle>
          <a:p>
            <a:pPr fontAlgn="base">
              <a:spcBef>
                <a:spcPct val="0"/>
              </a:spcBef>
              <a:spcAft>
                <a:spcPct val="0"/>
              </a:spcAft>
              <a:defRPr/>
            </a:pPr>
            <a:fld id="{A3D7B3C4-044D-41A6-AD01-B4D2B88DA865}" type="slidenum">
              <a:rPr lang="zh-TW" altLang="en-US"/>
              <a:pPr fontAlgn="base">
                <a:spcBef>
                  <a:spcPct val="0"/>
                </a:spcBef>
                <a:spcAft>
                  <a:spcPct val="0"/>
                </a:spcAft>
                <a:defRPr/>
              </a:pPr>
              <a:t>‹#›</a:t>
            </a:fld>
            <a:endParaRPr lang="zh-TW" altLang="en-US"/>
          </a:p>
        </p:txBody>
      </p:sp>
    </p:spTree>
    <p:extLst>
      <p:ext uri="{BB962C8B-B14F-4D97-AF65-F5344CB8AC3E}">
        <p14:creationId xmlns:p14="http://schemas.microsoft.com/office/powerpoint/2010/main" val="1161197925"/>
      </p:ext>
    </p:extLst>
  </p:cSld>
  <p:clrMap bg1="lt1" tx1="dk1" bg2="lt2" tx2="dk2" accent1="accent1" accent2="accent2" accent3="accent3" accent4="accent4" accent5="accent5" accent6="accent6" hlink="hlink" folHlink="folHlink"/>
  <p:sldLayoutIdLst>
    <p:sldLayoutId id="2147484344" r:id="rId1"/>
    <p:sldLayoutId id="2147484345" r:id="rId2"/>
    <p:sldLayoutId id="2147484346" r:id="rId3"/>
    <p:sldLayoutId id="2147484347" r:id="rId4"/>
    <p:sldLayoutId id="2147484348" r:id="rId5"/>
    <p:sldLayoutId id="2147484349" r:id="rId6"/>
    <p:sldLayoutId id="2147484350" r:id="rId7"/>
    <p:sldLayoutId id="2147484351" r:id="rId8"/>
    <p:sldLayoutId id="2147484352" r:id="rId9"/>
    <p:sldLayoutId id="2147484353" r:id="rId10"/>
    <p:sldLayoutId id="2147484354" r:id="rId11"/>
    <p:sldLayoutId id="2147484355"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ea typeface="新細明體" pitchFamily="18" charset="-120"/>
        </a:defRPr>
      </a:lvl2pPr>
      <a:lvl3pPr algn="ctr" rtl="0" eaLnBrk="0" fontAlgn="base" hangingPunct="0">
        <a:spcBef>
          <a:spcPct val="0"/>
        </a:spcBef>
        <a:spcAft>
          <a:spcPct val="0"/>
        </a:spcAft>
        <a:defRPr sz="4400">
          <a:solidFill>
            <a:schemeClr val="tx1"/>
          </a:solidFill>
          <a:latin typeface="Calibri" pitchFamily="34" charset="0"/>
          <a:ea typeface="新細明體" pitchFamily="18" charset="-120"/>
        </a:defRPr>
      </a:lvl3pPr>
      <a:lvl4pPr algn="ctr" rtl="0" eaLnBrk="0" fontAlgn="base" hangingPunct="0">
        <a:spcBef>
          <a:spcPct val="0"/>
        </a:spcBef>
        <a:spcAft>
          <a:spcPct val="0"/>
        </a:spcAft>
        <a:defRPr sz="4400">
          <a:solidFill>
            <a:schemeClr val="tx1"/>
          </a:solidFill>
          <a:latin typeface="Calibri" pitchFamily="34" charset="0"/>
          <a:ea typeface="新細明體" pitchFamily="18" charset="-120"/>
        </a:defRPr>
      </a:lvl4pPr>
      <a:lvl5pPr algn="ctr" rtl="0" eaLnBrk="0" fontAlgn="base" hangingPunct="0">
        <a:spcBef>
          <a:spcPct val="0"/>
        </a:spcBef>
        <a:spcAft>
          <a:spcPct val="0"/>
        </a:spcAft>
        <a:defRPr sz="4400">
          <a:solidFill>
            <a:schemeClr val="tx1"/>
          </a:solidFill>
          <a:latin typeface="Calibri" pitchFamily="34" charset="0"/>
          <a:ea typeface="新細明體" pitchFamily="18" charset="-120"/>
        </a:defRPr>
      </a:lvl5pPr>
      <a:lvl6pPr marL="457200" algn="ctr" rtl="0" fontAlgn="base">
        <a:spcBef>
          <a:spcPct val="0"/>
        </a:spcBef>
        <a:spcAft>
          <a:spcPct val="0"/>
        </a:spcAft>
        <a:defRPr sz="4400">
          <a:solidFill>
            <a:schemeClr val="tx1"/>
          </a:solidFill>
          <a:latin typeface="Calibri" pitchFamily="34" charset="0"/>
          <a:ea typeface="新細明體" pitchFamily="18" charset="-120"/>
        </a:defRPr>
      </a:lvl6pPr>
      <a:lvl7pPr marL="914400" algn="ctr" rtl="0" fontAlgn="base">
        <a:spcBef>
          <a:spcPct val="0"/>
        </a:spcBef>
        <a:spcAft>
          <a:spcPct val="0"/>
        </a:spcAft>
        <a:defRPr sz="4400">
          <a:solidFill>
            <a:schemeClr val="tx1"/>
          </a:solidFill>
          <a:latin typeface="Calibri" pitchFamily="34" charset="0"/>
          <a:ea typeface="新細明體" pitchFamily="18" charset="-120"/>
        </a:defRPr>
      </a:lvl7pPr>
      <a:lvl8pPr marL="1371600" algn="ctr" rtl="0" fontAlgn="base">
        <a:spcBef>
          <a:spcPct val="0"/>
        </a:spcBef>
        <a:spcAft>
          <a:spcPct val="0"/>
        </a:spcAft>
        <a:defRPr sz="4400">
          <a:solidFill>
            <a:schemeClr val="tx1"/>
          </a:solidFill>
          <a:latin typeface="Calibri" pitchFamily="34" charset="0"/>
          <a:ea typeface="新細明體" pitchFamily="18" charset="-120"/>
        </a:defRPr>
      </a:lvl8pPr>
      <a:lvl9pPr marL="1828800" algn="ctr" rtl="0" fontAlgn="base">
        <a:spcBef>
          <a:spcPct val="0"/>
        </a:spcBef>
        <a:spcAft>
          <a:spcPct val="0"/>
        </a:spcAft>
        <a:defRPr sz="4400">
          <a:solidFill>
            <a:schemeClr val="tx1"/>
          </a:solidFill>
          <a:latin typeface="Calibri" pitchFamily="34" charset="0"/>
          <a:ea typeface="新細明體" pitchFamily="18" charset="-12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標題版面配置區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1027" name="文字版面配置區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kumimoji="0" sz="1200">
                <a:solidFill>
                  <a:schemeClr val="tx1">
                    <a:tint val="75000"/>
                  </a:schemeClr>
                </a:solidFill>
                <a:latin typeface="+mn-lt"/>
                <a:ea typeface="+mn-ea"/>
              </a:defRPr>
            </a:lvl1pPr>
          </a:lstStyle>
          <a:p>
            <a:pPr>
              <a:defRPr/>
            </a:pPr>
            <a:fld id="{E03FAACE-632B-4E02-A096-C9AD6B561700}"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kumimoji="0" sz="1200">
                <a:solidFill>
                  <a:schemeClr val="tx1">
                    <a:tint val="75000"/>
                  </a:schemeClr>
                </a:solidFill>
                <a:latin typeface="+mn-lt"/>
                <a:ea typeface="+mn-ea"/>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kumimoji="0" sz="1200">
                <a:solidFill>
                  <a:srgbClr val="898989"/>
                </a:solidFill>
                <a:latin typeface="Calibri" pitchFamily="34" charset="0"/>
              </a:defRPr>
            </a:lvl1pPr>
          </a:lstStyle>
          <a:p>
            <a:pPr fontAlgn="base">
              <a:spcBef>
                <a:spcPct val="0"/>
              </a:spcBef>
              <a:spcAft>
                <a:spcPct val="0"/>
              </a:spcAft>
              <a:defRPr/>
            </a:pPr>
            <a:fld id="{A3D7B3C4-044D-41A6-AD01-B4D2B88DA865}" type="slidenum">
              <a:rPr lang="zh-TW" altLang="en-US"/>
              <a:pPr fontAlgn="base">
                <a:spcBef>
                  <a:spcPct val="0"/>
                </a:spcBef>
                <a:spcAft>
                  <a:spcPct val="0"/>
                </a:spcAft>
                <a:defRPr/>
              </a:pPr>
              <a:t>‹#›</a:t>
            </a:fld>
            <a:endParaRPr lang="zh-TW" altLang="en-US"/>
          </a:p>
        </p:txBody>
      </p:sp>
    </p:spTree>
    <p:extLst>
      <p:ext uri="{BB962C8B-B14F-4D97-AF65-F5344CB8AC3E}">
        <p14:creationId xmlns:p14="http://schemas.microsoft.com/office/powerpoint/2010/main" val="1441856668"/>
      </p:ext>
    </p:extLst>
  </p:cSld>
  <p:clrMap bg1="lt1" tx1="dk1" bg2="lt2" tx2="dk2" accent1="accent1" accent2="accent2" accent3="accent3" accent4="accent4" accent5="accent5" accent6="accent6" hlink="hlink" folHlink="folHlink"/>
  <p:sldLayoutIdLst>
    <p:sldLayoutId id="2147484357" r:id="rId1"/>
    <p:sldLayoutId id="2147484358" r:id="rId2"/>
    <p:sldLayoutId id="2147484359" r:id="rId3"/>
    <p:sldLayoutId id="2147484360" r:id="rId4"/>
    <p:sldLayoutId id="2147484361" r:id="rId5"/>
    <p:sldLayoutId id="2147484362" r:id="rId6"/>
    <p:sldLayoutId id="2147484363" r:id="rId7"/>
    <p:sldLayoutId id="2147484364" r:id="rId8"/>
    <p:sldLayoutId id="2147484365" r:id="rId9"/>
    <p:sldLayoutId id="2147484366" r:id="rId10"/>
    <p:sldLayoutId id="2147484367" r:id="rId11"/>
    <p:sldLayoutId id="2147484368"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ea typeface="新細明體" pitchFamily="18" charset="-120"/>
        </a:defRPr>
      </a:lvl2pPr>
      <a:lvl3pPr algn="ctr" rtl="0" eaLnBrk="0" fontAlgn="base" hangingPunct="0">
        <a:spcBef>
          <a:spcPct val="0"/>
        </a:spcBef>
        <a:spcAft>
          <a:spcPct val="0"/>
        </a:spcAft>
        <a:defRPr sz="4400">
          <a:solidFill>
            <a:schemeClr val="tx1"/>
          </a:solidFill>
          <a:latin typeface="Calibri" pitchFamily="34" charset="0"/>
          <a:ea typeface="新細明體" pitchFamily="18" charset="-120"/>
        </a:defRPr>
      </a:lvl3pPr>
      <a:lvl4pPr algn="ctr" rtl="0" eaLnBrk="0" fontAlgn="base" hangingPunct="0">
        <a:spcBef>
          <a:spcPct val="0"/>
        </a:spcBef>
        <a:spcAft>
          <a:spcPct val="0"/>
        </a:spcAft>
        <a:defRPr sz="4400">
          <a:solidFill>
            <a:schemeClr val="tx1"/>
          </a:solidFill>
          <a:latin typeface="Calibri" pitchFamily="34" charset="0"/>
          <a:ea typeface="新細明體" pitchFamily="18" charset="-120"/>
        </a:defRPr>
      </a:lvl4pPr>
      <a:lvl5pPr algn="ctr" rtl="0" eaLnBrk="0" fontAlgn="base" hangingPunct="0">
        <a:spcBef>
          <a:spcPct val="0"/>
        </a:spcBef>
        <a:spcAft>
          <a:spcPct val="0"/>
        </a:spcAft>
        <a:defRPr sz="4400">
          <a:solidFill>
            <a:schemeClr val="tx1"/>
          </a:solidFill>
          <a:latin typeface="Calibri" pitchFamily="34" charset="0"/>
          <a:ea typeface="新細明體" pitchFamily="18" charset="-120"/>
        </a:defRPr>
      </a:lvl5pPr>
      <a:lvl6pPr marL="457200" algn="ctr" rtl="0" fontAlgn="base">
        <a:spcBef>
          <a:spcPct val="0"/>
        </a:spcBef>
        <a:spcAft>
          <a:spcPct val="0"/>
        </a:spcAft>
        <a:defRPr sz="4400">
          <a:solidFill>
            <a:schemeClr val="tx1"/>
          </a:solidFill>
          <a:latin typeface="Calibri" pitchFamily="34" charset="0"/>
          <a:ea typeface="新細明體" pitchFamily="18" charset="-120"/>
        </a:defRPr>
      </a:lvl6pPr>
      <a:lvl7pPr marL="914400" algn="ctr" rtl="0" fontAlgn="base">
        <a:spcBef>
          <a:spcPct val="0"/>
        </a:spcBef>
        <a:spcAft>
          <a:spcPct val="0"/>
        </a:spcAft>
        <a:defRPr sz="4400">
          <a:solidFill>
            <a:schemeClr val="tx1"/>
          </a:solidFill>
          <a:latin typeface="Calibri" pitchFamily="34" charset="0"/>
          <a:ea typeface="新細明體" pitchFamily="18" charset="-120"/>
        </a:defRPr>
      </a:lvl7pPr>
      <a:lvl8pPr marL="1371600" algn="ctr" rtl="0" fontAlgn="base">
        <a:spcBef>
          <a:spcPct val="0"/>
        </a:spcBef>
        <a:spcAft>
          <a:spcPct val="0"/>
        </a:spcAft>
        <a:defRPr sz="4400">
          <a:solidFill>
            <a:schemeClr val="tx1"/>
          </a:solidFill>
          <a:latin typeface="Calibri" pitchFamily="34" charset="0"/>
          <a:ea typeface="新細明體" pitchFamily="18" charset="-120"/>
        </a:defRPr>
      </a:lvl8pPr>
      <a:lvl9pPr marL="1828800" algn="ctr" rtl="0" fontAlgn="base">
        <a:spcBef>
          <a:spcPct val="0"/>
        </a:spcBef>
        <a:spcAft>
          <a:spcPct val="0"/>
        </a:spcAft>
        <a:defRPr sz="4400">
          <a:solidFill>
            <a:schemeClr val="tx1"/>
          </a:solidFill>
          <a:latin typeface="Calibri" pitchFamily="34" charset="0"/>
          <a:ea typeface="新細明體" pitchFamily="18" charset="-12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標題版面配置區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1027" name="文字版面配置區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kumimoji="0" sz="1200">
                <a:solidFill>
                  <a:schemeClr val="tx1">
                    <a:tint val="75000"/>
                  </a:schemeClr>
                </a:solidFill>
                <a:latin typeface="+mn-lt"/>
                <a:ea typeface="+mn-ea"/>
              </a:defRPr>
            </a:lvl1pPr>
          </a:lstStyle>
          <a:p>
            <a:pPr>
              <a:defRPr/>
            </a:pPr>
            <a:fld id="{E03FAACE-632B-4E02-A096-C9AD6B561700}" type="datetimeFigureOut">
              <a:rPr lang="zh-TW" altLang="en-US">
                <a:solidFill>
                  <a:prstClr val="black">
                    <a:tint val="75000"/>
                  </a:prstClr>
                </a:solidFill>
              </a:rPr>
              <a:pPr>
                <a:defRPr/>
              </a:pPr>
              <a:t>2026/5/16</a:t>
            </a:fld>
            <a:endParaRPr lang="zh-TW" altLang="en-US">
              <a:solidFill>
                <a:prstClr val="black">
                  <a:tint val="75000"/>
                </a:prstClr>
              </a:solidFill>
            </a:endParaRPr>
          </a:p>
        </p:txBody>
      </p:sp>
      <p:sp>
        <p:nvSpPr>
          <p:cNvPr id="5" name="頁尾版面配置區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kumimoji="0" sz="1200">
                <a:solidFill>
                  <a:schemeClr val="tx1">
                    <a:tint val="75000"/>
                  </a:schemeClr>
                </a:solidFill>
                <a:latin typeface="+mn-lt"/>
                <a:ea typeface="+mn-ea"/>
              </a:defRPr>
            </a:lvl1pPr>
          </a:lstStyle>
          <a:p>
            <a:pPr>
              <a:defRPr/>
            </a:pPr>
            <a:endParaRPr lang="zh-TW" altLang="en-US">
              <a:solidFill>
                <a:prstClr val="black">
                  <a:tint val="75000"/>
                </a:prstClr>
              </a:solidFill>
            </a:endParaRPr>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kumimoji="0" sz="1200">
                <a:solidFill>
                  <a:srgbClr val="898989"/>
                </a:solidFill>
                <a:latin typeface="Calibri" pitchFamily="34" charset="0"/>
              </a:defRPr>
            </a:lvl1pPr>
          </a:lstStyle>
          <a:p>
            <a:pPr fontAlgn="base">
              <a:spcBef>
                <a:spcPct val="0"/>
              </a:spcBef>
              <a:spcAft>
                <a:spcPct val="0"/>
              </a:spcAft>
              <a:defRPr/>
            </a:pPr>
            <a:fld id="{A3D7B3C4-044D-41A6-AD01-B4D2B88DA865}" type="slidenum">
              <a:rPr lang="zh-TW" altLang="en-US"/>
              <a:pPr fontAlgn="base">
                <a:spcBef>
                  <a:spcPct val="0"/>
                </a:spcBef>
                <a:spcAft>
                  <a:spcPct val="0"/>
                </a:spcAft>
                <a:defRPr/>
              </a:pPr>
              <a:t>‹#›</a:t>
            </a:fld>
            <a:endParaRPr lang="zh-TW" altLang="en-US"/>
          </a:p>
        </p:txBody>
      </p:sp>
    </p:spTree>
    <p:extLst>
      <p:ext uri="{BB962C8B-B14F-4D97-AF65-F5344CB8AC3E}">
        <p14:creationId xmlns:p14="http://schemas.microsoft.com/office/powerpoint/2010/main" val="2014364528"/>
      </p:ext>
    </p:extLst>
  </p:cSld>
  <p:clrMap bg1="lt1" tx1="dk1" bg2="lt2" tx2="dk2" accent1="accent1" accent2="accent2" accent3="accent3" accent4="accent4" accent5="accent5" accent6="accent6" hlink="hlink" folHlink="folHlink"/>
  <p:sldLayoutIdLst>
    <p:sldLayoutId id="2147484383" r:id="rId1"/>
    <p:sldLayoutId id="2147484384" r:id="rId2"/>
    <p:sldLayoutId id="2147484385" r:id="rId3"/>
    <p:sldLayoutId id="2147484386" r:id="rId4"/>
    <p:sldLayoutId id="2147484387" r:id="rId5"/>
    <p:sldLayoutId id="2147484388" r:id="rId6"/>
    <p:sldLayoutId id="2147484389" r:id="rId7"/>
    <p:sldLayoutId id="2147484390" r:id="rId8"/>
    <p:sldLayoutId id="2147484391" r:id="rId9"/>
    <p:sldLayoutId id="2147484392" r:id="rId10"/>
    <p:sldLayoutId id="2147484393" r:id="rId11"/>
    <p:sldLayoutId id="2147484394"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ea typeface="新細明體" pitchFamily="18" charset="-120"/>
        </a:defRPr>
      </a:lvl2pPr>
      <a:lvl3pPr algn="ctr" rtl="0" eaLnBrk="0" fontAlgn="base" hangingPunct="0">
        <a:spcBef>
          <a:spcPct val="0"/>
        </a:spcBef>
        <a:spcAft>
          <a:spcPct val="0"/>
        </a:spcAft>
        <a:defRPr sz="4400">
          <a:solidFill>
            <a:schemeClr val="tx1"/>
          </a:solidFill>
          <a:latin typeface="Calibri" pitchFamily="34" charset="0"/>
          <a:ea typeface="新細明體" pitchFamily="18" charset="-120"/>
        </a:defRPr>
      </a:lvl3pPr>
      <a:lvl4pPr algn="ctr" rtl="0" eaLnBrk="0" fontAlgn="base" hangingPunct="0">
        <a:spcBef>
          <a:spcPct val="0"/>
        </a:spcBef>
        <a:spcAft>
          <a:spcPct val="0"/>
        </a:spcAft>
        <a:defRPr sz="4400">
          <a:solidFill>
            <a:schemeClr val="tx1"/>
          </a:solidFill>
          <a:latin typeface="Calibri" pitchFamily="34" charset="0"/>
          <a:ea typeface="新細明體" pitchFamily="18" charset="-120"/>
        </a:defRPr>
      </a:lvl4pPr>
      <a:lvl5pPr algn="ctr" rtl="0" eaLnBrk="0" fontAlgn="base" hangingPunct="0">
        <a:spcBef>
          <a:spcPct val="0"/>
        </a:spcBef>
        <a:spcAft>
          <a:spcPct val="0"/>
        </a:spcAft>
        <a:defRPr sz="4400">
          <a:solidFill>
            <a:schemeClr val="tx1"/>
          </a:solidFill>
          <a:latin typeface="Calibri" pitchFamily="34" charset="0"/>
          <a:ea typeface="新細明體" pitchFamily="18" charset="-120"/>
        </a:defRPr>
      </a:lvl5pPr>
      <a:lvl6pPr marL="457200" algn="ctr" rtl="0" fontAlgn="base">
        <a:spcBef>
          <a:spcPct val="0"/>
        </a:spcBef>
        <a:spcAft>
          <a:spcPct val="0"/>
        </a:spcAft>
        <a:defRPr sz="4400">
          <a:solidFill>
            <a:schemeClr val="tx1"/>
          </a:solidFill>
          <a:latin typeface="Calibri" pitchFamily="34" charset="0"/>
          <a:ea typeface="新細明體" pitchFamily="18" charset="-120"/>
        </a:defRPr>
      </a:lvl6pPr>
      <a:lvl7pPr marL="914400" algn="ctr" rtl="0" fontAlgn="base">
        <a:spcBef>
          <a:spcPct val="0"/>
        </a:spcBef>
        <a:spcAft>
          <a:spcPct val="0"/>
        </a:spcAft>
        <a:defRPr sz="4400">
          <a:solidFill>
            <a:schemeClr val="tx1"/>
          </a:solidFill>
          <a:latin typeface="Calibri" pitchFamily="34" charset="0"/>
          <a:ea typeface="新細明體" pitchFamily="18" charset="-120"/>
        </a:defRPr>
      </a:lvl7pPr>
      <a:lvl8pPr marL="1371600" algn="ctr" rtl="0" fontAlgn="base">
        <a:spcBef>
          <a:spcPct val="0"/>
        </a:spcBef>
        <a:spcAft>
          <a:spcPct val="0"/>
        </a:spcAft>
        <a:defRPr sz="4400">
          <a:solidFill>
            <a:schemeClr val="tx1"/>
          </a:solidFill>
          <a:latin typeface="Calibri" pitchFamily="34" charset="0"/>
          <a:ea typeface="新細明體" pitchFamily="18" charset="-120"/>
        </a:defRPr>
      </a:lvl8pPr>
      <a:lvl9pPr marL="1828800" algn="ctr" rtl="0" fontAlgn="base">
        <a:spcBef>
          <a:spcPct val="0"/>
        </a:spcBef>
        <a:spcAft>
          <a:spcPct val="0"/>
        </a:spcAft>
        <a:defRPr sz="4400">
          <a:solidFill>
            <a:schemeClr val="tx1"/>
          </a:solidFill>
          <a:latin typeface="Calibri" pitchFamily="34" charset="0"/>
          <a:ea typeface="新細明體" pitchFamily="18" charset="-12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96" name="Rectangle 72"/>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zh-TW" altLang="en-US" b="1">
              <a:solidFill>
                <a:srgbClr val="024631"/>
              </a:solidFill>
              <a:ea typeface="新細明體" pitchFamily="18" charset="-120"/>
            </a:endParaRPr>
          </a:p>
        </p:txBody>
      </p:sp>
      <p:graphicFrame>
        <p:nvGraphicFramePr>
          <p:cNvPr id="3075" name="Object 164"/>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14" imgW="3809524" imgH="4673016" progId="">
                  <p:embed/>
                </p:oleObj>
              </mc:Choice>
              <mc:Fallback>
                <p:oleObj name="Image" r:id="rId14" imgW="3809524" imgH="4673016" progId="">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3076" name="Object 165"/>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16" imgW="3809524" imgH="4507937" progId="">
                  <p:embed/>
                </p:oleObj>
              </mc:Choice>
              <mc:Fallback>
                <p:oleObj name="Image" r:id="rId16" imgW="3809524" imgH="4507937" progId="">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29" name="Rectangle 5"/>
          <p:cNvSpPr>
            <a:spLocks noGrp="1" noChangeArrowheads="1"/>
          </p:cNvSpPr>
          <p:nvPr>
            <p:ph type="ftr" sz="quarter" idx="3"/>
          </p:nvPr>
        </p:nvSpPr>
        <p:spPr bwMode="auto">
          <a:xfrm>
            <a:off x="5943600" y="6477000"/>
            <a:ext cx="2819400" cy="3365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kumimoji="0" sz="1000" b="0">
                <a:solidFill>
                  <a:srgbClr val="024631"/>
                </a:solidFill>
                <a:latin typeface="Verdana" pitchFamily="34" charset="0"/>
                <a:ea typeface="新細明體" pitchFamily="18" charset="-120"/>
              </a:defRPr>
            </a:lvl1pPr>
          </a:lstStyle>
          <a:p>
            <a:pPr fontAlgn="base">
              <a:spcBef>
                <a:spcPct val="0"/>
              </a:spcBef>
              <a:spcAft>
                <a:spcPct val="0"/>
              </a:spcAft>
              <a:defRPr/>
            </a:pPr>
            <a:r>
              <a:rPr lang="en-US" altLang="zh-TW"/>
              <a:t>www.themegallery.com</a:t>
            </a:r>
          </a:p>
        </p:txBody>
      </p:sp>
      <p:sp>
        <p:nvSpPr>
          <p:cNvPr id="1030" name="Rectangle 6"/>
          <p:cNvSpPr>
            <a:spLocks noGrp="1" noChangeArrowheads="1"/>
          </p:cNvSpPr>
          <p:nvPr>
            <p:ph type="sldNum" sz="quarter" idx="4"/>
          </p:nvPr>
        </p:nvSpPr>
        <p:spPr bwMode="auto">
          <a:xfrm>
            <a:off x="457200" y="6448425"/>
            <a:ext cx="762000" cy="3778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kumimoji="0" sz="1200" b="0">
                <a:solidFill>
                  <a:srgbClr val="024631"/>
                </a:solidFill>
                <a:latin typeface="Verdana" pitchFamily="34" charset="0"/>
                <a:ea typeface="新細明體" pitchFamily="18" charset="-120"/>
              </a:defRPr>
            </a:lvl1pPr>
          </a:lstStyle>
          <a:p>
            <a:pPr fontAlgn="base">
              <a:spcBef>
                <a:spcPct val="0"/>
              </a:spcBef>
              <a:spcAft>
                <a:spcPct val="0"/>
              </a:spcAft>
              <a:defRPr/>
            </a:pPr>
            <a:fld id="{33C445FE-FCAB-4088-9FFB-863E4D2D7655}" type="slidenum">
              <a:rPr lang="en-US" altLang="zh-TW"/>
              <a:pPr fontAlgn="base">
                <a:spcBef>
                  <a:spcPct val="0"/>
                </a:spcBef>
                <a:spcAft>
                  <a:spcPct val="0"/>
                </a:spcAft>
                <a:defRPr/>
              </a:pPr>
              <a:t>‹#›</a:t>
            </a:fld>
            <a:endParaRPr lang="en-US" altLang="zh-TW"/>
          </a:p>
        </p:txBody>
      </p:sp>
      <p:sp>
        <p:nvSpPr>
          <p:cNvPr id="3079" name="Rectangle 2"/>
          <p:cNvSpPr>
            <a:spLocks noGrp="1" noChangeArrowheads="1"/>
          </p:cNvSpPr>
          <p:nvPr>
            <p:ph type="title"/>
          </p:nvPr>
        </p:nvSpPr>
        <p:spPr bwMode="black">
          <a:xfrm>
            <a:off x="304800" y="46038"/>
            <a:ext cx="8382000"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endParaRPr lang="en-US" altLang="zh-TW"/>
          </a:p>
        </p:txBody>
      </p:sp>
      <p:sp>
        <p:nvSpPr>
          <p:cNvPr id="3080" name="Freeform 73"/>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kumimoji="1" lang="zh-TW" altLang="en-US">
              <a:solidFill>
                <a:srgbClr val="024631"/>
              </a:solidFill>
              <a:ea typeface="新細明體" pitchFamily="18" charset="-120"/>
            </a:endParaRPr>
          </a:p>
        </p:txBody>
      </p:sp>
      <p:sp>
        <p:nvSpPr>
          <p:cNvPr id="3081" name="Rectangle 3"/>
          <p:cNvSpPr>
            <a:spLocks noGrp="1" noChangeArrowheads="1"/>
          </p:cNvSpPr>
          <p:nvPr>
            <p:ph type="body" idx="1"/>
          </p:nvPr>
        </p:nvSpPr>
        <p:spPr bwMode="auto">
          <a:xfrm>
            <a:off x="457200" y="990600"/>
            <a:ext cx="82296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zh-TW"/>
          </a:p>
        </p:txBody>
      </p:sp>
    </p:spTree>
    <p:extLst>
      <p:ext uri="{BB962C8B-B14F-4D97-AF65-F5344CB8AC3E}">
        <p14:creationId xmlns:p14="http://schemas.microsoft.com/office/powerpoint/2010/main" val="1428056543"/>
      </p:ext>
    </p:extLst>
  </p:cSld>
  <p:clrMap bg1="lt1" tx1="dk1" bg2="lt2" tx2="dk2" accent1="accent1" accent2="accent2" accent3="accent3" accent4="accent4" accent5="accent5" accent6="accent6" hlink="hlink" folHlink="folHlink"/>
  <p:sldLayoutIdLst>
    <p:sldLayoutId id="2147484396" r:id="rId1"/>
    <p:sldLayoutId id="2147484397" r:id="rId2"/>
    <p:sldLayoutId id="2147484398" r:id="rId3"/>
    <p:sldLayoutId id="2147484399" r:id="rId4"/>
    <p:sldLayoutId id="2147484400" r:id="rId5"/>
    <p:sldLayoutId id="2147484401" r:id="rId6"/>
    <p:sldLayoutId id="2147484402" r:id="rId7"/>
    <p:sldLayoutId id="2147484403" r:id="rId8"/>
    <p:sldLayoutId id="2147484404" r:id="rId9"/>
    <p:sldLayoutId id="2147484405" r:id="rId10"/>
    <p:sldLayoutId id="2147484406" r:id="rId11"/>
    <p:sldLayoutId id="2147484407" r:id="rId12"/>
  </p:sldLayoutIdLst>
  <p:hf hdr="0" ftr="0" dt="0"/>
  <p:txStyles>
    <p:titleStyle>
      <a:lvl1pPr algn="ctr" rtl="0" eaLnBrk="0" fontAlgn="base" hangingPunct="0">
        <a:spcBef>
          <a:spcPct val="0"/>
        </a:spcBef>
        <a:spcAft>
          <a:spcPct val="0"/>
        </a:spcAft>
        <a:defRPr sz="2800" b="1">
          <a:solidFill>
            <a:schemeClr val="bg1"/>
          </a:solidFill>
          <a:latin typeface="+mj-lt"/>
          <a:ea typeface="+mj-ea"/>
          <a:cs typeface="+mj-cs"/>
        </a:defRPr>
      </a:lvl1pPr>
      <a:lvl2pPr algn="ctr" rtl="0" eaLnBrk="0" fontAlgn="base" hangingPunct="0">
        <a:spcBef>
          <a:spcPct val="0"/>
        </a:spcBef>
        <a:spcAft>
          <a:spcPct val="0"/>
        </a:spcAft>
        <a:defRPr sz="2800" b="1">
          <a:solidFill>
            <a:schemeClr val="bg1"/>
          </a:solidFill>
          <a:latin typeface="Arial" pitchFamily="34" charset="0"/>
        </a:defRPr>
      </a:lvl2pPr>
      <a:lvl3pPr algn="ctr" rtl="0" eaLnBrk="0" fontAlgn="base" hangingPunct="0">
        <a:spcBef>
          <a:spcPct val="0"/>
        </a:spcBef>
        <a:spcAft>
          <a:spcPct val="0"/>
        </a:spcAft>
        <a:defRPr sz="2800" b="1">
          <a:solidFill>
            <a:schemeClr val="bg1"/>
          </a:solidFill>
          <a:latin typeface="Arial" pitchFamily="34" charset="0"/>
        </a:defRPr>
      </a:lvl3pPr>
      <a:lvl4pPr algn="ctr" rtl="0" eaLnBrk="0" fontAlgn="base" hangingPunct="0">
        <a:spcBef>
          <a:spcPct val="0"/>
        </a:spcBef>
        <a:spcAft>
          <a:spcPct val="0"/>
        </a:spcAft>
        <a:defRPr sz="2800" b="1">
          <a:solidFill>
            <a:schemeClr val="bg1"/>
          </a:solidFill>
          <a:latin typeface="Arial" pitchFamily="34" charset="0"/>
        </a:defRPr>
      </a:lvl4pPr>
      <a:lvl5pPr algn="ctr" rtl="0" eaLnBrk="0" fontAlgn="base" hangingPunct="0">
        <a:spcBef>
          <a:spcPct val="0"/>
        </a:spcBef>
        <a:spcAft>
          <a:spcPct val="0"/>
        </a:spcAft>
        <a:defRPr sz="2800" b="1">
          <a:solidFill>
            <a:schemeClr val="bg1"/>
          </a:solidFill>
          <a:latin typeface="Arial" pitchFamily="34" charset="0"/>
        </a:defRPr>
      </a:lvl5pPr>
      <a:lvl6pPr marL="457200" algn="ctr" rtl="0" eaLnBrk="1" fontAlgn="base" hangingPunct="1">
        <a:spcBef>
          <a:spcPct val="0"/>
        </a:spcBef>
        <a:spcAft>
          <a:spcPct val="0"/>
        </a:spcAft>
        <a:defRPr sz="2800" b="1">
          <a:solidFill>
            <a:schemeClr val="bg1"/>
          </a:solidFill>
          <a:latin typeface="Arial" pitchFamily="34" charset="0"/>
        </a:defRPr>
      </a:lvl6pPr>
      <a:lvl7pPr marL="914400" algn="ctr" rtl="0" eaLnBrk="1" fontAlgn="base" hangingPunct="1">
        <a:spcBef>
          <a:spcPct val="0"/>
        </a:spcBef>
        <a:spcAft>
          <a:spcPct val="0"/>
        </a:spcAft>
        <a:defRPr sz="2800" b="1">
          <a:solidFill>
            <a:schemeClr val="bg1"/>
          </a:solidFill>
          <a:latin typeface="Arial" pitchFamily="34" charset="0"/>
        </a:defRPr>
      </a:lvl7pPr>
      <a:lvl8pPr marL="1371600" algn="ctr" rtl="0" eaLnBrk="1" fontAlgn="base" hangingPunct="1">
        <a:spcBef>
          <a:spcPct val="0"/>
        </a:spcBef>
        <a:spcAft>
          <a:spcPct val="0"/>
        </a:spcAft>
        <a:defRPr sz="2800" b="1">
          <a:solidFill>
            <a:schemeClr val="bg1"/>
          </a:solidFill>
          <a:latin typeface="Arial" pitchFamily="34" charset="0"/>
        </a:defRPr>
      </a:lvl8pPr>
      <a:lvl9pPr marL="1828800" algn="ctr" rtl="0" eaLnBrk="1" fontAlgn="base" hangingPunct="1">
        <a:spcBef>
          <a:spcPct val="0"/>
        </a:spcBef>
        <a:spcAft>
          <a:spcPct val="0"/>
        </a:spcAft>
        <a:defRPr sz="2800" b="1">
          <a:solidFill>
            <a:schemeClr val="bg1"/>
          </a:solidFill>
          <a:latin typeface="Arial" pitchFamily="34" charset="0"/>
        </a:defRPr>
      </a:lvl9pPr>
    </p:titleStyle>
    <p:bodyStyle>
      <a:lvl1pPr marL="342900" indent="-342900" algn="l" rtl="0" eaLnBrk="0" fontAlgn="base" hangingPunct="0">
        <a:spcBef>
          <a:spcPct val="20000"/>
        </a:spcBef>
        <a:spcAft>
          <a:spcPct val="0"/>
        </a:spcAft>
        <a:buClr>
          <a:schemeClr val="hlink"/>
        </a:buClr>
        <a:buFont typeface="Wingdings" pitchFamily="2" charset="2"/>
        <a:buChar char="v"/>
        <a:defRPr sz="26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itchFamily="2" charset="2"/>
        <a:buChar char="§"/>
        <a:defRPr sz="2400">
          <a:solidFill>
            <a:schemeClr val="tx1"/>
          </a:solidFill>
          <a:latin typeface="+mn-lt"/>
        </a:defRPr>
      </a:lvl2pPr>
      <a:lvl3pPr marL="1143000" indent="-228600" algn="l" rtl="0" eaLnBrk="0" fontAlgn="base" hangingPunct="0">
        <a:spcBef>
          <a:spcPct val="20000"/>
        </a:spcBef>
        <a:spcAft>
          <a:spcPct val="0"/>
        </a:spcAft>
        <a:buClr>
          <a:schemeClr val="tx1"/>
        </a:buClr>
        <a:buChar char="•"/>
        <a:defRPr sz="22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4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614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TW" altLang="en-US"/>
              <a:t>按一下以編輯母片</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solidFill>
                  <a:srgbClr val="000000"/>
                </a:solidFill>
                <a:latin typeface="Arial" pitchFamily="34" charset="0"/>
                <a:ea typeface="新細明體" pitchFamily="18" charset="-120"/>
              </a:defRPr>
            </a:lvl1pPr>
          </a:lstStyle>
          <a:p>
            <a:pPr fontAlgn="base">
              <a:spcBef>
                <a:spcPct val="0"/>
              </a:spcBef>
              <a:spcAft>
                <a:spcPct val="0"/>
              </a:spcAft>
              <a:defRPr/>
            </a:pPr>
            <a:endParaRPr kumimoji="1" lang="en-US" altLang="zh-TW"/>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Arial" pitchFamily="34" charset="0"/>
                <a:ea typeface="新細明體" pitchFamily="18" charset="-120"/>
              </a:defRPr>
            </a:lvl1pPr>
          </a:lstStyle>
          <a:p>
            <a:pPr fontAlgn="base">
              <a:spcBef>
                <a:spcPct val="0"/>
              </a:spcBef>
              <a:spcAft>
                <a:spcPct val="0"/>
              </a:spcAft>
              <a:defRPr/>
            </a:pPr>
            <a:r>
              <a:rPr kumimoji="1" lang="en-US" altLang="zh-TW"/>
              <a:t>www.themegallery.com</a:t>
            </a: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solidFill>
                  <a:srgbClr val="000000"/>
                </a:solidFill>
                <a:latin typeface="Arial" pitchFamily="34" charset="0"/>
                <a:ea typeface="新細明體" pitchFamily="18" charset="-120"/>
              </a:defRPr>
            </a:lvl1pPr>
          </a:lstStyle>
          <a:p>
            <a:pPr fontAlgn="base">
              <a:spcBef>
                <a:spcPct val="0"/>
              </a:spcBef>
              <a:spcAft>
                <a:spcPct val="0"/>
              </a:spcAft>
              <a:defRPr/>
            </a:pPr>
            <a:fld id="{055F13E9-1ACE-420E-8968-7321C2136F00}" type="slidenum">
              <a:rPr kumimoji="1" lang="en-US" altLang="zh-TW"/>
              <a:pPr fontAlgn="base">
                <a:spcBef>
                  <a:spcPct val="0"/>
                </a:spcBef>
                <a:spcAft>
                  <a:spcPct val="0"/>
                </a:spcAft>
                <a:defRPr/>
              </a:pPr>
              <a:t>‹#›</a:t>
            </a:fld>
            <a:endParaRPr kumimoji="1" lang="en-US" altLang="zh-TW"/>
          </a:p>
        </p:txBody>
      </p:sp>
    </p:spTree>
    <p:extLst>
      <p:ext uri="{BB962C8B-B14F-4D97-AF65-F5344CB8AC3E}">
        <p14:creationId xmlns:p14="http://schemas.microsoft.com/office/powerpoint/2010/main" val="3051873494"/>
      </p:ext>
    </p:extLst>
  </p:cSld>
  <p:clrMap bg1="lt1" tx1="dk1" bg2="lt2" tx2="dk2" accent1="accent1" accent2="accent2" accent3="accent3" accent4="accent4" accent5="accent5" accent6="accent6" hlink="hlink" folHlink="folHlink"/>
  <p:sldLayoutIdLst>
    <p:sldLayoutId id="2147484409" r:id="rId1"/>
    <p:sldLayoutId id="2147484410" r:id="rId2"/>
    <p:sldLayoutId id="2147484411" r:id="rId3"/>
    <p:sldLayoutId id="2147484412" r:id="rId4"/>
    <p:sldLayoutId id="2147484413" r:id="rId5"/>
    <p:sldLayoutId id="2147484414" r:id="rId6"/>
    <p:sldLayoutId id="2147484415" r:id="rId7"/>
    <p:sldLayoutId id="2147484416" r:id="rId8"/>
    <p:sldLayoutId id="2147484417" r:id="rId9"/>
    <p:sldLayoutId id="2147484418" r:id="rId10"/>
    <p:sldLayoutId id="2147484419" r:id="rId11"/>
    <p:sldLayoutId id="2147484420" r:id="rId12"/>
  </p:sldLayoutIdLst>
  <p:hf hdr="0" ftr="0" dt="0"/>
  <p:txStyles>
    <p:title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2pPr>
      <a:lvl3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3pPr>
      <a:lvl4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4pPr>
      <a:lvl5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5pPr>
      <a:lvl6pPr marL="457200" algn="ctr" rtl="0" fontAlgn="base">
        <a:spcBef>
          <a:spcPct val="0"/>
        </a:spcBef>
        <a:spcAft>
          <a:spcPct val="0"/>
        </a:spcAft>
        <a:defRPr kumimoji="1" sz="4400">
          <a:solidFill>
            <a:schemeClr val="tx2"/>
          </a:solidFill>
          <a:latin typeface="Arial" pitchFamily="34" charset="0"/>
          <a:ea typeface="新細明體" pitchFamily="18" charset="-120"/>
        </a:defRPr>
      </a:lvl6pPr>
      <a:lvl7pPr marL="914400" algn="ctr" rtl="0" fontAlgn="base">
        <a:spcBef>
          <a:spcPct val="0"/>
        </a:spcBef>
        <a:spcAft>
          <a:spcPct val="0"/>
        </a:spcAft>
        <a:defRPr kumimoji="1" sz="4400">
          <a:solidFill>
            <a:schemeClr val="tx2"/>
          </a:solidFill>
          <a:latin typeface="Arial" pitchFamily="34" charset="0"/>
          <a:ea typeface="新細明體" pitchFamily="18" charset="-120"/>
        </a:defRPr>
      </a:lvl7pPr>
      <a:lvl8pPr marL="1371600" algn="ctr" rtl="0" fontAlgn="base">
        <a:spcBef>
          <a:spcPct val="0"/>
        </a:spcBef>
        <a:spcAft>
          <a:spcPct val="0"/>
        </a:spcAft>
        <a:defRPr kumimoji="1" sz="4400">
          <a:solidFill>
            <a:schemeClr val="tx2"/>
          </a:solidFill>
          <a:latin typeface="Arial" pitchFamily="34" charset="0"/>
          <a:ea typeface="新細明體" pitchFamily="18" charset="-120"/>
        </a:defRPr>
      </a:lvl8pPr>
      <a:lvl9pPr marL="1828800" algn="ctr" rtl="0" fontAlgn="base">
        <a:spcBef>
          <a:spcPct val="0"/>
        </a:spcBef>
        <a:spcAft>
          <a:spcPct val="0"/>
        </a:spcAft>
        <a:defRPr kumimoji="1" sz="4400">
          <a:solidFill>
            <a:schemeClr val="tx2"/>
          </a:solidFill>
          <a:latin typeface="Arial" pitchFamily="34" charset="0"/>
          <a:ea typeface="新細明體" pitchFamily="18" charset="-120"/>
        </a:defRPr>
      </a:lvl9pPr>
    </p:titleStyle>
    <p:body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2051"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Arial" pitchFamily="34" charset="0"/>
                <a:ea typeface="新細明體" pitchFamily="18" charset="-120"/>
              </a:defRPr>
            </a:lvl1pPr>
          </a:lstStyle>
          <a:p>
            <a:pPr fontAlgn="base">
              <a:spcBef>
                <a:spcPct val="0"/>
              </a:spcBef>
              <a:spcAft>
                <a:spcPct val="0"/>
              </a:spcAft>
              <a:defRPr/>
            </a:pPr>
            <a:endParaRPr kumimoji="1" lang="en-US" altLang="zh-TW"/>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Arial" pitchFamily="34" charset="0"/>
                <a:ea typeface="新細明體" pitchFamily="18" charset="-120"/>
              </a:defRPr>
            </a:lvl1pPr>
          </a:lstStyle>
          <a:p>
            <a:pPr fontAlgn="base">
              <a:spcBef>
                <a:spcPct val="0"/>
              </a:spcBef>
              <a:spcAft>
                <a:spcPct val="0"/>
              </a:spcAft>
              <a:defRPr/>
            </a:pPr>
            <a:endParaRPr kumimoji="1" lang="en-US" altLang="zh-TW"/>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Arial" pitchFamily="34" charset="0"/>
                <a:ea typeface="新細明體" pitchFamily="18" charset="-120"/>
              </a:defRPr>
            </a:lvl1pPr>
          </a:lstStyle>
          <a:p>
            <a:pPr fontAlgn="base">
              <a:spcBef>
                <a:spcPct val="0"/>
              </a:spcBef>
              <a:spcAft>
                <a:spcPct val="0"/>
              </a:spcAft>
              <a:defRPr/>
            </a:pPr>
            <a:fld id="{8523473E-105E-441D-9F0A-B33405A15A24}" type="slidenum">
              <a:rPr kumimoji="1" lang="en-US" altLang="zh-TW"/>
              <a:pPr fontAlgn="base">
                <a:spcBef>
                  <a:spcPct val="0"/>
                </a:spcBef>
                <a:spcAft>
                  <a:spcPct val="0"/>
                </a:spcAft>
                <a:defRPr/>
              </a:pPr>
              <a:t>‹#›</a:t>
            </a:fld>
            <a:endParaRPr kumimoji="1" lang="en-US" altLang="zh-TW"/>
          </a:p>
        </p:txBody>
      </p:sp>
    </p:spTree>
    <p:extLst>
      <p:ext uri="{BB962C8B-B14F-4D97-AF65-F5344CB8AC3E}">
        <p14:creationId xmlns:p14="http://schemas.microsoft.com/office/powerpoint/2010/main" val="803099588"/>
      </p:ext>
    </p:extLst>
  </p:cSld>
  <p:clrMap bg1="lt1" tx1="dk1" bg2="lt2" tx2="dk2" accent1="accent1" accent2="accent2" accent3="accent3" accent4="accent4" accent5="accent5" accent6="accent6" hlink="hlink" folHlink="folHlink"/>
  <p:sldLayoutIdLst>
    <p:sldLayoutId id="2147484422" r:id="rId1"/>
    <p:sldLayoutId id="2147484423" r:id="rId2"/>
    <p:sldLayoutId id="2147484424" r:id="rId3"/>
    <p:sldLayoutId id="2147484425" r:id="rId4"/>
    <p:sldLayoutId id="2147484426" r:id="rId5"/>
    <p:sldLayoutId id="2147484427" r:id="rId6"/>
    <p:sldLayoutId id="2147484428" r:id="rId7"/>
    <p:sldLayoutId id="2147484429" r:id="rId8"/>
    <p:sldLayoutId id="2147484430" r:id="rId9"/>
    <p:sldLayoutId id="2147484431" r:id="rId10"/>
    <p:sldLayoutId id="2147484432" r:id="rId11"/>
    <p:sldLayoutId id="2147484433" r:id="rId12"/>
  </p:sldLayoutIdLst>
  <p:txStyles>
    <p:title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2pPr>
      <a:lvl3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3pPr>
      <a:lvl4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4pPr>
      <a:lvl5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5pPr>
      <a:lvl6pPr marL="457200" algn="ctr" rtl="0" fontAlgn="base">
        <a:spcBef>
          <a:spcPct val="0"/>
        </a:spcBef>
        <a:spcAft>
          <a:spcPct val="0"/>
        </a:spcAft>
        <a:defRPr kumimoji="1" sz="4400">
          <a:solidFill>
            <a:schemeClr val="tx2"/>
          </a:solidFill>
          <a:latin typeface="Arial" pitchFamily="34" charset="0"/>
          <a:ea typeface="新細明體" pitchFamily="18" charset="-120"/>
        </a:defRPr>
      </a:lvl6pPr>
      <a:lvl7pPr marL="914400" algn="ctr" rtl="0" fontAlgn="base">
        <a:spcBef>
          <a:spcPct val="0"/>
        </a:spcBef>
        <a:spcAft>
          <a:spcPct val="0"/>
        </a:spcAft>
        <a:defRPr kumimoji="1" sz="4400">
          <a:solidFill>
            <a:schemeClr val="tx2"/>
          </a:solidFill>
          <a:latin typeface="Arial" pitchFamily="34" charset="0"/>
          <a:ea typeface="新細明體" pitchFamily="18" charset="-120"/>
        </a:defRPr>
      </a:lvl7pPr>
      <a:lvl8pPr marL="1371600" algn="ctr" rtl="0" fontAlgn="base">
        <a:spcBef>
          <a:spcPct val="0"/>
        </a:spcBef>
        <a:spcAft>
          <a:spcPct val="0"/>
        </a:spcAft>
        <a:defRPr kumimoji="1" sz="4400">
          <a:solidFill>
            <a:schemeClr val="tx2"/>
          </a:solidFill>
          <a:latin typeface="Arial" pitchFamily="34" charset="0"/>
          <a:ea typeface="新細明體" pitchFamily="18" charset="-120"/>
        </a:defRPr>
      </a:lvl8pPr>
      <a:lvl9pPr marL="1828800" algn="ctr" rtl="0" fontAlgn="base">
        <a:spcBef>
          <a:spcPct val="0"/>
        </a:spcBef>
        <a:spcAft>
          <a:spcPct val="0"/>
        </a:spcAft>
        <a:defRPr kumimoji="1" sz="4400">
          <a:solidFill>
            <a:schemeClr val="tx2"/>
          </a:solidFill>
          <a:latin typeface="Arial" pitchFamily="34" charset="0"/>
          <a:ea typeface="新細明體" pitchFamily="18" charset="-120"/>
        </a:defRPr>
      </a:lvl9pPr>
    </p:titleStyle>
    <p:body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290"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12291"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95236" name="Rectangle 4"/>
          <p:cNvSpPr>
            <a:spLocks noGrp="1" noChangeArrowheads="1"/>
          </p:cNvSpPr>
          <p:nvPr>
            <p:ph type="dt" sz="half" idx="2"/>
          </p:nvPr>
        </p:nvSpPr>
        <p:spPr bwMode="auto">
          <a:xfrm>
            <a:off x="457200" y="6245225"/>
            <a:ext cx="2133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kumimoji="1" sz="1400">
                <a:solidFill>
                  <a:srgbClr val="000000"/>
                </a:solidFill>
                <a:latin typeface="Arial" charset="0"/>
                <a:ea typeface="新細明體" pitchFamily="18" charset="-120"/>
              </a:defRPr>
            </a:lvl1pPr>
          </a:lstStyle>
          <a:p>
            <a:pPr fontAlgn="base">
              <a:spcBef>
                <a:spcPct val="0"/>
              </a:spcBef>
              <a:spcAft>
                <a:spcPct val="0"/>
              </a:spcAft>
              <a:defRPr/>
            </a:pPr>
            <a:fld id="{5D2F345F-BBF0-4D67-ACEA-C3B74E985FBC}" type="datetime1">
              <a:rPr lang="zh-TW" altLang="en-US"/>
              <a:pPr fontAlgn="base">
                <a:spcBef>
                  <a:spcPct val="0"/>
                </a:spcBef>
                <a:spcAft>
                  <a:spcPct val="0"/>
                </a:spcAft>
                <a:defRPr/>
              </a:pPr>
              <a:t>2026/5/16</a:t>
            </a:fld>
            <a:endParaRPr lang="en-US" altLang="zh-TW"/>
          </a:p>
        </p:txBody>
      </p:sp>
      <p:sp>
        <p:nvSpPr>
          <p:cNvPr id="95237" name="Rectangle 5"/>
          <p:cNvSpPr>
            <a:spLocks noGrp="1" noChangeArrowheads="1"/>
          </p:cNvSpPr>
          <p:nvPr>
            <p:ph type="ftr" sz="quarter" idx="3"/>
          </p:nvPr>
        </p:nvSpPr>
        <p:spPr bwMode="auto">
          <a:xfrm>
            <a:off x="3124200" y="6245225"/>
            <a:ext cx="2895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kumimoji="1" sz="1400">
                <a:solidFill>
                  <a:srgbClr val="000000"/>
                </a:solidFill>
                <a:latin typeface="Arial" charset="0"/>
                <a:ea typeface="新細明體" pitchFamily="18" charset="-120"/>
              </a:defRPr>
            </a:lvl1pPr>
          </a:lstStyle>
          <a:p>
            <a:pPr fontAlgn="base">
              <a:spcBef>
                <a:spcPct val="0"/>
              </a:spcBef>
              <a:spcAft>
                <a:spcPct val="0"/>
              </a:spcAft>
              <a:defRPr/>
            </a:pPr>
            <a:endParaRPr lang="en-US" altLang="zh-TW"/>
          </a:p>
        </p:txBody>
      </p:sp>
      <p:sp>
        <p:nvSpPr>
          <p:cNvPr id="95238" name="Rectangle 6"/>
          <p:cNvSpPr>
            <a:spLocks noGrp="1" noChangeArrowheads="1"/>
          </p:cNvSpPr>
          <p:nvPr>
            <p:ph type="sldNum" sz="quarter" idx="4"/>
          </p:nvPr>
        </p:nvSpPr>
        <p:spPr bwMode="auto">
          <a:xfrm>
            <a:off x="6553200" y="6245225"/>
            <a:ext cx="2133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kumimoji="1" sz="1400">
                <a:solidFill>
                  <a:srgbClr val="000000"/>
                </a:solidFill>
                <a:latin typeface="Arial" charset="0"/>
                <a:ea typeface="新細明體" pitchFamily="18" charset="-120"/>
              </a:defRPr>
            </a:lvl1pPr>
          </a:lstStyle>
          <a:p>
            <a:pPr fontAlgn="base">
              <a:spcBef>
                <a:spcPct val="0"/>
              </a:spcBef>
              <a:spcAft>
                <a:spcPct val="0"/>
              </a:spcAft>
              <a:defRPr/>
            </a:pPr>
            <a:fld id="{1439BF49-B445-4447-A1B0-357F0C16A577}" type="slidenum">
              <a:rPr lang="en-US" altLang="zh-TW"/>
              <a:pPr fontAlgn="base">
                <a:spcBef>
                  <a:spcPct val="0"/>
                </a:spcBef>
                <a:spcAft>
                  <a:spcPct val="0"/>
                </a:spcAft>
                <a:defRPr/>
              </a:pPr>
              <a:t>‹#›</a:t>
            </a:fld>
            <a:endParaRPr lang="en-US" altLang="zh-TW" dirty="0"/>
          </a:p>
        </p:txBody>
      </p:sp>
    </p:spTree>
    <p:extLst>
      <p:ext uri="{BB962C8B-B14F-4D97-AF65-F5344CB8AC3E}">
        <p14:creationId xmlns:p14="http://schemas.microsoft.com/office/powerpoint/2010/main" val="460455360"/>
      </p:ext>
    </p:extLst>
  </p:cSld>
  <p:clrMap bg1="lt1" tx1="dk1" bg2="lt2" tx2="dk2" accent1="accent1" accent2="accent2" accent3="accent3" accent4="accent4" accent5="accent5" accent6="accent6" hlink="hlink" folHlink="folHlink"/>
  <p:sldLayoutIdLst>
    <p:sldLayoutId id="2147484435" r:id="rId1"/>
    <p:sldLayoutId id="2147484436" r:id="rId2"/>
    <p:sldLayoutId id="2147484437" r:id="rId3"/>
    <p:sldLayoutId id="2147484438" r:id="rId4"/>
    <p:sldLayoutId id="2147484439" r:id="rId5"/>
    <p:sldLayoutId id="2147484440" r:id="rId6"/>
    <p:sldLayoutId id="2147484441" r:id="rId7"/>
    <p:sldLayoutId id="2147484442" r:id="rId8"/>
    <p:sldLayoutId id="2147484443" r:id="rId9"/>
    <p:sldLayoutId id="2147484444" r:id="rId10"/>
    <p:sldLayoutId id="2147484445" r:id="rId11"/>
    <p:sldLayoutId id="2147484446" r:id="rId12"/>
    <p:sldLayoutId id="2147484447" r:id="rId13"/>
    <p:sldLayoutId id="2147484448" r:id="rId14"/>
  </p:sldLayoutIdLst>
  <p:transition spd="slow">
    <p:randomBar dir="vert"/>
  </p:transition>
  <p:hf hdr="0" ftr="0" dt="0"/>
  <p:txStyles>
    <p:title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Arial" charset="0"/>
          <a:ea typeface="新細明體" pitchFamily="18" charset="-120"/>
        </a:defRPr>
      </a:lvl2pPr>
      <a:lvl3pPr algn="ctr" rtl="0" eaLnBrk="0" fontAlgn="base" hangingPunct="0">
        <a:spcBef>
          <a:spcPct val="0"/>
        </a:spcBef>
        <a:spcAft>
          <a:spcPct val="0"/>
        </a:spcAft>
        <a:defRPr kumimoji="1" sz="4400">
          <a:solidFill>
            <a:schemeClr val="tx2"/>
          </a:solidFill>
          <a:latin typeface="Arial" charset="0"/>
          <a:ea typeface="新細明體" pitchFamily="18" charset="-120"/>
        </a:defRPr>
      </a:lvl3pPr>
      <a:lvl4pPr algn="ctr" rtl="0" eaLnBrk="0" fontAlgn="base" hangingPunct="0">
        <a:spcBef>
          <a:spcPct val="0"/>
        </a:spcBef>
        <a:spcAft>
          <a:spcPct val="0"/>
        </a:spcAft>
        <a:defRPr kumimoji="1" sz="4400">
          <a:solidFill>
            <a:schemeClr val="tx2"/>
          </a:solidFill>
          <a:latin typeface="Arial" charset="0"/>
          <a:ea typeface="新細明體" pitchFamily="18" charset="-120"/>
        </a:defRPr>
      </a:lvl4pPr>
      <a:lvl5pPr algn="ctr" rtl="0" eaLnBrk="0" fontAlgn="base" hangingPunct="0">
        <a:spcBef>
          <a:spcPct val="0"/>
        </a:spcBef>
        <a:spcAft>
          <a:spcPct val="0"/>
        </a:spcAft>
        <a:defRPr kumimoji="1" sz="4400">
          <a:solidFill>
            <a:schemeClr val="tx2"/>
          </a:solidFill>
          <a:latin typeface="Arial" charset="0"/>
          <a:ea typeface="新細明體" pitchFamily="18" charset="-120"/>
        </a:defRPr>
      </a:lvl5pPr>
      <a:lvl6pPr marL="457200" algn="ctr" rtl="0" fontAlgn="base">
        <a:spcBef>
          <a:spcPct val="0"/>
        </a:spcBef>
        <a:spcAft>
          <a:spcPct val="0"/>
        </a:spcAft>
        <a:defRPr kumimoji="1" sz="4400">
          <a:solidFill>
            <a:schemeClr val="tx2"/>
          </a:solidFill>
          <a:latin typeface="Arial" charset="0"/>
          <a:ea typeface="新細明體" pitchFamily="18" charset="-120"/>
        </a:defRPr>
      </a:lvl6pPr>
      <a:lvl7pPr marL="914400" algn="ctr" rtl="0" fontAlgn="base">
        <a:spcBef>
          <a:spcPct val="0"/>
        </a:spcBef>
        <a:spcAft>
          <a:spcPct val="0"/>
        </a:spcAft>
        <a:defRPr kumimoji="1" sz="4400">
          <a:solidFill>
            <a:schemeClr val="tx2"/>
          </a:solidFill>
          <a:latin typeface="Arial" charset="0"/>
          <a:ea typeface="新細明體" pitchFamily="18" charset="-120"/>
        </a:defRPr>
      </a:lvl7pPr>
      <a:lvl8pPr marL="1371600" algn="ctr" rtl="0" fontAlgn="base">
        <a:spcBef>
          <a:spcPct val="0"/>
        </a:spcBef>
        <a:spcAft>
          <a:spcPct val="0"/>
        </a:spcAft>
        <a:defRPr kumimoji="1" sz="4400">
          <a:solidFill>
            <a:schemeClr val="tx2"/>
          </a:solidFill>
          <a:latin typeface="Arial" charset="0"/>
          <a:ea typeface="新細明體" pitchFamily="18" charset="-120"/>
        </a:defRPr>
      </a:lvl8pPr>
      <a:lvl9pPr marL="1828800" algn="ctr" rtl="0" fontAlgn="base">
        <a:spcBef>
          <a:spcPct val="0"/>
        </a:spcBef>
        <a:spcAft>
          <a:spcPct val="0"/>
        </a:spcAft>
        <a:defRPr kumimoji="1" sz="4400">
          <a:solidFill>
            <a:schemeClr val="tx2"/>
          </a:solidFill>
          <a:latin typeface="Arial" charset="0"/>
          <a:ea typeface="新細明體" pitchFamily="18" charset="-120"/>
        </a:defRPr>
      </a:lvl9pPr>
    </p:titleStyle>
    <p:body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標題版面配置區 1">
            <a:extLst>
              <a:ext uri="{FF2B5EF4-FFF2-40B4-BE49-F238E27FC236}">
                <a16:creationId xmlns:a16="http://schemas.microsoft.com/office/drawing/2014/main" id="{B0BAD6ED-2B48-254A-66DB-A6A407F2FF3F}"/>
              </a:ext>
            </a:extLst>
          </p:cNvPr>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1027" name="文字版面配置區 2">
            <a:extLst>
              <a:ext uri="{FF2B5EF4-FFF2-40B4-BE49-F238E27FC236}">
                <a16:creationId xmlns:a16="http://schemas.microsoft.com/office/drawing/2014/main" id="{F8808A2A-DCA6-71BD-43A3-D43F26F1F031}"/>
              </a:ext>
            </a:extLst>
          </p:cNvPr>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日期版面配置區 3">
            <a:extLst>
              <a:ext uri="{FF2B5EF4-FFF2-40B4-BE49-F238E27FC236}">
                <a16:creationId xmlns:a16="http://schemas.microsoft.com/office/drawing/2014/main" id="{55693CC0-46FB-3AF8-3638-A1F1F95EB102}"/>
              </a:ext>
            </a:extLst>
          </p:cNvPr>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kumimoji="0" sz="1200">
                <a:solidFill>
                  <a:schemeClr val="tx1">
                    <a:tint val="75000"/>
                  </a:schemeClr>
                </a:solidFill>
                <a:latin typeface="+mn-lt"/>
                <a:ea typeface="+mn-ea"/>
              </a:defRPr>
            </a:lvl1pPr>
          </a:lstStyle>
          <a:p>
            <a:pPr>
              <a:defRPr/>
            </a:pPr>
            <a:fld id="{1161D066-8211-461F-B10B-626B6958A6B7}" type="datetimeFigureOut">
              <a:rPr lang="zh-TW" altLang="en-US"/>
              <a:pPr>
                <a:defRPr/>
              </a:pPr>
              <a:t>2026/5/16</a:t>
            </a:fld>
            <a:endParaRPr lang="zh-TW" altLang="en-US"/>
          </a:p>
        </p:txBody>
      </p:sp>
      <p:sp>
        <p:nvSpPr>
          <p:cNvPr id="5" name="頁尾版面配置區 4">
            <a:extLst>
              <a:ext uri="{FF2B5EF4-FFF2-40B4-BE49-F238E27FC236}">
                <a16:creationId xmlns:a16="http://schemas.microsoft.com/office/drawing/2014/main" id="{CE012929-938D-77F0-0740-3FB782285359}"/>
              </a:ext>
            </a:extLst>
          </p:cNvPr>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kumimoji="0" sz="1200">
                <a:solidFill>
                  <a:schemeClr val="tx1">
                    <a:tint val="75000"/>
                  </a:schemeClr>
                </a:solidFill>
                <a:latin typeface="+mn-lt"/>
                <a:ea typeface="+mn-ea"/>
              </a:defRPr>
            </a:lvl1pPr>
          </a:lstStyle>
          <a:p>
            <a:pPr>
              <a:defRPr/>
            </a:pPr>
            <a:endParaRPr lang="zh-TW" altLang="en-US"/>
          </a:p>
        </p:txBody>
      </p:sp>
      <p:sp>
        <p:nvSpPr>
          <p:cNvPr id="6" name="投影片編號版面配置區 5">
            <a:extLst>
              <a:ext uri="{FF2B5EF4-FFF2-40B4-BE49-F238E27FC236}">
                <a16:creationId xmlns:a16="http://schemas.microsoft.com/office/drawing/2014/main" id="{5EB7C437-EEA7-12C0-07AD-CF3163E2ECA3}"/>
              </a:ext>
            </a:extLst>
          </p:cNvPr>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kumimoji="0" sz="1200">
                <a:solidFill>
                  <a:srgbClr val="898989"/>
                </a:solidFill>
                <a:latin typeface="Calibri" panose="020F0502020204030204" pitchFamily="34" charset="0"/>
              </a:defRPr>
            </a:lvl1pPr>
          </a:lstStyle>
          <a:p>
            <a:fld id="{59DDF45B-A0BD-4CEF-B9F9-AE581F44C73A}" type="slidenum">
              <a:rPr lang="zh-TW" altLang="en-US"/>
              <a:pPr/>
              <a:t>‹#›</a:t>
            </a:fld>
            <a:endParaRPr lang="zh-TW" altLang="en-US"/>
          </a:p>
        </p:txBody>
      </p:sp>
    </p:spTree>
    <p:extLst>
      <p:ext uri="{BB962C8B-B14F-4D97-AF65-F5344CB8AC3E}">
        <p14:creationId xmlns:p14="http://schemas.microsoft.com/office/powerpoint/2010/main" val="1042850218"/>
      </p:ext>
    </p:extLst>
  </p:cSld>
  <p:clrMap bg1="lt1" tx1="dk1" bg2="lt2" tx2="dk2" accent1="accent1" accent2="accent2" accent3="accent3" accent4="accent4" accent5="accent5" accent6="accent6" hlink="hlink" folHlink="folHlink"/>
  <p:sldLayoutIdLst>
    <p:sldLayoutId id="2147484450" r:id="rId1"/>
    <p:sldLayoutId id="2147484451" r:id="rId2"/>
    <p:sldLayoutId id="2147484452" r:id="rId3"/>
    <p:sldLayoutId id="2147484453" r:id="rId4"/>
    <p:sldLayoutId id="2147484454" r:id="rId5"/>
    <p:sldLayoutId id="2147484455" r:id="rId6"/>
    <p:sldLayoutId id="2147484456" r:id="rId7"/>
    <p:sldLayoutId id="2147484457" r:id="rId8"/>
    <p:sldLayoutId id="2147484458" r:id="rId9"/>
    <p:sldLayoutId id="2147484459" r:id="rId10"/>
    <p:sldLayoutId id="2147484460" r:id="rId11"/>
    <p:sldLayoutId id="2147484461"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ea typeface="新細明體" pitchFamily="18" charset="-120"/>
        </a:defRPr>
      </a:lvl2pPr>
      <a:lvl3pPr algn="ctr" rtl="0" eaLnBrk="0" fontAlgn="base" hangingPunct="0">
        <a:spcBef>
          <a:spcPct val="0"/>
        </a:spcBef>
        <a:spcAft>
          <a:spcPct val="0"/>
        </a:spcAft>
        <a:defRPr sz="4400">
          <a:solidFill>
            <a:schemeClr val="tx1"/>
          </a:solidFill>
          <a:latin typeface="Calibri" pitchFamily="34" charset="0"/>
          <a:ea typeface="新細明體" pitchFamily="18" charset="-120"/>
        </a:defRPr>
      </a:lvl3pPr>
      <a:lvl4pPr algn="ctr" rtl="0" eaLnBrk="0" fontAlgn="base" hangingPunct="0">
        <a:spcBef>
          <a:spcPct val="0"/>
        </a:spcBef>
        <a:spcAft>
          <a:spcPct val="0"/>
        </a:spcAft>
        <a:defRPr sz="4400">
          <a:solidFill>
            <a:schemeClr val="tx1"/>
          </a:solidFill>
          <a:latin typeface="Calibri" pitchFamily="34" charset="0"/>
          <a:ea typeface="新細明體" pitchFamily="18" charset="-120"/>
        </a:defRPr>
      </a:lvl4pPr>
      <a:lvl5pPr algn="ctr" rtl="0" eaLnBrk="0" fontAlgn="base" hangingPunct="0">
        <a:spcBef>
          <a:spcPct val="0"/>
        </a:spcBef>
        <a:spcAft>
          <a:spcPct val="0"/>
        </a:spcAft>
        <a:defRPr sz="4400">
          <a:solidFill>
            <a:schemeClr val="tx1"/>
          </a:solidFill>
          <a:latin typeface="Calibri" pitchFamily="34" charset="0"/>
          <a:ea typeface="新細明體" pitchFamily="18" charset="-120"/>
        </a:defRPr>
      </a:lvl5pPr>
      <a:lvl6pPr marL="457200" algn="ctr" rtl="0" fontAlgn="base">
        <a:spcBef>
          <a:spcPct val="0"/>
        </a:spcBef>
        <a:spcAft>
          <a:spcPct val="0"/>
        </a:spcAft>
        <a:defRPr sz="4400">
          <a:solidFill>
            <a:schemeClr val="tx1"/>
          </a:solidFill>
          <a:latin typeface="Calibri" pitchFamily="34" charset="0"/>
          <a:ea typeface="新細明體" pitchFamily="18" charset="-120"/>
        </a:defRPr>
      </a:lvl6pPr>
      <a:lvl7pPr marL="914400" algn="ctr" rtl="0" fontAlgn="base">
        <a:spcBef>
          <a:spcPct val="0"/>
        </a:spcBef>
        <a:spcAft>
          <a:spcPct val="0"/>
        </a:spcAft>
        <a:defRPr sz="4400">
          <a:solidFill>
            <a:schemeClr val="tx1"/>
          </a:solidFill>
          <a:latin typeface="Calibri" pitchFamily="34" charset="0"/>
          <a:ea typeface="新細明體" pitchFamily="18" charset="-120"/>
        </a:defRPr>
      </a:lvl7pPr>
      <a:lvl8pPr marL="1371600" algn="ctr" rtl="0" fontAlgn="base">
        <a:spcBef>
          <a:spcPct val="0"/>
        </a:spcBef>
        <a:spcAft>
          <a:spcPct val="0"/>
        </a:spcAft>
        <a:defRPr sz="4400">
          <a:solidFill>
            <a:schemeClr val="tx1"/>
          </a:solidFill>
          <a:latin typeface="Calibri" pitchFamily="34" charset="0"/>
          <a:ea typeface="新細明體" pitchFamily="18" charset="-120"/>
        </a:defRPr>
      </a:lvl8pPr>
      <a:lvl9pPr marL="1828800" algn="ctr" rtl="0" fontAlgn="base">
        <a:spcBef>
          <a:spcPct val="0"/>
        </a:spcBef>
        <a:spcAft>
          <a:spcPct val="0"/>
        </a:spcAft>
        <a:defRPr sz="4400">
          <a:solidFill>
            <a:schemeClr val="tx1"/>
          </a:solidFill>
          <a:latin typeface="Calibri" pitchFamily="34" charset="0"/>
          <a:ea typeface="新細明體" pitchFamily="18" charset="-12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96" name="Rectangle 72">
            <a:extLst>
              <a:ext uri="{FF2B5EF4-FFF2-40B4-BE49-F238E27FC236}">
                <a16:creationId xmlns:a16="http://schemas.microsoft.com/office/drawing/2014/main" id="{9FB8AF70-E0BA-A9B9-F1C2-0653DB62FADC}"/>
              </a:ext>
            </a:extLst>
          </p:cNvPr>
          <p:cNvSpPr>
            <a:spLocks noChangeArrowheads="1"/>
          </p:cNvSpPr>
          <p:nvPr/>
        </p:nvSpPr>
        <p:spPr bwMode="ltGray">
          <a:xfrm>
            <a:off x="838200" y="0"/>
            <a:ext cx="7426325" cy="882650"/>
          </a:xfrm>
          <a:prstGeom prst="rect">
            <a:avLst/>
          </a:prstGeom>
          <a:gradFill rotWithShape="1">
            <a:gsLst>
              <a:gs pos="0">
                <a:schemeClr val="accent2"/>
              </a:gs>
              <a:gs pos="100000">
                <a:schemeClr val="accent2">
                  <a:gamma/>
                  <a:shade val="46275"/>
                  <a:invGamma/>
                </a:schemeClr>
              </a:gs>
            </a:gsLst>
            <a:lin ang="5400000" scaled="1"/>
          </a:gradFill>
          <a:ln w="9525">
            <a:noFill/>
            <a:miter lim="800000"/>
            <a:headEnd/>
            <a:tailEnd/>
          </a:ln>
          <a:effectLst/>
        </p:spPr>
        <p:txBody>
          <a:bodyPr wrap="none" anchor="ctr"/>
          <a:lstStyle/>
          <a:p>
            <a:pPr>
              <a:defRPr/>
            </a:pPr>
            <a:endParaRPr kumimoji="0" lang="zh-TW" altLang="en-US" b="1">
              <a:solidFill>
                <a:srgbClr val="024631"/>
              </a:solidFill>
              <a:latin typeface="+mn-lt"/>
            </a:endParaRPr>
          </a:p>
        </p:txBody>
      </p:sp>
      <p:graphicFrame>
        <p:nvGraphicFramePr>
          <p:cNvPr id="3075" name="Object 164">
            <a:extLst>
              <a:ext uri="{FF2B5EF4-FFF2-40B4-BE49-F238E27FC236}">
                <a16:creationId xmlns:a16="http://schemas.microsoft.com/office/drawing/2014/main" id="{E94B5C1F-931F-E53E-6702-9006A7E5CC8E}"/>
              </a:ext>
            </a:extLst>
          </p:cNvPr>
          <p:cNvGraphicFramePr>
            <a:graphicFrameLocks noChangeAspect="1"/>
          </p:cNvGraphicFramePr>
          <p:nvPr/>
        </p:nvGraphicFramePr>
        <p:xfrm>
          <a:off x="8261350" y="0"/>
          <a:ext cx="882650" cy="893763"/>
        </p:xfrm>
        <a:graphic>
          <a:graphicData uri="http://schemas.openxmlformats.org/presentationml/2006/ole">
            <mc:AlternateContent xmlns:mc="http://schemas.openxmlformats.org/markup-compatibility/2006">
              <mc:Choice xmlns:v="urn:schemas-microsoft-com:vml" Requires="v">
                <p:oleObj name="Image" r:id="rId15" imgW="3809524" imgH="4673016" progId="">
                  <p:embed/>
                </p:oleObj>
              </mc:Choice>
              <mc:Fallback>
                <p:oleObj name="Image" r:id="rId15" imgW="3809524" imgH="4673016" progId="">
                  <p:embed/>
                  <p:pic>
                    <p:nvPicPr>
                      <p:cNvPr id="3075" name="Object 164">
                        <a:extLst>
                          <a:ext uri="{FF2B5EF4-FFF2-40B4-BE49-F238E27FC236}">
                            <a16:creationId xmlns:a16="http://schemas.microsoft.com/office/drawing/2014/main" id="{E94B5C1F-931F-E53E-6702-9006A7E5CC8E}"/>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261350" y="0"/>
                        <a:ext cx="882650" cy="893763"/>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graphicFrame>
        <p:nvGraphicFramePr>
          <p:cNvPr id="3076" name="Object 165">
            <a:extLst>
              <a:ext uri="{FF2B5EF4-FFF2-40B4-BE49-F238E27FC236}">
                <a16:creationId xmlns:a16="http://schemas.microsoft.com/office/drawing/2014/main" id="{BA476862-EB2A-EBCA-471D-4B016D4F1AA6}"/>
              </a:ext>
            </a:extLst>
          </p:cNvPr>
          <p:cNvGraphicFramePr>
            <a:graphicFrameLocks noChangeAspect="1"/>
          </p:cNvGraphicFramePr>
          <p:nvPr/>
        </p:nvGraphicFramePr>
        <p:xfrm>
          <a:off x="3175" y="0"/>
          <a:ext cx="885825" cy="884238"/>
        </p:xfrm>
        <a:graphic>
          <a:graphicData uri="http://schemas.openxmlformats.org/presentationml/2006/ole">
            <mc:AlternateContent xmlns:mc="http://schemas.openxmlformats.org/markup-compatibility/2006">
              <mc:Choice xmlns:v="urn:schemas-microsoft-com:vml" Requires="v">
                <p:oleObj name="Image" r:id="rId17" imgW="3809524" imgH="4507937" progId="">
                  <p:embed/>
                </p:oleObj>
              </mc:Choice>
              <mc:Fallback>
                <p:oleObj name="Image" r:id="rId17" imgW="3809524" imgH="4507937" progId="">
                  <p:embed/>
                  <p:pic>
                    <p:nvPicPr>
                      <p:cNvPr id="3076" name="Object 165">
                        <a:extLst>
                          <a:ext uri="{FF2B5EF4-FFF2-40B4-BE49-F238E27FC236}">
                            <a16:creationId xmlns:a16="http://schemas.microsoft.com/office/drawing/2014/main" id="{BA476862-EB2A-EBCA-471D-4B016D4F1AA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75" y="0"/>
                        <a:ext cx="885825" cy="884238"/>
                      </a:xfrm>
                      <a:prstGeom prst="rect">
                        <a:avLst/>
                      </a:prstGeom>
                      <a:noFill/>
                      <a:ln>
                        <a:noFill/>
                      </a:ln>
                      <a:effectLst/>
                      <a:extLst>
                        <a:ext uri="{909E8E84-426E-40DD-AFC4-6F175D3DCCD1}">
                          <a14:hiddenFill xmlns:a14="http://schemas.microsoft.com/office/drawing/2010/main">
                            <a:solidFill>
                              <a:srgbClr val="C8E0B0"/>
                            </a:solidFill>
                          </a14:hiddenFill>
                        </a:ext>
                        <a:ext uri="{91240B29-F687-4F45-9708-019B960494DF}">
                          <a14:hiddenLine xmlns:a14="http://schemas.microsoft.com/office/drawing/2010/main" w="9525">
                            <a:solidFill>
                              <a:srgbClr val="024631"/>
                            </a:solidFill>
                            <a:miter lim="800000"/>
                            <a:headEnd/>
                            <a:tailEnd/>
                          </a14:hiddenLine>
                        </a:ext>
                        <a:ext uri="{AF507438-7753-43E0-B8FC-AC1667EBCBE1}">
                          <a14:hiddenEffects xmlns:a14="http://schemas.microsoft.com/office/drawing/2010/main">
                            <a:effectLst>
                              <a:outerShdw dist="35921" dir="2700000" algn="ctr" rotWithShape="0">
                                <a:srgbClr val="DDDDDD"/>
                              </a:outerShdw>
                            </a:effectLst>
                          </a14:hiddenEffects>
                        </a:ext>
                      </a:extLst>
                    </p:spPr>
                  </p:pic>
                </p:oleObj>
              </mc:Fallback>
            </mc:AlternateContent>
          </a:graphicData>
        </a:graphic>
      </p:graphicFrame>
      <p:sp>
        <p:nvSpPr>
          <p:cNvPr id="1029" name="Rectangle 5">
            <a:extLst>
              <a:ext uri="{FF2B5EF4-FFF2-40B4-BE49-F238E27FC236}">
                <a16:creationId xmlns:a16="http://schemas.microsoft.com/office/drawing/2014/main" id="{5BFCAE3F-6C3B-4260-20F0-B98903B661C1}"/>
              </a:ext>
            </a:extLst>
          </p:cNvPr>
          <p:cNvSpPr>
            <a:spLocks noGrp="1" noChangeArrowheads="1"/>
          </p:cNvSpPr>
          <p:nvPr>
            <p:ph type="ftr" sz="quarter" idx="3"/>
          </p:nvPr>
        </p:nvSpPr>
        <p:spPr bwMode="auto">
          <a:xfrm>
            <a:off x="5943600" y="6477000"/>
            <a:ext cx="2819400" cy="3365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kumimoji="0" sz="1000" b="0">
                <a:solidFill>
                  <a:srgbClr val="024631"/>
                </a:solidFill>
                <a:latin typeface="Verdana" pitchFamily="34" charset="0"/>
                <a:ea typeface="新細明體" pitchFamily="18" charset="-120"/>
              </a:defRPr>
            </a:lvl1pPr>
          </a:lstStyle>
          <a:p>
            <a:pPr>
              <a:defRPr/>
            </a:pPr>
            <a:r>
              <a:rPr lang="en-US" altLang="zh-TW"/>
              <a:t>www.themegallery.com</a:t>
            </a:r>
          </a:p>
        </p:txBody>
      </p:sp>
      <p:sp>
        <p:nvSpPr>
          <p:cNvPr id="1030" name="Rectangle 6">
            <a:extLst>
              <a:ext uri="{FF2B5EF4-FFF2-40B4-BE49-F238E27FC236}">
                <a16:creationId xmlns:a16="http://schemas.microsoft.com/office/drawing/2014/main" id="{2F280910-1C60-C94C-51EC-274BB024CCDF}"/>
              </a:ext>
            </a:extLst>
          </p:cNvPr>
          <p:cNvSpPr>
            <a:spLocks noGrp="1" noChangeArrowheads="1"/>
          </p:cNvSpPr>
          <p:nvPr>
            <p:ph type="sldNum" sz="quarter" idx="4"/>
          </p:nvPr>
        </p:nvSpPr>
        <p:spPr bwMode="auto">
          <a:xfrm>
            <a:off x="457200" y="6448425"/>
            <a:ext cx="762000" cy="3778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kumimoji="0" sz="1200">
                <a:solidFill>
                  <a:srgbClr val="024631"/>
                </a:solidFill>
                <a:latin typeface="Verdana" panose="020B0604030504040204" pitchFamily="34" charset="0"/>
              </a:defRPr>
            </a:lvl1pPr>
          </a:lstStyle>
          <a:p>
            <a:fld id="{4B8FAA2F-2AC2-423E-8420-1656B26818F5}" type="slidenum">
              <a:rPr lang="en-US" altLang="zh-TW"/>
              <a:pPr/>
              <a:t>‹#›</a:t>
            </a:fld>
            <a:endParaRPr lang="en-US" altLang="zh-TW"/>
          </a:p>
        </p:txBody>
      </p:sp>
      <p:sp>
        <p:nvSpPr>
          <p:cNvPr id="3079" name="Rectangle 2">
            <a:extLst>
              <a:ext uri="{FF2B5EF4-FFF2-40B4-BE49-F238E27FC236}">
                <a16:creationId xmlns:a16="http://schemas.microsoft.com/office/drawing/2014/main" id="{AA22A3B0-0E53-31E4-9EC7-470F67EEE3F4}"/>
              </a:ext>
            </a:extLst>
          </p:cNvPr>
          <p:cNvSpPr>
            <a:spLocks noGrp="1" noChangeArrowheads="1"/>
          </p:cNvSpPr>
          <p:nvPr>
            <p:ph type="title"/>
          </p:nvPr>
        </p:nvSpPr>
        <p:spPr bwMode="black">
          <a:xfrm>
            <a:off x="304800" y="46038"/>
            <a:ext cx="8382000"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endParaRPr lang="en-US" altLang="zh-TW"/>
          </a:p>
        </p:txBody>
      </p:sp>
      <p:sp>
        <p:nvSpPr>
          <p:cNvPr id="3080" name="Freeform 73">
            <a:extLst>
              <a:ext uri="{FF2B5EF4-FFF2-40B4-BE49-F238E27FC236}">
                <a16:creationId xmlns:a16="http://schemas.microsoft.com/office/drawing/2014/main" id="{FEC09F7C-E947-9C72-B406-DAD977326DA6}"/>
              </a:ext>
            </a:extLst>
          </p:cNvPr>
          <p:cNvSpPr>
            <a:spLocks/>
          </p:cNvSpPr>
          <p:nvPr/>
        </p:nvSpPr>
        <p:spPr bwMode="gray">
          <a:xfrm>
            <a:off x="611188" y="609600"/>
            <a:ext cx="7793037" cy="339725"/>
          </a:xfrm>
          <a:custGeom>
            <a:avLst/>
            <a:gdLst>
              <a:gd name="T0" fmla="*/ 2147483647 w 5780"/>
              <a:gd name="T1" fmla="*/ 2147483647 h 365"/>
              <a:gd name="T2" fmla="*/ 2147483647 w 5780"/>
              <a:gd name="T3" fmla="*/ 2147483647 h 365"/>
              <a:gd name="T4" fmla="*/ 0 w 5780"/>
              <a:gd name="T5" fmla="*/ 2147483647 h 365"/>
              <a:gd name="T6" fmla="*/ 2147483647 w 5780"/>
              <a:gd name="T7" fmla="*/ 2147483647 h 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80" h="365">
                <a:moveTo>
                  <a:pt x="3001" y="12"/>
                </a:moveTo>
                <a:cubicBezTo>
                  <a:pt x="5072" y="24"/>
                  <a:pt x="5780" y="322"/>
                  <a:pt x="5777" y="342"/>
                </a:cubicBezTo>
                <a:lnTo>
                  <a:pt x="0" y="365"/>
                </a:lnTo>
                <a:cubicBezTo>
                  <a:pt x="295" y="258"/>
                  <a:pt x="930" y="0"/>
                  <a:pt x="3001"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TW" altLang="en-US"/>
          </a:p>
        </p:txBody>
      </p:sp>
      <p:sp>
        <p:nvSpPr>
          <p:cNvPr id="3081" name="Rectangle 3">
            <a:extLst>
              <a:ext uri="{FF2B5EF4-FFF2-40B4-BE49-F238E27FC236}">
                <a16:creationId xmlns:a16="http://schemas.microsoft.com/office/drawing/2014/main" id="{DDAED5BF-8D23-067F-C581-A15F735C0B61}"/>
              </a:ext>
            </a:extLst>
          </p:cNvPr>
          <p:cNvSpPr>
            <a:spLocks noGrp="1" noChangeArrowheads="1"/>
          </p:cNvSpPr>
          <p:nvPr>
            <p:ph type="body" idx="1"/>
          </p:nvPr>
        </p:nvSpPr>
        <p:spPr bwMode="auto">
          <a:xfrm>
            <a:off x="457200" y="990600"/>
            <a:ext cx="82296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zh-TW"/>
          </a:p>
        </p:txBody>
      </p:sp>
    </p:spTree>
    <p:extLst>
      <p:ext uri="{BB962C8B-B14F-4D97-AF65-F5344CB8AC3E}">
        <p14:creationId xmlns:p14="http://schemas.microsoft.com/office/powerpoint/2010/main" val="3995688348"/>
      </p:ext>
    </p:extLst>
  </p:cSld>
  <p:clrMap bg1="lt1" tx1="dk1" bg2="lt2" tx2="dk2" accent1="accent1" accent2="accent2" accent3="accent3" accent4="accent4" accent5="accent5" accent6="accent6" hlink="hlink" folHlink="folHlink"/>
  <p:sldLayoutIdLst>
    <p:sldLayoutId id="2147484502" r:id="rId1"/>
    <p:sldLayoutId id="2147484503" r:id="rId2"/>
    <p:sldLayoutId id="2147484504" r:id="rId3"/>
    <p:sldLayoutId id="2147484505" r:id="rId4"/>
    <p:sldLayoutId id="2147484506" r:id="rId5"/>
    <p:sldLayoutId id="2147484507" r:id="rId6"/>
    <p:sldLayoutId id="2147484508" r:id="rId7"/>
    <p:sldLayoutId id="2147484509" r:id="rId8"/>
    <p:sldLayoutId id="2147484510" r:id="rId9"/>
    <p:sldLayoutId id="2147484511" r:id="rId10"/>
    <p:sldLayoutId id="2147484512" r:id="rId11"/>
    <p:sldLayoutId id="2147484513" r:id="rId12"/>
    <p:sldLayoutId id="2147484514" r:id="rId13"/>
  </p:sldLayoutIdLst>
  <p:hf sldNum="0" hdr="0" dt="0"/>
  <p:txStyles>
    <p:titleStyle>
      <a:lvl1pPr algn="ctr" rtl="0" eaLnBrk="0" fontAlgn="base" hangingPunct="0">
        <a:spcBef>
          <a:spcPct val="0"/>
        </a:spcBef>
        <a:spcAft>
          <a:spcPct val="0"/>
        </a:spcAft>
        <a:defRPr sz="2800" b="1">
          <a:solidFill>
            <a:schemeClr val="bg1"/>
          </a:solidFill>
          <a:latin typeface="+mj-lt"/>
          <a:ea typeface="+mj-ea"/>
          <a:cs typeface="+mj-cs"/>
        </a:defRPr>
      </a:lvl1pPr>
      <a:lvl2pPr algn="ctr" rtl="0" eaLnBrk="0" fontAlgn="base" hangingPunct="0">
        <a:spcBef>
          <a:spcPct val="0"/>
        </a:spcBef>
        <a:spcAft>
          <a:spcPct val="0"/>
        </a:spcAft>
        <a:defRPr sz="2800" b="1">
          <a:solidFill>
            <a:schemeClr val="bg1"/>
          </a:solidFill>
          <a:latin typeface="Arial" pitchFamily="34" charset="0"/>
        </a:defRPr>
      </a:lvl2pPr>
      <a:lvl3pPr algn="ctr" rtl="0" eaLnBrk="0" fontAlgn="base" hangingPunct="0">
        <a:spcBef>
          <a:spcPct val="0"/>
        </a:spcBef>
        <a:spcAft>
          <a:spcPct val="0"/>
        </a:spcAft>
        <a:defRPr sz="2800" b="1">
          <a:solidFill>
            <a:schemeClr val="bg1"/>
          </a:solidFill>
          <a:latin typeface="Arial" pitchFamily="34" charset="0"/>
        </a:defRPr>
      </a:lvl3pPr>
      <a:lvl4pPr algn="ctr" rtl="0" eaLnBrk="0" fontAlgn="base" hangingPunct="0">
        <a:spcBef>
          <a:spcPct val="0"/>
        </a:spcBef>
        <a:spcAft>
          <a:spcPct val="0"/>
        </a:spcAft>
        <a:defRPr sz="2800" b="1">
          <a:solidFill>
            <a:schemeClr val="bg1"/>
          </a:solidFill>
          <a:latin typeface="Arial" pitchFamily="34" charset="0"/>
        </a:defRPr>
      </a:lvl4pPr>
      <a:lvl5pPr algn="ctr" rtl="0" eaLnBrk="0" fontAlgn="base" hangingPunct="0">
        <a:spcBef>
          <a:spcPct val="0"/>
        </a:spcBef>
        <a:spcAft>
          <a:spcPct val="0"/>
        </a:spcAft>
        <a:defRPr sz="2800" b="1">
          <a:solidFill>
            <a:schemeClr val="bg1"/>
          </a:solidFill>
          <a:latin typeface="Arial" pitchFamily="34" charset="0"/>
        </a:defRPr>
      </a:lvl5pPr>
      <a:lvl6pPr marL="457200" algn="ctr" rtl="0" eaLnBrk="1" fontAlgn="base" hangingPunct="1">
        <a:spcBef>
          <a:spcPct val="0"/>
        </a:spcBef>
        <a:spcAft>
          <a:spcPct val="0"/>
        </a:spcAft>
        <a:defRPr sz="2800" b="1">
          <a:solidFill>
            <a:schemeClr val="bg1"/>
          </a:solidFill>
          <a:latin typeface="Arial" pitchFamily="34" charset="0"/>
        </a:defRPr>
      </a:lvl6pPr>
      <a:lvl7pPr marL="914400" algn="ctr" rtl="0" eaLnBrk="1" fontAlgn="base" hangingPunct="1">
        <a:spcBef>
          <a:spcPct val="0"/>
        </a:spcBef>
        <a:spcAft>
          <a:spcPct val="0"/>
        </a:spcAft>
        <a:defRPr sz="2800" b="1">
          <a:solidFill>
            <a:schemeClr val="bg1"/>
          </a:solidFill>
          <a:latin typeface="Arial" pitchFamily="34" charset="0"/>
        </a:defRPr>
      </a:lvl7pPr>
      <a:lvl8pPr marL="1371600" algn="ctr" rtl="0" eaLnBrk="1" fontAlgn="base" hangingPunct="1">
        <a:spcBef>
          <a:spcPct val="0"/>
        </a:spcBef>
        <a:spcAft>
          <a:spcPct val="0"/>
        </a:spcAft>
        <a:defRPr sz="2800" b="1">
          <a:solidFill>
            <a:schemeClr val="bg1"/>
          </a:solidFill>
          <a:latin typeface="Arial" pitchFamily="34" charset="0"/>
        </a:defRPr>
      </a:lvl8pPr>
      <a:lvl9pPr marL="1828800" algn="ctr" rtl="0" eaLnBrk="1" fontAlgn="base" hangingPunct="1">
        <a:spcBef>
          <a:spcPct val="0"/>
        </a:spcBef>
        <a:spcAft>
          <a:spcPct val="0"/>
        </a:spcAft>
        <a:defRPr sz="2800" b="1">
          <a:solidFill>
            <a:schemeClr val="bg1"/>
          </a:solidFill>
          <a:latin typeface="Arial" pitchFamily="34" charset="0"/>
        </a:defRPr>
      </a:lvl9pPr>
    </p:titleStyle>
    <p:bodyStyle>
      <a:lvl1pPr marL="342900" indent="-342900" algn="l" rtl="0" eaLnBrk="0" fontAlgn="base" hangingPunct="0">
        <a:spcBef>
          <a:spcPct val="20000"/>
        </a:spcBef>
        <a:spcAft>
          <a:spcPct val="0"/>
        </a:spcAft>
        <a:buClr>
          <a:schemeClr val="hlink"/>
        </a:buClr>
        <a:buFont typeface="Wingdings" panose="05000000000000000000" pitchFamily="2" charset="2"/>
        <a:buChar char="v"/>
        <a:defRPr sz="26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400">
          <a:solidFill>
            <a:schemeClr val="tx1"/>
          </a:solidFill>
          <a:latin typeface="+mn-lt"/>
        </a:defRPr>
      </a:lvl2pPr>
      <a:lvl3pPr marL="1143000" indent="-228600" algn="l" rtl="0" eaLnBrk="0" fontAlgn="base" hangingPunct="0">
        <a:spcBef>
          <a:spcPct val="20000"/>
        </a:spcBef>
        <a:spcAft>
          <a:spcPct val="0"/>
        </a:spcAft>
        <a:buClr>
          <a:schemeClr val="tx1"/>
        </a:buClr>
        <a:buChar char="•"/>
        <a:defRPr sz="22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TW" altLang="en-US"/>
              <a:t>按一下以編輯母片標題樣式</a:t>
            </a:r>
          </a:p>
        </p:txBody>
      </p:sp>
      <p:sp>
        <p:nvSpPr>
          <p:cNvPr id="4099"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TW" altLang="en-US"/>
              <a:t>按一下以編輯母片</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solidFill>
                  <a:srgbClr val="000000"/>
                </a:solidFill>
                <a:latin typeface="Arial" pitchFamily="34" charset="0"/>
                <a:ea typeface="新細明體" pitchFamily="18" charset="-120"/>
              </a:defRPr>
            </a:lvl1pPr>
          </a:lstStyle>
          <a:p>
            <a:pPr fontAlgn="base">
              <a:spcBef>
                <a:spcPct val="0"/>
              </a:spcBef>
              <a:spcAft>
                <a:spcPct val="0"/>
              </a:spcAft>
              <a:defRPr/>
            </a:pPr>
            <a:endParaRPr kumimoji="1" lang="en-US" altLang="zh-TW"/>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Arial" pitchFamily="34" charset="0"/>
                <a:ea typeface="新細明體" pitchFamily="18" charset="-120"/>
              </a:defRPr>
            </a:lvl1pPr>
          </a:lstStyle>
          <a:p>
            <a:pPr fontAlgn="base">
              <a:spcBef>
                <a:spcPct val="0"/>
              </a:spcBef>
              <a:spcAft>
                <a:spcPct val="0"/>
              </a:spcAft>
              <a:defRPr/>
            </a:pPr>
            <a:endParaRPr kumimoji="1" lang="en-US" altLang="zh-TW"/>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solidFill>
                  <a:srgbClr val="000000"/>
                </a:solidFill>
                <a:latin typeface="Arial" pitchFamily="34" charset="0"/>
                <a:ea typeface="新細明體" pitchFamily="18" charset="-120"/>
              </a:defRPr>
            </a:lvl1pPr>
          </a:lstStyle>
          <a:p>
            <a:pPr fontAlgn="base">
              <a:spcBef>
                <a:spcPct val="0"/>
              </a:spcBef>
              <a:spcAft>
                <a:spcPct val="0"/>
              </a:spcAft>
              <a:defRPr/>
            </a:pPr>
            <a:fld id="{15180EDA-03DD-4D23-B076-0398BF2F1245}" type="slidenum">
              <a:rPr kumimoji="1" lang="en-US" altLang="zh-TW"/>
              <a:pPr fontAlgn="base">
                <a:spcBef>
                  <a:spcPct val="0"/>
                </a:spcBef>
                <a:spcAft>
                  <a:spcPct val="0"/>
                </a:spcAft>
                <a:defRPr/>
              </a:pPr>
              <a:t>‹#›</a:t>
            </a:fld>
            <a:endParaRPr kumimoji="1" lang="en-US" altLang="zh-TW"/>
          </a:p>
        </p:txBody>
      </p:sp>
    </p:spTree>
    <p:extLst>
      <p:ext uri="{BB962C8B-B14F-4D97-AF65-F5344CB8AC3E}">
        <p14:creationId xmlns:p14="http://schemas.microsoft.com/office/powerpoint/2010/main" val="616496253"/>
      </p:ext>
    </p:extLst>
  </p:cSld>
  <p:clrMap bg1="lt1" tx1="dk1" bg2="lt2" tx2="dk2" accent1="accent1" accent2="accent2" accent3="accent3" accent4="accent4" accent5="accent5" accent6="accent6" hlink="hlink" folHlink="folHlink"/>
  <p:sldLayoutIdLst>
    <p:sldLayoutId id="2147484516" r:id="rId1"/>
    <p:sldLayoutId id="2147484517" r:id="rId2"/>
    <p:sldLayoutId id="2147484518" r:id="rId3"/>
    <p:sldLayoutId id="2147484519" r:id="rId4"/>
    <p:sldLayoutId id="2147484520" r:id="rId5"/>
    <p:sldLayoutId id="2147484521" r:id="rId6"/>
    <p:sldLayoutId id="2147484522" r:id="rId7"/>
    <p:sldLayoutId id="2147484523" r:id="rId8"/>
    <p:sldLayoutId id="2147484524" r:id="rId9"/>
    <p:sldLayoutId id="2147484525" r:id="rId10"/>
    <p:sldLayoutId id="2147484526" r:id="rId11"/>
    <p:sldLayoutId id="2147484527" r:id="rId12"/>
  </p:sldLayoutIdLst>
  <p:txStyles>
    <p:title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2pPr>
      <a:lvl3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3pPr>
      <a:lvl4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4pPr>
      <a:lvl5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5pPr>
      <a:lvl6pPr marL="457200" algn="ctr" rtl="0" fontAlgn="base">
        <a:spcBef>
          <a:spcPct val="0"/>
        </a:spcBef>
        <a:spcAft>
          <a:spcPct val="0"/>
        </a:spcAft>
        <a:defRPr kumimoji="1" sz="4400">
          <a:solidFill>
            <a:schemeClr val="tx2"/>
          </a:solidFill>
          <a:latin typeface="Arial" pitchFamily="34" charset="0"/>
          <a:ea typeface="新細明體" pitchFamily="18" charset="-120"/>
        </a:defRPr>
      </a:lvl6pPr>
      <a:lvl7pPr marL="914400" algn="ctr" rtl="0" fontAlgn="base">
        <a:spcBef>
          <a:spcPct val="0"/>
        </a:spcBef>
        <a:spcAft>
          <a:spcPct val="0"/>
        </a:spcAft>
        <a:defRPr kumimoji="1" sz="4400">
          <a:solidFill>
            <a:schemeClr val="tx2"/>
          </a:solidFill>
          <a:latin typeface="Arial" pitchFamily="34" charset="0"/>
          <a:ea typeface="新細明體" pitchFamily="18" charset="-120"/>
        </a:defRPr>
      </a:lvl7pPr>
      <a:lvl8pPr marL="1371600" algn="ctr" rtl="0" fontAlgn="base">
        <a:spcBef>
          <a:spcPct val="0"/>
        </a:spcBef>
        <a:spcAft>
          <a:spcPct val="0"/>
        </a:spcAft>
        <a:defRPr kumimoji="1" sz="4400">
          <a:solidFill>
            <a:schemeClr val="tx2"/>
          </a:solidFill>
          <a:latin typeface="Arial" pitchFamily="34" charset="0"/>
          <a:ea typeface="新細明體" pitchFamily="18" charset="-120"/>
        </a:defRPr>
      </a:lvl8pPr>
      <a:lvl9pPr marL="1828800" algn="ctr" rtl="0" fontAlgn="base">
        <a:spcBef>
          <a:spcPct val="0"/>
        </a:spcBef>
        <a:spcAft>
          <a:spcPct val="0"/>
        </a:spcAft>
        <a:defRPr kumimoji="1" sz="4400">
          <a:solidFill>
            <a:schemeClr val="tx2"/>
          </a:solidFill>
          <a:latin typeface="Arial" pitchFamily="34" charset="0"/>
          <a:ea typeface="新細明體" pitchFamily="18" charset="-120"/>
        </a:defRPr>
      </a:lvl9pPr>
    </p:titleStyle>
    <p:body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hyperlink" Target="&#22823;&#26071;&#33382;16&#31186;&#24433;&#29255;.avi" TargetMode="Externa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eg"/><Relationship Id="rId1" Type="http://schemas.openxmlformats.org/officeDocument/2006/relationships/slideLayout" Target="../slideLayouts/slideLayout17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6.xml"/></Relationships>
</file>

<file path=ppt/slides/_rels/slide5.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10.jpeg"/><Relationship Id="rId1" Type="http://schemas.openxmlformats.org/officeDocument/2006/relationships/slideLayout" Target="../slideLayouts/slideLayout16.xml"/></Relationships>
</file>

<file path=ppt/slides/_rels/slide6.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Layout" Target="../slideLayouts/slideLayout16.xml"/><Relationship Id="rId5" Type="http://schemas.openxmlformats.org/officeDocument/2006/relationships/image" Target="../media/image15.jpeg"/><Relationship Id="rId4" Type="http://schemas.openxmlformats.org/officeDocument/2006/relationships/image" Target="../media/image14.jpe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jpeg"/><Relationship Id="rId1" Type="http://schemas.openxmlformats.org/officeDocument/2006/relationships/slideLayout" Target="../slideLayouts/slideLayout16.xml"/><Relationship Id="rId5" Type="http://schemas.openxmlformats.org/officeDocument/2006/relationships/image" Target="../media/image19.png"/><Relationship Id="rId4" Type="http://schemas.openxmlformats.org/officeDocument/2006/relationships/image" Target="../media/image18.png"/></Relationships>
</file>

<file path=ppt/slides/_rels/slide9.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image" Target="../media/image20.jpeg"/><Relationship Id="rId1" Type="http://schemas.openxmlformats.org/officeDocument/2006/relationships/slideLayout" Target="../slideLayouts/slideLayout16.xml"/></Relationships>
</file>

<file path=ppt/slides/_rels/slide1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xml"/><Relationship Id="rId1" Type="http://schemas.openxmlformats.org/officeDocument/2006/relationships/slideLayout" Target="../slideLayouts/slideLayout16.xml"/></Relationships>
</file>

<file path=ppt/slides/_rels/slide11.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3.xml"/><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4.xml"/><Relationship Id="rId1" Type="http://schemas.openxmlformats.org/officeDocument/2006/relationships/slideLayout" Target="../slideLayouts/slideLayout16.xml"/><Relationship Id="rId4" Type="http://schemas.openxmlformats.org/officeDocument/2006/relationships/image" Target="../media/image25.png"/></Relationships>
</file>

<file path=ppt/slides/_rels/slide13.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5.xml"/><Relationship Id="rId1" Type="http://schemas.openxmlformats.org/officeDocument/2006/relationships/slideLayout" Target="../slideLayouts/slideLayout16.xml"/><Relationship Id="rId4" Type="http://schemas.openxmlformats.org/officeDocument/2006/relationships/image" Target="../media/image27.wmf"/></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image" Target="../media/image22.png"/><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27.wmf"/><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image" Target="../media/image34.jpeg"/><Relationship Id="rId1" Type="http://schemas.openxmlformats.org/officeDocument/2006/relationships/slideLayout" Target="../slideLayouts/slideLayout16.xml"/><Relationship Id="rId4" Type="http://schemas.openxmlformats.org/officeDocument/2006/relationships/image" Target="../media/image36.jpeg"/></Relationships>
</file>

<file path=ppt/slides/_rels/slide23.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4.jpeg"/><Relationship Id="rId1" Type="http://schemas.openxmlformats.org/officeDocument/2006/relationships/slideLayout" Target="../slideLayouts/slideLayout16.xml"/><Relationship Id="rId4" Type="http://schemas.openxmlformats.org/officeDocument/2006/relationships/image" Target="../media/image38.jpe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5.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4.jpeg"/><Relationship Id="rId1" Type="http://schemas.openxmlformats.org/officeDocument/2006/relationships/slideLayout" Target="../slideLayouts/slideLayout16.xml"/><Relationship Id="rId4" Type="http://schemas.openxmlformats.org/officeDocument/2006/relationships/image" Target="../media/image40.jpeg"/></Relationships>
</file>

<file path=ppt/slides/_rels/slide26.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16.xml"/></Relationships>
</file>

<file path=ppt/slides/_rels/slide27.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42.png"/><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16.xml"/></Relationships>
</file>

<file path=ppt/slides/_rels/slide2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16.xml"/><Relationship Id="rId4" Type="http://schemas.openxmlformats.org/officeDocument/2006/relationships/image" Target="../media/image34.jpeg"/></Relationships>
</file>

<file path=ppt/slides/_rels/slide30.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16.xml"/></Relationships>
</file>

<file path=ppt/slides/_rels/slide32.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image" Target="../media/image46.png"/><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16.xml"/></Relationships>
</file>

<file path=ppt/slides/_rels/slide34.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image" Target="../media/image46.png"/><Relationship Id="rId1" Type="http://schemas.openxmlformats.org/officeDocument/2006/relationships/slideLayout" Target="../slideLayouts/slideLayout16.xml"/></Relationships>
</file>

<file path=ppt/slides/_rels/slide3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6.xml"/></Relationships>
</file>

<file path=ppt/slides/_rels/slide3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46.png"/><Relationship Id="rId1" Type="http://schemas.openxmlformats.org/officeDocument/2006/relationships/slideLayout" Target="../slideLayouts/slideLayout16.xml"/><Relationship Id="rId4" Type="http://schemas.openxmlformats.org/officeDocument/2006/relationships/image" Target="../media/image34.jpeg"/></Relationships>
</file>

<file path=ppt/slides/_rels/slide3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6.xml"/></Relationships>
</file>

<file path=ppt/slides/_rels/slide38.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46.png"/><Relationship Id="rId1" Type="http://schemas.openxmlformats.org/officeDocument/2006/relationships/slideLayout" Target="../slideLayouts/slideLayout16.xml"/></Relationships>
</file>

<file path=ppt/slides/_rels/slide39.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16.xml"/></Relationships>
</file>

<file path=ppt/slides/_rels/slide4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46.png"/><Relationship Id="rId1" Type="http://schemas.openxmlformats.org/officeDocument/2006/relationships/slideLayout" Target="../slideLayouts/slideLayout16.xml"/><Relationship Id="rId4" Type="http://schemas.openxmlformats.org/officeDocument/2006/relationships/image" Target="../media/image54.png"/></Relationships>
</file>

<file path=ppt/slides/_rels/slide41.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46.png"/><Relationship Id="rId1" Type="http://schemas.openxmlformats.org/officeDocument/2006/relationships/slideLayout" Target="../slideLayouts/slideLayout16.xml"/></Relationships>
</file>

<file path=ppt/slides/_rels/slide4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16.xml"/></Relationships>
</file>

<file path=ppt/slides/_rels/slide43.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5.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7.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6.xml"/></Relationships>
</file>

<file path=ppt/slides/_rels/slide48.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9.png"/><Relationship Id="rId1" Type="http://schemas.openxmlformats.org/officeDocument/2006/relationships/slideLayout" Target="../slideLayouts/slideLayout237.xml"/></Relationships>
</file>

<file path=ppt/slides/_rels/slide49.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9.png"/><Relationship Id="rId1" Type="http://schemas.openxmlformats.org/officeDocument/2006/relationships/slideLayout" Target="../slideLayouts/slideLayout237.xml"/></Relationships>
</file>

<file path=ppt/slides/_rels/slide50.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9.png"/><Relationship Id="rId1" Type="http://schemas.openxmlformats.org/officeDocument/2006/relationships/slideLayout" Target="../slideLayouts/slideLayout237.xml"/></Relationships>
</file>

<file path=ppt/slides/_rels/slide51.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9.png"/><Relationship Id="rId1" Type="http://schemas.openxmlformats.org/officeDocument/2006/relationships/slideLayout" Target="../slideLayouts/slideLayout237.xml"/></Relationships>
</file>

<file path=ppt/slides/_rels/slide52.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9.png"/><Relationship Id="rId1" Type="http://schemas.openxmlformats.org/officeDocument/2006/relationships/slideLayout" Target="../slideLayouts/slideLayout237.xml"/></Relationships>
</file>

<file path=ppt/slides/_rels/slide53.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9.png"/><Relationship Id="rId1" Type="http://schemas.openxmlformats.org/officeDocument/2006/relationships/slideLayout" Target="../slideLayouts/slideLayout23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5.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16.xml"/></Relationships>
</file>

<file path=ppt/slides/_rels/slide56.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16.xml"/></Relationships>
</file>

<file path=ppt/slides/_rels/slide5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6.xml"/><Relationship Id="rId1" Type="http://schemas.openxmlformats.org/officeDocument/2006/relationships/slideLayout" Target="../slideLayouts/slideLayout1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59.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image" Target="../media/image59.jpeg"/><Relationship Id="rId1" Type="http://schemas.openxmlformats.org/officeDocument/2006/relationships/slideLayout" Target="../slideLayouts/slideLayout65.xml"/></Relationships>
</file>

<file path=ppt/slides/_rels/slide60.xml.rels><?xml version="1.0" encoding="UTF-8" standalone="yes"?>
<Relationships xmlns="http://schemas.openxmlformats.org/package/2006/relationships"><Relationship Id="rId3" Type="http://schemas.openxmlformats.org/officeDocument/2006/relationships/image" Target="../media/image62.jpeg"/><Relationship Id="rId7" Type="http://schemas.openxmlformats.org/officeDocument/2006/relationships/image" Target="../media/image66.jpeg"/><Relationship Id="rId2" Type="http://schemas.openxmlformats.org/officeDocument/2006/relationships/image" Target="../media/image61.jpeg"/><Relationship Id="rId1" Type="http://schemas.openxmlformats.org/officeDocument/2006/relationships/slideLayout" Target="../slideLayouts/slideLayout138.xml"/><Relationship Id="rId6" Type="http://schemas.openxmlformats.org/officeDocument/2006/relationships/image" Target="../media/image65.jpeg"/><Relationship Id="rId5" Type="http://schemas.openxmlformats.org/officeDocument/2006/relationships/image" Target="../media/image64.jpeg"/><Relationship Id="rId4" Type="http://schemas.openxmlformats.org/officeDocument/2006/relationships/image" Target="../media/image63.jpeg"/></Relationships>
</file>

<file path=ppt/slides/_rels/slide61.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image" Target="../media/image67.jpeg"/><Relationship Id="rId1" Type="http://schemas.openxmlformats.org/officeDocument/2006/relationships/slideLayout" Target="../slideLayouts/slideLayout16.xml"/><Relationship Id="rId5" Type="http://schemas.openxmlformats.org/officeDocument/2006/relationships/image" Target="../media/image70.jpeg"/><Relationship Id="rId4" Type="http://schemas.openxmlformats.org/officeDocument/2006/relationships/image" Target="../media/image69.jpe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68.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image" Target="../media/image71.jpeg"/><Relationship Id="rId1" Type="http://schemas.openxmlformats.org/officeDocument/2006/relationships/slideLayout" Target="../slideLayouts/slideLayout162.xml"/><Relationship Id="rId4" Type="http://schemas.openxmlformats.org/officeDocument/2006/relationships/image" Target="../media/image73.jpeg"/></Relationships>
</file>

<file path=ppt/slides/_rels/slide6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eg"/><Relationship Id="rId1" Type="http://schemas.openxmlformats.org/officeDocument/2006/relationships/slideLayout" Target="../slideLayouts/slideLayout174.xml"/></Relationships>
</file>

<file path=ppt/slides/_rels/slide70.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7.xml"/><Relationship Id="rId1" Type="http://schemas.openxmlformats.org/officeDocument/2006/relationships/slideLayout" Target="../slideLayouts/slideLayout65.xml"/><Relationship Id="rId4" Type="http://schemas.openxmlformats.org/officeDocument/2006/relationships/image" Target="../media/image75.jpeg"/></Relationships>
</file>

<file path=ppt/slides/_rels/slide71.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jpeg"/><Relationship Id="rId1" Type="http://schemas.openxmlformats.org/officeDocument/2006/relationships/slideLayout" Target="../slideLayouts/slideLayout6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8.xml"/></Relationships>
</file>

<file path=ppt/slides/_rels/slide73.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27.wmf"/><Relationship Id="rId1" Type="http://schemas.openxmlformats.org/officeDocument/2006/relationships/slideLayout" Target="../slideLayouts/slideLayout16.xml"/></Relationships>
</file>

<file path=ppt/slides/_rels/slide74.xml.rels><?xml version="1.0" encoding="UTF-8" standalone="yes"?>
<Relationships xmlns="http://schemas.openxmlformats.org/package/2006/relationships"><Relationship Id="rId2" Type="http://schemas.openxmlformats.org/officeDocument/2006/relationships/image" Target="../media/image78.jpeg"/><Relationship Id="rId1" Type="http://schemas.openxmlformats.org/officeDocument/2006/relationships/slideLayout" Target="../slideLayouts/slideLayout16.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77.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image" Target="../media/image79.jpeg"/><Relationship Id="rId1" Type="http://schemas.openxmlformats.org/officeDocument/2006/relationships/slideLayout" Target="../slideLayouts/slideLayout212.xml"/><Relationship Id="rId6" Type="http://schemas.openxmlformats.org/officeDocument/2006/relationships/image" Target="../media/image83.jpeg"/><Relationship Id="rId5" Type="http://schemas.openxmlformats.org/officeDocument/2006/relationships/image" Target="../media/image82.jpeg"/><Relationship Id="rId4" Type="http://schemas.openxmlformats.org/officeDocument/2006/relationships/image" Target="../media/image81.jpeg"/></Relationships>
</file>

<file path=ppt/slides/_rels/slide78.xml.rels><?xml version="1.0" encoding="UTF-8" standalone="yes"?>
<Relationships xmlns="http://schemas.openxmlformats.org/package/2006/relationships"><Relationship Id="rId3" Type="http://schemas.openxmlformats.org/officeDocument/2006/relationships/image" Target="../media/image85.jpeg"/><Relationship Id="rId7" Type="http://schemas.openxmlformats.org/officeDocument/2006/relationships/image" Target="../media/image89.jpeg"/><Relationship Id="rId2" Type="http://schemas.openxmlformats.org/officeDocument/2006/relationships/image" Target="../media/image84.jpeg"/><Relationship Id="rId1" Type="http://schemas.openxmlformats.org/officeDocument/2006/relationships/slideLayout" Target="../slideLayouts/slideLayout212.xml"/><Relationship Id="rId6" Type="http://schemas.openxmlformats.org/officeDocument/2006/relationships/image" Target="../media/image88.jpeg"/><Relationship Id="rId5" Type="http://schemas.openxmlformats.org/officeDocument/2006/relationships/image" Target="../media/image87.jpeg"/><Relationship Id="rId4" Type="http://schemas.openxmlformats.org/officeDocument/2006/relationships/image" Target="../media/image86.jpeg"/></Relationships>
</file>

<file path=ppt/slides/_rels/slide79.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image" Target="../media/image90.jpeg"/><Relationship Id="rId1" Type="http://schemas.openxmlformats.org/officeDocument/2006/relationships/slideLayout" Target="../slideLayouts/slideLayout212.xml"/><Relationship Id="rId5" Type="http://schemas.openxmlformats.org/officeDocument/2006/relationships/image" Target="../media/image93.jpeg"/><Relationship Id="rId4" Type="http://schemas.openxmlformats.org/officeDocument/2006/relationships/image" Target="../media/image92.jpeg"/></Relationships>
</file>

<file path=ppt/slides/_rels/slide80.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Layout" Target="../slideLayouts/slideLayout65.xml"/></Relationships>
</file>

<file path=ppt/slides/_rels/slide81.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jpeg"/><Relationship Id="rId1" Type="http://schemas.openxmlformats.org/officeDocument/2006/relationships/slideLayout" Target="../slideLayouts/slideLayout65.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83.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image" Target="../media/image98.jpeg"/><Relationship Id="rId1" Type="http://schemas.openxmlformats.org/officeDocument/2006/relationships/slideLayout" Target="../slideLayouts/slideLayout65.xml"/></Relationships>
</file>

<file path=ppt/slides/_rels/slide84.xml.rels><?xml version="1.0" encoding="UTF-8" standalone="yes"?>
<Relationships xmlns="http://schemas.openxmlformats.org/package/2006/relationships"><Relationship Id="rId3" Type="http://schemas.openxmlformats.org/officeDocument/2006/relationships/image" Target="../media/image101.jpg"/><Relationship Id="rId2" Type="http://schemas.openxmlformats.org/officeDocument/2006/relationships/image" Target="../media/image100.jpeg"/><Relationship Id="rId1" Type="http://schemas.openxmlformats.org/officeDocument/2006/relationships/slideLayout" Target="../slideLayouts/slideLayout65.xml"/></Relationships>
</file>

<file path=ppt/slides/_rels/slide85.xml.rels><?xml version="1.0" encoding="UTF-8" standalone="yes"?>
<Relationships xmlns="http://schemas.openxmlformats.org/package/2006/relationships"><Relationship Id="rId2" Type="http://schemas.openxmlformats.org/officeDocument/2006/relationships/image" Target="../media/image102.jpeg"/><Relationship Id="rId1" Type="http://schemas.openxmlformats.org/officeDocument/2006/relationships/slideLayout" Target="../slideLayouts/slideLayout6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87.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image" Target="../media/image103.jpeg"/><Relationship Id="rId1" Type="http://schemas.openxmlformats.org/officeDocument/2006/relationships/slideLayout" Target="../slideLayouts/slideLayout212.xml"/><Relationship Id="rId4" Type="http://schemas.openxmlformats.org/officeDocument/2006/relationships/image" Target="../media/image105.jpe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89.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106.jpeg"/><Relationship Id="rId1" Type="http://schemas.openxmlformats.org/officeDocument/2006/relationships/slideLayout" Target="../slideLayouts/slideLayout65.xml"/><Relationship Id="rId4" Type="http://schemas.openxmlformats.org/officeDocument/2006/relationships/image" Target="../media/image108.jpeg"/></Relationships>
</file>

<file path=ppt/slides/_rels/slide90.xml.rels><?xml version="1.0" encoding="UTF-8" standalone="yes"?>
<Relationships xmlns="http://schemas.openxmlformats.org/package/2006/relationships"><Relationship Id="rId8" Type="http://schemas.openxmlformats.org/officeDocument/2006/relationships/image" Target="../media/image115.jpeg"/><Relationship Id="rId3" Type="http://schemas.openxmlformats.org/officeDocument/2006/relationships/image" Target="../media/image110.jpeg"/><Relationship Id="rId7" Type="http://schemas.openxmlformats.org/officeDocument/2006/relationships/image" Target="../media/image114.jpeg"/><Relationship Id="rId2" Type="http://schemas.openxmlformats.org/officeDocument/2006/relationships/image" Target="../media/image109.jpeg"/><Relationship Id="rId1" Type="http://schemas.openxmlformats.org/officeDocument/2006/relationships/slideLayout" Target="../slideLayouts/slideLayout212.xml"/><Relationship Id="rId6" Type="http://schemas.openxmlformats.org/officeDocument/2006/relationships/image" Target="../media/image113.jpeg"/><Relationship Id="rId5" Type="http://schemas.openxmlformats.org/officeDocument/2006/relationships/image" Target="../media/image112.jpeg"/><Relationship Id="rId10" Type="http://schemas.openxmlformats.org/officeDocument/2006/relationships/image" Target="../media/image117.jpeg"/><Relationship Id="rId4" Type="http://schemas.openxmlformats.org/officeDocument/2006/relationships/image" Target="../media/image111.jpeg"/><Relationship Id="rId9" Type="http://schemas.openxmlformats.org/officeDocument/2006/relationships/image" Target="../media/image116.jpe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92.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image" Target="../media/image118.jpeg"/><Relationship Id="rId1" Type="http://schemas.openxmlformats.org/officeDocument/2006/relationships/slideLayout" Target="../slideLayouts/slideLayout212.xml"/><Relationship Id="rId5" Type="http://schemas.openxmlformats.org/officeDocument/2006/relationships/image" Target="../media/image121.jpeg"/><Relationship Id="rId4" Type="http://schemas.openxmlformats.org/officeDocument/2006/relationships/image" Target="../media/image120.jpeg"/></Relationships>
</file>

<file path=ppt/slides/_rels/slide93.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image" Target="../media/image122.jpeg"/><Relationship Id="rId1" Type="http://schemas.openxmlformats.org/officeDocument/2006/relationships/slideLayout" Target="../slideLayouts/slideLayout65.xml"/><Relationship Id="rId4" Type="http://schemas.openxmlformats.org/officeDocument/2006/relationships/image" Target="../media/image124.jpe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96.xml.rels><?xml version="1.0" encoding="UTF-8" standalone="yes"?>
<Relationships xmlns="http://schemas.openxmlformats.org/package/2006/relationships"><Relationship Id="rId3" Type="http://schemas.openxmlformats.org/officeDocument/2006/relationships/image" Target="../media/image126.jpeg"/><Relationship Id="rId2" Type="http://schemas.openxmlformats.org/officeDocument/2006/relationships/image" Target="../media/image125.jpeg"/><Relationship Id="rId1" Type="http://schemas.openxmlformats.org/officeDocument/2006/relationships/slideLayout" Target="../slideLayouts/slideLayout65.xml"/><Relationship Id="rId6" Type="http://schemas.openxmlformats.org/officeDocument/2006/relationships/image" Target="../media/image129.jpeg"/><Relationship Id="rId5" Type="http://schemas.openxmlformats.org/officeDocument/2006/relationships/image" Target="../media/image128.jpeg"/><Relationship Id="rId4" Type="http://schemas.openxmlformats.org/officeDocument/2006/relationships/image" Target="../media/image127.jpeg"/></Relationships>
</file>

<file path=ppt/slides/_rels/slide97.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image" Target="../media/image130.jpeg"/><Relationship Id="rId1" Type="http://schemas.openxmlformats.org/officeDocument/2006/relationships/slideLayout" Target="../slideLayouts/slideLayout212.xml"/><Relationship Id="rId5" Type="http://schemas.openxmlformats.org/officeDocument/2006/relationships/image" Target="../media/image133.jpeg"/><Relationship Id="rId4" Type="http://schemas.openxmlformats.org/officeDocument/2006/relationships/image" Target="../media/image132.jpe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99.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image" Target="../media/image134.jpeg"/><Relationship Id="rId1" Type="http://schemas.openxmlformats.org/officeDocument/2006/relationships/slideLayout" Target="../slideLayouts/slideLayout65.xml"/><Relationship Id="rId5" Type="http://schemas.openxmlformats.org/officeDocument/2006/relationships/image" Target="../media/image137.jpeg"/><Relationship Id="rId4" Type="http://schemas.openxmlformats.org/officeDocument/2006/relationships/image" Target="../media/image136.jpeg"/></Relationships>
</file>

<file path=ppt/slides/_rels/slide100.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image" Target="../media/image138.jpeg"/><Relationship Id="rId1" Type="http://schemas.openxmlformats.org/officeDocument/2006/relationships/slideLayout" Target="../slideLayouts/slideLayout212.xml"/><Relationship Id="rId5" Type="http://schemas.openxmlformats.org/officeDocument/2006/relationships/image" Target="../media/image141.jpeg"/><Relationship Id="rId4" Type="http://schemas.openxmlformats.org/officeDocument/2006/relationships/image" Target="../media/image140.jpe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02.xml.rels><?xml version="1.0" encoding="UTF-8" standalone="yes"?>
<Relationships xmlns="http://schemas.openxmlformats.org/package/2006/relationships"><Relationship Id="rId3" Type="http://schemas.openxmlformats.org/officeDocument/2006/relationships/image" Target="../media/image143.jpeg"/><Relationship Id="rId2" Type="http://schemas.openxmlformats.org/officeDocument/2006/relationships/image" Target="../media/image142.jpeg"/><Relationship Id="rId1" Type="http://schemas.openxmlformats.org/officeDocument/2006/relationships/slideLayout" Target="../slideLayouts/slideLayout212.xml"/><Relationship Id="rId5" Type="http://schemas.openxmlformats.org/officeDocument/2006/relationships/image" Target="../media/image145.jpeg"/><Relationship Id="rId4" Type="http://schemas.openxmlformats.org/officeDocument/2006/relationships/image" Target="../media/image144.jpeg"/></Relationships>
</file>

<file path=ppt/slides/_rels/slide103.xml.rels><?xml version="1.0" encoding="UTF-8" standalone="yes"?>
<Relationships xmlns="http://schemas.openxmlformats.org/package/2006/relationships"><Relationship Id="rId2" Type="http://schemas.openxmlformats.org/officeDocument/2006/relationships/image" Target="../media/image146.jpeg"/><Relationship Id="rId1" Type="http://schemas.openxmlformats.org/officeDocument/2006/relationships/slideLayout" Target="../slideLayouts/slideLayout65.xml"/></Relationships>
</file>

<file path=ppt/slides/_rels/slide104.xml.rels><?xml version="1.0" encoding="UTF-8" standalone="yes"?>
<Relationships xmlns="http://schemas.openxmlformats.org/package/2006/relationships"><Relationship Id="rId3" Type="http://schemas.openxmlformats.org/officeDocument/2006/relationships/image" Target="../media/image148.jpeg"/><Relationship Id="rId7" Type="http://schemas.openxmlformats.org/officeDocument/2006/relationships/image" Target="../media/image152.jpeg"/><Relationship Id="rId2" Type="http://schemas.openxmlformats.org/officeDocument/2006/relationships/image" Target="../media/image147.jpeg"/><Relationship Id="rId1" Type="http://schemas.openxmlformats.org/officeDocument/2006/relationships/slideLayout" Target="../slideLayouts/slideLayout212.xml"/><Relationship Id="rId6" Type="http://schemas.openxmlformats.org/officeDocument/2006/relationships/image" Target="../media/image151.jpeg"/><Relationship Id="rId5" Type="http://schemas.openxmlformats.org/officeDocument/2006/relationships/image" Target="../media/image150.jpeg"/><Relationship Id="rId4" Type="http://schemas.openxmlformats.org/officeDocument/2006/relationships/image" Target="../media/image149.jpe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14.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2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26.xml"/></Relationships>
</file>

<file path=ppt/slides/_rels/slide109.xml.rels><?xml version="1.0" encoding="UTF-8" standalone="yes"?>
<Relationships xmlns="http://schemas.openxmlformats.org/package/2006/relationships"><Relationship Id="rId3" Type="http://schemas.openxmlformats.org/officeDocument/2006/relationships/image" Target="../media/image154.jpeg"/><Relationship Id="rId7" Type="http://schemas.openxmlformats.org/officeDocument/2006/relationships/image" Target="../media/image158.jpeg"/><Relationship Id="rId2" Type="http://schemas.openxmlformats.org/officeDocument/2006/relationships/image" Target="../media/image153.jpeg"/><Relationship Id="rId1" Type="http://schemas.openxmlformats.org/officeDocument/2006/relationships/slideLayout" Target="../slideLayouts/slideLayout90.xml"/><Relationship Id="rId6" Type="http://schemas.openxmlformats.org/officeDocument/2006/relationships/image" Target="../media/image157.jpeg"/><Relationship Id="rId5" Type="http://schemas.openxmlformats.org/officeDocument/2006/relationships/image" Target="../media/image156.jpeg"/><Relationship Id="rId4" Type="http://schemas.openxmlformats.org/officeDocument/2006/relationships/image" Target="../media/image155.jpeg"/></Relationships>
</file>

<file path=ppt/slides/_rels/slide110.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image" Target="../media/image159.jpeg"/><Relationship Id="rId1" Type="http://schemas.openxmlformats.org/officeDocument/2006/relationships/slideLayout" Target="../slideLayouts/slideLayout203.xml"/><Relationship Id="rId4" Type="http://schemas.openxmlformats.org/officeDocument/2006/relationships/image" Target="../media/image161.jpeg"/></Relationships>
</file>

<file path=ppt/slides/_rels/slide11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eg"/><Relationship Id="rId1" Type="http://schemas.openxmlformats.org/officeDocument/2006/relationships/slideLayout" Target="../slideLayouts/slideLayout174.xml"/></Relationships>
</file>

<file path=ppt/slides/_rels/slide112.xml.rels><?xml version="1.0" encoding="UTF-8" standalone="yes"?>
<Relationships xmlns="http://schemas.openxmlformats.org/package/2006/relationships"><Relationship Id="rId3" Type="http://schemas.openxmlformats.org/officeDocument/2006/relationships/image" Target="../media/image162.jpeg"/><Relationship Id="rId2" Type="http://schemas.openxmlformats.org/officeDocument/2006/relationships/notesSlide" Target="../notesSlides/notesSlide10.xml"/><Relationship Id="rId1" Type="http://schemas.openxmlformats.org/officeDocument/2006/relationships/slideLayout" Target="../slideLayouts/slideLayout53.xml"/><Relationship Id="rId5" Type="http://schemas.openxmlformats.org/officeDocument/2006/relationships/image" Target="../media/image164.jpeg"/><Relationship Id="rId4" Type="http://schemas.openxmlformats.org/officeDocument/2006/relationships/image" Target="../media/image163.jpeg"/></Relationships>
</file>

<file path=ppt/slides/_rels/slide113.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jpeg"/><Relationship Id="rId1" Type="http://schemas.openxmlformats.org/officeDocument/2006/relationships/slideLayout" Target="../slideLayouts/slideLayout40.xml"/></Relationships>
</file>

<file path=ppt/slides/_rels/slide114.xml.rels><?xml version="1.0" encoding="UTF-8" standalone="yes"?>
<Relationships xmlns="http://schemas.openxmlformats.org/package/2006/relationships"><Relationship Id="rId3" Type="http://schemas.openxmlformats.org/officeDocument/2006/relationships/image" Target="../media/image166.jpeg"/><Relationship Id="rId2" Type="http://schemas.openxmlformats.org/officeDocument/2006/relationships/image" Target="../media/image165.jpeg"/><Relationship Id="rId1" Type="http://schemas.openxmlformats.org/officeDocument/2006/relationships/slideLayout" Target="../slideLayouts/slideLayout40.xml"/><Relationship Id="rId4" Type="http://schemas.openxmlformats.org/officeDocument/2006/relationships/image" Target="../media/image167.jpe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19.xml.rels><?xml version="1.0" encoding="UTF-8" standalone="yes"?>
<Relationships xmlns="http://schemas.openxmlformats.org/package/2006/relationships"><Relationship Id="rId2" Type="http://schemas.openxmlformats.org/officeDocument/2006/relationships/image" Target="../media/image168.jpeg"/><Relationship Id="rId1" Type="http://schemas.openxmlformats.org/officeDocument/2006/relationships/slideLayout" Target="../slideLayouts/slideLayout224.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24.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24.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24.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24.xml"/></Relationships>
</file>

<file path=ppt/slides/_rels/slide124.xml.rels><?xml version="1.0" encoding="UTF-8" standalone="yes"?>
<Relationships xmlns="http://schemas.openxmlformats.org/package/2006/relationships"><Relationship Id="rId3" Type="http://schemas.openxmlformats.org/officeDocument/2006/relationships/image" Target="../media/image169.jpeg"/><Relationship Id="rId2" Type="http://schemas.openxmlformats.org/officeDocument/2006/relationships/notesSlide" Target="../notesSlides/notesSlide15.xml"/><Relationship Id="rId1" Type="http://schemas.openxmlformats.org/officeDocument/2006/relationships/slideLayout" Target="../slideLayouts/slideLayout224.xml"/><Relationship Id="rId5" Type="http://schemas.openxmlformats.org/officeDocument/2006/relationships/image" Target="../media/image171.jpeg"/><Relationship Id="rId4" Type="http://schemas.openxmlformats.org/officeDocument/2006/relationships/image" Target="../media/image170.jpeg"/></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24.xml"/></Relationships>
</file>

<file path=ppt/slides/_rels/slide126.xml.rels><?xml version="1.0" encoding="UTF-8" standalone="yes"?>
<Relationships xmlns="http://schemas.openxmlformats.org/package/2006/relationships"><Relationship Id="rId3" Type="http://schemas.openxmlformats.org/officeDocument/2006/relationships/image" Target="../media/image172.jpeg"/><Relationship Id="rId2" Type="http://schemas.openxmlformats.org/officeDocument/2006/relationships/notesSlide" Target="../notesSlides/notesSlide17.xml"/><Relationship Id="rId1" Type="http://schemas.openxmlformats.org/officeDocument/2006/relationships/slideLayout" Target="../slideLayouts/slideLayout224.xml"/><Relationship Id="rId5" Type="http://schemas.openxmlformats.org/officeDocument/2006/relationships/image" Target="../media/image174.jpeg"/><Relationship Id="rId4" Type="http://schemas.openxmlformats.org/officeDocument/2006/relationships/image" Target="../media/image173.jpeg"/></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24.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24.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24.xml"/></Relationships>
</file>

<file path=ppt/slides/_rels/slide130.xml.rels><?xml version="1.0" encoding="UTF-8" standalone="yes"?>
<Relationships xmlns="http://schemas.openxmlformats.org/package/2006/relationships"><Relationship Id="rId3" Type="http://schemas.openxmlformats.org/officeDocument/2006/relationships/image" Target="../media/image175.jpeg"/><Relationship Id="rId2" Type="http://schemas.openxmlformats.org/officeDocument/2006/relationships/notesSlide" Target="../notesSlides/notesSlide21.xml"/><Relationship Id="rId1" Type="http://schemas.openxmlformats.org/officeDocument/2006/relationships/slideLayout" Target="../slideLayouts/slideLayout224.xml"/><Relationship Id="rId5" Type="http://schemas.openxmlformats.org/officeDocument/2006/relationships/image" Target="../media/image177.jpeg"/><Relationship Id="rId4" Type="http://schemas.openxmlformats.org/officeDocument/2006/relationships/image" Target="../media/image176.jpe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24.xml"/></Relationships>
</file>

<file path=ppt/slides/_rels/slide132.xml.rels><?xml version="1.0" encoding="UTF-8" standalone="yes"?>
<Relationships xmlns="http://schemas.openxmlformats.org/package/2006/relationships"><Relationship Id="rId2" Type="http://schemas.openxmlformats.org/officeDocument/2006/relationships/image" Target="../media/image178.jpeg"/><Relationship Id="rId1" Type="http://schemas.openxmlformats.org/officeDocument/2006/relationships/slideLayout" Target="../slideLayouts/slideLayout7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34.xml.rels><?xml version="1.0" encoding="UTF-8" standalone="yes"?>
<Relationships xmlns="http://schemas.openxmlformats.org/package/2006/relationships"><Relationship Id="rId3" Type="http://schemas.openxmlformats.org/officeDocument/2006/relationships/image" Target="../media/image180.jpeg"/><Relationship Id="rId2" Type="http://schemas.openxmlformats.org/officeDocument/2006/relationships/image" Target="../media/image179.jpeg"/><Relationship Id="rId1" Type="http://schemas.openxmlformats.org/officeDocument/2006/relationships/slideLayout" Target="../slideLayouts/slideLayout40.xml"/><Relationship Id="rId5" Type="http://schemas.openxmlformats.org/officeDocument/2006/relationships/image" Target="../media/image182.jpeg"/><Relationship Id="rId4" Type="http://schemas.openxmlformats.org/officeDocument/2006/relationships/image" Target="../media/image181.jpe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36.xml.rels><?xml version="1.0" encoding="UTF-8" standalone="yes"?>
<Relationships xmlns="http://schemas.openxmlformats.org/package/2006/relationships"><Relationship Id="rId3" Type="http://schemas.openxmlformats.org/officeDocument/2006/relationships/image" Target="../media/image183.jpeg"/><Relationship Id="rId2" Type="http://schemas.openxmlformats.org/officeDocument/2006/relationships/notesSlide" Target="../notesSlides/notesSlide22.xml"/><Relationship Id="rId1" Type="http://schemas.openxmlformats.org/officeDocument/2006/relationships/slideLayout" Target="../slideLayouts/slideLayout77.xml"/><Relationship Id="rId4" Type="http://schemas.openxmlformats.org/officeDocument/2006/relationships/image" Target="../media/image184.jpeg"/></Relationships>
</file>

<file path=ppt/slides/_rels/slide137.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image" Target="../media/image185.jpeg"/><Relationship Id="rId1" Type="http://schemas.openxmlformats.org/officeDocument/2006/relationships/slideLayout" Target="../slideLayouts/slideLayout16.xml"/></Relationships>
</file>

<file path=ppt/slides/_rels/slide138.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image" Target="../media/image185.jpeg"/><Relationship Id="rId1" Type="http://schemas.openxmlformats.org/officeDocument/2006/relationships/slideLayout" Target="../slideLayouts/slideLayout16.xml"/></Relationships>
</file>

<file path=ppt/slides/_rels/slide139.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image" Target="../media/image187.jpeg"/><Relationship Id="rId1" Type="http://schemas.openxmlformats.org/officeDocument/2006/relationships/slideLayout" Target="../slideLayouts/slideLayout16.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41.xml.rels><?xml version="1.0" encoding="UTF-8" standalone="yes"?>
<Relationships xmlns="http://schemas.openxmlformats.org/package/2006/relationships"><Relationship Id="rId3" Type="http://schemas.openxmlformats.org/officeDocument/2006/relationships/hyperlink" Target="&#22823;&#26071;&#33382;16&#31186;&#24433;&#29255;.avi" TargetMode="External"/><Relationship Id="rId2" Type="http://schemas.openxmlformats.org/officeDocument/2006/relationships/image" Target="../media/image8.jpeg"/><Relationship Id="rId1" Type="http://schemas.openxmlformats.org/officeDocument/2006/relationships/slideLayout" Target="../slideLayouts/slideLayout186.xml"/><Relationship Id="rId4" Type="http://schemas.openxmlformats.org/officeDocument/2006/relationships/image" Target="../media/image189.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11560" y="5935956"/>
            <a:ext cx="8334672" cy="904863"/>
          </a:xfrm>
          <a:prstGeom prst="rect">
            <a:avLst/>
          </a:prstGeom>
        </p:spPr>
        <p:txBody>
          <a:bodyPr wrap="square">
            <a:spAutoFit/>
          </a:bodyPr>
          <a:lstStyle/>
          <a:p>
            <a:pPr lvl="0" algn="ctr">
              <a:spcBef>
                <a:spcPct val="20000"/>
              </a:spcBef>
            </a:pPr>
            <a:r>
              <a:rPr lang="zh-TW" altLang="en-US" sz="2400" b="1" dirty="0">
                <a:latin typeface="標楷體" panose="03000509000000000000" pitchFamily="65" charset="-120"/>
                <a:ea typeface="標楷體" panose="03000509000000000000" pitchFamily="65" charset="-120"/>
              </a:rPr>
              <a:t>簡報人：社團法人南投縣竹山鎮富州社區發展協會</a:t>
            </a:r>
            <a:endParaRPr lang="en-US" altLang="zh-TW" sz="2400" b="1" dirty="0">
              <a:latin typeface="標楷體" panose="03000509000000000000" pitchFamily="65" charset="-120"/>
              <a:ea typeface="標楷體" panose="03000509000000000000" pitchFamily="65" charset="-120"/>
            </a:endParaRPr>
          </a:p>
          <a:p>
            <a:pPr lvl="0" algn="ctr">
              <a:spcBef>
                <a:spcPct val="20000"/>
              </a:spcBef>
            </a:pPr>
            <a:r>
              <a:rPr lang="zh-TW" altLang="en-US" sz="2400" b="1" dirty="0">
                <a:latin typeface="標楷體" panose="03000509000000000000" pitchFamily="65" charset="-120"/>
                <a:ea typeface="標楷體" panose="03000509000000000000" pitchFamily="65" charset="-120"/>
              </a:rPr>
              <a:t>執行長楊麗娜</a:t>
            </a:r>
          </a:p>
        </p:txBody>
      </p:sp>
      <p:sp>
        <p:nvSpPr>
          <p:cNvPr id="12" name="WordArt 12"/>
          <p:cNvSpPr>
            <a:spLocks noChangeArrowheads="1" noChangeShapeType="1" noTextEdit="1"/>
          </p:cNvSpPr>
          <p:nvPr/>
        </p:nvSpPr>
        <p:spPr bwMode="auto">
          <a:xfrm>
            <a:off x="391497" y="116632"/>
            <a:ext cx="8424936" cy="1152129"/>
          </a:xfrm>
          <a:prstGeom prst="rect">
            <a:avLst/>
          </a:prstGeom>
        </p:spPr>
        <p:txBody>
          <a:bodyPr wrap="none" fromWordArt="1">
            <a:prstTxWarp prst="textPlain">
              <a:avLst>
                <a:gd name="adj" fmla="val 50000"/>
              </a:avLst>
            </a:prstTxWarp>
          </a:bodyPr>
          <a:lstStyle/>
          <a:p>
            <a:pPr algn="ctr" fontAlgn="base">
              <a:spcBef>
                <a:spcPct val="0"/>
              </a:spcBef>
              <a:spcAft>
                <a:spcPct val="0"/>
              </a:spcAft>
            </a:pPr>
            <a:r>
              <a:rPr kumimoji="1" lang="zh-TW" altLang="en-US" sz="36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rPr>
              <a:t>福利社區化旗艦型計畫心得分享</a:t>
            </a:r>
          </a:p>
        </p:txBody>
      </p:sp>
      <p:pic>
        <p:nvPicPr>
          <p:cNvPr id="10" name="圖片 2">
            <a:hlinkClick r:id="rId2" action="ppaction://hlinkfile"/>
          </p:cNvPr>
          <p:cNvPicPr>
            <a:picLocks noGrp="1" noChangeAspect="1"/>
          </p:cNvPicPr>
          <p:nvPr>
            <p:ph idx="1"/>
          </p:nvPr>
        </p:nvPicPr>
        <p:blipFill>
          <a:blip r:embed="rId3" cstate="print">
            <a:extLst>
              <a:ext uri="{28A0092B-C50C-407E-A947-70E740481C1C}">
                <a14:useLocalDpi xmlns:a14="http://schemas.microsoft.com/office/drawing/2010/main" val="0"/>
              </a:ext>
            </a:extLst>
          </a:blip>
          <a:srcRect t="18719" r="2200"/>
          <a:stretch>
            <a:fillRect/>
          </a:stretch>
        </p:blipFill>
        <p:spPr bwMode="auto">
          <a:xfrm>
            <a:off x="391497" y="1628800"/>
            <a:ext cx="8229600" cy="384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63319640"/>
      </p:ext>
    </p:extLst>
  </p:cSld>
  <p:clrMapOvr>
    <a:masterClrMapping/>
  </p:clrMapOvr>
  <p:transition spd="slow">
    <p:randomBar dir="vert"/>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圖片 5"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71800" y="1461045"/>
            <a:ext cx="4320480" cy="5385541"/>
          </a:xfrm>
          <a:prstGeom prst="rect">
            <a:avLst/>
          </a:prstGeom>
          <a:noFill/>
          <a:ln>
            <a:noFill/>
          </a:ln>
        </p:spPr>
      </p:pic>
      <p:sp>
        <p:nvSpPr>
          <p:cNvPr id="2" name="矩形 1"/>
          <p:cNvSpPr/>
          <p:nvPr/>
        </p:nvSpPr>
        <p:spPr>
          <a:xfrm>
            <a:off x="899592" y="692696"/>
            <a:ext cx="7704856" cy="769441"/>
          </a:xfrm>
          <a:prstGeom prst="rect">
            <a:avLst/>
          </a:prstGeom>
        </p:spPr>
        <p:txBody>
          <a:bodyPr wrap="square">
            <a:spAutoFit/>
          </a:bodyPr>
          <a:lstStyle/>
          <a:p>
            <a:pPr lvl="0" algn="ctr" fontAlgn="base">
              <a:spcBef>
                <a:spcPct val="0"/>
              </a:spcBef>
              <a:spcAft>
                <a:spcPct val="0"/>
              </a:spcAft>
            </a:pPr>
            <a:r>
              <a:rPr kumimoji="1" lang="zh-TW" altLang="en-US" sz="44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rPr>
              <a:t>溫暖大竹山˙轉動幸福齊步走</a:t>
            </a:r>
          </a:p>
        </p:txBody>
      </p:sp>
      <p:sp>
        <p:nvSpPr>
          <p:cNvPr id="4" name="矩形 3"/>
          <p:cNvSpPr/>
          <p:nvPr/>
        </p:nvSpPr>
        <p:spPr>
          <a:xfrm>
            <a:off x="885525" y="0"/>
            <a:ext cx="7704856" cy="769441"/>
          </a:xfrm>
          <a:prstGeom prst="rect">
            <a:avLst/>
          </a:prstGeom>
        </p:spPr>
        <p:txBody>
          <a:bodyPr wrap="square">
            <a:spAutoFit/>
          </a:bodyPr>
          <a:lstStyle/>
          <a:p>
            <a:pPr lvl="0" algn="ctr" fontAlgn="base">
              <a:spcBef>
                <a:spcPct val="0"/>
              </a:spcBef>
              <a:spcAft>
                <a:spcPct val="0"/>
              </a:spcAft>
            </a:pPr>
            <a:r>
              <a:rPr kumimoji="1" lang="zh-TW" altLang="en-US" sz="44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rPr>
              <a:t>計畫名稱</a:t>
            </a:r>
          </a:p>
        </p:txBody>
      </p:sp>
      <p:sp>
        <p:nvSpPr>
          <p:cNvPr id="5" name="矩形 4"/>
          <p:cNvSpPr/>
          <p:nvPr/>
        </p:nvSpPr>
        <p:spPr>
          <a:xfrm>
            <a:off x="251520" y="2492896"/>
            <a:ext cx="2627784" cy="2123658"/>
          </a:xfrm>
          <a:prstGeom prst="rect">
            <a:avLst/>
          </a:prstGeom>
        </p:spPr>
        <p:txBody>
          <a:bodyPr wrap="square">
            <a:spAutoFit/>
          </a:bodyPr>
          <a:lstStyle/>
          <a:p>
            <a:pPr lvl="0" algn="ctr" fontAlgn="base">
              <a:spcBef>
                <a:spcPct val="0"/>
              </a:spcBef>
              <a:spcAft>
                <a:spcPct val="0"/>
              </a:spcAft>
            </a:pPr>
            <a:r>
              <a:rPr kumimoji="1" lang="en-US" altLang="zh-TW" sz="44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rPr>
              <a:t>106</a:t>
            </a:r>
            <a:r>
              <a:rPr kumimoji="1" lang="zh-TW" altLang="en-US" sz="44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rPr>
              <a:t>年</a:t>
            </a:r>
            <a:endParaRPr kumimoji="1" lang="en-US" altLang="zh-TW" sz="44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endParaRPr>
          </a:p>
          <a:p>
            <a:pPr lvl="0" algn="ctr" fontAlgn="base">
              <a:spcBef>
                <a:spcPct val="0"/>
              </a:spcBef>
              <a:spcAft>
                <a:spcPct val="0"/>
              </a:spcAft>
            </a:pPr>
            <a:r>
              <a:rPr kumimoji="1" lang="zh-TW" altLang="en-US" sz="44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rPr>
              <a:t>執行到</a:t>
            </a:r>
            <a:r>
              <a:rPr kumimoji="1" lang="en-US" altLang="zh-TW" sz="44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rPr>
              <a:t>108</a:t>
            </a:r>
            <a:r>
              <a:rPr kumimoji="1" lang="zh-TW" altLang="en-US" sz="4400" kern="10" dirty="0">
                <a:ln w="19050">
                  <a:solidFill>
                    <a:srgbClr val="0000FF"/>
                  </a:solidFill>
                  <a:round/>
                  <a:headEnd/>
                  <a:tailEnd/>
                </a:ln>
                <a:solidFill>
                  <a:srgbClr val="0066CC"/>
                </a:solidFill>
                <a:effectLst>
                  <a:outerShdw dist="35921" dir="2700000" algn="ctr" rotWithShape="0">
                    <a:srgbClr val="990000"/>
                  </a:outerShdw>
                </a:effectLst>
                <a:latin typeface="新細明體"/>
                <a:ea typeface="文鼎粗隸" panose="02010609010101010101" pitchFamily="49" charset="-120"/>
              </a:rPr>
              <a:t>年</a:t>
            </a:r>
          </a:p>
        </p:txBody>
      </p:sp>
    </p:spTree>
    <p:extLst>
      <p:ext uri="{BB962C8B-B14F-4D97-AF65-F5344CB8AC3E}">
        <p14:creationId xmlns:p14="http://schemas.microsoft.com/office/powerpoint/2010/main" val="3835657301"/>
      </p:ext>
    </p:extLst>
  </p:cSld>
  <p:clrMapOvr>
    <a:masterClrMapping/>
  </p:clrMapOvr>
  <p:transition spd="slow">
    <p:randomBar dir="vert"/>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3" descr="D:\桌面 文件 最愛\桌面\水保局\富州設計\1-封面.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338" y="-11113"/>
            <a:ext cx="9144001" cy="6858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1441450" y="868363"/>
            <a:ext cx="6194425" cy="769441"/>
          </a:xfrm>
          <a:prstGeom prst="rect">
            <a:avLst/>
          </a:prstGeom>
        </p:spPr>
        <p:txBody>
          <a:bodyPr>
            <a:spAutoFit/>
          </a:bodyPr>
          <a:lstStyle/>
          <a:p>
            <a:pPr algn="ctr">
              <a:defRPr/>
            </a:pPr>
            <a:r>
              <a:rPr kumimoji="1" lang="en-US" altLang="zh-TW" sz="4400" kern="100" dirty="0">
                <a:solidFill>
                  <a:srgbClr val="000000"/>
                </a:solidFill>
                <a:latin typeface="Times New Roman"/>
                <a:ea typeface="文鼎粗隸" panose="02010609010101010101" pitchFamily="49" charset="-120"/>
                <a:cs typeface="Times New Roman"/>
              </a:rPr>
              <a:t>106</a:t>
            </a:r>
            <a:r>
              <a:rPr kumimoji="1" lang="zh-TW" altLang="en-US" sz="4400" kern="100" dirty="0">
                <a:solidFill>
                  <a:srgbClr val="000000"/>
                </a:solidFill>
                <a:latin typeface="Times New Roman"/>
                <a:ea typeface="文鼎粗隸" panose="02010609010101010101" pitchFamily="49" charset="-120"/>
                <a:cs typeface="Times New Roman"/>
              </a:rPr>
              <a:t>年旗艦型計畫</a:t>
            </a:r>
            <a:endParaRPr kumimoji="1" lang="en-US" altLang="zh-TW" sz="4400" kern="100" dirty="0">
              <a:solidFill>
                <a:srgbClr val="000000"/>
              </a:solidFill>
              <a:latin typeface="Times New Roman"/>
              <a:ea typeface="文鼎粗隸" panose="02010609010101010101" pitchFamily="49" charset="-120"/>
              <a:cs typeface="Times New Roman"/>
            </a:endParaRPr>
          </a:p>
        </p:txBody>
      </p:sp>
      <p:pic>
        <p:nvPicPr>
          <p:cNvPr id="95236" name="Picture 2" descr="D:\桌面 文件 最愛\桌面\水保局\富州設計\富州人物-小象-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3800" y="4437063"/>
            <a:ext cx="1655763" cy="166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7" name="投影片編號版面配置區 2"/>
          <p:cNvSpPr>
            <a:spLocks noGrp="1"/>
          </p:cNvSpPr>
          <p:nvPr>
            <p:ph type="sldNum" sz="quarter" idx="12"/>
          </p:nvPr>
        </p:nvSpPr>
        <p:spPr>
          <a:noFill/>
        </p:spPr>
        <p:txBody>
          <a:bodyPr/>
          <a:lstStyle>
            <a:lvl1pPr eaLnBrk="0" hangingPunct="0">
              <a:spcBef>
                <a:spcPct val="20000"/>
              </a:spcBef>
              <a:buChar char="•"/>
              <a:defRPr kumimoji="1" sz="3200">
                <a:solidFill>
                  <a:schemeClr val="tx1"/>
                </a:solidFill>
                <a:latin typeface="Arial" pitchFamily="34" charset="0"/>
                <a:ea typeface="新細明體" pitchFamily="18" charset="-120"/>
              </a:defRPr>
            </a:lvl1pPr>
            <a:lvl2pPr marL="742950" indent="-285750" eaLnBrk="0" hangingPunct="0">
              <a:spcBef>
                <a:spcPct val="20000"/>
              </a:spcBef>
              <a:buChar char="–"/>
              <a:defRPr kumimoji="1" sz="2800">
                <a:solidFill>
                  <a:schemeClr val="tx1"/>
                </a:solidFill>
                <a:latin typeface="Arial" pitchFamily="34" charset="0"/>
                <a:ea typeface="新細明體" pitchFamily="18" charset="-120"/>
              </a:defRPr>
            </a:lvl2pPr>
            <a:lvl3pPr marL="1143000" indent="-228600" eaLnBrk="0" hangingPunct="0">
              <a:spcBef>
                <a:spcPct val="20000"/>
              </a:spcBef>
              <a:buChar char="•"/>
              <a:defRPr kumimoji="1" sz="2400">
                <a:solidFill>
                  <a:schemeClr val="tx1"/>
                </a:solidFill>
                <a:latin typeface="Arial" pitchFamily="34" charset="0"/>
                <a:ea typeface="新細明體" pitchFamily="18" charset="-120"/>
              </a:defRPr>
            </a:lvl3pPr>
            <a:lvl4pPr marL="1600200" indent="-228600" eaLnBrk="0" hangingPunct="0">
              <a:spcBef>
                <a:spcPct val="20000"/>
              </a:spcBef>
              <a:buChar char="–"/>
              <a:defRPr kumimoji="1" sz="2000">
                <a:solidFill>
                  <a:schemeClr val="tx1"/>
                </a:solidFill>
                <a:latin typeface="Arial" pitchFamily="34" charset="0"/>
                <a:ea typeface="新細明體" pitchFamily="18" charset="-120"/>
              </a:defRPr>
            </a:lvl4pPr>
            <a:lvl5pPr marL="2057400" indent="-228600" eaLnBrk="0" hangingPunct="0">
              <a:spcBef>
                <a:spcPct val="20000"/>
              </a:spcBef>
              <a:buChar char="»"/>
              <a:defRPr kumimoji="1" sz="2000">
                <a:solidFill>
                  <a:schemeClr val="tx1"/>
                </a:solidFill>
                <a:latin typeface="Arial" pitchFamily="34" charset="0"/>
                <a:ea typeface="新細明體" pitchFamily="18" charset="-120"/>
              </a:defRPr>
            </a:lvl5pPr>
            <a:lvl6pPr marL="25146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6pPr>
            <a:lvl7pPr marL="29718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7pPr>
            <a:lvl8pPr marL="34290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8pPr>
            <a:lvl9pPr marL="38862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9pPr>
          </a:lstStyle>
          <a:p>
            <a:pPr eaLnBrk="1" hangingPunct="1">
              <a:spcBef>
                <a:spcPct val="0"/>
              </a:spcBef>
              <a:buFontTx/>
              <a:buNone/>
            </a:pPr>
            <a:fld id="{AC4D76B2-88C7-4355-959D-7B360E7DC110}" type="slidenum">
              <a:rPr lang="en-US" altLang="zh-TW" sz="1400" smtClean="0">
                <a:solidFill>
                  <a:srgbClr val="000000"/>
                </a:solidFill>
              </a:rPr>
              <a:pPr eaLnBrk="1" hangingPunct="1">
                <a:spcBef>
                  <a:spcPct val="0"/>
                </a:spcBef>
                <a:buFontTx/>
                <a:buNone/>
              </a:pPr>
              <a:t>3</a:t>
            </a:fld>
            <a:endParaRPr lang="en-US" altLang="zh-TW" sz="1400">
              <a:solidFill>
                <a:srgbClr val="000000"/>
              </a:solidFill>
            </a:endParaRPr>
          </a:p>
        </p:txBody>
      </p:sp>
    </p:spTree>
    <p:extLst>
      <p:ext uri="{BB962C8B-B14F-4D97-AF65-F5344CB8AC3E}">
        <p14:creationId xmlns:p14="http://schemas.microsoft.com/office/powerpoint/2010/main" val="29798344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標題 1"/>
          <p:cNvSpPr>
            <a:spLocks noGrp="1"/>
          </p:cNvSpPr>
          <p:nvPr>
            <p:ph type="title"/>
          </p:nvPr>
        </p:nvSpPr>
        <p:spPr>
          <a:xfrm>
            <a:off x="323528" y="12370"/>
            <a:ext cx="8382000" cy="431800"/>
          </a:xfrm>
        </p:spPr>
        <p:txBody>
          <a:bodyPr/>
          <a:lstStyle/>
          <a:p>
            <a:pPr eaLnBrk="1" hangingPunct="1"/>
            <a:r>
              <a:rPr lang="zh-TW" altLang="en-US" sz="4400" b="0" dirty="0">
                <a:latin typeface="華康隸書體W7(P)" pitchFamily="2" charset="-120"/>
                <a:ea typeface="華康隸書體W7(P)" pitchFamily="2" charset="-120"/>
              </a:rPr>
              <a:t>一、計畫緣起</a:t>
            </a:r>
          </a:p>
        </p:txBody>
      </p:sp>
      <p:sp>
        <p:nvSpPr>
          <p:cNvPr id="2" name="內容版面配置區 1"/>
          <p:cNvSpPr>
            <a:spLocks noGrp="1"/>
          </p:cNvSpPr>
          <p:nvPr>
            <p:ph idx="1"/>
          </p:nvPr>
        </p:nvSpPr>
        <p:spPr/>
        <p:txBody>
          <a:bodyPr/>
          <a:lstStyle/>
          <a:p>
            <a:r>
              <a:rPr lang="en-US" altLang="zh-TW" sz="2800" kern="100" dirty="0">
                <a:solidFill>
                  <a:srgbClr val="000000"/>
                </a:solidFill>
                <a:latin typeface="標楷體"/>
                <a:cs typeface="Times New Roman"/>
              </a:rPr>
              <a:t>106</a:t>
            </a:r>
            <a:r>
              <a:rPr lang="zh-TW" altLang="zh-TW" sz="2800" kern="100" dirty="0">
                <a:solidFill>
                  <a:srgbClr val="000000"/>
                </a:solidFill>
                <a:ea typeface="標楷體"/>
                <a:cs typeface="Times New Roman"/>
              </a:rPr>
              <a:t>年南投縣政府及竹山鎮公所輔導辦理大旗艦計畫，竹山鎮有</a:t>
            </a:r>
            <a:r>
              <a:rPr lang="en-US" altLang="zh-TW" sz="2800" kern="100" dirty="0">
                <a:solidFill>
                  <a:srgbClr val="000000"/>
                </a:solidFill>
                <a:ea typeface="標楷體"/>
                <a:cs typeface="Times New Roman"/>
              </a:rPr>
              <a:t>28</a:t>
            </a:r>
            <a:r>
              <a:rPr lang="zh-TW" altLang="zh-TW" sz="2800" kern="100" dirty="0">
                <a:solidFill>
                  <a:srgbClr val="000000"/>
                </a:solidFill>
                <a:ea typeface="標楷體"/>
                <a:cs typeface="Times New Roman"/>
              </a:rPr>
              <a:t>里，但有</a:t>
            </a:r>
            <a:r>
              <a:rPr lang="en-US" altLang="zh-TW" sz="2800" kern="100" dirty="0">
                <a:solidFill>
                  <a:srgbClr val="000000"/>
                </a:solidFill>
                <a:ea typeface="標楷體"/>
                <a:cs typeface="Times New Roman"/>
              </a:rPr>
              <a:t>34</a:t>
            </a:r>
            <a:r>
              <a:rPr lang="zh-TW" altLang="zh-TW" sz="2800" kern="100" dirty="0">
                <a:solidFill>
                  <a:srgbClr val="000000"/>
                </a:solidFill>
                <a:ea typeface="標楷體"/>
                <a:cs typeface="Times New Roman"/>
              </a:rPr>
              <a:t>個社區，以卓越社區為主，連結延正社區績效組甲等社區為輔，將社區發展經驗分享給發展中的社區，富州社區責無旁貸，希望扮演</a:t>
            </a:r>
            <a:r>
              <a:rPr lang="zh-TW" altLang="en-US" sz="2800" kern="100" dirty="0">
                <a:solidFill>
                  <a:srgbClr val="000000"/>
                </a:solidFill>
                <a:ea typeface="標楷體"/>
                <a:cs typeface="Times New Roman"/>
              </a:rPr>
              <a:t>老</a:t>
            </a:r>
            <a:r>
              <a:rPr lang="zh-TW" altLang="zh-TW" sz="2800" kern="100" dirty="0">
                <a:solidFill>
                  <a:srgbClr val="000000"/>
                </a:solidFill>
                <a:ea typeface="標楷體"/>
                <a:cs typeface="Times New Roman"/>
              </a:rPr>
              <a:t>母雞帶小雞的腳色，帶動其他社區一起成長，使他們獲得更多啟發。</a:t>
            </a:r>
            <a:endParaRPr lang="zh-TW" altLang="en-US" dirty="0"/>
          </a:p>
        </p:txBody>
      </p:sp>
      <p:sp>
        <p:nvSpPr>
          <p:cNvPr id="5" name="圓形圖 4"/>
          <p:cNvSpPr/>
          <p:nvPr/>
        </p:nvSpPr>
        <p:spPr bwMode="auto">
          <a:xfrm>
            <a:off x="395536" y="4192750"/>
            <a:ext cx="1440160" cy="1468497"/>
          </a:xfrm>
          <a:prstGeom prst="pie">
            <a:avLst/>
          </a:prstGeom>
          <a:solidFill>
            <a:srgbClr val="FFFF00"/>
          </a:solidFill>
          <a:ln w="19050" cap="flat" cmpd="sng" algn="ctr">
            <a:solidFill>
              <a:srgbClr val="7030A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領航</a:t>
            </a:r>
            <a:endPar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社區</a:t>
            </a:r>
            <a:endPar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rPr>
              <a:t>-</a:t>
            </a: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富州</a:t>
            </a:r>
          </a:p>
        </p:txBody>
      </p:sp>
      <p:sp>
        <p:nvSpPr>
          <p:cNvPr id="23" name="等腰三角形 22"/>
          <p:cNvSpPr/>
          <p:nvPr/>
        </p:nvSpPr>
        <p:spPr bwMode="auto">
          <a:xfrm rot="16200000">
            <a:off x="199442" y="4753891"/>
            <a:ext cx="176163" cy="360040"/>
          </a:xfrm>
          <a:prstGeom prst="triangle">
            <a:avLst>
              <a:gd name="adj" fmla="val 53199"/>
            </a:avLst>
          </a:prstGeom>
          <a:solidFill>
            <a:srgbClr val="C0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27" name="手繪多邊形 26"/>
          <p:cNvSpPr/>
          <p:nvPr/>
        </p:nvSpPr>
        <p:spPr bwMode="auto">
          <a:xfrm>
            <a:off x="1703493" y="4931856"/>
            <a:ext cx="264405" cy="374574"/>
          </a:xfrm>
          <a:custGeom>
            <a:avLst/>
            <a:gdLst>
              <a:gd name="connsiteX0" fmla="*/ 121186 w 264405"/>
              <a:gd name="connsiteY0" fmla="*/ 0 h 374574"/>
              <a:gd name="connsiteX1" fmla="*/ 231355 w 264405"/>
              <a:gd name="connsiteY1" fmla="*/ 33051 h 374574"/>
              <a:gd name="connsiteX2" fmla="*/ 220338 w 264405"/>
              <a:gd name="connsiteY2" fmla="*/ 77119 h 374574"/>
              <a:gd name="connsiteX3" fmla="*/ 198304 w 264405"/>
              <a:gd name="connsiteY3" fmla="*/ 110169 h 374574"/>
              <a:gd name="connsiteX4" fmla="*/ 231355 w 264405"/>
              <a:gd name="connsiteY4" fmla="*/ 121186 h 374574"/>
              <a:gd name="connsiteX5" fmla="*/ 264405 w 264405"/>
              <a:gd name="connsiteY5" fmla="*/ 187287 h 374574"/>
              <a:gd name="connsiteX6" fmla="*/ 253388 w 264405"/>
              <a:gd name="connsiteY6" fmla="*/ 220338 h 374574"/>
              <a:gd name="connsiteX7" fmla="*/ 209321 w 264405"/>
              <a:gd name="connsiteY7" fmla="*/ 275422 h 374574"/>
              <a:gd name="connsiteX8" fmla="*/ 253388 w 264405"/>
              <a:gd name="connsiteY8" fmla="*/ 341523 h 374574"/>
              <a:gd name="connsiteX9" fmla="*/ 242372 w 264405"/>
              <a:gd name="connsiteY9" fmla="*/ 374574 h 374574"/>
              <a:gd name="connsiteX10" fmla="*/ 66102 w 264405"/>
              <a:gd name="connsiteY10" fmla="*/ 363557 h 374574"/>
              <a:gd name="connsiteX11" fmla="*/ 22034 w 264405"/>
              <a:gd name="connsiteY11" fmla="*/ 352540 h 374574"/>
              <a:gd name="connsiteX12" fmla="*/ 0 w 264405"/>
              <a:gd name="connsiteY12" fmla="*/ 308473 h 37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4405" h="374574">
                <a:moveTo>
                  <a:pt x="121186" y="0"/>
                </a:moveTo>
                <a:cubicBezTo>
                  <a:pt x="123874" y="384"/>
                  <a:pt x="221335" y="2990"/>
                  <a:pt x="231355" y="33051"/>
                </a:cubicBezTo>
                <a:cubicBezTo>
                  <a:pt x="236143" y="47415"/>
                  <a:pt x="226303" y="63202"/>
                  <a:pt x="220338" y="77119"/>
                </a:cubicBezTo>
                <a:cubicBezTo>
                  <a:pt x="215122" y="89289"/>
                  <a:pt x="205649" y="99152"/>
                  <a:pt x="198304" y="110169"/>
                </a:cubicBezTo>
                <a:cubicBezTo>
                  <a:pt x="209321" y="113841"/>
                  <a:pt x="222287" y="113931"/>
                  <a:pt x="231355" y="121186"/>
                </a:cubicBezTo>
                <a:cubicBezTo>
                  <a:pt x="250768" y="136717"/>
                  <a:pt x="257148" y="165516"/>
                  <a:pt x="264405" y="187287"/>
                </a:cubicBezTo>
                <a:cubicBezTo>
                  <a:pt x="260733" y="198304"/>
                  <a:pt x="260642" y="211270"/>
                  <a:pt x="253388" y="220338"/>
                </a:cubicBezTo>
                <a:cubicBezTo>
                  <a:pt x="196437" y="291528"/>
                  <a:pt x="237013" y="192348"/>
                  <a:pt x="209321" y="275422"/>
                </a:cubicBezTo>
                <a:cubicBezTo>
                  <a:pt x="229193" y="295294"/>
                  <a:pt x="253388" y="309635"/>
                  <a:pt x="253388" y="341523"/>
                </a:cubicBezTo>
                <a:cubicBezTo>
                  <a:pt x="253388" y="353136"/>
                  <a:pt x="246044" y="363557"/>
                  <a:pt x="242372" y="374574"/>
                </a:cubicBezTo>
                <a:cubicBezTo>
                  <a:pt x="183615" y="370902"/>
                  <a:pt x="124681" y="369415"/>
                  <a:pt x="66102" y="363557"/>
                </a:cubicBezTo>
                <a:cubicBezTo>
                  <a:pt x="51036" y="362050"/>
                  <a:pt x="32741" y="363247"/>
                  <a:pt x="22034" y="352540"/>
                </a:cubicBezTo>
                <a:cubicBezTo>
                  <a:pt x="-25597" y="304910"/>
                  <a:pt x="34822" y="308473"/>
                  <a:pt x="0" y="308473"/>
                </a:cubicBezTo>
              </a:path>
            </a:pathLst>
          </a:custGeom>
          <a:solidFill>
            <a:srgbClr val="C0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28" name="手繪多邊形 27"/>
          <p:cNvSpPr/>
          <p:nvPr/>
        </p:nvSpPr>
        <p:spPr bwMode="auto">
          <a:xfrm>
            <a:off x="806044" y="4152300"/>
            <a:ext cx="309572" cy="154236"/>
          </a:xfrm>
          <a:custGeom>
            <a:avLst/>
            <a:gdLst>
              <a:gd name="connsiteX0" fmla="*/ 0 w 309572"/>
              <a:gd name="connsiteY0" fmla="*/ 154236 h 154236"/>
              <a:gd name="connsiteX1" fmla="*/ 22034 w 309572"/>
              <a:gd name="connsiteY1" fmla="*/ 55084 h 154236"/>
              <a:gd name="connsiteX2" fmla="*/ 33051 w 309572"/>
              <a:gd name="connsiteY2" fmla="*/ 22033 h 154236"/>
              <a:gd name="connsiteX3" fmla="*/ 110169 w 309572"/>
              <a:gd name="connsiteY3" fmla="*/ 44067 h 154236"/>
              <a:gd name="connsiteX4" fmla="*/ 143219 w 309572"/>
              <a:gd name="connsiteY4" fmla="*/ 22033 h 154236"/>
              <a:gd name="connsiteX5" fmla="*/ 176270 w 309572"/>
              <a:gd name="connsiteY5" fmla="*/ 11017 h 154236"/>
              <a:gd name="connsiteX6" fmla="*/ 209320 w 309572"/>
              <a:gd name="connsiteY6" fmla="*/ 22033 h 154236"/>
              <a:gd name="connsiteX7" fmla="*/ 275422 w 309572"/>
              <a:gd name="connsiteY7" fmla="*/ 0 h 154236"/>
              <a:gd name="connsiteX8" fmla="*/ 308472 w 309572"/>
              <a:gd name="connsiteY8" fmla="*/ 44067 h 15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572" h="154236">
                <a:moveTo>
                  <a:pt x="0" y="154236"/>
                </a:moveTo>
                <a:cubicBezTo>
                  <a:pt x="7573" y="116374"/>
                  <a:pt x="11662" y="91386"/>
                  <a:pt x="22034" y="55084"/>
                </a:cubicBezTo>
                <a:cubicBezTo>
                  <a:pt x="25224" y="43918"/>
                  <a:pt x="29379" y="33050"/>
                  <a:pt x="33051" y="22033"/>
                </a:cubicBezTo>
                <a:cubicBezTo>
                  <a:pt x="45455" y="26168"/>
                  <a:pt x="100485" y="45450"/>
                  <a:pt x="110169" y="44067"/>
                </a:cubicBezTo>
                <a:cubicBezTo>
                  <a:pt x="123276" y="42194"/>
                  <a:pt x="131376" y="27954"/>
                  <a:pt x="143219" y="22033"/>
                </a:cubicBezTo>
                <a:cubicBezTo>
                  <a:pt x="153606" y="16840"/>
                  <a:pt x="165253" y="14689"/>
                  <a:pt x="176270" y="11017"/>
                </a:cubicBezTo>
                <a:cubicBezTo>
                  <a:pt x="187287" y="14689"/>
                  <a:pt x="197779" y="23315"/>
                  <a:pt x="209320" y="22033"/>
                </a:cubicBezTo>
                <a:cubicBezTo>
                  <a:pt x="232404" y="19468"/>
                  <a:pt x="275422" y="0"/>
                  <a:pt x="275422" y="0"/>
                </a:cubicBezTo>
                <a:cubicBezTo>
                  <a:pt x="318923" y="14501"/>
                  <a:pt x="308472" y="-596"/>
                  <a:pt x="308472" y="44067"/>
                </a:cubicBezTo>
              </a:path>
            </a:pathLst>
          </a:custGeom>
          <a:solidFill>
            <a:srgbClr val="C0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30" name="向右箭號 29"/>
          <p:cNvSpPr/>
          <p:nvPr/>
        </p:nvSpPr>
        <p:spPr bwMode="auto">
          <a:xfrm>
            <a:off x="1478694" y="4108260"/>
            <a:ext cx="489204" cy="242316"/>
          </a:xfrm>
          <a:prstGeom prst="rightArrow">
            <a:avLst/>
          </a:prstGeom>
          <a:solidFill>
            <a:srgbClr val="FF66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32" name="圓形圖 31"/>
          <p:cNvSpPr/>
          <p:nvPr/>
        </p:nvSpPr>
        <p:spPr bwMode="auto">
          <a:xfrm>
            <a:off x="2195736" y="4115633"/>
            <a:ext cx="1463750" cy="1368152"/>
          </a:xfrm>
          <a:prstGeom prst="pie">
            <a:avLst/>
          </a:prstGeom>
          <a:solidFill>
            <a:srgbClr val="FFFF00"/>
          </a:solidFill>
          <a:ln w="19050" cap="flat" cmpd="sng" algn="ctr">
            <a:solidFill>
              <a:srgbClr val="7030A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協力</a:t>
            </a:r>
            <a:endPar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社區</a:t>
            </a:r>
            <a:endPar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rPr>
              <a:t>-</a:t>
            </a: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延正</a:t>
            </a:r>
          </a:p>
        </p:txBody>
      </p:sp>
      <p:sp>
        <p:nvSpPr>
          <p:cNvPr id="33" name="手繪多邊形 32"/>
          <p:cNvSpPr/>
          <p:nvPr/>
        </p:nvSpPr>
        <p:spPr bwMode="auto">
          <a:xfrm>
            <a:off x="2533392" y="4085223"/>
            <a:ext cx="309572" cy="154236"/>
          </a:xfrm>
          <a:custGeom>
            <a:avLst/>
            <a:gdLst>
              <a:gd name="connsiteX0" fmla="*/ 0 w 309572"/>
              <a:gd name="connsiteY0" fmla="*/ 154236 h 154236"/>
              <a:gd name="connsiteX1" fmla="*/ 22034 w 309572"/>
              <a:gd name="connsiteY1" fmla="*/ 55084 h 154236"/>
              <a:gd name="connsiteX2" fmla="*/ 33051 w 309572"/>
              <a:gd name="connsiteY2" fmla="*/ 22033 h 154236"/>
              <a:gd name="connsiteX3" fmla="*/ 110169 w 309572"/>
              <a:gd name="connsiteY3" fmla="*/ 44067 h 154236"/>
              <a:gd name="connsiteX4" fmla="*/ 143219 w 309572"/>
              <a:gd name="connsiteY4" fmla="*/ 22033 h 154236"/>
              <a:gd name="connsiteX5" fmla="*/ 176270 w 309572"/>
              <a:gd name="connsiteY5" fmla="*/ 11017 h 154236"/>
              <a:gd name="connsiteX6" fmla="*/ 209320 w 309572"/>
              <a:gd name="connsiteY6" fmla="*/ 22033 h 154236"/>
              <a:gd name="connsiteX7" fmla="*/ 275422 w 309572"/>
              <a:gd name="connsiteY7" fmla="*/ 0 h 154236"/>
              <a:gd name="connsiteX8" fmla="*/ 308472 w 309572"/>
              <a:gd name="connsiteY8" fmla="*/ 44067 h 15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572" h="154236">
                <a:moveTo>
                  <a:pt x="0" y="154236"/>
                </a:moveTo>
                <a:cubicBezTo>
                  <a:pt x="7573" y="116374"/>
                  <a:pt x="11662" y="91386"/>
                  <a:pt x="22034" y="55084"/>
                </a:cubicBezTo>
                <a:cubicBezTo>
                  <a:pt x="25224" y="43918"/>
                  <a:pt x="29379" y="33050"/>
                  <a:pt x="33051" y="22033"/>
                </a:cubicBezTo>
                <a:cubicBezTo>
                  <a:pt x="45455" y="26168"/>
                  <a:pt x="100485" y="45450"/>
                  <a:pt x="110169" y="44067"/>
                </a:cubicBezTo>
                <a:cubicBezTo>
                  <a:pt x="123276" y="42194"/>
                  <a:pt x="131376" y="27954"/>
                  <a:pt x="143219" y="22033"/>
                </a:cubicBezTo>
                <a:cubicBezTo>
                  <a:pt x="153606" y="16840"/>
                  <a:pt x="165253" y="14689"/>
                  <a:pt x="176270" y="11017"/>
                </a:cubicBezTo>
                <a:cubicBezTo>
                  <a:pt x="187287" y="14689"/>
                  <a:pt x="197779" y="23315"/>
                  <a:pt x="209320" y="22033"/>
                </a:cubicBezTo>
                <a:cubicBezTo>
                  <a:pt x="232404" y="19468"/>
                  <a:pt x="275422" y="0"/>
                  <a:pt x="275422" y="0"/>
                </a:cubicBezTo>
                <a:cubicBezTo>
                  <a:pt x="318923" y="14501"/>
                  <a:pt x="308472" y="-596"/>
                  <a:pt x="308472" y="44067"/>
                </a:cubicBezTo>
              </a:path>
            </a:pathLst>
          </a:cu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34" name="等腰三角形 33"/>
          <p:cNvSpPr/>
          <p:nvPr/>
        </p:nvSpPr>
        <p:spPr bwMode="auto">
          <a:xfrm rot="16200000">
            <a:off x="1870549" y="4606670"/>
            <a:ext cx="290332" cy="360040"/>
          </a:xfrm>
          <a:prstGeom prst="triangle">
            <a:avLst>
              <a:gd name="adj" fmla="val 53199"/>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35" name="手繪多邊形 34"/>
          <p:cNvSpPr/>
          <p:nvPr/>
        </p:nvSpPr>
        <p:spPr bwMode="auto">
          <a:xfrm>
            <a:off x="3527283" y="4829059"/>
            <a:ext cx="264405" cy="374574"/>
          </a:xfrm>
          <a:custGeom>
            <a:avLst/>
            <a:gdLst>
              <a:gd name="connsiteX0" fmla="*/ 121186 w 264405"/>
              <a:gd name="connsiteY0" fmla="*/ 0 h 374574"/>
              <a:gd name="connsiteX1" fmla="*/ 231355 w 264405"/>
              <a:gd name="connsiteY1" fmla="*/ 33051 h 374574"/>
              <a:gd name="connsiteX2" fmla="*/ 220338 w 264405"/>
              <a:gd name="connsiteY2" fmla="*/ 77119 h 374574"/>
              <a:gd name="connsiteX3" fmla="*/ 198304 w 264405"/>
              <a:gd name="connsiteY3" fmla="*/ 110169 h 374574"/>
              <a:gd name="connsiteX4" fmla="*/ 231355 w 264405"/>
              <a:gd name="connsiteY4" fmla="*/ 121186 h 374574"/>
              <a:gd name="connsiteX5" fmla="*/ 264405 w 264405"/>
              <a:gd name="connsiteY5" fmla="*/ 187287 h 374574"/>
              <a:gd name="connsiteX6" fmla="*/ 253388 w 264405"/>
              <a:gd name="connsiteY6" fmla="*/ 220338 h 374574"/>
              <a:gd name="connsiteX7" fmla="*/ 209321 w 264405"/>
              <a:gd name="connsiteY7" fmla="*/ 275422 h 374574"/>
              <a:gd name="connsiteX8" fmla="*/ 253388 w 264405"/>
              <a:gd name="connsiteY8" fmla="*/ 341523 h 374574"/>
              <a:gd name="connsiteX9" fmla="*/ 242372 w 264405"/>
              <a:gd name="connsiteY9" fmla="*/ 374574 h 374574"/>
              <a:gd name="connsiteX10" fmla="*/ 66102 w 264405"/>
              <a:gd name="connsiteY10" fmla="*/ 363557 h 374574"/>
              <a:gd name="connsiteX11" fmla="*/ 22034 w 264405"/>
              <a:gd name="connsiteY11" fmla="*/ 352540 h 374574"/>
              <a:gd name="connsiteX12" fmla="*/ 0 w 264405"/>
              <a:gd name="connsiteY12" fmla="*/ 308473 h 37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4405" h="374574">
                <a:moveTo>
                  <a:pt x="121186" y="0"/>
                </a:moveTo>
                <a:cubicBezTo>
                  <a:pt x="123874" y="384"/>
                  <a:pt x="221335" y="2990"/>
                  <a:pt x="231355" y="33051"/>
                </a:cubicBezTo>
                <a:cubicBezTo>
                  <a:pt x="236143" y="47415"/>
                  <a:pt x="226303" y="63202"/>
                  <a:pt x="220338" y="77119"/>
                </a:cubicBezTo>
                <a:cubicBezTo>
                  <a:pt x="215122" y="89289"/>
                  <a:pt x="205649" y="99152"/>
                  <a:pt x="198304" y="110169"/>
                </a:cubicBezTo>
                <a:cubicBezTo>
                  <a:pt x="209321" y="113841"/>
                  <a:pt x="222287" y="113931"/>
                  <a:pt x="231355" y="121186"/>
                </a:cubicBezTo>
                <a:cubicBezTo>
                  <a:pt x="250768" y="136717"/>
                  <a:pt x="257148" y="165516"/>
                  <a:pt x="264405" y="187287"/>
                </a:cubicBezTo>
                <a:cubicBezTo>
                  <a:pt x="260733" y="198304"/>
                  <a:pt x="260642" y="211270"/>
                  <a:pt x="253388" y="220338"/>
                </a:cubicBezTo>
                <a:cubicBezTo>
                  <a:pt x="196437" y="291528"/>
                  <a:pt x="237013" y="192348"/>
                  <a:pt x="209321" y="275422"/>
                </a:cubicBezTo>
                <a:cubicBezTo>
                  <a:pt x="229193" y="295294"/>
                  <a:pt x="253388" y="309635"/>
                  <a:pt x="253388" y="341523"/>
                </a:cubicBezTo>
                <a:cubicBezTo>
                  <a:pt x="253388" y="353136"/>
                  <a:pt x="246044" y="363557"/>
                  <a:pt x="242372" y="374574"/>
                </a:cubicBezTo>
                <a:cubicBezTo>
                  <a:pt x="183615" y="370902"/>
                  <a:pt x="124681" y="369415"/>
                  <a:pt x="66102" y="363557"/>
                </a:cubicBezTo>
                <a:cubicBezTo>
                  <a:pt x="51036" y="362050"/>
                  <a:pt x="32741" y="363247"/>
                  <a:pt x="22034" y="352540"/>
                </a:cubicBezTo>
                <a:cubicBezTo>
                  <a:pt x="-25597" y="304910"/>
                  <a:pt x="34822" y="308473"/>
                  <a:pt x="0" y="308473"/>
                </a:cubicBezTo>
              </a:path>
            </a:pathLst>
          </a:cu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36" name="圓形圖 35"/>
          <p:cNvSpPr/>
          <p:nvPr/>
        </p:nvSpPr>
        <p:spPr bwMode="auto">
          <a:xfrm>
            <a:off x="3898713" y="4078827"/>
            <a:ext cx="1475178" cy="1482076"/>
          </a:xfrm>
          <a:prstGeom prst="pie">
            <a:avLst/>
          </a:prstGeom>
          <a:solidFill>
            <a:srgbClr val="FFFF00"/>
          </a:solidFill>
          <a:ln w="19050" cap="flat" cmpd="sng" algn="ctr">
            <a:solidFill>
              <a:srgbClr val="7030A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協力</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社區</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rPr>
              <a:t>-</a:t>
            </a: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竹山</a:t>
            </a:r>
          </a:p>
        </p:txBody>
      </p:sp>
      <p:sp>
        <p:nvSpPr>
          <p:cNvPr id="37" name="圓形圖 36"/>
          <p:cNvSpPr/>
          <p:nvPr/>
        </p:nvSpPr>
        <p:spPr bwMode="auto">
          <a:xfrm>
            <a:off x="5557751" y="4073482"/>
            <a:ext cx="1420514" cy="1487421"/>
          </a:xfrm>
          <a:prstGeom prst="pie">
            <a:avLst/>
          </a:prstGeom>
          <a:solidFill>
            <a:srgbClr val="FFFF00"/>
          </a:solidFill>
          <a:ln w="19050" cap="flat" cmpd="sng" algn="ctr">
            <a:solidFill>
              <a:srgbClr val="7030A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協力</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社區</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1" i="0" u="none" strike="noStrike" kern="1200" cap="none" spc="0" normalizeH="0" baseline="0" noProof="0" dirty="0">
                <a:ln>
                  <a:noFill/>
                </a:ln>
                <a:solidFill>
                  <a:srgbClr val="024631"/>
                </a:solidFill>
                <a:effectLst/>
                <a:uLnTx/>
                <a:uFillTx/>
                <a:latin typeface="Arial" pitchFamily="34" charset="0"/>
                <a:ea typeface="+mn-ea"/>
                <a:cs typeface="+mn-cs"/>
              </a:rPr>
              <a:t>-</a:t>
            </a: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山崇</a:t>
            </a:r>
          </a:p>
        </p:txBody>
      </p:sp>
      <p:sp>
        <p:nvSpPr>
          <p:cNvPr id="31" name="橢圓 30"/>
          <p:cNvSpPr/>
          <p:nvPr/>
        </p:nvSpPr>
        <p:spPr bwMode="auto">
          <a:xfrm>
            <a:off x="7023733" y="4200039"/>
            <a:ext cx="964654" cy="1485237"/>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協力</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社區</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延平社區</a:t>
            </a:r>
          </a:p>
        </p:txBody>
      </p:sp>
      <p:sp>
        <p:nvSpPr>
          <p:cNvPr id="39" name="橢圓 38"/>
          <p:cNvSpPr/>
          <p:nvPr/>
        </p:nvSpPr>
        <p:spPr bwMode="auto">
          <a:xfrm>
            <a:off x="8141173" y="4126593"/>
            <a:ext cx="914400" cy="1434310"/>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協力</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社區</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24631"/>
                </a:solidFill>
                <a:effectLst/>
                <a:uLnTx/>
                <a:uFillTx/>
                <a:latin typeface="Arial" pitchFamily="34" charset="0"/>
                <a:ea typeface="+mn-ea"/>
                <a:cs typeface="+mn-cs"/>
              </a:rPr>
              <a:t>中崎社區</a:t>
            </a:r>
          </a:p>
        </p:txBody>
      </p:sp>
      <p:sp>
        <p:nvSpPr>
          <p:cNvPr id="40" name="向右箭號 39"/>
          <p:cNvSpPr/>
          <p:nvPr/>
        </p:nvSpPr>
        <p:spPr bwMode="auto">
          <a:xfrm>
            <a:off x="3302484" y="4073482"/>
            <a:ext cx="489204" cy="242316"/>
          </a:xfrm>
          <a:prstGeom prst="rightArrow">
            <a:avLst/>
          </a:prstGeom>
          <a:solidFill>
            <a:srgbClr val="FF66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42" name="向右箭號 41"/>
          <p:cNvSpPr/>
          <p:nvPr/>
        </p:nvSpPr>
        <p:spPr bwMode="auto">
          <a:xfrm>
            <a:off x="7812360" y="4054853"/>
            <a:ext cx="489204" cy="242316"/>
          </a:xfrm>
          <a:prstGeom prst="rightArrow">
            <a:avLst/>
          </a:prstGeom>
          <a:solidFill>
            <a:srgbClr val="FF66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43" name="向右箭號 42"/>
          <p:cNvSpPr/>
          <p:nvPr/>
        </p:nvSpPr>
        <p:spPr bwMode="auto">
          <a:xfrm>
            <a:off x="6480814" y="4086255"/>
            <a:ext cx="489204" cy="242316"/>
          </a:xfrm>
          <a:prstGeom prst="rightArrow">
            <a:avLst/>
          </a:prstGeom>
          <a:solidFill>
            <a:srgbClr val="FF66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44" name="向右箭號 43"/>
          <p:cNvSpPr/>
          <p:nvPr/>
        </p:nvSpPr>
        <p:spPr bwMode="auto">
          <a:xfrm>
            <a:off x="4997589" y="4097244"/>
            <a:ext cx="489204" cy="242316"/>
          </a:xfrm>
          <a:prstGeom prst="rightArrow">
            <a:avLst/>
          </a:prstGeom>
          <a:solidFill>
            <a:srgbClr val="FF66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45" name="等腰三角形 44"/>
          <p:cNvSpPr/>
          <p:nvPr/>
        </p:nvSpPr>
        <p:spPr bwMode="auto">
          <a:xfrm rot="16200000">
            <a:off x="3646522" y="4624635"/>
            <a:ext cx="290333" cy="214050"/>
          </a:xfrm>
          <a:prstGeom prst="triangle">
            <a:avLst>
              <a:gd name="adj" fmla="val 53199"/>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46" name="等腰三角形 45"/>
          <p:cNvSpPr/>
          <p:nvPr/>
        </p:nvSpPr>
        <p:spPr bwMode="auto">
          <a:xfrm rot="16200000">
            <a:off x="5285915" y="4624636"/>
            <a:ext cx="290333" cy="214050"/>
          </a:xfrm>
          <a:prstGeom prst="triangle">
            <a:avLst>
              <a:gd name="adj" fmla="val 53199"/>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47" name="等腰三角形 46"/>
          <p:cNvSpPr/>
          <p:nvPr/>
        </p:nvSpPr>
        <p:spPr bwMode="auto">
          <a:xfrm rot="16200000">
            <a:off x="199443" y="4608726"/>
            <a:ext cx="176163" cy="360040"/>
          </a:xfrm>
          <a:prstGeom prst="triangle">
            <a:avLst>
              <a:gd name="adj" fmla="val 53199"/>
            </a:avLst>
          </a:prstGeom>
          <a:solidFill>
            <a:srgbClr val="C0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Tree>
    <p:extLst>
      <p:ext uri="{BB962C8B-B14F-4D97-AF65-F5344CB8AC3E}">
        <p14:creationId xmlns:p14="http://schemas.microsoft.com/office/powerpoint/2010/main" val="373995987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dirty="0">
                <a:latin typeface="微軟正黑體" panose="020B0604030504040204" pitchFamily="34" charset="-120"/>
                <a:ea typeface="微軟正黑體" panose="020B0604030504040204" pitchFamily="34" charset="-120"/>
              </a:rPr>
              <a:t>大旗艦計畫提報會議</a:t>
            </a:r>
          </a:p>
        </p:txBody>
      </p:sp>
      <p:pic>
        <p:nvPicPr>
          <p:cNvPr id="18435" name="Picture 3" descr="F:\105年照片\那\P112077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 y="1290058"/>
            <a:ext cx="4499992" cy="3374994"/>
          </a:xfrm>
          <a:prstGeom prst="rect">
            <a:avLst/>
          </a:prstGeom>
          <a:noFill/>
          <a:ln>
            <a:solidFill>
              <a:srgbClr val="FF0000"/>
            </a:solidFill>
          </a:ln>
          <a:extLst>
            <a:ext uri="{909E8E84-426E-40DD-AFC4-6F175D3DCCD1}">
              <a14:hiddenFill xmlns:a14="http://schemas.microsoft.com/office/drawing/2010/main">
                <a:solidFill>
                  <a:srgbClr val="FFFFFF"/>
                </a:solidFill>
              </a14:hiddenFill>
            </a:ext>
          </a:extLst>
        </p:spPr>
      </p:pic>
      <p:sp>
        <p:nvSpPr>
          <p:cNvPr id="5" name="矩形 4"/>
          <p:cNvSpPr/>
          <p:nvPr/>
        </p:nvSpPr>
        <p:spPr>
          <a:xfrm>
            <a:off x="926558" y="4688064"/>
            <a:ext cx="2646878" cy="492443"/>
          </a:xfrm>
          <a:prstGeom prst="rect">
            <a:avLst/>
          </a:prstGeom>
        </p:spPr>
        <p:txBody>
          <a:bodyPr wrap="none">
            <a:spAutoFit/>
          </a:bodyPr>
          <a:lstStyle/>
          <a:p>
            <a:pPr marL="342900" marR="0" lvl="0" indent="-342900" algn="l" defTabSz="914400" rtl="0" eaLnBrk="0" fontAlgn="base" latinLnBrk="0" hangingPunct="0">
              <a:lnSpc>
                <a:spcPct val="100000"/>
              </a:lnSpc>
              <a:spcBef>
                <a:spcPct val="20000"/>
              </a:spcBef>
              <a:spcAft>
                <a:spcPct val="0"/>
              </a:spcAft>
              <a:buClr>
                <a:srgbClr val="69AAB1"/>
              </a:buClr>
              <a:buSzTx/>
              <a:buFont typeface="Wingdings" pitchFamily="2" charset="2"/>
              <a:buChar char="v"/>
              <a:tabLst/>
              <a:defRPr/>
            </a:pPr>
            <a:r>
              <a:rPr kumimoji="0" lang="en-US" altLang="zh-TW" sz="2600" b="0" i="0" u="none" strike="noStrike" kern="0" cap="none" spc="0" normalizeH="0" baseline="0" noProof="0" dirty="0">
                <a:ln>
                  <a:noFill/>
                </a:ln>
                <a:solidFill>
                  <a:srgbClr val="024631"/>
                </a:solidFill>
                <a:effectLst/>
                <a:uLnTx/>
                <a:uFillTx/>
                <a:latin typeface="Arial"/>
                <a:ea typeface="+mn-ea"/>
                <a:cs typeface="+mn-cs"/>
              </a:rPr>
              <a:t>105</a:t>
            </a:r>
            <a:r>
              <a:rPr kumimoji="0" lang="zh-TW" altLang="en-US" sz="2600" b="0" i="0" u="none" strike="noStrike" kern="0" cap="none" spc="0" normalizeH="0" baseline="0" noProof="0" dirty="0">
                <a:ln>
                  <a:noFill/>
                </a:ln>
                <a:solidFill>
                  <a:srgbClr val="024631"/>
                </a:solidFill>
                <a:effectLst/>
                <a:uLnTx/>
                <a:uFillTx/>
                <a:latin typeface="Arial"/>
                <a:ea typeface="+mn-ea"/>
                <a:cs typeface="+mn-cs"/>
              </a:rPr>
              <a:t>年</a:t>
            </a:r>
            <a:r>
              <a:rPr kumimoji="0" lang="en-US" altLang="zh-TW" sz="2600" b="0" i="0" u="none" strike="noStrike" kern="0" cap="none" spc="0" normalizeH="0" baseline="0" noProof="0" dirty="0">
                <a:ln>
                  <a:noFill/>
                </a:ln>
                <a:solidFill>
                  <a:srgbClr val="024631"/>
                </a:solidFill>
                <a:effectLst/>
                <a:uLnTx/>
                <a:uFillTx/>
                <a:latin typeface="Arial"/>
                <a:ea typeface="+mn-ea"/>
                <a:cs typeface="+mn-cs"/>
              </a:rPr>
              <a:t>11</a:t>
            </a:r>
            <a:r>
              <a:rPr kumimoji="0" lang="zh-TW" altLang="en-US" sz="2600" b="0" i="0" u="none" strike="noStrike" kern="0" cap="none" spc="0" normalizeH="0" baseline="0" noProof="0" dirty="0">
                <a:ln>
                  <a:noFill/>
                </a:ln>
                <a:solidFill>
                  <a:srgbClr val="024631"/>
                </a:solidFill>
                <a:effectLst/>
                <a:uLnTx/>
                <a:uFillTx/>
                <a:latin typeface="Arial"/>
                <a:ea typeface="+mn-ea"/>
                <a:cs typeface="+mn-cs"/>
              </a:rPr>
              <a:t>月</a:t>
            </a:r>
            <a:r>
              <a:rPr kumimoji="0" lang="en-US" altLang="zh-TW" sz="2600" b="0" i="0" u="none" strike="noStrike" kern="0" cap="none" spc="0" normalizeH="0" baseline="0" noProof="0" dirty="0">
                <a:ln>
                  <a:noFill/>
                </a:ln>
                <a:solidFill>
                  <a:srgbClr val="024631"/>
                </a:solidFill>
                <a:effectLst/>
                <a:uLnTx/>
                <a:uFillTx/>
                <a:latin typeface="Arial"/>
                <a:ea typeface="+mn-ea"/>
                <a:cs typeface="+mn-cs"/>
              </a:rPr>
              <a:t>8</a:t>
            </a:r>
            <a:r>
              <a:rPr kumimoji="0" lang="zh-TW" altLang="en-US" sz="2600" b="0" i="0" u="none" strike="noStrike" kern="0" cap="none" spc="0" normalizeH="0" baseline="0" noProof="0" dirty="0">
                <a:ln>
                  <a:noFill/>
                </a:ln>
                <a:solidFill>
                  <a:srgbClr val="024631"/>
                </a:solidFill>
                <a:effectLst/>
                <a:uLnTx/>
                <a:uFillTx/>
                <a:latin typeface="Arial"/>
                <a:ea typeface="+mn-ea"/>
                <a:cs typeface="+mn-cs"/>
              </a:rPr>
              <a:t>日</a:t>
            </a:r>
            <a:endParaRPr kumimoji="0" lang="en-US" altLang="zh-TW" sz="2600" b="0" i="0" u="none" strike="noStrike" kern="0" cap="none" spc="0" normalizeH="0" baseline="0" noProof="0" dirty="0">
              <a:ln>
                <a:noFill/>
              </a:ln>
              <a:solidFill>
                <a:srgbClr val="024631"/>
              </a:solidFill>
              <a:effectLst/>
              <a:uLnTx/>
              <a:uFillTx/>
              <a:latin typeface="Arial"/>
              <a:ea typeface="+mn-ea"/>
              <a:cs typeface="+mn-cs"/>
            </a:endParaRPr>
          </a:p>
        </p:txBody>
      </p:sp>
      <p:pic>
        <p:nvPicPr>
          <p:cNvPr id="18436" name="Picture 4" descr="F:\105年照片\那\P112084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290058"/>
            <a:ext cx="4499992" cy="3374994"/>
          </a:xfrm>
          <a:prstGeom prst="rect">
            <a:avLst/>
          </a:prstGeom>
          <a:noFill/>
          <a:ln>
            <a:solidFill>
              <a:srgbClr val="FF0000"/>
            </a:solidFill>
          </a:ln>
          <a:extLst>
            <a:ext uri="{909E8E84-426E-40DD-AFC4-6F175D3DCCD1}">
              <a14:hiddenFill xmlns:a14="http://schemas.microsoft.com/office/drawing/2010/main">
                <a:solidFill>
                  <a:srgbClr val="FFFFFF"/>
                </a:solidFill>
              </a14:hiddenFill>
            </a:ext>
          </a:extLst>
        </p:spPr>
      </p:pic>
      <p:sp>
        <p:nvSpPr>
          <p:cNvPr id="9" name="矩形 8"/>
          <p:cNvSpPr/>
          <p:nvPr/>
        </p:nvSpPr>
        <p:spPr>
          <a:xfrm>
            <a:off x="5477590" y="4665052"/>
            <a:ext cx="2832827" cy="492443"/>
          </a:xfrm>
          <a:prstGeom prst="rect">
            <a:avLst/>
          </a:prstGeom>
        </p:spPr>
        <p:txBody>
          <a:bodyPr wrap="none">
            <a:spAutoFit/>
          </a:bodyPr>
          <a:lstStyle/>
          <a:p>
            <a:pPr marL="342900" marR="0" lvl="0" indent="-342900" algn="l" defTabSz="914400" rtl="0" eaLnBrk="0" fontAlgn="base" latinLnBrk="0" hangingPunct="0">
              <a:lnSpc>
                <a:spcPct val="100000"/>
              </a:lnSpc>
              <a:spcBef>
                <a:spcPct val="20000"/>
              </a:spcBef>
              <a:spcAft>
                <a:spcPct val="0"/>
              </a:spcAft>
              <a:buClr>
                <a:srgbClr val="69AAB1"/>
              </a:buClr>
              <a:buSzTx/>
              <a:buFont typeface="Wingdings" pitchFamily="2" charset="2"/>
              <a:buChar char="v"/>
              <a:tabLst/>
              <a:defRPr/>
            </a:pPr>
            <a:r>
              <a:rPr kumimoji="0" lang="en-US" altLang="zh-TW" sz="2600" b="0" i="0" u="none" strike="noStrike" kern="0" cap="none" spc="0" normalizeH="0" baseline="0" noProof="0" dirty="0">
                <a:ln>
                  <a:noFill/>
                </a:ln>
                <a:solidFill>
                  <a:srgbClr val="024631"/>
                </a:solidFill>
                <a:effectLst/>
                <a:uLnTx/>
                <a:uFillTx/>
                <a:latin typeface="Arial"/>
                <a:ea typeface="+mn-ea"/>
                <a:cs typeface="+mn-cs"/>
              </a:rPr>
              <a:t>105</a:t>
            </a:r>
            <a:r>
              <a:rPr kumimoji="0" lang="zh-TW" altLang="en-US" sz="2600" b="0" i="0" u="none" strike="noStrike" kern="0" cap="none" spc="0" normalizeH="0" baseline="0" noProof="0" dirty="0">
                <a:ln>
                  <a:noFill/>
                </a:ln>
                <a:solidFill>
                  <a:srgbClr val="024631"/>
                </a:solidFill>
                <a:effectLst/>
                <a:uLnTx/>
                <a:uFillTx/>
                <a:latin typeface="Arial"/>
                <a:ea typeface="+mn-ea"/>
                <a:cs typeface="+mn-cs"/>
              </a:rPr>
              <a:t>年</a:t>
            </a:r>
            <a:r>
              <a:rPr kumimoji="0" lang="en-US" altLang="zh-TW" sz="2600" b="0" i="0" u="none" strike="noStrike" kern="0" cap="none" spc="0" normalizeH="0" baseline="0" noProof="0" dirty="0">
                <a:ln>
                  <a:noFill/>
                </a:ln>
                <a:solidFill>
                  <a:srgbClr val="024631"/>
                </a:solidFill>
                <a:effectLst/>
                <a:uLnTx/>
                <a:uFillTx/>
                <a:latin typeface="Arial"/>
                <a:ea typeface="+mn-ea"/>
                <a:cs typeface="+mn-cs"/>
              </a:rPr>
              <a:t>11</a:t>
            </a:r>
            <a:r>
              <a:rPr kumimoji="0" lang="zh-TW" altLang="en-US" sz="2600" b="0" i="0" u="none" strike="noStrike" kern="0" cap="none" spc="0" normalizeH="0" baseline="0" noProof="0" dirty="0">
                <a:ln>
                  <a:noFill/>
                </a:ln>
                <a:solidFill>
                  <a:srgbClr val="024631"/>
                </a:solidFill>
                <a:effectLst/>
                <a:uLnTx/>
                <a:uFillTx/>
                <a:latin typeface="Arial"/>
                <a:ea typeface="+mn-ea"/>
                <a:cs typeface="+mn-cs"/>
              </a:rPr>
              <a:t>月</a:t>
            </a:r>
            <a:r>
              <a:rPr kumimoji="0" lang="en-US" altLang="zh-TW" sz="2600" b="0" i="0" u="none" strike="noStrike" kern="0" cap="none" spc="0" normalizeH="0" baseline="0" noProof="0" dirty="0">
                <a:ln>
                  <a:noFill/>
                </a:ln>
                <a:solidFill>
                  <a:srgbClr val="024631"/>
                </a:solidFill>
                <a:effectLst/>
                <a:uLnTx/>
                <a:uFillTx/>
                <a:latin typeface="Arial"/>
                <a:ea typeface="+mn-ea"/>
                <a:cs typeface="+mn-cs"/>
              </a:rPr>
              <a:t>15</a:t>
            </a:r>
            <a:r>
              <a:rPr kumimoji="0" lang="zh-TW" altLang="en-US" sz="2600" b="0" i="0" u="none" strike="noStrike" kern="0" cap="none" spc="0" normalizeH="0" baseline="0" noProof="0" dirty="0">
                <a:ln>
                  <a:noFill/>
                </a:ln>
                <a:solidFill>
                  <a:srgbClr val="024631"/>
                </a:solidFill>
                <a:effectLst/>
                <a:uLnTx/>
                <a:uFillTx/>
                <a:latin typeface="Arial"/>
                <a:ea typeface="+mn-ea"/>
                <a:cs typeface="+mn-cs"/>
              </a:rPr>
              <a:t>日</a:t>
            </a:r>
            <a:endParaRPr kumimoji="0" lang="en-US" altLang="zh-TW" sz="2600" b="0" i="0" u="none" strike="noStrike" kern="0" cap="none" spc="0" normalizeH="0" baseline="0" noProof="0" dirty="0">
              <a:ln>
                <a:noFill/>
              </a:ln>
              <a:solidFill>
                <a:srgbClr val="024631"/>
              </a:solidFill>
              <a:effectLst/>
              <a:uLnTx/>
              <a:uFillTx/>
              <a:latin typeface="Arial"/>
              <a:ea typeface="+mn-ea"/>
              <a:cs typeface="+mn-cs"/>
            </a:endParaRPr>
          </a:p>
        </p:txBody>
      </p:sp>
      <p:sp>
        <p:nvSpPr>
          <p:cNvPr id="10" name="矩形 9"/>
          <p:cNvSpPr/>
          <p:nvPr/>
        </p:nvSpPr>
        <p:spPr>
          <a:xfrm>
            <a:off x="1907704" y="5661248"/>
            <a:ext cx="4536504" cy="492443"/>
          </a:xfrm>
          <a:prstGeom prst="rect">
            <a:avLst/>
          </a:prstGeom>
        </p:spPr>
        <p:txBody>
          <a:bodyPr wrap="square">
            <a:spAutoFit/>
          </a:bodyPr>
          <a:lstStyle/>
          <a:p>
            <a:pPr marL="0" marR="0" lvl="0" indent="0" algn="l" defTabSz="914400" rtl="0" eaLnBrk="0" fontAlgn="base" latinLnBrk="0" hangingPunct="0">
              <a:lnSpc>
                <a:spcPct val="100000"/>
              </a:lnSpc>
              <a:spcBef>
                <a:spcPct val="20000"/>
              </a:spcBef>
              <a:spcAft>
                <a:spcPct val="0"/>
              </a:spcAft>
              <a:buClr>
                <a:srgbClr val="69AAB1"/>
              </a:buClr>
              <a:buSzTx/>
              <a:buFontTx/>
              <a:buNone/>
              <a:tabLst/>
              <a:defRPr/>
            </a:pPr>
            <a:r>
              <a:rPr kumimoji="0" lang="zh-TW" altLang="en-US" sz="2600" b="1" i="0" u="none" strike="noStrike" kern="0" cap="none" spc="0" normalizeH="0" baseline="0" noProof="0" dirty="0">
                <a:ln>
                  <a:noFill/>
                </a:ln>
                <a:solidFill>
                  <a:srgbClr val="024631"/>
                </a:solidFill>
                <a:effectLst/>
                <a:uLnTx/>
                <a:uFillTx/>
                <a:latin typeface="Arial"/>
                <a:ea typeface="文鼎粗隸" panose="02010609010101010101" pitchFamily="49" charset="-120"/>
                <a:cs typeface="+mn-cs"/>
              </a:rPr>
              <a:t>雖然很趕</a:t>
            </a:r>
            <a:r>
              <a:rPr kumimoji="0" lang="en-US" altLang="zh-TW" sz="2600" b="1" i="0" u="none" strike="noStrike" kern="0" cap="none" spc="0" normalizeH="0" baseline="0" noProof="0" dirty="0">
                <a:ln>
                  <a:noFill/>
                </a:ln>
                <a:solidFill>
                  <a:srgbClr val="024631"/>
                </a:solidFill>
                <a:effectLst/>
                <a:uLnTx/>
                <a:uFillTx/>
                <a:latin typeface="Arial"/>
                <a:ea typeface="文鼎粗隸" panose="02010609010101010101" pitchFamily="49" charset="-120"/>
                <a:cs typeface="+mn-cs"/>
              </a:rPr>
              <a:t>~</a:t>
            </a:r>
            <a:r>
              <a:rPr kumimoji="0" lang="zh-TW" altLang="en-US" sz="2600" b="1" i="0" u="none" strike="noStrike" kern="0" cap="none" spc="0" normalizeH="0" baseline="0" noProof="0" dirty="0">
                <a:ln>
                  <a:noFill/>
                </a:ln>
                <a:solidFill>
                  <a:srgbClr val="024631"/>
                </a:solidFill>
                <a:effectLst/>
                <a:uLnTx/>
                <a:uFillTx/>
                <a:latin typeface="Arial"/>
                <a:ea typeface="文鼎粗隸" panose="02010609010101010101" pitchFamily="49" charset="-120"/>
                <a:cs typeface="+mn-cs"/>
              </a:rPr>
              <a:t>但我們很認真籌備</a:t>
            </a:r>
            <a:endParaRPr kumimoji="0" lang="en-US" altLang="zh-TW" sz="2600" b="1" i="0" u="none" strike="noStrike" kern="0" cap="none" spc="0" normalizeH="0" baseline="0" noProof="0" dirty="0">
              <a:ln>
                <a:noFill/>
              </a:ln>
              <a:solidFill>
                <a:srgbClr val="024631"/>
              </a:solidFill>
              <a:effectLst/>
              <a:uLnTx/>
              <a:uFillTx/>
              <a:latin typeface="Arial"/>
              <a:ea typeface="文鼎粗隸" panose="02010609010101010101" pitchFamily="49" charset="-120"/>
              <a:cs typeface="+mn-cs"/>
            </a:endParaRPr>
          </a:p>
        </p:txBody>
      </p:sp>
    </p:spTree>
    <p:extLst>
      <p:ext uri="{BB962C8B-B14F-4D97-AF65-F5344CB8AC3E}">
        <p14:creationId xmlns:p14="http://schemas.microsoft.com/office/powerpoint/2010/main" val="252762034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08992" y="0"/>
            <a:ext cx="8382000" cy="563562"/>
          </a:xfrm>
        </p:spPr>
        <p:txBody>
          <a:bodyPr/>
          <a:lstStyle/>
          <a:p>
            <a:r>
              <a:rPr lang="zh-TW" altLang="en-US" dirty="0"/>
              <a:t>進京赴考</a:t>
            </a:r>
            <a:r>
              <a:rPr lang="en-US" altLang="zh-TW" dirty="0"/>
              <a:t>~</a:t>
            </a:r>
            <a:r>
              <a:rPr lang="zh-TW" altLang="en-US" dirty="0"/>
              <a:t> </a:t>
            </a:r>
            <a:r>
              <a:rPr lang="en-US" altLang="zh-TW" dirty="0"/>
              <a:t>106</a:t>
            </a:r>
            <a:r>
              <a:rPr lang="zh-TW" altLang="en-US" dirty="0"/>
              <a:t>年</a:t>
            </a:r>
            <a:r>
              <a:rPr lang="en-US" altLang="zh-TW" dirty="0"/>
              <a:t>1</a:t>
            </a:r>
            <a:r>
              <a:rPr lang="zh-TW" altLang="en-US" dirty="0"/>
              <a:t>月</a:t>
            </a:r>
            <a:r>
              <a:rPr lang="en-US" altLang="zh-TW" dirty="0"/>
              <a:t>25</a:t>
            </a:r>
            <a:r>
              <a:rPr lang="zh-TW" altLang="en-US" dirty="0"/>
              <a:t>日審查會議</a:t>
            </a:r>
          </a:p>
        </p:txBody>
      </p:sp>
      <p:sp>
        <p:nvSpPr>
          <p:cNvPr id="3" name="內容版面配置區 2"/>
          <p:cNvSpPr>
            <a:spLocks noGrp="1"/>
          </p:cNvSpPr>
          <p:nvPr>
            <p:ph idx="1"/>
          </p:nvPr>
        </p:nvSpPr>
        <p:spPr>
          <a:xfrm>
            <a:off x="323528" y="990600"/>
            <a:ext cx="8712968" cy="5390728"/>
          </a:xfrm>
        </p:spPr>
        <p:txBody>
          <a:bodyPr/>
          <a:lstStyle/>
          <a:p>
            <a:pPr marL="438785" lvl="0" indent="-320040" eaLnBrk="1" fontAlgn="auto" hangingPunct="1">
              <a:lnSpc>
                <a:spcPct val="150000"/>
              </a:lnSpc>
              <a:spcBef>
                <a:spcPts val="0"/>
              </a:spcBef>
              <a:spcAft>
                <a:spcPts val="0"/>
              </a:spcAft>
              <a:buClrTx/>
              <a:buFont typeface="Wingdings 2"/>
              <a:buChar char=""/>
              <a:defRPr/>
            </a:pPr>
            <a:endParaRPr lang="zh-TW" altLang="en-US" sz="2200" b="1" kern="1200" dirty="0">
              <a:solidFill>
                <a:srgbClr val="FF0000"/>
              </a:solidFill>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endParaRPr lang="zh-TW" altLang="en-US" sz="2200" b="1" kern="1200" dirty="0">
              <a:solidFill>
                <a:srgbClr val="FF0000"/>
              </a:solidFill>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endParaRPr lang="zh-TW" altLang="en-US" sz="2200" b="1" kern="1200" dirty="0">
              <a:solidFill>
                <a:srgbClr val="FF0000"/>
              </a:solidFill>
              <a:latin typeface="標楷體" panose="03000509000000000000" pitchFamily="65" charset="-120"/>
              <a:ea typeface="標楷體" panose="03000509000000000000" pitchFamily="65" charset="-120"/>
            </a:endParaRPr>
          </a:p>
          <a:p>
            <a:pPr marL="0" indent="0">
              <a:buNone/>
            </a:pPr>
            <a:endParaRPr lang="zh-TW" altLang="en-US" dirty="0"/>
          </a:p>
        </p:txBody>
      </p:sp>
      <p:pic>
        <p:nvPicPr>
          <p:cNvPr id="4" name="圖片 3" descr="D:\桌面 文件 最愛\桌面\106年1月25日衛生福利部簡報_170415_0021.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504" y="4163960"/>
            <a:ext cx="4392488" cy="2664296"/>
          </a:xfrm>
          <a:prstGeom prst="rect">
            <a:avLst/>
          </a:prstGeom>
          <a:noFill/>
          <a:ln>
            <a:noFill/>
          </a:ln>
        </p:spPr>
      </p:pic>
      <p:pic>
        <p:nvPicPr>
          <p:cNvPr id="5" name="圖片 4" descr="D:\桌面 文件 最愛\桌面\106年1月25日衛生福利部簡報_170415_0024.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2860" y="4142200"/>
            <a:ext cx="4298800" cy="2694040"/>
          </a:xfrm>
          <a:prstGeom prst="rect">
            <a:avLst/>
          </a:prstGeom>
          <a:noFill/>
          <a:ln>
            <a:noFill/>
          </a:ln>
        </p:spPr>
      </p:pic>
      <p:pic>
        <p:nvPicPr>
          <p:cNvPr id="6" name="圖片 5" descr="D:\桌面 文件 最愛\桌面\106年1月25日衛生福利部簡報_170415_0020.jpg"/>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04" y="1052736"/>
            <a:ext cx="4320480" cy="2592288"/>
          </a:xfrm>
          <a:prstGeom prst="rect">
            <a:avLst/>
          </a:prstGeom>
          <a:noFill/>
          <a:ln>
            <a:noFill/>
          </a:ln>
        </p:spPr>
      </p:pic>
      <p:pic>
        <p:nvPicPr>
          <p:cNvPr id="7" name="圖片 6" descr="D:\桌面 文件 最愛\桌面\106年1月25日衛生福利部簡報_170415_0022.jpg"/>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788024" y="1071024"/>
            <a:ext cx="4248472" cy="2574000"/>
          </a:xfrm>
          <a:prstGeom prst="rect">
            <a:avLst/>
          </a:prstGeom>
          <a:noFill/>
          <a:ln>
            <a:noFill/>
          </a:ln>
        </p:spPr>
      </p:pic>
    </p:spTree>
    <p:extLst>
      <p:ext uri="{BB962C8B-B14F-4D97-AF65-F5344CB8AC3E}">
        <p14:creationId xmlns:p14="http://schemas.microsoft.com/office/powerpoint/2010/main" val="367360276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95536" y="0"/>
            <a:ext cx="8382000" cy="563562"/>
          </a:xfrm>
        </p:spPr>
        <p:txBody>
          <a:bodyPr/>
          <a:lstStyle/>
          <a:p>
            <a:r>
              <a:rPr lang="zh-TW" altLang="en-US" dirty="0"/>
              <a:t>富州社區得獎事蹟及最近執行社區發展工作情形</a:t>
            </a:r>
          </a:p>
        </p:txBody>
      </p:sp>
      <p:sp>
        <p:nvSpPr>
          <p:cNvPr id="3" name="內容版面配置區 2"/>
          <p:cNvSpPr>
            <a:spLocks noGrp="1"/>
          </p:cNvSpPr>
          <p:nvPr>
            <p:ph idx="1"/>
          </p:nvPr>
        </p:nvSpPr>
        <p:spPr>
          <a:xfrm>
            <a:off x="323528" y="990600"/>
            <a:ext cx="8712968" cy="5390728"/>
          </a:xfrm>
        </p:spPr>
        <p:txBody>
          <a:bodyPr/>
          <a:lstStyle/>
          <a:p>
            <a:pPr marL="438785" lvl="0" indent="-320040" eaLnBrk="1" fontAlgn="auto" hangingPunct="1">
              <a:lnSpc>
                <a:spcPct val="150000"/>
              </a:lnSpc>
              <a:spcBef>
                <a:spcPts val="0"/>
              </a:spcBef>
              <a:spcAft>
                <a:spcPts val="0"/>
              </a:spcAft>
              <a:buClrTx/>
              <a:buFont typeface="Wingdings 2"/>
              <a:buChar char=""/>
              <a:defRPr/>
            </a:pPr>
            <a:r>
              <a:rPr lang="zh-TW" altLang="zh-TW" sz="2200" b="1" kern="1200" dirty="0">
                <a:solidFill>
                  <a:srgbClr val="FF0000"/>
                </a:solidFill>
                <a:latin typeface="標楷體" panose="03000509000000000000" pitchFamily="65" charset="-120"/>
                <a:ea typeface="標楷體" panose="03000509000000000000" pitchFamily="65" charset="-120"/>
              </a:rPr>
              <a:t>榮獲</a:t>
            </a:r>
            <a:r>
              <a:rPr lang="en-US" altLang="zh-TW" sz="2200" b="1" kern="1200" dirty="0">
                <a:solidFill>
                  <a:srgbClr val="FF0000"/>
                </a:solidFill>
                <a:latin typeface="標楷體" panose="03000509000000000000" pitchFamily="65" charset="-120"/>
                <a:ea typeface="標楷體" panose="03000509000000000000" pitchFamily="65" charset="-120"/>
              </a:rPr>
              <a:t>95</a:t>
            </a:r>
            <a:r>
              <a:rPr lang="zh-TW" altLang="zh-TW" sz="2200" b="1" kern="1200" dirty="0">
                <a:solidFill>
                  <a:srgbClr val="FF0000"/>
                </a:solidFill>
                <a:latin typeface="標楷體" panose="03000509000000000000" pitchFamily="65" charset="-120"/>
                <a:ea typeface="標楷體" panose="03000509000000000000" pitchFamily="65" charset="-120"/>
              </a:rPr>
              <a:t>年</a:t>
            </a:r>
            <a:r>
              <a:rPr lang="en-US" altLang="zh-TW" sz="2200" b="1" kern="1200" dirty="0">
                <a:solidFill>
                  <a:srgbClr val="FF0000"/>
                </a:solidFill>
                <a:latin typeface="標楷體" panose="03000509000000000000" pitchFamily="65" charset="-120"/>
                <a:ea typeface="標楷體" panose="03000509000000000000" pitchFamily="65" charset="-120"/>
              </a:rPr>
              <a:t>~105</a:t>
            </a:r>
            <a:r>
              <a:rPr lang="zh-TW" altLang="zh-TW" sz="2200" b="1" kern="1200" dirty="0">
                <a:solidFill>
                  <a:srgbClr val="FF0000"/>
                </a:solidFill>
                <a:latin typeface="標楷體" panose="03000509000000000000" pitchFamily="65" charset="-120"/>
                <a:ea typeface="標楷體" panose="03000509000000000000" pitchFamily="65" charset="-120"/>
              </a:rPr>
              <a:t>度</a:t>
            </a:r>
            <a:r>
              <a:rPr lang="zh-TW" altLang="en-US" sz="2200" b="1" kern="1200" dirty="0">
                <a:solidFill>
                  <a:srgbClr val="FF0000"/>
                </a:solidFill>
                <a:latin typeface="標楷體" panose="03000509000000000000" pitchFamily="65" charset="-120"/>
                <a:ea typeface="標楷體" panose="03000509000000000000" pitchFamily="65" charset="-120"/>
              </a:rPr>
              <a:t>全縣</a:t>
            </a:r>
            <a:r>
              <a:rPr lang="zh-TW" altLang="zh-TW" sz="2200" b="1" kern="1200" dirty="0">
                <a:solidFill>
                  <a:srgbClr val="FF0000"/>
                </a:solidFill>
                <a:latin typeface="標楷體" panose="03000509000000000000" pitchFamily="65" charset="-120"/>
                <a:ea typeface="標楷體" panose="03000509000000000000" pitchFamily="65" charset="-120"/>
              </a:rPr>
              <a:t>社區</a:t>
            </a:r>
            <a:r>
              <a:rPr lang="zh-TW" altLang="en-US" sz="2200" b="1" kern="1200" dirty="0">
                <a:solidFill>
                  <a:srgbClr val="FF0000"/>
                </a:solidFill>
                <a:latin typeface="標楷體" panose="03000509000000000000" pitchFamily="65" charset="-120"/>
                <a:ea typeface="標楷體" panose="03000509000000000000" pitchFamily="65" charset="-120"/>
              </a:rPr>
              <a:t>照顧</a:t>
            </a:r>
            <a:r>
              <a:rPr lang="zh-TW" altLang="zh-TW" sz="2200" b="1" kern="1200" dirty="0">
                <a:solidFill>
                  <a:srgbClr val="FF0000"/>
                </a:solidFill>
                <a:latin typeface="標楷體" panose="03000509000000000000" pitchFamily="65" charset="-120"/>
                <a:ea typeface="標楷體" panose="03000509000000000000" pitchFamily="65" charset="-120"/>
              </a:rPr>
              <a:t>關懷據點評鑑</a:t>
            </a:r>
            <a:r>
              <a:rPr lang="en-US" altLang="zh-TW" sz="2200" b="1" kern="1200" dirty="0">
                <a:solidFill>
                  <a:srgbClr val="FF0000"/>
                </a:solidFill>
                <a:latin typeface="標楷體" panose="03000509000000000000" pitchFamily="65" charset="-120"/>
                <a:ea typeface="標楷體" panose="03000509000000000000" pitchFamily="65" charset="-120"/>
              </a:rPr>
              <a:t>_</a:t>
            </a:r>
            <a:r>
              <a:rPr lang="zh-TW" altLang="en-US" sz="2200" b="1" kern="1200" dirty="0">
                <a:solidFill>
                  <a:srgbClr val="FF0000"/>
                </a:solidFill>
                <a:latin typeface="標楷體" panose="03000509000000000000" pitchFamily="65" charset="-120"/>
                <a:ea typeface="標楷體" panose="03000509000000000000" pitchFamily="65" charset="-120"/>
              </a:rPr>
              <a:t>優</a:t>
            </a:r>
            <a:r>
              <a:rPr lang="zh-TW" altLang="zh-TW" sz="2200" b="1" kern="1200" dirty="0">
                <a:solidFill>
                  <a:srgbClr val="FF0000"/>
                </a:solidFill>
                <a:latin typeface="標楷體" panose="03000509000000000000" pitchFamily="65" charset="-120"/>
                <a:ea typeface="標楷體" panose="03000509000000000000" pitchFamily="65" charset="-120"/>
              </a:rPr>
              <a:t>等。</a:t>
            </a:r>
            <a:endParaRPr lang="en-US" altLang="zh-TW" sz="2200" b="1" kern="1200" dirty="0">
              <a:solidFill>
                <a:srgbClr val="FF0000"/>
              </a:solidFill>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r>
              <a:rPr lang="zh-TW" altLang="zh-TW" sz="2200" b="1" kern="1200" dirty="0">
                <a:solidFill>
                  <a:srgbClr val="FF0000"/>
                </a:solidFill>
                <a:latin typeface="標楷體" panose="03000509000000000000" pitchFamily="65" charset="-120"/>
                <a:ea typeface="標楷體" panose="03000509000000000000" pitchFamily="65" charset="-120"/>
              </a:rPr>
              <a:t>榮獲</a:t>
            </a:r>
            <a:r>
              <a:rPr lang="en-US" altLang="zh-TW" sz="2200" b="1" kern="1200" dirty="0">
                <a:solidFill>
                  <a:srgbClr val="FF0000"/>
                </a:solidFill>
                <a:latin typeface="標楷體" panose="03000509000000000000" pitchFamily="65" charset="-120"/>
                <a:ea typeface="標楷體" panose="03000509000000000000" pitchFamily="65" charset="-120"/>
              </a:rPr>
              <a:t>96</a:t>
            </a:r>
            <a:r>
              <a:rPr lang="zh-TW" altLang="zh-TW" sz="2200" b="1" kern="1200" dirty="0">
                <a:solidFill>
                  <a:srgbClr val="FF0000"/>
                </a:solidFill>
                <a:latin typeface="標楷體" panose="03000509000000000000" pitchFamily="65" charset="-120"/>
                <a:ea typeface="標楷體" panose="03000509000000000000" pitchFamily="65" charset="-120"/>
              </a:rPr>
              <a:t>年度</a:t>
            </a:r>
            <a:r>
              <a:rPr lang="zh-TW" altLang="en-US" sz="2200" b="1" kern="1200" dirty="0">
                <a:solidFill>
                  <a:srgbClr val="FF0000"/>
                </a:solidFill>
                <a:latin typeface="標楷體" panose="03000509000000000000" pitchFamily="65" charset="-120"/>
                <a:ea typeface="標楷體" panose="03000509000000000000" pitchFamily="65" charset="-120"/>
              </a:rPr>
              <a:t>衛生福利部社區發展工作</a:t>
            </a:r>
            <a:r>
              <a:rPr lang="zh-TW" altLang="zh-TW" sz="2200" b="1" kern="1200" dirty="0">
                <a:solidFill>
                  <a:srgbClr val="FF0000"/>
                </a:solidFill>
                <a:latin typeface="標楷體" panose="03000509000000000000" pitchFamily="65" charset="-120"/>
                <a:ea typeface="標楷體" panose="03000509000000000000" pitchFamily="65" charset="-120"/>
              </a:rPr>
              <a:t>評鑑績效組</a:t>
            </a:r>
            <a:r>
              <a:rPr lang="en-US" altLang="zh-TW" sz="2200" b="1" kern="1200" dirty="0">
                <a:solidFill>
                  <a:srgbClr val="FF0000"/>
                </a:solidFill>
                <a:latin typeface="標楷體" panose="03000509000000000000" pitchFamily="65" charset="-120"/>
                <a:ea typeface="標楷體" panose="03000509000000000000" pitchFamily="65" charset="-120"/>
              </a:rPr>
              <a:t>_</a:t>
            </a:r>
            <a:r>
              <a:rPr lang="zh-TW" altLang="en-US" sz="2200" b="1" kern="1200" dirty="0">
                <a:solidFill>
                  <a:srgbClr val="FF0000"/>
                </a:solidFill>
                <a:latin typeface="標楷體" panose="03000509000000000000" pitchFamily="65" charset="-120"/>
                <a:ea typeface="標楷體" panose="03000509000000000000" pitchFamily="65" charset="-120"/>
              </a:rPr>
              <a:t>優等</a:t>
            </a:r>
            <a:r>
              <a:rPr lang="zh-TW" altLang="zh-TW" sz="2200" b="1" kern="1200" dirty="0">
                <a:solidFill>
                  <a:srgbClr val="FF0000"/>
                </a:solidFill>
                <a:latin typeface="標楷體" panose="03000509000000000000" pitchFamily="65" charset="-120"/>
                <a:ea typeface="標楷體" panose="03000509000000000000" pitchFamily="65" charset="-120"/>
              </a:rPr>
              <a:t>。</a:t>
            </a:r>
            <a:endParaRPr lang="en-US" altLang="zh-TW" sz="2200" b="1" kern="1200" dirty="0">
              <a:solidFill>
                <a:srgbClr val="FF0000"/>
              </a:solidFill>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r>
              <a:rPr lang="zh-TW" altLang="en-US" sz="2200" b="1" kern="1200" dirty="0">
                <a:solidFill>
                  <a:srgbClr val="FF0000"/>
                </a:solidFill>
                <a:latin typeface="標楷體" panose="03000509000000000000" pitchFamily="65" charset="-120"/>
                <a:ea typeface="標楷體" panose="03000509000000000000" pitchFamily="65" charset="-120"/>
              </a:rPr>
              <a:t>榮獲</a:t>
            </a:r>
            <a:r>
              <a:rPr lang="en-US" altLang="zh-TW" sz="2200" b="1" kern="1200" dirty="0">
                <a:solidFill>
                  <a:srgbClr val="FF0000"/>
                </a:solidFill>
                <a:latin typeface="標楷體" panose="03000509000000000000" pitchFamily="65" charset="-120"/>
                <a:ea typeface="標楷體" panose="03000509000000000000" pitchFamily="65" charset="-120"/>
              </a:rPr>
              <a:t>101</a:t>
            </a:r>
            <a:r>
              <a:rPr lang="zh-TW" altLang="en-US" sz="2200" b="1" kern="1200" dirty="0">
                <a:solidFill>
                  <a:srgbClr val="FF0000"/>
                </a:solidFill>
                <a:latin typeface="標楷體" panose="03000509000000000000" pitchFamily="65" charset="-120"/>
                <a:ea typeface="標楷體" panose="03000509000000000000" pitchFamily="65" charset="-120"/>
              </a:rPr>
              <a:t>年度衛生福利部社區發展工作評鑑卓越社區。</a:t>
            </a:r>
          </a:p>
          <a:p>
            <a:pPr marL="438785" lvl="0" indent="-320040" eaLnBrk="1" fontAlgn="auto" hangingPunct="1">
              <a:lnSpc>
                <a:spcPct val="150000"/>
              </a:lnSpc>
              <a:spcBef>
                <a:spcPts val="0"/>
              </a:spcBef>
              <a:spcAft>
                <a:spcPts val="0"/>
              </a:spcAft>
              <a:buClrTx/>
              <a:buFont typeface="Wingdings 2"/>
              <a:buChar char=""/>
              <a:defRPr/>
            </a:pPr>
            <a:r>
              <a:rPr lang="zh-TW" altLang="en-US" sz="2200" b="1" kern="1200" dirty="0">
                <a:solidFill>
                  <a:srgbClr val="FF0000"/>
                </a:solidFill>
                <a:latin typeface="標楷體" panose="03000509000000000000" pitchFamily="65" charset="-120"/>
                <a:ea typeface="標楷體" panose="03000509000000000000" pitchFamily="65" charset="-120"/>
              </a:rPr>
              <a:t>榮獲</a:t>
            </a:r>
            <a:r>
              <a:rPr lang="en-US" altLang="zh-TW" sz="2200" b="1" kern="1200" dirty="0">
                <a:solidFill>
                  <a:srgbClr val="FF0000"/>
                </a:solidFill>
                <a:latin typeface="標楷體" panose="03000509000000000000" pitchFamily="65" charset="-120"/>
                <a:ea typeface="標楷體" panose="03000509000000000000" pitchFamily="65" charset="-120"/>
              </a:rPr>
              <a:t>100</a:t>
            </a:r>
            <a:r>
              <a:rPr lang="zh-TW" altLang="en-US" sz="2200" b="1" kern="1200" dirty="0">
                <a:solidFill>
                  <a:srgbClr val="FF0000"/>
                </a:solidFill>
                <a:latin typeface="標楷體" panose="03000509000000000000" pitchFamily="65" charset="-120"/>
                <a:ea typeface="標楷體" panose="03000509000000000000" pitchFamily="65" charset="-120"/>
              </a:rPr>
              <a:t>年度教育部樂齡學習中心全國評鑑優等，</a:t>
            </a:r>
            <a:r>
              <a:rPr lang="en-US" altLang="zh-TW" sz="2200" b="1" kern="1200" dirty="0">
                <a:solidFill>
                  <a:srgbClr val="FF0000"/>
                </a:solidFill>
                <a:latin typeface="標楷體" panose="03000509000000000000" pitchFamily="65" charset="-120"/>
                <a:ea typeface="標楷體" panose="03000509000000000000" pitchFamily="65" charset="-120"/>
              </a:rPr>
              <a:t>101</a:t>
            </a:r>
            <a:r>
              <a:rPr lang="zh-TW" altLang="en-US" sz="2200" b="1" kern="1200" dirty="0">
                <a:solidFill>
                  <a:srgbClr val="FF0000"/>
                </a:solidFill>
                <a:latin typeface="標楷體" panose="03000509000000000000" pitchFamily="65" charset="-120"/>
                <a:ea typeface="標楷體" panose="03000509000000000000" pitchFamily="65" charset="-120"/>
              </a:rPr>
              <a:t>年度後年</a:t>
            </a:r>
          </a:p>
          <a:p>
            <a:pPr marL="118745" lvl="0" indent="0" eaLnBrk="1" fontAlgn="auto" hangingPunct="1">
              <a:lnSpc>
                <a:spcPct val="150000"/>
              </a:lnSpc>
              <a:spcBef>
                <a:spcPts val="0"/>
              </a:spcBef>
              <a:spcAft>
                <a:spcPts val="0"/>
              </a:spcAft>
              <a:buClrTx/>
              <a:buNone/>
              <a:defRPr/>
            </a:pPr>
            <a:r>
              <a:rPr lang="zh-TW" altLang="en-US" sz="2200" b="1" kern="1200" dirty="0">
                <a:solidFill>
                  <a:srgbClr val="FF0000"/>
                </a:solidFill>
                <a:latin typeface="標楷體" panose="03000509000000000000" pitchFamily="65" charset="-120"/>
                <a:ea typeface="標楷體" panose="03000509000000000000" pitchFamily="65" charset="-120"/>
              </a:rPr>
              <a:t>   年得到縣評鑑特優獎。</a:t>
            </a:r>
          </a:p>
          <a:p>
            <a:pPr marL="438785" lvl="0" indent="-320040" eaLnBrk="1" fontAlgn="auto" hangingPunct="1">
              <a:lnSpc>
                <a:spcPct val="150000"/>
              </a:lnSpc>
              <a:spcBef>
                <a:spcPts val="0"/>
              </a:spcBef>
              <a:spcAft>
                <a:spcPts val="0"/>
              </a:spcAft>
              <a:buClrTx/>
              <a:buFont typeface="Wingdings 2"/>
              <a:buChar char=""/>
              <a:defRPr/>
            </a:pPr>
            <a:r>
              <a:rPr lang="zh-TW" altLang="en-US" sz="2200" b="1" kern="1200" dirty="0">
                <a:solidFill>
                  <a:srgbClr val="FF0000"/>
                </a:solidFill>
                <a:latin typeface="標楷體" panose="03000509000000000000" pitchFamily="65" charset="-120"/>
                <a:ea typeface="標楷體" panose="03000509000000000000" pitchFamily="65" charset="-120"/>
              </a:rPr>
              <a:t>榮獲</a:t>
            </a:r>
            <a:r>
              <a:rPr lang="en-US" altLang="zh-TW" sz="2200" b="1" kern="1200" dirty="0">
                <a:solidFill>
                  <a:srgbClr val="FF0000"/>
                </a:solidFill>
                <a:latin typeface="標楷體" panose="03000509000000000000" pitchFamily="65" charset="-120"/>
                <a:ea typeface="標楷體" panose="03000509000000000000" pitchFamily="65" charset="-120"/>
              </a:rPr>
              <a:t>104</a:t>
            </a:r>
            <a:r>
              <a:rPr lang="zh-TW" altLang="en-US" sz="2200" b="1" kern="1200" dirty="0">
                <a:solidFill>
                  <a:srgbClr val="FF0000"/>
                </a:solidFill>
                <a:latin typeface="標楷體" panose="03000509000000000000" pitchFamily="65" charset="-120"/>
                <a:ea typeface="標楷體" panose="03000509000000000000" pitchFamily="65" charset="-120"/>
              </a:rPr>
              <a:t>年度衛生福利部社區照顧關懷據點金點獎。</a:t>
            </a:r>
            <a:endParaRPr lang="en-US" altLang="zh-TW" sz="2200" b="1" kern="1200" dirty="0">
              <a:solidFill>
                <a:srgbClr val="FF0000"/>
              </a:solidFill>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r>
              <a:rPr lang="en-US" altLang="zh-TW" sz="2200" b="1" kern="1200" dirty="0">
                <a:latin typeface="標楷體" panose="03000509000000000000" pitchFamily="65" charset="-120"/>
                <a:ea typeface="標楷體" panose="03000509000000000000" pitchFamily="65" charset="-120"/>
              </a:rPr>
              <a:t>101</a:t>
            </a:r>
            <a:r>
              <a:rPr lang="zh-TW" altLang="en-US" sz="2200" b="1" kern="1200" dirty="0">
                <a:latin typeface="標楷體" panose="03000509000000000000" pitchFamily="65" charset="-120"/>
                <a:ea typeface="標楷體" panose="03000509000000000000" pitchFamily="65" charset="-120"/>
              </a:rPr>
              <a:t>年度通過水土保持局農村再生計畫。</a:t>
            </a:r>
            <a:endParaRPr lang="en-US" altLang="zh-TW" sz="2200" b="1" kern="1200" dirty="0">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r>
              <a:rPr lang="zh-TW" altLang="en-US" sz="2200" b="1" kern="1200" dirty="0">
                <a:latin typeface="標楷體" panose="03000509000000000000" pitchFamily="65" charset="-120"/>
                <a:ea typeface="標楷體" panose="03000509000000000000" pitchFamily="65" charset="-120"/>
              </a:rPr>
              <a:t>辦理文化部</a:t>
            </a:r>
            <a:r>
              <a:rPr lang="en-US" altLang="zh-TW" sz="2200" b="1" kern="1200" dirty="0">
                <a:latin typeface="標楷體" panose="03000509000000000000" pitchFamily="65" charset="-120"/>
                <a:ea typeface="標楷體" panose="03000509000000000000" pitchFamily="65" charset="-120"/>
              </a:rPr>
              <a:t>109</a:t>
            </a:r>
            <a:r>
              <a:rPr lang="zh-TW" altLang="en-US" sz="2200" b="1" kern="1200" dirty="0">
                <a:latin typeface="標楷體" panose="03000509000000000000" pitchFamily="65" charset="-120"/>
                <a:ea typeface="標楷體" panose="03000509000000000000" pitchFamily="65" charset="-120"/>
              </a:rPr>
              <a:t>年</a:t>
            </a:r>
            <a:r>
              <a:rPr lang="en-US" altLang="zh-TW" sz="2200" b="1" kern="1200" dirty="0">
                <a:latin typeface="標楷體" panose="03000509000000000000" pitchFamily="65" charset="-120"/>
                <a:ea typeface="標楷體" panose="03000509000000000000" pitchFamily="65" charset="-120"/>
              </a:rPr>
              <a:t>/105</a:t>
            </a:r>
            <a:r>
              <a:rPr lang="zh-TW" altLang="en-US" sz="2200" b="1" kern="1200" dirty="0">
                <a:latin typeface="標楷體" panose="03000509000000000000" pitchFamily="65" charset="-120"/>
                <a:ea typeface="標楷體" panose="03000509000000000000" pitchFamily="65" charset="-120"/>
              </a:rPr>
              <a:t>年村村有藝文活動。</a:t>
            </a:r>
            <a:r>
              <a:rPr lang="en-US" altLang="zh-TW" sz="2200" b="1" kern="1200" dirty="0">
                <a:latin typeface="標楷體" panose="03000509000000000000" pitchFamily="65" charset="-120"/>
                <a:ea typeface="標楷體" panose="03000509000000000000" pitchFamily="65" charset="-120"/>
              </a:rPr>
              <a:t>104</a:t>
            </a:r>
            <a:r>
              <a:rPr lang="zh-TW" altLang="en-US" sz="2200" b="1" kern="1200" dirty="0">
                <a:latin typeface="標楷體" panose="03000509000000000000" pitchFamily="65" charset="-120"/>
                <a:ea typeface="標楷體" panose="03000509000000000000" pitchFamily="65" charset="-120"/>
              </a:rPr>
              <a:t>年度村落文化發展計畫。</a:t>
            </a:r>
            <a:r>
              <a:rPr lang="en-US" altLang="zh-TW" sz="2200" b="1" kern="1200" dirty="0">
                <a:latin typeface="標楷體" panose="03000509000000000000" pitchFamily="65" charset="-120"/>
                <a:ea typeface="標楷體" panose="03000509000000000000" pitchFamily="65" charset="-120"/>
              </a:rPr>
              <a:t>105</a:t>
            </a:r>
            <a:r>
              <a:rPr lang="zh-TW" altLang="en-US" sz="2200" b="1" kern="1200" dirty="0">
                <a:latin typeface="標楷體" panose="03000509000000000000" pitchFamily="65" charset="-120"/>
                <a:ea typeface="標楷體" panose="03000509000000000000" pitchFamily="65" charset="-120"/>
              </a:rPr>
              <a:t>年度推動社區營造及村落文化計畫跨域合作類。</a:t>
            </a:r>
            <a:endParaRPr lang="en-US" altLang="zh-TW" sz="2200" b="1" kern="1200" dirty="0">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r>
              <a:rPr lang="en-US" altLang="zh-TW" sz="2200" b="1" kern="1200" dirty="0">
                <a:latin typeface="標楷體" panose="03000509000000000000" pitchFamily="65" charset="-120"/>
                <a:ea typeface="標楷體" panose="03000509000000000000" pitchFamily="65" charset="-120"/>
              </a:rPr>
              <a:t>93</a:t>
            </a:r>
            <a:r>
              <a:rPr lang="zh-TW" altLang="en-US" sz="2200" b="1" kern="1200" dirty="0">
                <a:latin typeface="標楷體" panose="03000509000000000000" pitchFamily="65" charset="-120"/>
                <a:ea typeface="標楷體" panose="03000509000000000000" pitchFamily="65" charset="-120"/>
              </a:rPr>
              <a:t>年度起辦理林務局社區林業計畫。</a:t>
            </a:r>
            <a:endParaRPr lang="en-US" altLang="zh-TW" sz="2200" b="1" kern="1200" dirty="0">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r>
              <a:rPr lang="en-US" altLang="zh-TW" sz="2200" b="1" kern="1200" dirty="0">
                <a:latin typeface="標楷體" panose="03000509000000000000" pitchFamily="65" charset="-120"/>
                <a:ea typeface="標楷體" panose="03000509000000000000" pitchFamily="65" charset="-120"/>
              </a:rPr>
              <a:t>105</a:t>
            </a:r>
            <a:r>
              <a:rPr lang="zh-TW" altLang="en-US" sz="2200" b="1" kern="1200" dirty="0">
                <a:latin typeface="標楷體" panose="03000509000000000000" pitchFamily="65" charset="-120"/>
                <a:ea typeface="標楷體" panose="03000509000000000000" pitchFamily="65" charset="-120"/>
              </a:rPr>
              <a:t>年度辦理衛生福利部社區照顧關懷據點提升日間托老中心服務</a:t>
            </a:r>
          </a:p>
          <a:p>
            <a:pPr marL="438785" lvl="0" indent="-320040" eaLnBrk="1" fontAlgn="auto" hangingPunct="1">
              <a:lnSpc>
                <a:spcPct val="150000"/>
              </a:lnSpc>
              <a:spcBef>
                <a:spcPts val="0"/>
              </a:spcBef>
              <a:spcAft>
                <a:spcPts val="0"/>
              </a:spcAft>
              <a:buClrTx/>
              <a:buFont typeface="Wingdings 2"/>
              <a:buChar char=""/>
              <a:defRPr/>
            </a:pPr>
            <a:endParaRPr lang="zh-TW" altLang="en-US" sz="2200" b="1" kern="1200" dirty="0">
              <a:solidFill>
                <a:srgbClr val="FF0000"/>
              </a:solidFill>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endParaRPr lang="zh-TW" altLang="en-US" sz="2200" b="1" kern="1200" dirty="0">
              <a:solidFill>
                <a:srgbClr val="FF0000"/>
              </a:solidFill>
              <a:latin typeface="標楷體" panose="03000509000000000000" pitchFamily="65" charset="-120"/>
              <a:ea typeface="標楷體" panose="03000509000000000000" pitchFamily="65" charset="-120"/>
            </a:endParaRPr>
          </a:p>
          <a:p>
            <a:pPr marL="438785" lvl="0" indent="-320040" eaLnBrk="1" fontAlgn="auto" hangingPunct="1">
              <a:lnSpc>
                <a:spcPct val="150000"/>
              </a:lnSpc>
              <a:spcBef>
                <a:spcPts val="0"/>
              </a:spcBef>
              <a:spcAft>
                <a:spcPts val="0"/>
              </a:spcAft>
              <a:buClrTx/>
              <a:buFont typeface="Wingdings 2"/>
              <a:buChar char=""/>
              <a:defRPr/>
            </a:pPr>
            <a:endParaRPr lang="zh-TW" altLang="en-US" sz="2200" b="1" kern="1200" dirty="0">
              <a:solidFill>
                <a:srgbClr val="FF0000"/>
              </a:solidFill>
              <a:latin typeface="標楷體" panose="03000509000000000000" pitchFamily="65" charset="-120"/>
              <a:ea typeface="標楷體" panose="03000509000000000000" pitchFamily="65" charset="-120"/>
            </a:endParaRPr>
          </a:p>
          <a:p>
            <a:pPr marL="0" indent="0">
              <a:buNone/>
            </a:pPr>
            <a:endParaRPr lang="zh-TW" altLang="en-US" dirty="0"/>
          </a:p>
        </p:txBody>
      </p:sp>
    </p:spTree>
    <p:extLst>
      <p:ext uri="{BB962C8B-B14F-4D97-AF65-F5344CB8AC3E}">
        <p14:creationId xmlns:p14="http://schemas.microsoft.com/office/powerpoint/2010/main" val="296835475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dirty="0">
                <a:solidFill>
                  <a:srgbClr val="FFFFFF"/>
                </a:solidFill>
              </a:rPr>
              <a:t>延正社區得獎事蹟及最近執行社區發展工作情形</a:t>
            </a:r>
            <a:endParaRPr lang="zh-TW" altLang="en-US" dirty="0"/>
          </a:p>
        </p:txBody>
      </p:sp>
      <p:sp>
        <p:nvSpPr>
          <p:cNvPr id="5" name="內容版面配置區 2"/>
          <p:cNvSpPr txBox="1">
            <a:spLocks/>
          </p:cNvSpPr>
          <p:nvPr/>
        </p:nvSpPr>
        <p:spPr bwMode="auto">
          <a:xfrm>
            <a:off x="251520" y="1124744"/>
            <a:ext cx="9144000" cy="4625975"/>
          </a:xfrm>
          <a:prstGeom prst="rect">
            <a:avLst/>
          </a:prstGeom>
          <a:noFill/>
          <a:ln>
            <a:noFill/>
            <a:miter/>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91440" rIns="91440" bIns="45720" numCol="1" rtlCol="0" anchor="t" anchorCtr="0" compatLnSpc="1">
            <a:prstTxWarp prst="textNoShape">
              <a:avLst/>
            </a:prstTxWarp>
            <a:normAutofit fontScale="92500" lnSpcReduction="10000"/>
          </a:bodyPr>
          <a:lstStyle>
            <a:lvl1pPr marL="438150" indent="-319088" algn="l" rtl="0" fontAlgn="base">
              <a:spcBef>
                <a:spcPct val="0"/>
              </a:spcBef>
              <a:spcAft>
                <a:spcPct val="0"/>
              </a:spcAft>
              <a:buClr>
                <a:schemeClr val="accent1"/>
              </a:buClr>
              <a:buSzPct val="80000"/>
              <a:buFont typeface="Wingdings 2" pitchFamily="18" charset="2"/>
              <a:buChar char=""/>
              <a:defRPr sz="3200" kern="1200">
                <a:solidFill>
                  <a:schemeClr val="tx1"/>
                </a:solidFill>
                <a:latin typeface="+mn-lt"/>
                <a:ea typeface="+mn-ea"/>
                <a:cs typeface="+mn-cs"/>
              </a:defRPr>
            </a:lvl1pPr>
            <a:lvl2pPr marL="731838" indent="-274638" algn="l" rtl="0" fontAlgn="base">
              <a:spcBef>
                <a:spcPct val="20000"/>
              </a:spcBef>
              <a:spcAft>
                <a:spcPct val="0"/>
              </a:spcAft>
              <a:buClr>
                <a:schemeClr val="accent2"/>
              </a:buClr>
              <a:buSzPct val="90000"/>
              <a:buFont typeface="Wingdings" pitchFamily="2" charset="2"/>
              <a:buChar char=""/>
              <a:defRPr sz="2800" kern="1200">
                <a:solidFill>
                  <a:schemeClr val="tx1"/>
                </a:solidFill>
                <a:latin typeface="+mn-lt"/>
                <a:ea typeface="+mn-ea"/>
                <a:cs typeface="+mn-cs"/>
              </a:defRPr>
            </a:lvl2pPr>
            <a:lvl3pPr marL="996950" indent="-228600" algn="l" rtl="0" fontAlgn="base">
              <a:spcBef>
                <a:spcPct val="20000"/>
              </a:spcBef>
              <a:spcAft>
                <a:spcPct val="0"/>
              </a:spcAft>
              <a:buClr>
                <a:srgbClr val="E66C7D"/>
              </a:buClr>
              <a:buFont typeface="Arial" pitchFamily="34" charset="0"/>
              <a:buChar char="▪"/>
              <a:defRPr sz="2400" kern="1200">
                <a:solidFill>
                  <a:schemeClr val="tx1"/>
                </a:solidFill>
                <a:latin typeface="+mn-lt"/>
                <a:ea typeface="+mn-ea"/>
                <a:cs typeface="+mn-cs"/>
              </a:defRPr>
            </a:lvl3pPr>
            <a:lvl4pPr marL="1216025" indent="-182563" algn="l" rtl="0" fontAlgn="base">
              <a:spcBef>
                <a:spcPct val="20000"/>
              </a:spcBef>
              <a:spcAft>
                <a:spcPct val="0"/>
              </a:spcAft>
              <a:buClr>
                <a:srgbClr val="6BB76D"/>
              </a:buClr>
              <a:buFont typeface="Arial" pitchFamily="34" charset="0"/>
              <a:buChar char="▪"/>
              <a:defRPr sz="2000" kern="1200">
                <a:solidFill>
                  <a:schemeClr val="tx1"/>
                </a:solidFill>
                <a:latin typeface="+mn-lt"/>
                <a:ea typeface="+mn-ea"/>
                <a:cs typeface="+mn-cs"/>
              </a:defRPr>
            </a:lvl4pPr>
            <a:lvl5pPr marL="1425575" indent="-182563" algn="l" rtl="0" fontAlgn="base">
              <a:spcBef>
                <a:spcPct val="20000"/>
              </a:spcBef>
              <a:spcAft>
                <a:spcPct val="0"/>
              </a:spcAft>
              <a:buClr>
                <a:srgbClr val="E88651"/>
              </a:buClr>
              <a:buFont typeface="Wingdings 3" pitchFamily="18" charset="2"/>
              <a:buChar char=""/>
              <a:defRPr lang="en-US" sz="2000" kern="1200">
                <a:solidFill>
                  <a:schemeClr val="tx1"/>
                </a:solidFill>
                <a:latin typeface="+mn-lt"/>
                <a:ea typeface="+mn-ea"/>
                <a:cs typeface="+mn-cs"/>
              </a:defRPr>
            </a:lvl5pPr>
            <a:lvl6pPr marL="1627505" indent="-182880" algn="l" rtl="0" eaLnBrk="1" latinLnBrk="0" hangingPunct="1">
              <a:spcBef>
                <a:spcPct val="20000"/>
              </a:spcBef>
              <a:buClr>
                <a:schemeClr val="accent6"/>
              </a:buClr>
              <a:buSzPct val="100000"/>
              <a:buFont typeface="Wingdings 2"/>
              <a:buChar char=""/>
              <a:defRPr kumimoji="0" sz="2000" kern="1200">
                <a:solidFill>
                  <a:schemeClr val="tx1"/>
                </a:solidFill>
                <a:latin typeface="+mn-lt"/>
                <a:ea typeface="+mn-ea"/>
                <a:cs typeface="+mn-cs"/>
              </a:defRPr>
            </a:lvl6pPr>
            <a:lvl7pPr marL="1828800" indent="-182880" algn="l" rtl="0" eaLnBrk="1" latinLnBrk="0" hangingPunct="1">
              <a:spcBef>
                <a:spcPct val="20000"/>
              </a:spcBef>
              <a:buClr>
                <a:schemeClr val="accent1"/>
              </a:buClr>
              <a:buSzPct val="100000"/>
              <a:buFont typeface="Wingdings 2"/>
              <a:buChar char=""/>
              <a:defRPr kumimoji="0" sz="1800" kern="1200">
                <a:solidFill>
                  <a:schemeClr val="tx1"/>
                </a:solidFill>
                <a:latin typeface="+mn-lt"/>
                <a:ea typeface="+mn-ea"/>
                <a:cs typeface="+mn-cs"/>
              </a:defRPr>
            </a:lvl7pPr>
            <a:lvl8pPr marL="2030095" indent="-182880" algn="l" rtl="0" eaLnBrk="1" latinLnBrk="0" hangingPunct="1">
              <a:spcBef>
                <a:spcPct val="20000"/>
              </a:spcBef>
              <a:buClr>
                <a:schemeClr val="accent2"/>
              </a:buClr>
              <a:buFont typeface="Wingdings 2" pitchFamily="18" charset="2"/>
              <a:buChar char=""/>
              <a:defRPr kumimoji="0" sz="1800" kern="1200">
                <a:solidFill>
                  <a:schemeClr val="tx1"/>
                </a:solidFill>
                <a:latin typeface="+mn-lt"/>
                <a:ea typeface="+mn-ea"/>
                <a:cs typeface="+mn-cs"/>
              </a:defRPr>
            </a:lvl8pPr>
            <a:lvl9pPr marL="2231390" indent="-182880" algn="l" rtl="0" eaLnBrk="1" latinLnBrk="0" hangingPunct="1">
              <a:spcBef>
                <a:spcPct val="20000"/>
              </a:spcBef>
              <a:buClr>
                <a:schemeClr val="accent3"/>
              </a:buClr>
              <a:buFont typeface="Wingdings 2" pitchFamily="18" charset="2"/>
              <a:buChar char=""/>
              <a:defRPr kumimoji="0" sz="1800" kern="1200" baseline="0">
                <a:solidFill>
                  <a:schemeClr val="tx1"/>
                </a:solidFill>
                <a:latin typeface="+mn-lt"/>
                <a:ea typeface="+mn-ea"/>
                <a:cs typeface="+mn-cs"/>
              </a:defRPr>
            </a:lvl9pPr>
          </a:lstStyle>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104</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年</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~105</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度社區關懷據點評鑑</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_</a:t>
            </a:r>
            <a:r>
              <a:rPr kumimoji="0" lang="zh-TW" altLang="en-US"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優</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等。</a:t>
            </a: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104</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年度</a:t>
            </a:r>
            <a:r>
              <a:rPr kumimoji="0" lang="zh-TW" altLang="en-US"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全國十特色家政班</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a:t>
            </a:r>
            <a:endPar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endParaRP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103</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年度全國社區評鑑績效組</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_</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甲等社區。</a:t>
            </a: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103</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年度南投縣社區評鑑績效組</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_</a:t>
            </a:r>
            <a:r>
              <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第一名。</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a:t>
            </a:r>
            <a:r>
              <a:rPr kumimoji="0" lang="zh-TW" altLang="en-US"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連續二年</a:t>
            </a:r>
            <a:r>
              <a:rPr kumimoji="0" lang="en-US"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rPr>
              <a:t>)</a:t>
            </a:r>
            <a:endParaRPr kumimoji="0" lang="zh-TW" altLang="zh-TW"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mn-cs"/>
            </a:endParaRP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103</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年度社區關懷據點評鑑</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_</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甲等。</a:t>
            </a: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102</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年度南投縣社區評鑑績效組</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_</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第一名。</a:t>
            </a: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102</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年度社區關懷據點評鑑</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_</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甲等。</a:t>
            </a: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101</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年度南投縣社區評鑑績效組</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_</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單項特色獎。</a:t>
            </a: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榮獲</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100</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年度建構農村婦女優質生活計畫比賽</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_</a:t>
            </a:r>
            <a:r>
              <a:rPr kumimoji="0" lang="zh-TW"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第二名。</a:t>
            </a:r>
          </a:p>
          <a:p>
            <a:pPr marL="438785" marR="0" lvl="0" indent="-320040" algn="l" defTabSz="914400" rtl="0" eaLnBrk="1" fontAlgn="auto" latinLnBrk="0" hangingPunct="1">
              <a:lnSpc>
                <a:spcPct val="150000"/>
              </a:lnSpc>
              <a:spcBef>
                <a:spcPts val="0"/>
              </a:spcBef>
              <a:spcAft>
                <a:spcPts val="0"/>
              </a:spcAft>
              <a:buClr>
                <a:srgbClr val="C8E0B0"/>
              </a:buClr>
              <a:buSzPct val="80000"/>
              <a:buFont typeface="Wingdings 2"/>
              <a:buChar char=""/>
              <a:tabLst/>
              <a:defRPr/>
            </a:pPr>
            <a:endParaRPr kumimoji="0" lang="zh-TW" altLang="en-US" sz="2400" b="0" i="0" u="none" strike="noStrike" kern="1200" cap="none" spc="0" normalizeH="0" baseline="0" noProof="0" dirty="0">
              <a:ln>
                <a:noFill/>
              </a:ln>
              <a:solidFill>
                <a:srgbClr val="024631"/>
              </a:solidFill>
              <a:effectLst/>
              <a:uLnTx/>
              <a:uFillTx/>
              <a:latin typeface="Adobe 繁黑體 Std B" pitchFamily="34" charset="-120"/>
              <a:ea typeface="Adobe 繁黑體 Std B" pitchFamily="34" charset="-120"/>
              <a:cs typeface="+mn-cs"/>
            </a:endParaRPr>
          </a:p>
        </p:txBody>
      </p:sp>
      <p:pic>
        <p:nvPicPr>
          <p:cNvPr id="4" name="圖片 3" descr="994087_509114799202667_690872002_n.jpg"/>
          <p:cNvPicPr>
            <a:picLocks noChangeAspect="1"/>
          </p:cNvPicPr>
          <p:nvPr/>
        </p:nvPicPr>
        <p:blipFill>
          <a:blip r:embed="rId2" cstate="screen"/>
          <a:stretch>
            <a:fillRect/>
          </a:stretch>
        </p:blipFill>
        <p:spPr>
          <a:xfrm>
            <a:off x="0" y="5481228"/>
            <a:ext cx="1835696" cy="1376772"/>
          </a:xfrm>
          <a:prstGeom prst="rect">
            <a:avLst/>
          </a:prstGeom>
          <a:ln>
            <a:noFill/>
          </a:ln>
          <a:effectLst>
            <a:softEdge rad="112500"/>
          </a:effectLst>
        </p:spPr>
      </p:pic>
      <p:pic>
        <p:nvPicPr>
          <p:cNvPr id="6" name="Picture 4"/>
          <p:cNvPicPr>
            <a:picLocks noChangeAspect="1" noChangeArrowheads="1"/>
          </p:cNvPicPr>
          <p:nvPr/>
        </p:nvPicPr>
        <p:blipFill>
          <a:blip r:embed="rId3" cstate="screen"/>
          <a:srcRect/>
          <a:stretch>
            <a:fillRect/>
          </a:stretch>
        </p:blipFill>
        <p:spPr bwMode="auto">
          <a:xfrm>
            <a:off x="1835696" y="5478816"/>
            <a:ext cx="1521858" cy="1379184"/>
          </a:xfrm>
          <a:prstGeom prst="rect">
            <a:avLst/>
          </a:prstGeom>
          <a:ln>
            <a:noFill/>
          </a:ln>
          <a:effectLst>
            <a:softEdge rad="112500"/>
          </a:effectLst>
        </p:spPr>
      </p:pic>
      <p:pic>
        <p:nvPicPr>
          <p:cNvPr id="7" name="Picture 2"/>
          <p:cNvPicPr>
            <a:picLocks noChangeAspect="1" noChangeArrowheads="1"/>
          </p:cNvPicPr>
          <p:nvPr/>
        </p:nvPicPr>
        <p:blipFill>
          <a:blip r:embed="rId4" cstate="screen"/>
          <a:srcRect/>
          <a:stretch>
            <a:fillRect/>
          </a:stretch>
        </p:blipFill>
        <p:spPr bwMode="auto">
          <a:xfrm>
            <a:off x="3357554" y="5442061"/>
            <a:ext cx="1714512" cy="1415939"/>
          </a:xfrm>
          <a:prstGeom prst="rect">
            <a:avLst/>
          </a:prstGeom>
          <a:ln>
            <a:noFill/>
          </a:ln>
          <a:effectLst>
            <a:softEdge rad="112500"/>
          </a:effectLst>
        </p:spPr>
      </p:pic>
      <p:pic>
        <p:nvPicPr>
          <p:cNvPr id="9" name="Picture 3"/>
          <p:cNvPicPr>
            <a:picLocks noChangeAspect="1" noChangeArrowheads="1"/>
          </p:cNvPicPr>
          <p:nvPr/>
        </p:nvPicPr>
        <p:blipFill>
          <a:blip r:embed="rId5" cstate="screen"/>
          <a:srcRect/>
          <a:stretch>
            <a:fillRect/>
          </a:stretch>
        </p:blipFill>
        <p:spPr bwMode="auto">
          <a:xfrm>
            <a:off x="5225262" y="5515650"/>
            <a:ext cx="1057403" cy="1268760"/>
          </a:xfrm>
          <a:prstGeom prst="rect">
            <a:avLst/>
          </a:prstGeom>
          <a:ln>
            <a:noFill/>
          </a:ln>
          <a:effectLst>
            <a:softEdge rad="112500"/>
          </a:effectLst>
        </p:spPr>
      </p:pic>
    </p:spTree>
    <p:extLst>
      <p:ext uri="{BB962C8B-B14F-4D97-AF65-F5344CB8AC3E}">
        <p14:creationId xmlns:p14="http://schemas.microsoft.com/office/powerpoint/2010/main" val="265697947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dirty="0">
                <a:solidFill>
                  <a:srgbClr val="FFFFFF"/>
                </a:solidFill>
              </a:rPr>
              <a:t>延正社區得獎事蹟及最近執行社區發展工作情形</a:t>
            </a:r>
            <a:endParaRPr lang="zh-TW" altLang="en-US" dirty="0"/>
          </a:p>
        </p:txBody>
      </p:sp>
      <p:sp>
        <p:nvSpPr>
          <p:cNvPr id="4" name="內容版面配置區 2"/>
          <p:cNvSpPr txBox="1">
            <a:spLocks/>
          </p:cNvSpPr>
          <p:nvPr/>
        </p:nvSpPr>
        <p:spPr bwMode="auto">
          <a:xfrm>
            <a:off x="251520" y="1412776"/>
            <a:ext cx="7972425" cy="4405312"/>
          </a:xfrm>
          <a:prstGeom prst="rect">
            <a:avLst/>
          </a:prstGeom>
          <a:noFill/>
          <a:ln>
            <a:noFill/>
            <a:miter/>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91440" rIns="91440" bIns="45720" numCol="1" anchor="t" anchorCtr="0" compatLnSpc="1">
            <a:prstTxWarp prst="textNoShape">
              <a:avLst/>
            </a:prstTxWarp>
            <a:normAutofit/>
          </a:bodyPr>
          <a:lstStyle>
            <a:lvl1pPr marL="438150" indent="-319088" algn="l" rtl="0" fontAlgn="base">
              <a:spcBef>
                <a:spcPct val="0"/>
              </a:spcBef>
              <a:spcAft>
                <a:spcPct val="0"/>
              </a:spcAft>
              <a:buClr>
                <a:schemeClr val="accent1"/>
              </a:buClr>
              <a:buSzPct val="80000"/>
              <a:buFont typeface="Wingdings 2" pitchFamily="18" charset="2"/>
              <a:buChar char=""/>
              <a:defRPr sz="3200" kern="1200">
                <a:solidFill>
                  <a:schemeClr val="tx1"/>
                </a:solidFill>
                <a:latin typeface="+mn-lt"/>
                <a:ea typeface="+mn-ea"/>
                <a:cs typeface="+mn-cs"/>
              </a:defRPr>
            </a:lvl1pPr>
            <a:lvl2pPr marL="731838" indent="-274638" algn="l" rtl="0" fontAlgn="base">
              <a:spcBef>
                <a:spcPct val="20000"/>
              </a:spcBef>
              <a:spcAft>
                <a:spcPct val="0"/>
              </a:spcAft>
              <a:buClr>
                <a:schemeClr val="accent2"/>
              </a:buClr>
              <a:buSzPct val="90000"/>
              <a:buFont typeface="Wingdings" pitchFamily="2" charset="2"/>
              <a:buChar char=""/>
              <a:defRPr sz="2800" kern="1200">
                <a:solidFill>
                  <a:schemeClr val="tx1"/>
                </a:solidFill>
                <a:latin typeface="+mn-lt"/>
                <a:ea typeface="+mn-ea"/>
                <a:cs typeface="+mn-cs"/>
              </a:defRPr>
            </a:lvl2pPr>
            <a:lvl3pPr marL="996950" indent="-228600" algn="l" rtl="0" fontAlgn="base">
              <a:spcBef>
                <a:spcPct val="20000"/>
              </a:spcBef>
              <a:spcAft>
                <a:spcPct val="0"/>
              </a:spcAft>
              <a:buClr>
                <a:srgbClr val="E66C7D"/>
              </a:buClr>
              <a:buFont typeface="Arial" pitchFamily="34" charset="0"/>
              <a:buChar char="▪"/>
              <a:defRPr sz="2400" kern="1200">
                <a:solidFill>
                  <a:schemeClr val="tx1"/>
                </a:solidFill>
                <a:latin typeface="+mn-lt"/>
                <a:ea typeface="+mn-ea"/>
                <a:cs typeface="+mn-cs"/>
              </a:defRPr>
            </a:lvl3pPr>
            <a:lvl4pPr marL="1216025" indent="-182563" algn="l" rtl="0" fontAlgn="base">
              <a:spcBef>
                <a:spcPct val="20000"/>
              </a:spcBef>
              <a:spcAft>
                <a:spcPct val="0"/>
              </a:spcAft>
              <a:buClr>
                <a:srgbClr val="6BB76D"/>
              </a:buClr>
              <a:buFont typeface="Arial" pitchFamily="34" charset="0"/>
              <a:buChar char="▪"/>
              <a:defRPr sz="2000" kern="1200">
                <a:solidFill>
                  <a:schemeClr val="tx1"/>
                </a:solidFill>
                <a:latin typeface="+mn-lt"/>
                <a:ea typeface="+mn-ea"/>
                <a:cs typeface="+mn-cs"/>
              </a:defRPr>
            </a:lvl4pPr>
            <a:lvl5pPr marL="1425575" indent="-182563" algn="l" rtl="0" fontAlgn="base">
              <a:spcBef>
                <a:spcPct val="20000"/>
              </a:spcBef>
              <a:spcAft>
                <a:spcPct val="0"/>
              </a:spcAft>
              <a:buClr>
                <a:srgbClr val="E88651"/>
              </a:buClr>
              <a:buFont typeface="Wingdings 3" pitchFamily="18" charset="2"/>
              <a:buChar char=""/>
              <a:defRPr lang="en-US" sz="2000" kern="1200">
                <a:solidFill>
                  <a:schemeClr val="tx1"/>
                </a:solidFill>
                <a:latin typeface="+mn-lt"/>
                <a:ea typeface="+mn-ea"/>
                <a:cs typeface="+mn-cs"/>
              </a:defRPr>
            </a:lvl5pPr>
            <a:lvl6pPr marL="1627505" indent="-182880" algn="l" rtl="0" eaLnBrk="1" latinLnBrk="0" hangingPunct="1">
              <a:spcBef>
                <a:spcPct val="20000"/>
              </a:spcBef>
              <a:buClr>
                <a:schemeClr val="accent6"/>
              </a:buClr>
              <a:buSzPct val="100000"/>
              <a:buFont typeface="Wingdings 2"/>
              <a:buChar char=""/>
              <a:defRPr kumimoji="0" sz="2000" kern="1200">
                <a:solidFill>
                  <a:schemeClr val="tx1"/>
                </a:solidFill>
                <a:latin typeface="+mn-lt"/>
                <a:ea typeface="+mn-ea"/>
                <a:cs typeface="+mn-cs"/>
              </a:defRPr>
            </a:lvl6pPr>
            <a:lvl7pPr marL="1828800" indent="-182880" algn="l" rtl="0" eaLnBrk="1" latinLnBrk="0" hangingPunct="1">
              <a:spcBef>
                <a:spcPct val="20000"/>
              </a:spcBef>
              <a:buClr>
                <a:schemeClr val="accent1"/>
              </a:buClr>
              <a:buSzPct val="100000"/>
              <a:buFont typeface="Wingdings 2"/>
              <a:buChar char=""/>
              <a:defRPr kumimoji="0" sz="1800" kern="1200">
                <a:solidFill>
                  <a:schemeClr val="tx1"/>
                </a:solidFill>
                <a:latin typeface="+mn-lt"/>
                <a:ea typeface="+mn-ea"/>
                <a:cs typeface="+mn-cs"/>
              </a:defRPr>
            </a:lvl7pPr>
            <a:lvl8pPr marL="2030095" indent="-182880" algn="l" rtl="0" eaLnBrk="1" latinLnBrk="0" hangingPunct="1">
              <a:spcBef>
                <a:spcPct val="20000"/>
              </a:spcBef>
              <a:buClr>
                <a:schemeClr val="accent2"/>
              </a:buClr>
              <a:buFont typeface="Wingdings 2" pitchFamily="18" charset="2"/>
              <a:buChar char=""/>
              <a:defRPr kumimoji="0" sz="1800" kern="1200">
                <a:solidFill>
                  <a:schemeClr val="tx1"/>
                </a:solidFill>
                <a:latin typeface="+mn-lt"/>
                <a:ea typeface="+mn-ea"/>
                <a:cs typeface="+mn-cs"/>
              </a:defRPr>
            </a:lvl8pPr>
            <a:lvl9pPr marL="2231390" indent="-182880" algn="l" rtl="0" eaLnBrk="1" latinLnBrk="0" hangingPunct="1">
              <a:spcBef>
                <a:spcPct val="20000"/>
              </a:spcBef>
              <a:buClr>
                <a:schemeClr val="accent3"/>
              </a:buClr>
              <a:buFont typeface="Wingdings 2" pitchFamily="18" charset="2"/>
              <a:buChar char=""/>
              <a:defRPr kumimoji="0" sz="1800" kern="1200" baseline="0">
                <a:solidFill>
                  <a:schemeClr val="tx1"/>
                </a:solidFill>
                <a:latin typeface="+mn-lt"/>
                <a:ea typeface="+mn-ea"/>
                <a:cs typeface="+mn-cs"/>
              </a:defRPr>
            </a:lvl9pPr>
          </a:lstStyle>
          <a:p>
            <a:pPr marL="438150" marR="0" lvl="0" indent="-319088" algn="l" defTabSz="914400" rtl="0" eaLnBrk="1" fontAlgn="base" latinLnBrk="0" hangingPunct="1">
              <a:lnSpc>
                <a:spcPct val="150000"/>
              </a:lnSpc>
              <a:spcBef>
                <a:spcPct val="0"/>
              </a:spcBef>
              <a:spcAft>
                <a:spcPct val="0"/>
              </a:spcAft>
              <a:buClr>
                <a:srgbClr val="C8E0B0"/>
              </a:buClr>
              <a:buSzPct val="80000"/>
              <a:buFont typeface="Wingdings 2" pitchFamily="18" charset="2"/>
              <a:buChar char=""/>
              <a:tabLst/>
              <a:defRPr/>
            </a:pPr>
            <a:r>
              <a:rPr kumimoji="0" lang="en-US"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rPr>
              <a:t>103-105</a:t>
            </a: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rPr>
              <a:t>年連續</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rPr>
              <a:t>3</a:t>
            </a: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rPr>
              <a:t>年承辦竹山鎮小旗艦計畫</a:t>
            </a: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以母雞帶小雞模式帶領</a:t>
            </a:r>
            <a:r>
              <a:rPr kumimoji="0" lang="zh-TW" altLang="en-US" sz="2400" b="1" i="0" u="none" strike="noStrike" kern="1200" cap="none" spc="0" normalizeH="0" baseline="0" noProof="0" dirty="0">
                <a:ln>
                  <a:noFill/>
                </a:ln>
                <a:solidFill>
                  <a:srgbClr val="FF0000"/>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竹山社區、</a:t>
            </a:r>
            <a:r>
              <a:rPr kumimoji="0" lang="zh-TW" altLang="en-US" sz="2400" b="1" i="0" u="none" strike="noStrike" kern="1200" cap="none" spc="0" normalizeH="0" baseline="0" noProof="0" dirty="0">
                <a:ln>
                  <a:noFill/>
                </a:ln>
                <a:solidFill>
                  <a:srgbClr val="C00000"/>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山崇社區</a:t>
            </a: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、延祥社區、福田社區辦理福利化社區業務</a:t>
            </a:r>
          </a:p>
          <a:p>
            <a:pPr marL="438150" marR="0" lvl="0" indent="-319088" algn="l" defTabSz="914400" rtl="0" eaLnBrk="1" fontAlgn="base" latinLnBrk="0" hangingPunct="1">
              <a:lnSpc>
                <a:spcPct val="150000"/>
              </a:lnSpc>
              <a:spcBef>
                <a:spcPct val="0"/>
              </a:spcBef>
              <a:spcAft>
                <a:spcPct val="0"/>
              </a:spcAft>
              <a:buClr>
                <a:srgbClr val="C8E0B0"/>
              </a:buClr>
              <a:buSzPct val="80000"/>
              <a:buFont typeface="Wingdings 2" pitchFamily="18" charset="2"/>
              <a:buChar char=""/>
              <a:tabLst/>
              <a:defRPr/>
            </a:pP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承辦南投縣</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华文楷体" charset="0"/>
              </a:rPr>
              <a:t>105</a:t>
            </a: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年小旗艦論壇</a:t>
            </a:r>
          </a:p>
          <a:p>
            <a:pPr marL="438150" marR="0" lvl="0" indent="-319088" algn="l" defTabSz="914400" rtl="0" eaLnBrk="1" fontAlgn="base" latinLnBrk="0" hangingPunct="1">
              <a:lnSpc>
                <a:spcPct val="150000"/>
              </a:lnSpc>
              <a:spcBef>
                <a:spcPct val="0"/>
              </a:spcBef>
              <a:spcAft>
                <a:spcPct val="0"/>
              </a:spcAft>
              <a:buClr>
                <a:srgbClr val="C8E0B0"/>
              </a:buClr>
              <a:buSzPct val="80000"/>
              <a:buFont typeface="Wingdings 2" pitchFamily="18" charset="2"/>
              <a:buChar char=""/>
              <a:tabLst/>
              <a:defRPr/>
            </a:pP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承辦南投縣</a:t>
            </a:r>
            <a:r>
              <a:rPr kumimoji="0" lang="en-US" altLang="zh-TW"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华文楷体" charset="0"/>
              </a:rPr>
              <a:t>104</a:t>
            </a: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年婦幼志工大隊成立大會</a:t>
            </a:r>
          </a:p>
          <a:p>
            <a:pPr marL="438150" marR="0" lvl="0" indent="-319088" algn="l" defTabSz="914400" rtl="0" eaLnBrk="1" fontAlgn="base" latinLnBrk="0" hangingPunct="1">
              <a:lnSpc>
                <a:spcPct val="150000"/>
              </a:lnSpc>
              <a:spcBef>
                <a:spcPct val="0"/>
              </a:spcBef>
              <a:spcAft>
                <a:spcPct val="0"/>
              </a:spcAft>
              <a:buClr>
                <a:srgbClr val="C8E0B0"/>
              </a:buClr>
              <a:buSzPct val="80000"/>
              <a:buFont typeface="Wingdings 2" pitchFamily="18" charset="2"/>
              <a:buChar char=""/>
              <a:tabLst/>
              <a:defRPr/>
            </a:pP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辦理南投縣關懷據點連繫會報</a:t>
            </a:r>
          </a:p>
          <a:p>
            <a:pPr marL="438150" marR="0" lvl="0" indent="-319088" algn="l" defTabSz="914400" rtl="0" eaLnBrk="1" fontAlgn="base" latinLnBrk="0" hangingPunct="1">
              <a:lnSpc>
                <a:spcPct val="150000"/>
              </a:lnSpc>
              <a:spcBef>
                <a:spcPct val="0"/>
              </a:spcBef>
              <a:spcAft>
                <a:spcPct val="0"/>
              </a:spcAft>
              <a:buClr>
                <a:srgbClr val="C8E0B0"/>
              </a:buClr>
              <a:buSzPct val="80000"/>
              <a:buFont typeface="Wingdings 2" pitchFamily="18" charset="2"/>
              <a:buChar char=""/>
              <a:tabLst/>
              <a:defRPr/>
            </a:pPr>
            <a:r>
              <a:rPr kumimoji="0" lang="zh-TW" altLang="en-US" sz="2400" b="1"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Adobe 繁黑體 Std B"/>
                <a:sym typeface="新細明體" pitchFamily="18" charset="-120"/>
              </a:rPr>
              <a:t>辦理竹山鎮社區聯誼會會報</a:t>
            </a:r>
          </a:p>
          <a:p>
            <a:pPr marL="438150" marR="0" lvl="0" indent="-319088" algn="l" defTabSz="914400" rtl="0" eaLnBrk="1" fontAlgn="base" latinLnBrk="0" hangingPunct="1">
              <a:lnSpc>
                <a:spcPct val="150000"/>
              </a:lnSpc>
              <a:spcBef>
                <a:spcPct val="0"/>
              </a:spcBef>
              <a:spcAft>
                <a:spcPct val="0"/>
              </a:spcAft>
              <a:buClr>
                <a:srgbClr val="C8E0B0"/>
              </a:buClr>
              <a:buSzPct val="80000"/>
              <a:buFont typeface="Wingdings 2" pitchFamily="18" charset="2"/>
              <a:buChar char=""/>
              <a:tabLst/>
              <a:defRPr/>
            </a:pPr>
            <a:endParaRPr kumimoji="0" lang="zh-TW" altLang="en-US" sz="2400" b="1" i="0" u="none" strike="noStrike" kern="1200" cap="none" spc="0" normalizeH="0" baseline="0" noProof="0" dirty="0">
              <a:ln>
                <a:noFill/>
              </a:ln>
              <a:solidFill>
                <a:srgbClr val="024631"/>
              </a:solidFill>
              <a:effectLst/>
              <a:uLnTx/>
              <a:uFillTx/>
              <a:latin typeface="Adobe 繁黑體 Std B"/>
              <a:ea typeface="Adobe 繁黑體 Std B"/>
              <a:cs typeface="Adobe 繁黑體 Std B"/>
              <a:sym typeface="新細明體" pitchFamily="18" charset="-120"/>
            </a:endParaRPr>
          </a:p>
          <a:p>
            <a:pPr marL="438150" marR="0" lvl="0" indent="-319088" algn="l" defTabSz="914400" rtl="0" eaLnBrk="1" fontAlgn="base" latinLnBrk="0" hangingPunct="1">
              <a:lnSpc>
                <a:spcPct val="150000"/>
              </a:lnSpc>
              <a:spcBef>
                <a:spcPct val="0"/>
              </a:spcBef>
              <a:spcAft>
                <a:spcPct val="0"/>
              </a:spcAft>
              <a:buClr>
                <a:srgbClr val="C8E0B0"/>
              </a:buClr>
              <a:buSzPct val="80000"/>
              <a:buFont typeface="Wingdings 2" pitchFamily="18" charset="2"/>
              <a:buChar char=""/>
              <a:tabLst/>
              <a:defRPr/>
            </a:pPr>
            <a:endParaRPr kumimoji="0" lang="zh-TW" altLang="en-US" sz="2400" b="1" i="0" u="none" strike="noStrike" kern="1200" cap="none" spc="0" normalizeH="0" baseline="0" noProof="0" dirty="0">
              <a:ln>
                <a:noFill/>
              </a:ln>
              <a:solidFill>
                <a:srgbClr val="024631"/>
              </a:solidFill>
              <a:effectLst/>
              <a:uLnTx/>
              <a:uFillTx/>
              <a:latin typeface="Adobe 繁黑體 Std B"/>
              <a:ea typeface="Adobe 繁黑體 Std B"/>
              <a:cs typeface="Adobe 繁黑體 Std B"/>
              <a:sym typeface="新細明體" pitchFamily="18" charset="-120"/>
            </a:endParaRPr>
          </a:p>
          <a:p>
            <a:pPr marL="438150" marR="0" lvl="0" indent="-319088" algn="l" defTabSz="914400" rtl="0" eaLnBrk="1" fontAlgn="base" latinLnBrk="0" hangingPunct="1">
              <a:lnSpc>
                <a:spcPct val="150000"/>
              </a:lnSpc>
              <a:spcBef>
                <a:spcPct val="0"/>
              </a:spcBef>
              <a:spcAft>
                <a:spcPct val="0"/>
              </a:spcAft>
              <a:buClr>
                <a:srgbClr val="C8E0B0"/>
              </a:buClr>
              <a:buSzPct val="80000"/>
              <a:buFont typeface="Wingdings 2" pitchFamily="18" charset="2"/>
              <a:buChar char=""/>
              <a:tabLst/>
              <a:defRPr/>
            </a:pPr>
            <a:endParaRPr kumimoji="0" lang="zh-TW" altLang="en-US" sz="2400" b="0" i="0" u="none" strike="noStrike" kern="1200" cap="none" spc="0" normalizeH="0" baseline="0" noProof="0" dirty="0">
              <a:ln>
                <a:noFill/>
              </a:ln>
              <a:solidFill>
                <a:srgbClr val="024631"/>
              </a:solidFill>
              <a:effectLst/>
              <a:uLnTx/>
              <a:uFillTx/>
              <a:latin typeface="Adobe 繁黑體 Std B"/>
              <a:ea typeface="Adobe 繁黑體 Std B"/>
              <a:cs typeface="Adobe 繁黑體 Std B"/>
            </a:endParaRPr>
          </a:p>
        </p:txBody>
      </p:sp>
      <p:pic>
        <p:nvPicPr>
          <p:cNvPr id="5" name="Picture 8" descr="P1180750"/>
          <p:cNvPicPr>
            <a:picLocks noChangeAspect="1" noChangeArrowheads="1"/>
          </p:cNvPicPr>
          <p:nvPr/>
        </p:nvPicPr>
        <p:blipFill>
          <a:blip r:embed="rId2" cstate="print"/>
          <a:srcRect/>
          <a:stretch>
            <a:fillRect/>
          </a:stretch>
        </p:blipFill>
        <p:spPr bwMode="auto">
          <a:xfrm>
            <a:off x="6204107" y="4293096"/>
            <a:ext cx="2939893" cy="2564904"/>
          </a:xfrm>
          <a:prstGeom prst="rect">
            <a:avLst/>
          </a:prstGeom>
          <a:ln>
            <a:noFill/>
          </a:ln>
          <a:effectLst>
            <a:softEdge rad="112500"/>
          </a:effectLst>
        </p:spPr>
      </p:pic>
      <p:pic>
        <p:nvPicPr>
          <p:cNvPr id="6" name="內容版面配置區 11" descr="DSCI0234.JPG"/>
          <p:cNvPicPr>
            <a:picLocks noChangeAspect="1"/>
          </p:cNvPicPr>
          <p:nvPr/>
        </p:nvPicPr>
        <p:blipFill>
          <a:blip r:embed="rId3" cstate="screen"/>
          <a:srcRect/>
          <a:stretch>
            <a:fillRect/>
          </a:stretch>
        </p:blipFill>
        <p:spPr bwMode="auto">
          <a:xfrm>
            <a:off x="4029022" y="5392896"/>
            <a:ext cx="2153326" cy="1415939"/>
          </a:xfrm>
          <a:prstGeom prst="rect">
            <a:avLst/>
          </a:prstGeom>
          <a:noFill/>
          <a:ln w="9525">
            <a:noFill/>
            <a:miter lim="800000"/>
            <a:headEnd/>
            <a:tailEnd/>
          </a:ln>
        </p:spPr>
      </p:pic>
    </p:spTree>
    <p:extLst>
      <p:ext uri="{BB962C8B-B14F-4D97-AF65-F5344CB8AC3E}">
        <p14:creationId xmlns:p14="http://schemas.microsoft.com/office/powerpoint/2010/main" val="383231763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標題 1"/>
          <p:cNvSpPr>
            <a:spLocks noGrp="1"/>
          </p:cNvSpPr>
          <p:nvPr>
            <p:ph type="title"/>
          </p:nvPr>
        </p:nvSpPr>
        <p:spPr>
          <a:xfrm>
            <a:off x="323528" y="116632"/>
            <a:ext cx="8382000" cy="431800"/>
          </a:xfrm>
        </p:spPr>
        <p:txBody>
          <a:bodyPr/>
          <a:lstStyle/>
          <a:p>
            <a:pPr eaLnBrk="1" hangingPunct="1"/>
            <a:r>
              <a:rPr lang="zh-TW" altLang="en-US" sz="4400" b="0" dirty="0">
                <a:latin typeface="華康隸書體W7(P)" pitchFamily="2" charset="-120"/>
                <a:ea typeface="華康隸書體W7(P)" pitchFamily="2" charset="-120"/>
              </a:rPr>
              <a:t>二、計畫目的</a:t>
            </a:r>
          </a:p>
        </p:txBody>
      </p:sp>
      <p:sp>
        <p:nvSpPr>
          <p:cNvPr id="2" name="內容版面配置區 1"/>
          <p:cNvSpPr>
            <a:spLocks noGrp="1"/>
          </p:cNvSpPr>
          <p:nvPr>
            <p:ph idx="1"/>
          </p:nvPr>
        </p:nvSpPr>
        <p:spPr/>
        <p:txBody>
          <a:bodyPr/>
          <a:lstStyle/>
          <a:p>
            <a:r>
              <a:rPr lang="en-US" altLang="zh-TW" sz="2200" b="1" dirty="0">
                <a:solidFill>
                  <a:srgbClr val="002060"/>
                </a:solidFill>
              </a:rPr>
              <a:t>(</a:t>
            </a:r>
            <a:r>
              <a:rPr lang="zh-TW" altLang="zh-TW" sz="2200" b="1" dirty="0">
                <a:solidFill>
                  <a:srgbClr val="002060"/>
                </a:solidFill>
              </a:rPr>
              <a:t>一</a:t>
            </a:r>
            <a:r>
              <a:rPr lang="en-US" altLang="zh-TW" sz="2200" b="1" dirty="0">
                <a:solidFill>
                  <a:srgbClr val="002060"/>
                </a:solidFill>
              </a:rPr>
              <a:t>)</a:t>
            </a:r>
            <a:r>
              <a:rPr lang="zh-TW" altLang="zh-TW" sz="2200" b="1" dirty="0">
                <a:solidFill>
                  <a:srgbClr val="002060"/>
                </a:solidFill>
              </a:rPr>
              <a:t>、輔導社區發展協會轉型，強化社區發展協會的角色功能及開發社區資源的能力。</a:t>
            </a:r>
          </a:p>
          <a:p>
            <a:r>
              <a:rPr lang="en-US" altLang="zh-TW" sz="2200" b="1" dirty="0">
                <a:solidFill>
                  <a:srgbClr val="002060"/>
                </a:solidFill>
              </a:rPr>
              <a:t>(</a:t>
            </a:r>
            <a:r>
              <a:rPr lang="zh-TW" altLang="zh-TW" sz="2200" b="1" dirty="0">
                <a:solidFill>
                  <a:srgbClr val="002060"/>
                </a:solidFill>
              </a:rPr>
              <a:t>二</a:t>
            </a:r>
            <a:r>
              <a:rPr lang="en-US" altLang="zh-TW" sz="2200" b="1" dirty="0">
                <a:solidFill>
                  <a:srgbClr val="002060"/>
                </a:solidFill>
              </a:rPr>
              <a:t>)</a:t>
            </a:r>
            <a:r>
              <a:rPr lang="zh-TW" altLang="zh-TW" sz="2200" b="1" dirty="0">
                <a:solidFill>
                  <a:srgbClr val="002060"/>
                </a:solidFill>
              </a:rPr>
              <a:t>、增進社區實務推動的能力：</a:t>
            </a:r>
            <a:r>
              <a:rPr lang="zh-TW" altLang="zh-TW" sz="2200" b="1" dirty="0"/>
              <a:t>透過經驗交流分享的座談，由資深社區夥伴協助新進社區分析社區條件、特性與資源，挖掘合宜的社區營造議題，以及推動各項議題的入門秘訣。並視需求引進專業資源，邀請相關領域之專家學者來教導如何提案、分享實務推動的方法及步驟。</a:t>
            </a:r>
          </a:p>
          <a:p>
            <a:r>
              <a:rPr lang="en-US" altLang="zh-TW" sz="2200" b="1" dirty="0">
                <a:solidFill>
                  <a:srgbClr val="002060"/>
                </a:solidFill>
              </a:rPr>
              <a:t>(</a:t>
            </a:r>
            <a:r>
              <a:rPr lang="zh-TW" altLang="zh-TW" sz="2200" b="1" dirty="0">
                <a:solidFill>
                  <a:srgbClr val="002060"/>
                </a:solidFill>
              </a:rPr>
              <a:t>三</a:t>
            </a:r>
            <a:r>
              <a:rPr lang="en-US" altLang="zh-TW" sz="2200" b="1" dirty="0">
                <a:solidFill>
                  <a:srgbClr val="002060"/>
                </a:solidFill>
              </a:rPr>
              <a:t>)</a:t>
            </a:r>
            <a:r>
              <a:rPr lang="zh-TW" altLang="zh-TW" sz="2200" b="1" dirty="0">
                <a:solidFill>
                  <a:srgbClr val="002060"/>
                </a:solidFill>
              </a:rPr>
              <a:t>、強化社區協力網路：</a:t>
            </a:r>
            <a:r>
              <a:rPr lang="zh-TW" altLang="zh-TW" sz="2200" b="1" dirty="0"/>
              <a:t>希望透過陪伴家族制度的運作，促進更密切的社區經驗交流與互相合作，並透過定期或不定期聚會、工作坊，發揮各社區間互助討論的能量，使陪伴家族機制穩健發展。</a:t>
            </a:r>
          </a:p>
          <a:p>
            <a:r>
              <a:rPr lang="en-US" altLang="zh-TW" sz="2200" b="1" dirty="0">
                <a:solidFill>
                  <a:srgbClr val="002060"/>
                </a:solidFill>
              </a:rPr>
              <a:t>(</a:t>
            </a:r>
            <a:r>
              <a:rPr lang="zh-TW" altLang="zh-TW" sz="2200" b="1" dirty="0">
                <a:solidFill>
                  <a:srgbClr val="002060"/>
                </a:solidFill>
              </a:rPr>
              <a:t>四</a:t>
            </a:r>
            <a:r>
              <a:rPr lang="en-US" altLang="zh-TW" sz="2200" b="1" dirty="0">
                <a:solidFill>
                  <a:srgbClr val="002060"/>
                </a:solidFill>
              </a:rPr>
              <a:t>)</a:t>
            </a:r>
            <a:r>
              <a:rPr lang="zh-TW" altLang="zh-TW" sz="2200" b="1" dirty="0">
                <a:solidFill>
                  <a:srgbClr val="002060"/>
                </a:solidFill>
              </a:rPr>
              <a:t>、建構在地社區照顧與社區福利資源網絡，</a:t>
            </a:r>
            <a:r>
              <a:rPr lang="zh-TW" altLang="zh-TW" sz="2200" b="1" dirty="0"/>
              <a:t>累積社區福利服務推展經驗，促發社區經驗交流及傳衍。</a:t>
            </a:r>
          </a:p>
          <a:p>
            <a:endParaRPr lang="zh-TW" altLang="en-US" dirty="0"/>
          </a:p>
        </p:txBody>
      </p:sp>
      <p:pic>
        <p:nvPicPr>
          <p:cNvPr id="6" name="圖片 5"/>
          <p:cNvPicPr/>
          <p:nvPr/>
        </p:nvPicPr>
        <p:blipFill rotWithShape="1">
          <a:blip r:embed="rId3">
            <a:extLst>
              <a:ext uri="{28A0092B-C50C-407E-A947-70E740481C1C}">
                <a14:useLocalDpi xmlns:a14="http://schemas.microsoft.com/office/drawing/2010/main" val="0"/>
              </a:ext>
            </a:extLst>
          </a:blip>
          <a:srcRect t="54884" b="16179"/>
          <a:stretch/>
        </p:blipFill>
        <p:spPr bwMode="auto">
          <a:xfrm>
            <a:off x="1632585" y="5582285"/>
            <a:ext cx="5878830" cy="1275715"/>
          </a:xfrm>
          <a:prstGeom prst="rect">
            <a:avLst/>
          </a:prstGeom>
          <a:noFill/>
          <a:ln>
            <a:noFill/>
          </a:ln>
          <a:extLst>
            <a:ext uri="{53640926-AAD7-44D8-BBD7-CCE9431645EC}">
              <a14:shadowObscured xmlns:a14="http://schemas.microsoft.com/office/drawing/2010/main"/>
            </a:ext>
          </a:extLst>
        </p:spPr>
      </p:pic>
    </p:spTree>
    <p:extLst>
      <p:ext uri="{BB962C8B-B14F-4D97-AF65-F5344CB8AC3E}">
        <p14:creationId xmlns:p14="http://schemas.microsoft.com/office/powerpoint/2010/main" val="15694005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標題 1"/>
          <p:cNvSpPr>
            <a:spLocks noGrp="1"/>
          </p:cNvSpPr>
          <p:nvPr>
            <p:ph type="title"/>
          </p:nvPr>
        </p:nvSpPr>
        <p:spPr>
          <a:xfrm>
            <a:off x="251520" y="116632"/>
            <a:ext cx="8382000" cy="431800"/>
          </a:xfrm>
        </p:spPr>
        <p:txBody>
          <a:bodyPr/>
          <a:lstStyle/>
          <a:p>
            <a:pPr eaLnBrk="1" hangingPunct="1"/>
            <a:r>
              <a:rPr lang="zh-TW" altLang="en-US" sz="4400" b="0" dirty="0">
                <a:latin typeface="華康隸書體W7(P)" pitchFamily="2" charset="-120"/>
                <a:ea typeface="華康隸書體W7(P)" pitchFamily="2" charset="-120"/>
              </a:rPr>
              <a:t>三、辦理單位</a:t>
            </a:r>
          </a:p>
        </p:txBody>
      </p:sp>
      <p:sp>
        <p:nvSpPr>
          <p:cNvPr id="2" name="內容版面配置區 1"/>
          <p:cNvSpPr>
            <a:spLocks noGrp="1"/>
          </p:cNvSpPr>
          <p:nvPr>
            <p:ph idx="1"/>
          </p:nvPr>
        </p:nvSpPr>
        <p:spPr/>
        <p:txBody>
          <a:bodyPr/>
          <a:lstStyle/>
          <a:p>
            <a:r>
              <a:rPr lang="zh-TW" altLang="zh-TW" sz="2200" b="1" dirty="0">
                <a:solidFill>
                  <a:srgbClr val="7030A0"/>
                </a:solidFill>
              </a:rPr>
              <a:t>一、指導單位：衛生福利部、南投縣政府、竹山鎮公所</a:t>
            </a:r>
          </a:p>
          <a:p>
            <a:r>
              <a:rPr lang="zh-TW" altLang="zh-TW" sz="2200" b="1" dirty="0">
                <a:solidFill>
                  <a:schemeClr val="accent5">
                    <a:lumMod val="10000"/>
                  </a:schemeClr>
                </a:solidFill>
              </a:rPr>
              <a:t>二、主辦單位：南投縣竹山鎮富州社區發展協會</a:t>
            </a:r>
          </a:p>
          <a:p>
            <a:r>
              <a:rPr lang="zh-TW" altLang="zh-TW" sz="2200" b="1" dirty="0">
                <a:solidFill>
                  <a:srgbClr val="FF0000"/>
                </a:solidFill>
              </a:rPr>
              <a:t>三、聯合提案單位：</a:t>
            </a:r>
          </a:p>
          <a:p>
            <a:pPr marL="0" indent="0">
              <a:buNone/>
            </a:pPr>
            <a:r>
              <a:rPr lang="zh-TW" altLang="en-US" sz="2200" b="1" dirty="0"/>
              <a:t>           </a:t>
            </a:r>
            <a:r>
              <a:rPr lang="zh-TW" altLang="zh-TW" sz="2200" b="1" dirty="0">
                <a:solidFill>
                  <a:srgbClr val="FF0000"/>
                </a:solidFill>
              </a:rPr>
              <a:t>竹山鎮延正社區發展協會、竹山鎮山崇社區發展協會</a:t>
            </a:r>
          </a:p>
          <a:p>
            <a:pPr marL="0" indent="0">
              <a:buNone/>
            </a:pPr>
            <a:r>
              <a:rPr lang="zh-TW" altLang="en-US" sz="2200" b="1" dirty="0">
                <a:solidFill>
                  <a:srgbClr val="FF0000"/>
                </a:solidFill>
              </a:rPr>
              <a:t>           </a:t>
            </a:r>
            <a:r>
              <a:rPr lang="zh-TW" altLang="zh-TW" sz="2200" b="1" dirty="0">
                <a:solidFill>
                  <a:srgbClr val="FF0000"/>
                </a:solidFill>
              </a:rPr>
              <a:t>竹山鎮延平社區發展協會、竹山鎮竹山社區發展協會</a:t>
            </a:r>
          </a:p>
          <a:p>
            <a:pPr marL="0" indent="0">
              <a:buNone/>
            </a:pPr>
            <a:r>
              <a:rPr lang="zh-TW" altLang="en-US" sz="2200" b="1" dirty="0">
                <a:solidFill>
                  <a:srgbClr val="FF0000"/>
                </a:solidFill>
              </a:rPr>
              <a:t>           </a:t>
            </a:r>
            <a:r>
              <a:rPr lang="zh-TW" altLang="zh-TW" sz="2200" b="1" dirty="0">
                <a:solidFill>
                  <a:srgbClr val="FF0000"/>
                </a:solidFill>
              </a:rPr>
              <a:t>竹山鎮中崎社區發展協會</a:t>
            </a:r>
          </a:p>
          <a:p>
            <a:r>
              <a:rPr lang="zh-TW" altLang="zh-TW" sz="2200" b="1" dirty="0"/>
              <a:t>四、協辦單位：</a:t>
            </a:r>
          </a:p>
          <a:p>
            <a:pPr marL="0" indent="0">
              <a:buNone/>
            </a:pPr>
            <a:r>
              <a:rPr lang="zh-TW" altLang="en-US" sz="2200" b="1" dirty="0"/>
              <a:t>           </a:t>
            </a:r>
            <a:r>
              <a:rPr lang="zh-TW" altLang="zh-TW" sz="2200" b="1" dirty="0"/>
              <a:t>紫南宮管理委員會、社寮文教基金會、竹山秀傳醫院</a:t>
            </a:r>
            <a:r>
              <a:rPr lang="zh-TW" altLang="en-US" sz="2200" b="1" dirty="0"/>
              <a:t>       </a:t>
            </a:r>
            <a:endParaRPr lang="en-US" altLang="zh-TW" sz="2200" b="1" dirty="0"/>
          </a:p>
          <a:p>
            <a:pPr marL="0" indent="0">
              <a:buNone/>
            </a:pPr>
            <a:r>
              <a:rPr lang="zh-TW" altLang="en-US" sz="2200" b="1" dirty="0"/>
              <a:t>           </a:t>
            </a:r>
            <a:r>
              <a:rPr lang="zh-TW" altLang="zh-TW" sz="2200" b="1" dirty="0"/>
              <a:t>、竹山鎮社區聯合 會、竹山鎮樂齡學習中心、社團法</a:t>
            </a:r>
            <a:endParaRPr lang="en-US" altLang="zh-TW" sz="2200" b="1" dirty="0"/>
          </a:p>
          <a:p>
            <a:pPr marL="0" indent="0">
              <a:buNone/>
            </a:pPr>
            <a:r>
              <a:rPr lang="zh-TW" altLang="en-US" sz="2200" b="1" dirty="0"/>
              <a:t>           </a:t>
            </a:r>
            <a:r>
              <a:rPr lang="zh-TW" altLang="zh-TW" sz="2200" b="1" dirty="0"/>
              <a:t>人南投縣基督教青年會、富州里辦公處、山崇里辦公</a:t>
            </a:r>
            <a:endParaRPr lang="en-US" altLang="zh-TW" sz="2200" b="1" dirty="0"/>
          </a:p>
          <a:p>
            <a:pPr marL="0" indent="0">
              <a:buNone/>
            </a:pPr>
            <a:r>
              <a:rPr lang="zh-TW" altLang="en-US" sz="2200" b="1" dirty="0"/>
              <a:t>           </a:t>
            </a:r>
            <a:r>
              <a:rPr lang="zh-TW" altLang="zh-TW" sz="2200" b="1" dirty="0"/>
              <a:t>處、延正里辦公處、延平里辦公處、竹山里辦公處、</a:t>
            </a:r>
            <a:endParaRPr lang="en-US" altLang="zh-TW" sz="2200" b="1" dirty="0"/>
          </a:p>
          <a:p>
            <a:pPr marL="0" indent="0">
              <a:buNone/>
            </a:pPr>
            <a:r>
              <a:rPr lang="zh-TW" altLang="en-US" sz="2200" b="1" dirty="0"/>
              <a:t>           </a:t>
            </a:r>
            <a:r>
              <a:rPr lang="zh-TW" altLang="zh-TW" sz="2200" b="1" dirty="0"/>
              <a:t>中崎里辦公處、延平國小、中州國小、中和國小、竹</a:t>
            </a:r>
            <a:endParaRPr lang="en-US" altLang="zh-TW" sz="2200" b="1" dirty="0"/>
          </a:p>
          <a:p>
            <a:pPr marL="0" indent="0">
              <a:buNone/>
            </a:pPr>
            <a:r>
              <a:rPr lang="zh-TW" altLang="en-US" sz="2200" b="1" dirty="0"/>
              <a:t>           </a:t>
            </a:r>
            <a:r>
              <a:rPr lang="zh-TW" altLang="zh-TW" sz="2200" b="1" dirty="0"/>
              <a:t>山鎮衛生所、何勝豐議長服務處、蔡宜助議員服務處</a:t>
            </a:r>
            <a:r>
              <a:rPr lang="zh-TW" altLang="en-US" sz="2200" b="1" dirty="0"/>
              <a:t> </a:t>
            </a:r>
            <a:endParaRPr lang="en-US" altLang="zh-TW" sz="2200" b="1" dirty="0"/>
          </a:p>
          <a:p>
            <a:pPr marL="0" indent="0">
              <a:buNone/>
            </a:pPr>
            <a:r>
              <a:rPr lang="zh-TW" altLang="en-US" sz="2200" b="1" dirty="0"/>
              <a:t>            </a:t>
            </a:r>
            <a:r>
              <a:rPr lang="zh-TW" altLang="zh-TW" sz="2200" b="1" dirty="0"/>
              <a:t>、竹山鎮民代表會。</a:t>
            </a:r>
          </a:p>
          <a:p>
            <a:endParaRPr lang="zh-TW" altLang="en-US" dirty="0"/>
          </a:p>
        </p:txBody>
      </p:sp>
      <p:pic>
        <p:nvPicPr>
          <p:cNvPr id="6" name="圖片 5"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28384" y="5517232"/>
            <a:ext cx="1008112" cy="1183429"/>
          </a:xfrm>
          <a:prstGeom prst="rect">
            <a:avLst/>
          </a:prstGeom>
          <a:noFill/>
          <a:ln>
            <a:noFill/>
          </a:ln>
        </p:spPr>
      </p:pic>
    </p:spTree>
    <p:extLst>
      <p:ext uri="{BB962C8B-B14F-4D97-AF65-F5344CB8AC3E}">
        <p14:creationId xmlns:p14="http://schemas.microsoft.com/office/powerpoint/2010/main" val="384975247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標題 1"/>
          <p:cNvSpPr>
            <a:spLocks noGrp="1"/>
          </p:cNvSpPr>
          <p:nvPr>
            <p:ph type="title"/>
          </p:nvPr>
        </p:nvSpPr>
        <p:spPr>
          <a:xfrm>
            <a:off x="179512" y="116632"/>
            <a:ext cx="8382000" cy="431800"/>
          </a:xfrm>
        </p:spPr>
        <p:txBody>
          <a:bodyPr/>
          <a:lstStyle/>
          <a:p>
            <a:pPr eaLnBrk="1" hangingPunct="1"/>
            <a:r>
              <a:rPr lang="zh-TW" altLang="en-US" sz="4400" b="0" dirty="0">
                <a:latin typeface="華康隸書體W7(P)" pitchFamily="2" charset="-120"/>
                <a:ea typeface="華康隸書體W7(P)" pitchFamily="2" charset="-120"/>
              </a:rPr>
              <a:t>四、實施期間及地點</a:t>
            </a:r>
          </a:p>
        </p:txBody>
      </p:sp>
      <p:sp>
        <p:nvSpPr>
          <p:cNvPr id="2" name="內容版面配置區 1"/>
          <p:cNvSpPr>
            <a:spLocks noGrp="1"/>
          </p:cNvSpPr>
          <p:nvPr>
            <p:ph idx="1"/>
          </p:nvPr>
        </p:nvSpPr>
        <p:spPr/>
        <p:txBody>
          <a:bodyPr/>
          <a:lstStyle/>
          <a:p>
            <a:r>
              <a:rPr lang="zh-TW" altLang="zh-TW" dirty="0"/>
              <a:t>一、實施期間：自</a:t>
            </a:r>
            <a:r>
              <a:rPr lang="en-US" altLang="zh-TW" dirty="0"/>
              <a:t>106</a:t>
            </a:r>
            <a:r>
              <a:rPr lang="zh-TW" altLang="zh-TW" dirty="0"/>
              <a:t>年</a:t>
            </a:r>
            <a:r>
              <a:rPr lang="en-US" altLang="zh-TW" dirty="0"/>
              <a:t>1</a:t>
            </a:r>
            <a:r>
              <a:rPr lang="zh-TW" altLang="zh-TW" dirty="0"/>
              <a:t>月</a:t>
            </a:r>
            <a:r>
              <a:rPr lang="en-US" altLang="zh-TW" dirty="0"/>
              <a:t>1</a:t>
            </a:r>
            <a:r>
              <a:rPr lang="zh-TW" altLang="zh-TW" dirty="0"/>
              <a:t>日至</a:t>
            </a:r>
            <a:r>
              <a:rPr lang="en-US" altLang="zh-TW" dirty="0"/>
              <a:t>106</a:t>
            </a:r>
            <a:r>
              <a:rPr lang="zh-TW" altLang="zh-TW" dirty="0"/>
              <a:t>年</a:t>
            </a:r>
            <a:r>
              <a:rPr lang="en-US" altLang="zh-TW" dirty="0"/>
              <a:t>12</a:t>
            </a:r>
            <a:r>
              <a:rPr lang="zh-TW" altLang="zh-TW" dirty="0"/>
              <a:t>月</a:t>
            </a:r>
            <a:r>
              <a:rPr lang="en-US" altLang="zh-TW" dirty="0"/>
              <a:t>31</a:t>
            </a:r>
            <a:r>
              <a:rPr lang="zh-TW" altLang="zh-TW" dirty="0"/>
              <a:t>日</a:t>
            </a:r>
          </a:p>
          <a:p>
            <a:r>
              <a:rPr lang="zh-TW" altLang="zh-TW" b="1" dirty="0"/>
              <a:t>二、實施地點：</a:t>
            </a:r>
          </a:p>
          <a:p>
            <a:pPr marL="0" indent="0">
              <a:buNone/>
            </a:pPr>
            <a:r>
              <a:rPr lang="zh-TW" altLang="en-US" b="1" dirty="0"/>
              <a:t>            </a:t>
            </a:r>
            <a:r>
              <a:rPr lang="zh-TW" altLang="zh-TW" b="1" dirty="0"/>
              <a:t>竹山鎮富州社區發展協會</a:t>
            </a:r>
            <a:endParaRPr lang="en-US" altLang="zh-TW" b="1" dirty="0"/>
          </a:p>
          <a:p>
            <a:pPr marL="0" indent="0">
              <a:buNone/>
            </a:pPr>
            <a:r>
              <a:rPr lang="zh-TW" altLang="en-US" b="1" dirty="0"/>
              <a:t>            </a:t>
            </a:r>
            <a:r>
              <a:rPr lang="zh-TW" altLang="zh-TW" b="1" dirty="0"/>
              <a:t>竹山鎮山崇社區發展協會</a:t>
            </a:r>
          </a:p>
          <a:p>
            <a:pPr marL="0" indent="0">
              <a:buNone/>
            </a:pPr>
            <a:r>
              <a:rPr lang="zh-TW" altLang="en-US" b="1" dirty="0"/>
              <a:t>    </a:t>
            </a:r>
            <a:r>
              <a:rPr lang="en-US" altLang="zh-TW" b="1" dirty="0"/>
              <a:t>        </a:t>
            </a:r>
            <a:r>
              <a:rPr lang="zh-TW" altLang="zh-TW" b="1" dirty="0"/>
              <a:t>竹山鎮延正社區發展協會</a:t>
            </a:r>
            <a:endParaRPr lang="en-US" altLang="zh-TW" b="1" dirty="0"/>
          </a:p>
          <a:p>
            <a:pPr marL="0" indent="0">
              <a:buNone/>
            </a:pPr>
            <a:r>
              <a:rPr lang="zh-TW" altLang="en-US" b="1" dirty="0"/>
              <a:t>            </a:t>
            </a:r>
            <a:r>
              <a:rPr lang="zh-TW" altLang="zh-TW" b="1" dirty="0"/>
              <a:t>竹山鎮延平社區發展協會</a:t>
            </a:r>
          </a:p>
          <a:p>
            <a:pPr marL="0" indent="0">
              <a:buNone/>
            </a:pPr>
            <a:r>
              <a:rPr lang="zh-TW" altLang="en-US" b="1" dirty="0"/>
              <a:t>    </a:t>
            </a:r>
            <a:r>
              <a:rPr lang="en-US" altLang="zh-TW" b="1" dirty="0"/>
              <a:t>       </a:t>
            </a:r>
            <a:r>
              <a:rPr lang="zh-TW" altLang="en-US" b="1" dirty="0"/>
              <a:t> </a:t>
            </a:r>
            <a:r>
              <a:rPr lang="zh-TW" altLang="zh-TW" b="1" dirty="0"/>
              <a:t>竹山鎮竹山社區發展協會</a:t>
            </a:r>
            <a:endParaRPr lang="en-US" altLang="zh-TW" b="1" dirty="0"/>
          </a:p>
          <a:p>
            <a:pPr marL="0" indent="0">
              <a:buNone/>
            </a:pPr>
            <a:r>
              <a:rPr lang="zh-TW" altLang="en-US" b="1" dirty="0"/>
              <a:t>            </a:t>
            </a:r>
            <a:r>
              <a:rPr lang="zh-TW" altLang="zh-TW" b="1" dirty="0"/>
              <a:t>竹山鎮中崎社區發展協會</a:t>
            </a:r>
          </a:p>
          <a:p>
            <a:endParaRPr lang="zh-TW" altLang="en-US" dirty="0"/>
          </a:p>
        </p:txBody>
      </p:sp>
      <p:pic>
        <p:nvPicPr>
          <p:cNvPr id="5" name="圖片 4"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2120" y="1628800"/>
            <a:ext cx="2627784" cy="3816424"/>
          </a:xfrm>
          <a:prstGeom prst="rect">
            <a:avLst/>
          </a:prstGeom>
          <a:noFill/>
          <a:ln>
            <a:noFill/>
          </a:ln>
        </p:spPr>
      </p:pic>
      <p:pic>
        <p:nvPicPr>
          <p:cNvPr id="2662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4842232"/>
            <a:ext cx="6408712" cy="18747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170486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標題 1"/>
          <p:cNvSpPr>
            <a:spLocks noGrp="1"/>
          </p:cNvSpPr>
          <p:nvPr>
            <p:ph type="title"/>
          </p:nvPr>
        </p:nvSpPr>
        <p:spPr>
          <a:xfrm>
            <a:off x="323528" y="404664"/>
            <a:ext cx="8382000" cy="431800"/>
          </a:xfrm>
        </p:spPr>
        <p:txBody>
          <a:bodyPr/>
          <a:lstStyle/>
          <a:p>
            <a:pPr eaLnBrk="1" hangingPunct="1"/>
            <a:r>
              <a:rPr lang="zh-TW" altLang="en-US" sz="4400" b="0" dirty="0">
                <a:latin typeface="華康隸書體W7(P)" pitchFamily="2" charset="-120"/>
                <a:ea typeface="華康隸書體W7(P)" pitchFamily="2" charset="-120"/>
              </a:rPr>
              <a:t>五、竹山鎮與旗艦社區簡介</a:t>
            </a:r>
            <a:br>
              <a:rPr lang="zh-TW" altLang="en-US" sz="4400" b="0" dirty="0">
                <a:latin typeface="華康隸書體W7(P)" pitchFamily="2" charset="-120"/>
                <a:ea typeface="華康隸書體W7(P)" pitchFamily="2" charset="-120"/>
              </a:rPr>
            </a:br>
            <a:endParaRPr lang="zh-TW" altLang="en-US" sz="4400" b="0" dirty="0">
              <a:latin typeface="華康隸書體W7(P)" pitchFamily="2" charset="-120"/>
              <a:ea typeface="華康隸書體W7(P)" pitchFamily="2" charset="-120"/>
            </a:endParaRPr>
          </a:p>
        </p:txBody>
      </p:sp>
      <p:pic>
        <p:nvPicPr>
          <p:cNvPr id="5122" name="圖片 2" descr="H:\再生計畫\富州地理位置圖.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134758"/>
            <a:ext cx="5172137" cy="3611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矩形 5"/>
          <p:cNvSpPr/>
          <p:nvPr/>
        </p:nvSpPr>
        <p:spPr>
          <a:xfrm>
            <a:off x="539552" y="836712"/>
            <a:ext cx="7416824" cy="2215991"/>
          </a:xfrm>
          <a:prstGeom prst="rect">
            <a:avLst/>
          </a:prstGeom>
        </p:spPr>
        <p:txBody>
          <a:bodyPr wrap="square">
            <a:spAutoFit/>
          </a:bodyPr>
          <a:lstStyle/>
          <a:p>
            <a:pPr marL="406400" marR="0" lvl="0" indent="355600" algn="l" defTabSz="914400" rtl="0" eaLnBrk="1" fontAlgn="auto" latinLnBrk="0" hangingPunct="1">
              <a:lnSpc>
                <a:spcPct val="115000"/>
              </a:lnSpc>
              <a:spcBef>
                <a:spcPts val="0"/>
              </a:spcBef>
              <a:spcAft>
                <a:spcPts val="0"/>
              </a:spcAft>
              <a:buClrTx/>
              <a:buSzTx/>
              <a:buFontTx/>
              <a:buNone/>
              <a:tabLst/>
              <a:defRPr/>
            </a:pP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竹山鎮行政區</a:t>
            </a:r>
            <a:r>
              <a:rPr kumimoji="0" lang="en-US" altLang="zh-TW" sz="2400" b="0" i="0" u="none" strike="noStrike" kern="100" cap="none" spc="0" normalizeH="0" baseline="0" noProof="0" dirty="0">
                <a:ln>
                  <a:noFill/>
                </a:ln>
                <a:solidFill>
                  <a:srgbClr val="FF0000"/>
                </a:solidFill>
                <a:effectLst/>
                <a:uLnTx/>
                <a:uFillTx/>
                <a:latin typeface="Times New Roman"/>
                <a:ea typeface="標楷體"/>
                <a:cs typeface="+mn-cs"/>
              </a:rPr>
              <a:t>28</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里</a:t>
            </a:r>
            <a:r>
              <a:rPr kumimoji="0" lang="zh-TW" altLang="en-US" sz="2400" b="0" i="0" u="none" strike="noStrike" kern="100" cap="none" spc="0" normalizeH="0" baseline="0" noProof="0" dirty="0">
                <a:ln>
                  <a:noFill/>
                </a:ln>
                <a:solidFill>
                  <a:srgbClr val="FF0000"/>
                </a:solidFill>
                <a:effectLst/>
                <a:uLnTx/>
                <a:uFillTx/>
                <a:latin typeface="Times New Roman"/>
                <a:ea typeface="標楷體"/>
                <a:cs typeface="+mn-cs"/>
              </a:rPr>
              <a:t>、</a:t>
            </a:r>
            <a:r>
              <a:rPr kumimoji="0" lang="en-US" altLang="zh-TW" sz="2400" b="0" i="0" u="none" strike="noStrike" kern="100" cap="none" spc="0" normalizeH="0" baseline="0" noProof="0" dirty="0">
                <a:ln>
                  <a:noFill/>
                </a:ln>
                <a:solidFill>
                  <a:srgbClr val="FF0000"/>
                </a:solidFill>
                <a:effectLst/>
                <a:uLnTx/>
                <a:uFillTx/>
                <a:latin typeface="Times New Roman"/>
                <a:ea typeface="標楷體"/>
                <a:cs typeface="+mn-cs"/>
              </a:rPr>
              <a:t>34</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社區</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，民國</a:t>
            </a:r>
            <a:r>
              <a:rPr kumimoji="0" lang="en-US" altLang="zh-TW" sz="2400" b="0" i="0" u="none" strike="noStrike" kern="100" cap="none" spc="0" normalizeH="0" baseline="0" noProof="0" dirty="0">
                <a:ln>
                  <a:noFill/>
                </a:ln>
                <a:solidFill>
                  <a:srgbClr val="000000"/>
                </a:solidFill>
                <a:effectLst/>
                <a:uLnTx/>
                <a:uFillTx/>
                <a:latin typeface="Times New Roman"/>
                <a:ea typeface="標楷體"/>
                <a:cs typeface="+mn-cs"/>
              </a:rPr>
              <a:t>88</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年發生的九二一大地震對南投縣及竹山鎮造成相當大的災情，造成竹山鎮的人口的大量外移；截至</a:t>
            </a:r>
            <a:r>
              <a:rPr kumimoji="0" lang="en-US" altLang="zh-TW" sz="2400" b="0" i="0" u="none" strike="noStrike" kern="100" cap="none" spc="0" normalizeH="0" baseline="0" noProof="0" dirty="0">
                <a:ln>
                  <a:noFill/>
                </a:ln>
                <a:solidFill>
                  <a:srgbClr val="000000"/>
                </a:solidFill>
                <a:effectLst/>
                <a:uLnTx/>
                <a:uFillTx/>
                <a:latin typeface="Times New Roman"/>
                <a:ea typeface="標楷體"/>
                <a:cs typeface="+mn-cs"/>
              </a:rPr>
              <a:t>105</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年</a:t>
            </a:r>
            <a:r>
              <a:rPr kumimoji="0" lang="en-US" altLang="zh-TW" sz="2400" b="0" i="0" u="none" strike="noStrike" kern="100" cap="none" spc="0" normalizeH="0" baseline="0" noProof="0" dirty="0">
                <a:ln>
                  <a:noFill/>
                </a:ln>
                <a:solidFill>
                  <a:srgbClr val="000000"/>
                </a:solidFill>
                <a:effectLst/>
                <a:uLnTx/>
                <a:uFillTx/>
                <a:latin typeface="Times New Roman"/>
                <a:ea typeface="標楷體"/>
                <a:cs typeface="+mn-cs"/>
              </a:rPr>
              <a:t>10</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月底，全鎮人口數計</a:t>
            </a:r>
            <a:r>
              <a:rPr kumimoji="0" lang="en-US" altLang="zh-TW" sz="2400" b="0" i="0" u="none" strike="noStrike" kern="100" cap="none" spc="0" normalizeH="0" baseline="0" noProof="0" dirty="0">
                <a:ln>
                  <a:noFill/>
                </a:ln>
                <a:solidFill>
                  <a:srgbClr val="FF0000"/>
                </a:solidFill>
                <a:effectLst/>
                <a:uLnTx/>
                <a:uFillTx/>
                <a:latin typeface="Times New Roman"/>
                <a:ea typeface="標楷體"/>
                <a:cs typeface="+mn-cs"/>
              </a:rPr>
              <a:t>55,582</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人</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，其中</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男性</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為</a:t>
            </a:r>
            <a:r>
              <a:rPr kumimoji="0" lang="en-US" altLang="zh-TW" sz="2400" b="0" i="0" u="none" strike="noStrike" kern="100" cap="none" spc="0" normalizeH="0" baseline="0" noProof="0" dirty="0">
                <a:ln>
                  <a:noFill/>
                </a:ln>
                <a:solidFill>
                  <a:srgbClr val="FF0000"/>
                </a:solidFill>
                <a:effectLst/>
                <a:uLnTx/>
                <a:uFillTx/>
                <a:latin typeface="Times New Roman"/>
                <a:ea typeface="標楷體"/>
                <a:cs typeface="+mn-cs"/>
              </a:rPr>
              <a:t>28,548</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人</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，占</a:t>
            </a:r>
            <a:r>
              <a:rPr kumimoji="0" lang="en-US" altLang="zh-TW" sz="2400" b="0" i="0" u="none" strike="noStrike" kern="100" cap="none" spc="0" normalizeH="0" baseline="0" noProof="0" dirty="0">
                <a:ln>
                  <a:noFill/>
                </a:ln>
                <a:solidFill>
                  <a:srgbClr val="FF0000"/>
                </a:solidFill>
                <a:effectLst/>
                <a:uLnTx/>
                <a:uFillTx/>
                <a:latin typeface="Times New Roman"/>
                <a:ea typeface="標楷體"/>
                <a:cs typeface="+mn-cs"/>
              </a:rPr>
              <a:t>51.4</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女性</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為</a:t>
            </a:r>
            <a:r>
              <a:rPr kumimoji="0" lang="en-US" altLang="zh-TW" sz="2400" b="0" i="0" u="none" strike="noStrike" kern="100" cap="none" spc="0" normalizeH="0" baseline="0" noProof="0" dirty="0">
                <a:ln>
                  <a:noFill/>
                </a:ln>
                <a:solidFill>
                  <a:srgbClr val="FF0000"/>
                </a:solidFill>
                <a:effectLst/>
                <a:uLnTx/>
                <a:uFillTx/>
                <a:latin typeface="Times New Roman"/>
                <a:ea typeface="標楷體"/>
                <a:cs typeface="+mn-cs"/>
              </a:rPr>
              <a:t>27,034</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人</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，占</a:t>
            </a:r>
            <a:r>
              <a:rPr kumimoji="0" lang="en-US" altLang="zh-TW" sz="2400" b="0" i="0" u="none" strike="noStrike" kern="100" cap="none" spc="0" normalizeH="0" baseline="0" noProof="0" dirty="0">
                <a:ln>
                  <a:noFill/>
                </a:ln>
                <a:solidFill>
                  <a:srgbClr val="FF0000"/>
                </a:solidFill>
                <a:effectLst/>
                <a:uLnTx/>
                <a:uFillTx/>
                <a:latin typeface="Times New Roman"/>
                <a:ea typeface="標楷體"/>
                <a:cs typeface="+mn-cs"/>
              </a:rPr>
              <a:t>48.6</a:t>
            </a:r>
            <a:r>
              <a:rPr kumimoji="0" lang="zh-TW" altLang="zh-TW" sz="2400" b="0" i="0" u="none" strike="noStrike" kern="100" cap="none" spc="0" normalizeH="0" baseline="0" noProof="0" dirty="0">
                <a:ln>
                  <a:noFill/>
                </a:ln>
                <a:solidFill>
                  <a:srgbClr val="FF0000"/>
                </a:solidFill>
                <a:effectLst/>
                <a:uLnTx/>
                <a:uFillTx/>
                <a:latin typeface="Times New Roman"/>
                <a:ea typeface="標楷體"/>
                <a:cs typeface="+mn-cs"/>
              </a:rPr>
              <a:t>﹪</a:t>
            </a:r>
            <a:r>
              <a:rPr kumimoji="0" lang="zh-TW" altLang="zh-TW" sz="2400" b="0" i="0" u="none" strike="noStrike" kern="100" cap="none" spc="0" normalizeH="0" baseline="0" noProof="0" dirty="0">
                <a:ln>
                  <a:noFill/>
                </a:ln>
                <a:solidFill>
                  <a:srgbClr val="000000"/>
                </a:solidFill>
                <a:effectLst/>
                <a:uLnTx/>
                <a:uFillTx/>
                <a:latin typeface="Times New Roman"/>
                <a:ea typeface="標楷體"/>
                <a:cs typeface="+mn-cs"/>
              </a:rPr>
              <a:t>。</a:t>
            </a:r>
            <a:endParaRPr kumimoji="0" lang="zh-TW" altLang="zh-TW" sz="2400" b="0" i="0" u="none" strike="noStrike" kern="100" cap="none" spc="0" normalizeH="0" baseline="0" noProof="0" dirty="0">
              <a:ln>
                <a:noFill/>
              </a:ln>
              <a:solidFill>
                <a:srgbClr val="024631"/>
              </a:solidFill>
              <a:effectLst/>
              <a:uLnTx/>
              <a:uFillTx/>
              <a:latin typeface="Times New Roman"/>
              <a:ea typeface="超研澤粗楷"/>
              <a:cs typeface="+mn-cs"/>
            </a:endParaRPr>
          </a:p>
        </p:txBody>
      </p:sp>
      <p:pic>
        <p:nvPicPr>
          <p:cNvPr id="5" name="Picture 205" descr="行政區域"/>
          <p:cNvPicPr>
            <a:picLocks noChangeAspect="1" noChangeArrowheads="1"/>
          </p:cNvPicPr>
          <p:nvPr/>
        </p:nvPicPr>
        <p:blipFill>
          <a:blip r:embed="rId4" cstate="print">
            <a:extLst>
              <a:ext uri="{28A0092B-C50C-407E-A947-70E740481C1C}">
                <a14:useLocalDpi xmlns:a14="http://schemas.microsoft.com/office/drawing/2010/main" val="0"/>
              </a:ext>
            </a:extLst>
          </a:blip>
          <a:srcRect l="95" t="6566" r="2000" b="9496"/>
          <a:stretch>
            <a:fillRect/>
          </a:stretch>
        </p:blipFill>
        <p:spPr bwMode="auto">
          <a:xfrm>
            <a:off x="5239200" y="2996952"/>
            <a:ext cx="3634536" cy="3831851"/>
          </a:xfrm>
          <a:prstGeom prst="rect">
            <a:avLst/>
          </a:prstGeom>
          <a:noFill/>
          <a:ln w="19050" cmpd="thinThick">
            <a:no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838136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sz="3200" dirty="0">
                <a:latin typeface="華康隸書體W7" panose="02010609010101010101" pitchFamily="49" charset="-120"/>
                <a:ea typeface="華康隸書體W7" panose="02010609010101010101" pitchFamily="49" charset="-120"/>
              </a:rPr>
              <a:t>1.</a:t>
            </a:r>
            <a:r>
              <a:rPr lang="zh-TW" altLang="en-US" sz="3200" dirty="0">
                <a:latin typeface="華康隸書體W7" panose="02010609010101010101" pitchFamily="49" charset="-120"/>
                <a:ea typeface="華康隸書體W7" panose="02010609010101010101" pitchFamily="49" charset="-120"/>
              </a:rPr>
              <a:t>竹山鎮人口各年齡層調查統計表</a:t>
            </a:r>
          </a:p>
        </p:txBody>
      </p:sp>
      <p:graphicFrame>
        <p:nvGraphicFramePr>
          <p:cNvPr id="5" name="表格 4"/>
          <p:cNvGraphicFramePr>
            <a:graphicFrameLocks noGrp="1"/>
          </p:cNvGraphicFramePr>
          <p:nvPr/>
        </p:nvGraphicFramePr>
        <p:xfrm>
          <a:off x="611560" y="1268759"/>
          <a:ext cx="7848872" cy="5153948"/>
        </p:xfrm>
        <a:graphic>
          <a:graphicData uri="http://schemas.openxmlformats.org/drawingml/2006/table">
            <a:tbl>
              <a:tblPr/>
              <a:tblGrid>
                <a:gridCol w="464762">
                  <a:extLst>
                    <a:ext uri="{9D8B030D-6E8A-4147-A177-3AD203B41FA5}">
                      <a16:colId xmlns:a16="http://schemas.microsoft.com/office/drawing/2014/main" val="20000"/>
                    </a:ext>
                  </a:extLst>
                </a:gridCol>
                <a:gridCol w="831382">
                  <a:extLst>
                    <a:ext uri="{9D8B030D-6E8A-4147-A177-3AD203B41FA5}">
                      <a16:colId xmlns:a16="http://schemas.microsoft.com/office/drawing/2014/main" val="20001"/>
                    </a:ext>
                  </a:extLst>
                </a:gridCol>
                <a:gridCol w="720080">
                  <a:extLst>
                    <a:ext uri="{9D8B030D-6E8A-4147-A177-3AD203B41FA5}">
                      <a16:colId xmlns:a16="http://schemas.microsoft.com/office/drawing/2014/main" val="20002"/>
                    </a:ext>
                  </a:extLst>
                </a:gridCol>
                <a:gridCol w="720080">
                  <a:extLst>
                    <a:ext uri="{9D8B030D-6E8A-4147-A177-3AD203B41FA5}">
                      <a16:colId xmlns:a16="http://schemas.microsoft.com/office/drawing/2014/main" val="20003"/>
                    </a:ext>
                  </a:extLst>
                </a:gridCol>
                <a:gridCol w="792088">
                  <a:extLst>
                    <a:ext uri="{9D8B030D-6E8A-4147-A177-3AD203B41FA5}">
                      <a16:colId xmlns:a16="http://schemas.microsoft.com/office/drawing/2014/main" val="20004"/>
                    </a:ext>
                  </a:extLst>
                </a:gridCol>
                <a:gridCol w="792088">
                  <a:extLst>
                    <a:ext uri="{9D8B030D-6E8A-4147-A177-3AD203B41FA5}">
                      <a16:colId xmlns:a16="http://schemas.microsoft.com/office/drawing/2014/main" val="20005"/>
                    </a:ext>
                  </a:extLst>
                </a:gridCol>
                <a:gridCol w="720080">
                  <a:extLst>
                    <a:ext uri="{9D8B030D-6E8A-4147-A177-3AD203B41FA5}">
                      <a16:colId xmlns:a16="http://schemas.microsoft.com/office/drawing/2014/main" val="20006"/>
                    </a:ext>
                  </a:extLst>
                </a:gridCol>
                <a:gridCol w="720080">
                  <a:extLst>
                    <a:ext uri="{9D8B030D-6E8A-4147-A177-3AD203B41FA5}">
                      <a16:colId xmlns:a16="http://schemas.microsoft.com/office/drawing/2014/main" val="20007"/>
                    </a:ext>
                  </a:extLst>
                </a:gridCol>
                <a:gridCol w="720080">
                  <a:extLst>
                    <a:ext uri="{9D8B030D-6E8A-4147-A177-3AD203B41FA5}">
                      <a16:colId xmlns:a16="http://schemas.microsoft.com/office/drawing/2014/main" val="20008"/>
                    </a:ext>
                  </a:extLst>
                </a:gridCol>
                <a:gridCol w="648072">
                  <a:extLst>
                    <a:ext uri="{9D8B030D-6E8A-4147-A177-3AD203B41FA5}">
                      <a16:colId xmlns:a16="http://schemas.microsoft.com/office/drawing/2014/main" val="20009"/>
                    </a:ext>
                  </a:extLst>
                </a:gridCol>
                <a:gridCol w="720080">
                  <a:extLst>
                    <a:ext uri="{9D8B030D-6E8A-4147-A177-3AD203B41FA5}">
                      <a16:colId xmlns:a16="http://schemas.microsoft.com/office/drawing/2014/main" val="20010"/>
                    </a:ext>
                  </a:extLst>
                </a:gridCol>
              </a:tblGrid>
              <a:tr h="978985">
                <a:tc>
                  <a:txBody>
                    <a:bodyPr/>
                    <a:lstStyle/>
                    <a:p>
                      <a:pPr algn="ctr">
                        <a:lnSpc>
                          <a:spcPts val="1200"/>
                        </a:lnSpc>
                        <a:spcAft>
                          <a:spcPts val="0"/>
                        </a:spcAft>
                      </a:pPr>
                      <a:r>
                        <a:rPr lang="zh-TW" sz="1400" kern="0" dirty="0">
                          <a:solidFill>
                            <a:srgbClr val="000000"/>
                          </a:solidFill>
                          <a:effectLst/>
                          <a:latin typeface="Times New Roman"/>
                          <a:ea typeface="標楷體"/>
                          <a:cs typeface="新細明體"/>
                        </a:rPr>
                        <a:t>性別　</a:t>
                      </a:r>
                      <a:endParaRPr lang="zh-TW" sz="1400" kern="100" dirty="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200"/>
                        </a:lnSpc>
                        <a:spcAft>
                          <a:spcPts val="0"/>
                        </a:spcAft>
                      </a:pPr>
                      <a:r>
                        <a:rPr lang="en-US" sz="1600" b="1" kern="0" dirty="0">
                          <a:solidFill>
                            <a:srgbClr val="000000"/>
                          </a:solidFill>
                          <a:effectLst/>
                          <a:latin typeface="標楷體"/>
                          <a:ea typeface="超研澤粗楷"/>
                          <a:cs typeface="新細明體"/>
                        </a:rPr>
                        <a:t>0-9</a:t>
                      </a:r>
                      <a:endParaRPr lang="zh-TW" sz="1600" kern="100" dirty="0">
                        <a:effectLst/>
                        <a:latin typeface="Times New Roman"/>
                        <a:ea typeface="超研澤粗楷"/>
                      </a:endParaRPr>
                    </a:p>
                    <a:p>
                      <a:pPr algn="ctr">
                        <a:lnSpc>
                          <a:spcPts val="1200"/>
                        </a:lnSpc>
                        <a:spcAft>
                          <a:spcPts val="0"/>
                        </a:spcAft>
                      </a:pPr>
                      <a:r>
                        <a:rPr lang="zh-TW" sz="1600" b="1" kern="0" dirty="0">
                          <a:solidFill>
                            <a:srgbClr val="000000"/>
                          </a:solidFill>
                          <a:effectLst/>
                          <a:latin typeface="Times New Roman"/>
                          <a:ea typeface="標楷體"/>
                          <a:cs typeface="新細明體"/>
                        </a:rPr>
                        <a:t>歲</a:t>
                      </a:r>
                      <a:endParaRPr lang="zh-TW" sz="1600" kern="100" dirty="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0">
                          <a:solidFill>
                            <a:srgbClr val="000000"/>
                          </a:solidFill>
                          <a:effectLst/>
                          <a:latin typeface="標楷體"/>
                          <a:ea typeface="超研澤粗楷"/>
                          <a:cs typeface="新細明體"/>
                        </a:rPr>
                        <a:t>10-14</a:t>
                      </a:r>
                      <a:endParaRPr lang="zh-TW" sz="1600" kern="100">
                        <a:effectLst/>
                        <a:latin typeface="Times New Roman"/>
                        <a:ea typeface="超研澤粗楷"/>
                      </a:endParaRPr>
                    </a:p>
                    <a:p>
                      <a:pPr algn="ctr">
                        <a:lnSpc>
                          <a:spcPts val="1200"/>
                        </a:lnSpc>
                        <a:spcAft>
                          <a:spcPts val="0"/>
                        </a:spcAft>
                      </a:pPr>
                      <a:r>
                        <a:rPr lang="zh-TW" sz="1600" b="1" kern="0">
                          <a:solidFill>
                            <a:srgbClr val="000000"/>
                          </a:solidFill>
                          <a:effectLst/>
                          <a:latin typeface="Times New Roman"/>
                          <a:ea typeface="標楷體"/>
                          <a:cs typeface="新細明體"/>
                        </a:rPr>
                        <a:t>歲</a:t>
                      </a:r>
                      <a:endParaRPr lang="zh-TW" sz="1600" kern="10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0">
                          <a:solidFill>
                            <a:srgbClr val="000000"/>
                          </a:solidFill>
                          <a:effectLst/>
                          <a:latin typeface="標楷體"/>
                          <a:ea typeface="超研澤粗楷"/>
                        </a:rPr>
                        <a:t>15-19</a:t>
                      </a:r>
                      <a:endParaRPr lang="zh-TW" sz="1600" kern="100">
                        <a:effectLst/>
                        <a:latin typeface="Times New Roman"/>
                        <a:ea typeface="超研澤粗楷"/>
                      </a:endParaRPr>
                    </a:p>
                    <a:p>
                      <a:pPr algn="ctr">
                        <a:lnSpc>
                          <a:spcPts val="1200"/>
                        </a:lnSpc>
                        <a:spcAft>
                          <a:spcPts val="0"/>
                        </a:spcAft>
                      </a:pPr>
                      <a:r>
                        <a:rPr lang="zh-TW" sz="1600" b="1" kern="0">
                          <a:solidFill>
                            <a:srgbClr val="000000"/>
                          </a:solidFill>
                          <a:effectLst/>
                          <a:latin typeface="Times New Roman"/>
                          <a:ea typeface="標楷體"/>
                        </a:rPr>
                        <a:t>歲</a:t>
                      </a:r>
                      <a:endParaRPr lang="zh-TW" sz="1600" kern="10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0" dirty="0">
                          <a:solidFill>
                            <a:srgbClr val="FF0000"/>
                          </a:solidFill>
                          <a:effectLst/>
                          <a:latin typeface="標楷體"/>
                          <a:ea typeface="超研澤粗楷"/>
                        </a:rPr>
                        <a:t>20-39</a:t>
                      </a:r>
                      <a:endParaRPr lang="zh-TW" sz="1600" kern="100" dirty="0">
                        <a:effectLst/>
                        <a:latin typeface="Times New Roman"/>
                        <a:ea typeface="超研澤粗楷"/>
                      </a:endParaRPr>
                    </a:p>
                    <a:p>
                      <a:pPr algn="ctr">
                        <a:lnSpc>
                          <a:spcPts val="1200"/>
                        </a:lnSpc>
                        <a:spcAft>
                          <a:spcPts val="0"/>
                        </a:spcAft>
                      </a:pPr>
                      <a:r>
                        <a:rPr lang="zh-TW" sz="1600" b="1" kern="0" dirty="0">
                          <a:solidFill>
                            <a:srgbClr val="FF0000"/>
                          </a:solidFill>
                          <a:effectLst/>
                          <a:latin typeface="Times New Roman"/>
                          <a:ea typeface="標楷體"/>
                        </a:rPr>
                        <a:t>歲</a:t>
                      </a:r>
                      <a:endParaRPr lang="zh-TW" sz="1600" kern="100" dirty="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0">
                          <a:solidFill>
                            <a:srgbClr val="000000"/>
                          </a:solidFill>
                          <a:effectLst/>
                          <a:latin typeface="標楷體"/>
                          <a:ea typeface="超研澤粗楷"/>
                        </a:rPr>
                        <a:t>40-49</a:t>
                      </a:r>
                      <a:endParaRPr lang="zh-TW" sz="1600" kern="100">
                        <a:effectLst/>
                        <a:latin typeface="Times New Roman"/>
                        <a:ea typeface="超研澤粗楷"/>
                      </a:endParaRPr>
                    </a:p>
                    <a:p>
                      <a:pPr algn="ctr">
                        <a:lnSpc>
                          <a:spcPts val="1200"/>
                        </a:lnSpc>
                        <a:spcAft>
                          <a:spcPts val="0"/>
                        </a:spcAft>
                      </a:pPr>
                      <a:r>
                        <a:rPr lang="zh-TW" sz="1600" b="1" kern="0">
                          <a:solidFill>
                            <a:srgbClr val="000000"/>
                          </a:solidFill>
                          <a:effectLst/>
                          <a:latin typeface="Times New Roman"/>
                          <a:ea typeface="標楷體"/>
                        </a:rPr>
                        <a:t>歲</a:t>
                      </a:r>
                      <a:endParaRPr lang="zh-TW" sz="1600" kern="10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0">
                          <a:solidFill>
                            <a:srgbClr val="7030A0"/>
                          </a:solidFill>
                          <a:effectLst/>
                          <a:latin typeface="標楷體"/>
                          <a:ea typeface="超研澤粗楷"/>
                        </a:rPr>
                        <a:t>50-59</a:t>
                      </a:r>
                      <a:endParaRPr lang="zh-TW" sz="1600" kern="100">
                        <a:effectLst/>
                        <a:latin typeface="Times New Roman"/>
                        <a:ea typeface="超研澤粗楷"/>
                      </a:endParaRPr>
                    </a:p>
                    <a:p>
                      <a:pPr algn="ctr">
                        <a:lnSpc>
                          <a:spcPts val="1200"/>
                        </a:lnSpc>
                        <a:spcAft>
                          <a:spcPts val="0"/>
                        </a:spcAft>
                      </a:pPr>
                      <a:r>
                        <a:rPr lang="zh-TW" sz="1600" b="1" kern="0">
                          <a:solidFill>
                            <a:srgbClr val="7030A0"/>
                          </a:solidFill>
                          <a:effectLst/>
                          <a:latin typeface="Times New Roman"/>
                          <a:ea typeface="標楷體"/>
                        </a:rPr>
                        <a:t>歲</a:t>
                      </a:r>
                      <a:endParaRPr lang="zh-TW" sz="1600" kern="10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0">
                          <a:solidFill>
                            <a:srgbClr val="000000"/>
                          </a:solidFill>
                          <a:effectLst/>
                          <a:latin typeface="標楷體"/>
                          <a:ea typeface="超研澤粗楷"/>
                        </a:rPr>
                        <a:t>60-64</a:t>
                      </a:r>
                      <a:endParaRPr lang="zh-TW" sz="1600" kern="100">
                        <a:effectLst/>
                        <a:latin typeface="Times New Roman"/>
                        <a:ea typeface="超研澤粗楷"/>
                      </a:endParaRPr>
                    </a:p>
                    <a:p>
                      <a:pPr algn="ctr">
                        <a:lnSpc>
                          <a:spcPts val="1200"/>
                        </a:lnSpc>
                        <a:spcAft>
                          <a:spcPts val="0"/>
                        </a:spcAft>
                      </a:pPr>
                      <a:r>
                        <a:rPr lang="zh-TW" sz="1600" b="1" kern="0">
                          <a:solidFill>
                            <a:srgbClr val="000000"/>
                          </a:solidFill>
                          <a:effectLst/>
                          <a:latin typeface="Times New Roman"/>
                          <a:ea typeface="標楷體"/>
                        </a:rPr>
                        <a:t>歲</a:t>
                      </a:r>
                      <a:endParaRPr lang="zh-TW" sz="1600" kern="10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0">
                          <a:solidFill>
                            <a:srgbClr val="C00000"/>
                          </a:solidFill>
                          <a:effectLst/>
                          <a:latin typeface="標楷體"/>
                          <a:ea typeface="超研澤粗楷"/>
                        </a:rPr>
                        <a:t>65-74</a:t>
                      </a:r>
                      <a:endParaRPr lang="zh-TW" sz="1600" kern="100">
                        <a:effectLst/>
                        <a:latin typeface="Times New Roman"/>
                        <a:ea typeface="超研澤粗楷"/>
                      </a:endParaRPr>
                    </a:p>
                    <a:p>
                      <a:pPr algn="ctr">
                        <a:lnSpc>
                          <a:spcPts val="1200"/>
                        </a:lnSpc>
                        <a:spcAft>
                          <a:spcPts val="0"/>
                        </a:spcAft>
                      </a:pPr>
                      <a:r>
                        <a:rPr lang="zh-TW" sz="1600" b="1" kern="0">
                          <a:solidFill>
                            <a:srgbClr val="C00000"/>
                          </a:solidFill>
                          <a:effectLst/>
                          <a:latin typeface="Times New Roman"/>
                          <a:ea typeface="標楷體"/>
                        </a:rPr>
                        <a:t>歲</a:t>
                      </a:r>
                      <a:endParaRPr lang="zh-TW" sz="1600" kern="10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0">
                          <a:solidFill>
                            <a:srgbClr val="C00000"/>
                          </a:solidFill>
                          <a:effectLst/>
                          <a:latin typeface="標楷體"/>
                          <a:ea typeface="超研澤粗楷"/>
                        </a:rPr>
                        <a:t>75</a:t>
                      </a:r>
                      <a:r>
                        <a:rPr lang="zh-TW" sz="1600" b="1" kern="0">
                          <a:solidFill>
                            <a:srgbClr val="C00000"/>
                          </a:solidFill>
                          <a:effectLst/>
                          <a:latin typeface="Times New Roman"/>
                          <a:ea typeface="標楷體"/>
                        </a:rPr>
                        <a:t>歲以上</a:t>
                      </a:r>
                      <a:endParaRPr lang="zh-TW" sz="1600" kern="10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zh-TW" sz="1600" b="1" kern="0">
                          <a:effectLst/>
                          <a:latin typeface="Times New Roman"/>
                          <a:ea typeface="標楷體"/>
                          <a:cs typeface="新細明體"/>
                        </a:rPr>
                        <a:t>合計</a:t>
                      </a:r>
                      <a:endParaRPr lang="zh-TW" sz="1600" kern="10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978985">
                <a:tc>
                  <a:txBody>
                    <a:bodyPr/>
                    <a:lstStyle/>
                    <a:p>
                      <a:pPr algn="ctr">
                        <a:spcAft>
                          <a:spcPts val="0"/>
                        </a:spcAft>
                      </a:pPr>
                      <a:r>
                        <a:rPr lang="zh-TW" sz="1600" b="1" kern="0" dirty="0">
                          <a:solidFill>
                            <a:srgbClr val="000000"/>
                          </a:solidFill>
                          <a:effectLst/>
                          <a:latin typeface="Times New Roman"/>
                          <a:ea typeface="標楷體"/>
                          <a:cs typeface="新細明體"/>
                        </a:rPr>
                        <a:t>男</a:t>
                      </a:r>
                      <a:endParaRPr lang="zh-TW" sz="1600" b="1" kern="100" dirty="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dirty="0">
                          <a:solidFill>
                            <a:srgbClr val="000000"/>
                          </a:solidFill>
                          <a:effectLst/>
                          <a:latin typeface="標楷體"/>
                          <a:ea typeface="超研澤粗楷"/>
                        </a:rPr>
                        <a:t>1,871</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100" dirty="0">
                          <a:solidFill>
                            <a:srgbClr val="000000"/>
                          </a:solidFill>
                          <a:effectLst/>
                          <a:latin typeface="標楷體"/>
                          <a:ea typeface="超研澤粗楷"/>
                        </a:rPr>
                        <a:t>1,329</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n-US" sz="1600" b="1" kern="100" dirty="0">
                          <a:solidFill>
                            <a:srgbClr val="000000"/>
                          </a:solidFill>
                          <a:effectLst/>
                          <a:latin typeface="標楷體"/>
                          <a:ea typeface="超研澤粗楷"/>
                        </a:rPr>
                        <a:t>1,765</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b="1" kern="100" dirty="0">
                          <a:solidFill>
                            <a:srgbClr val="FF0000"/>
                          </a:solidFill>
                          <a:effectLst/>
                          <a:latin typeface="標楷體"/>
                          <a:ea typeface="超研澤粗楷"/>
                          <a:cs typeface="新細明體"/>
                        </a:rPr>
                        <a:t>8,335</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a:solidFill>
                            <a:srgbClr val="000000"/>
                          </a:solidFill>
                          <a:effectLst/>
                          <a:latin typeface="標楷體"/>
                          <a:ea typeface="超研澤粗楷"/>
                          <a:cs typeface="新細明體"/>
                        </a:rPr>
                        <a:t>4,273</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a:solidFill>
                            <a:srgbClr val="7030A0"/>
                          </a:solidFill>
                          <a:effectLst/>
                          <a:latin typeface="標楷體"/>
                          <a:ea typeface="超研澤粗楷"/>
                          <a:cs typeface="新細明體"/>
                        </a:rPr>
                        <a:t>4,502</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b="1" kern="100" dirty="0">
                          <a:solidFill>
                            <a:srgbClr val="000000"/>
                          </a:solidFill>
                          <a:effectLst/>
                          <a:latin typeface="標楷體"/>
                          <a:ea typeface="超研澤粗楷"/>
                        </a:rPr>
                        <a:t>1,993</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b="1" kern="100">
                          <a:solidFill>
                            <a:srgbClr val="C00000"/>
                          </a:solidFill>
                          <a:effectLst/>
                          <a:latin typeface="標楷體"/>
                          <a:ea typeface="超研澤粗楷"/>
                          <a:cs typeface="新細明體"/>
                        </a:rPr>
                        <a:t>2,482</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100" dirty="0">
                          <a:solidFill>
                            <a:srgbClr val="C00000"/>
                          </a:solidFill>
                          <a:effectLst/>
                          <a:latin typeface="標楷體"/>
                          <a:ea typeface="超研澤粗楷"/>
                          <a:cs typeface="新細明體"/>
                        </a:rPr>
                        <a:t>1,998</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100">
                          <a:solidFill>
                            <a:srgbClr val="000000"/>
                          </a:solidFill>
                          <a:effectLst/>
                          <a:latin typeface="標楷體"/>
                          <a:ea typeface="超研澤粗楷"/>
                        </a:rPr>
                        <a:t>28,548</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978985">
                <a:tc>
                  <a:txBody>
                    <a:bodyPr/>
                    <a:lstStyle/>
                    <a:p>
                      <a:pPr algn="ctr">
                        <a:spcAft>
                          <a:spcPts val="0"/>
                        </a:spcAft>
                      </a:pPr>
                      <a:r>
                        <a:rPr lang="zh-TW" sz="1600" b="1" kern="0" dirty="0">
                          <a:solidFill>
                            <a:srgbClr val="000000"/>
                          </a:solidFill>
                          <a:effectLst/>
                          <a:latin typeface="Times New Roman"/>
                          <a:ea typeface="標楷體"/>
                          <a:cs typeface="新細明體"/>
                        </a:rPr>
                        <a:t>女</a:t>
                      </a:r>
                      <a:endParaRPr lang="zh-TW" sz="1600" b="1" kern="100" dirty="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a:solidFill>
                            <a:srgbClr val="000000"/>
                          </a:solidFill>
                          <a:effectLst/>
                          <a:latin typeface="標楷體"/>
                          <a:ea typeface="超研澤粗楷"/>
                          <a:cs typeface="新細明體"/>
                        </a:rPr>
                        <a:t>1,815</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100" dirty="0">
                          <a:solidFill>
                            <a:srgbClr val="000000"/>
                          </a:solidFill>
                          <a:effectLst/>
                          <a:latin typeface="標楷體"/>
                          <a:ea typeface="超研澤粗楷"/>
                        </a:rPr>
                        <a:t>1,224</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n-US" sz="1600" b="1" kern="100" dirty="0">
                          <a:solidFill>
                            <a:srgbClr val="000000"/>
                          </a:solidFill>
                          <a:effectLst/>
                          <a:latin typeface="標楷體"/>
                          <a:ea typeface="超研澤粗楷"/>
                        </a:rPr>
                        <a:t>1,633</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b="1" kern="100" dirty="0">
                          <a:solidFill>
                            <a:srgbClr val="FF0000"/>
                          </a:solidFill>
                          <a:effectLst/>
                          <a:latin typeface="標楷體"/>
                          <a:ea typeface="超研澤粗楷"/>
                          <a:cs typeface="新細明體"/>
                        </a:rPr>
                        <a:t>7,537</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dirty="0">
                          <a:solidFill>
                            <a:srgbClr val="000000"/>
                          </a:solidFill>
                          <a:effectLst/>
                          <a:latin typeface="標楷體"/>
                          <a:ea typeface="超研澤粗楷"/>
                          <a:cs typeface="新細明體"/>
                        </a:rPr>
                        <a:t>3,734</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dirty="0">
                          <a:solidFill>
                            <a:srgbClr val="7030A0"/>
                          </a:solidFill>
                          <a:effectLst/>
                          <a:latin typeface="標楷體"/>
                          <a:ea typeface="超研澤粗楷"/>
                          <a:cs typeface="新細明體"/>
                        </a:rPr>
                        <a:t>4,082</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b="1" kern="100" dirty="0">
                          <a:solidFill>
                            <a:srgbClr val="000000"/>
                          </a:solidFill>
                          <a:effectLst/>
                          <a:latin typeface="標楷體"/>
                          <a:ea typeface="超研澤粗楷"/>
                        </a:rPr>
                        <a:t>1,911</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b="1" kern="100" dirty="0">
                          <a:solidFill>
                            <a:srgbClr val="C00000"/>
                          </a:solidFill>
                          <a:effectLst/>
                          <a:latin typeface="標楷體"/>
                          <a:ea typeface="超研澤粗楷"/>
                          <a:cs typeface="新細明體"/>
                        </a:rPr>
                        <a:t>2,595</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100">
                          <a:solidFill>
                            <a:srgbClr val="C00000"/>
                          </a:solidFill>
                          <a:effectLst/>
                          <a:latin typeface="標楷體"/>
                          <a:ea typeface="超研澤粗楷"/>
                          <a:cs typeface="新細明體"/>
                        </a:rPr>
                        <a:t>2,499</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n-US" sz="1600" b="1" kern="100">
                          <a:solidFill>
                            <a:srgbClr val="000000"/>
                          </a:solidFill>
                          <a:effectLst/>
                          <a:latin typeface="標楷體"/>
                          <a:ea typeface="超研澤粗楷"/>
                        </a:rPr>
                        <a:t>27,034</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174782">
                <a:tc>
                  <a:txBody>
                    <a:bodyPr/>
                    <a:lstStyle/>
                    <a:p>
                      <a:pPr algn="ctr">
                        <a:lnSpc>
                          <a:spcPts val="1200"/>
                        </a:lnSpc>
                        <a:spcAft>
                          <a:spcPts val="0"/>
                        </a:spcAft>
                      </a:pPr>
                      <a:r>
                        <a:rPr lang="zh-TW" sz="1600" b="1" kern="0" dirty="0">
                          <a:solidFill>
                            <a:srgbClr val="000000"/>
                          </a:solidFill>
                          <a:effectLst/>
                          <a:latin typeface="Times New Roman"/>
                          <a:ea typeface="標楷體"/>
                          <a:cs typeface="新細明體"/>
                        </a:rPr>
                        <a:t>合計</a:t>
                      </a:r>
                      <a:endParaRPr lang="zh-TW" sz="1600" b="1" kern="100" dirty="0">
                        <a:effectLst/>
                        <a:latin typeface="Times New Roman"/>
                        <a:ea typeface="超研澤粗楷"/>
                      </a:endParaRPr>
                    </a:p>
                  </a:txBody>
                  <a:tcPr marL="17780" marR="177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a:solidFill>
                            <a:srgbClr val="000000"/>
                          </a:solidFill>
                          <a:effectLst/>
                          <a:latin typeface="標楷體"/>
                          <a:ea typeface="超研澤粗楷"/>
                        </a:rPr>
                        <a:t>3,686</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100">
                          <a:solidFill>
                            <a:srgbClr val="000000"/>
                          </a:solidFill>
                          <a:effectLst/>
                          <a:latin typeface="標楷體"/>
                          <a:ea typeface="超研澤粗楷"/>
                        </a:rPr>
                        <a:t>2,553</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n-US" sz="1600" b="1" kern="100">
                          <a:solidFill>
                            <a:srgbClr val="000000"/>
                          </a:solidFill>
                          <a:effectLst/>
                          <a:latin typeface="標楷體"/>
                          <a:ea typeface="超研澤粗楷"/>
                        </a:rPr>
                        <a:t>3,398</a:t>
                      </a:r>
                      <a:endParaRPr lang="zh-TW" sz="16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b="1" kern="100" dirty="0">
                          <a:solidFill>
                            <a:srgbClr val="FF0000"/>
                          </a:solidFill>
                          <a:effectLst/>
                          <a:latin typeface="標楷體"/>
                          <a:ea typeface="超研澤粗楷"/>
                          <a:cs typeface="新細明體"/>
                        </a:rPr>
                        <a:t>15,872</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dirty="0">
                          <a:solidFill>
                            <a:srgbClr val="000000"/>
                          </a:solidFill>
                          <a:effectLst/>
                          <a:latin typeface="標楷體"/>
                          <a:ea typeface="超研澤粗楷"/>
                          <a:cs typeface="新細明體"/>
                        </a:rPr>
                        <a:t>8,007</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dirty="0">
                          <a:solidFill>
                            <a:srgbClr val="7030A0"/>
                          </a:solidFill>
                          <a:effectLst/>
                          <a:latin typeface="標楷體"/>
                          <a:ea typeface="超研澤粗楷"/>
                          <a:cs typeface="新細明體"/>
                        </a:rPr>
                        <a:t>8,584</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100" dirty="0">
                          <a:solidFill>
                            <a:srgbClr val="000000"/>
                          </a:solidFill>
                          <a:effectLst/>
                          <a:latin typeface="標楷體"/>
                          <a:ea typeface="超研澤粗楷"/>
                        </a:rPr>
                        <a:t>3,904</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b="1" kern="100" dirty="0">
                          <a:solidFill>
                            <a:srgbClr val="C00000"/>
                          </a:solidFill>
                          <a:effectLst/>
                          <a:latin typeface="標楷體"/>
                          <a:ea typeface="超研澤粗楷"/>
                          <a:cs typeface="新細明體"/>
                        </a:rPr>
                        <a:t>5,077</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100" dirty="0">
                          <a:solidFill>
                            <a:srgbClr val="C00000"/>
                          </a:solidFill>
                          <a:effectLst/>
                          <a:latin typeface="標楷體"/>
                          <a:ea typeface="超研澤粗楷"/>
                          <a:cs typeface="新細明體"/>
                        </a:rPr>
                        <a:t>4,501</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n-US" sz="1600" b="1" kern="100" dirty="0">
                          <a:solidFill>
                            <a:srgbClr val="000000"/>
                          </a:solidFill>
                          <a:effectLst/>
                          <a:latin typeface="標楷體"/>
                          <a:ea typeface="超研澤粗楷"/>
                        </a:rPr>
                        <a:t>55,582</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539801">
                <a:tc rowSpan="2">
                  <a:txBody>
                    <a:bodyPr/>
                    <a:lstStyle/>
                    <a:p>
                      <a:pPr algn="ctr">
                        <a:lnSpc>
                          <a:spcPts val="1200"/>
                        </a:lnSpc>
                        <a:spcAft>
                          <a:spcPts val="0"/>
                        </a:spcAft>
                      </a:pPr>
                      <a:r>
                        <a:rPr lang="zh-TW" sz="1600" b="1" kern="0" dirty="0">
                          <a:solidFill>
                            <a:srgbClr val="000000"/>
                          </a:solidFill>
                          <a:effectLst/>
                          <a:latin typeface="Times New Roman"/>
                          <a:ea typeface="標楷體"/>
                          <a:cs typeface="新細明體"/>
                        </a:rPr>
                        <a:t>比例</a:t>
                      </a:r>
                      <a:endParaRPr lang="zh-TW" sz="16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0">
                          <a:solidFill>
                            <a:srgbClr val="000000"/>
                          </a:solidFill>
                          <a:effectLst/>
                          <a:latin typeface="標楷體"/>
                          <a:ea typeface="超研澤粗楷"/>
                        </a:rPr>
                        <a:t>6.6%</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0">
                          <a:solidFill>
                            <a:srgbClr val="000000"/>
                          </a:solidFill>
                          <a:effectLst/>
                          <a:latin typeface="標楷體"/>
                          <a:ea typeface="超研澤粗楷"/>
                        </a:rPr>
                        <a:t>4.6%</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algn="ctr">
                        <a:lnSpc>
                          <a:spcPts val="1200"/>
                        </a:lnSpc>
                        <a:spcAft>
                          <a:spcPts val="0"/>
                        </a:spcAft>
                      </a:pPr>
                      <a:r>
                        <a:rPr lang="en-US" sz="1600" b="1" kern="0">
                          <a:solidFill>
                            <a:srgbClr val="000000"/>
                          </a:solidFill>
                          <a:effectLst/>
                          <a:latin typeface="標楷體"/>
                          <a:ea typeface="超研澤粗楷"/>
                        </a:rPr>
                        <a:t>6.1%</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nSpc>
                          <a:spcPts val="1200"/>
                        </a:lnSpc>
                        <a:spcAft>
                          <a:spcPts val="0"/>
                        </a:spcAft>
                      </a:pPr>
                      <a:r>
                        <a:rPr lang="en-US" sz="1600" b="1" kern="0">
                          <a:solidFill>
                            <a:srgbClr val="FF0000"/>
                          </a:solidFill>
                          <a:effectLst/>
                          <a:latin typeface="標楷體"/>
                          <a:ea typeface="超研澤粗楷"/>
                        </a:rPr>
                        <a:t>28.6%</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en-US" sz="1600" b="1" kern="0">
                          <a:solidFill>
                            <a:srgbClr val="000000"/>
                          </a:solidFill>
                          <a:effectLst/>
                          <a:latin typeface="標楷體"/>
                          <a:ea typeface="超研澤粗楷"/>
                        </a:rPr>
                        <a:t>14.4%</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en-US" sz="1600" b="1" kern="0">
                          <a:solidFill>
                            <a:srgbClr val="7030A0"/>
                          </a:solidFill>
                          <a:effectLst/>
                          <a:latin typeface="標楷體"/>
                          <a:ea typeface="超研澤粗楷"/>
                        </a:rPr>
                        <a:t>15.4%</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en-US" sz="1600" b="1" kern="0">
                          <a:solidFill>
                            <a:srgbClr val="000000"/>
                          </a:solidFill>
                          <a:effectLst/>
                          <a:latin typeface="標楷體"/>
                          <a:ea typeface="超研澤粗楷"/>
                        </a:rPr>
                        <a:t>7.1%</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600" b="1" kern="0">
                          <a:solidFill>
                            <a:srgbClr val="C00000"/>
                          </a:solidFill>
                          <a:effectLst/>
                          <a:latin typeface="標楷體"/>
                          <a:ea typeface="超研澤粗楷"/>
                        </a:rPr>
                        <a:t>9.1%</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200"/>
                        </a:lnSpc>
                        <a:spcAft>
                          <a:spcPts val="0"/>
                        </a:spcAft>
                      </a:pPr>
                      <a:r>
                        <a:rPr lang="en-US" sz="1600" b="1" kern="0" dirty="0">
                          <a:solidFill>
                            <a:srgbClr val="C00000"/>
                          </a:solidFill>
                          <a:effectLst/>
                          <a:latin typeface="標楷體"/>
                          <a:ea typeface="超研澤粗楷"/>
                        </a:rPr>
                        <a:t>8.1%</a:t>
                      </a:r>
                      <a:endParaRPr lang="zh-TW" sz="1600"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algn="r">
                        <a:spcAft>
                          <a:spcPts val="0"/>
                        </a:spcAft>
                      </a:pPr>
                      <a:r>
                        <a:rPr lang="en-US" sz="1600" kern="100" dirty="0">
                          <a:solidFill>
                            <a:srgbClr val="000000"/>
                          </a:solidFill>
                          <a:effectLst/>
                          <a:latin typeface="標楷體"/>
                          <a:ea typeface="超研澤粗楷"/>
                          <a:cs typeface="新細明體"/>
                        </a:rPr>
                        <a:t> </a:t>
                      </a:r>
                      <a:endParaRPr lang="zh-TW" sz="1600"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502410">
                <a:tc vMerge="1">
                  <a:txBody>
                    <a:bodyPr/>
                    <a:lstStyle/>
                    <a:p>
                      <a:endParaRPr lang="zh-TW" altLang="en-US"/>
                    </a:p>
                  </a:txBody>
                  <a:tcPr/>
                </a:tc>
                <a:tc gridSpan="2">
                  <a:txBody>
                    <a:bodyPr/>
                    <a:lstStyle/>
                    <a:p>
                      <a:pPr algn="ctr">
                        <a:lnSpc>
                          <a:spcPts val="1200"/>
                        </a:lnSpc>
                        <a:spcAft>
                          <a:spcPts val="0"/>
                        </a:spcAft>
                      </a:pPr>
                      <a:r>
                        <a:rPr lang="en-US" sz="1600" b="1" kern="0">
                          <a:solidFill>
                            <a:srgbClr val="000000"/>
                          </a:solidFill>
                          <a:effectLst/>
                          <a:latin typeface="標楷體"/>
                          <a:ea typeface="超研澤粗楷"/>
                        </a:rPr>
                        <a:t>11.2%</a:t>
                      </a:r>
                      <a:endParaRPr lang="zh-TW" sz="1600"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algn="ctr">
                        <a:lnSpc>
                          <a:spcPts val="1200"/>
                        </a:lnSpc>
                        <a:spcAft>
                          <a:spcPts val="0"/>
                        </a:spcAft>
                      </a:pPr>
                      <a:r>
                        <a:rPr lang="en-US" sz="1600" b="1" kern="0" dirty="0">
                          <a:solidFill>
                            <a:srgbClr val="C00000"/>
                          </a:solidFill>
                          <a:effectLst/>
                          <a:latin typeface="標楷體"/>
                          <a:ea typeface="超研澤粗楷"/>
                        </a:rPr>
                        <a:t>17.2%</a:t>
                      </a:r>
                      <a:endParaRPr lang="zh-TW" sz="1600"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vMerge="1">
                  <a:txBody>
                    <a:bodyPr/>
                    <a:lstStyle/>
                    <a:p>
                      <a:endParaRPr lang="zh-TW" altLang="en-US"/>
                    </a:p>
                  </a:txBody>
                  <a:tcPr/>
                </a:tc>
                <a:extLst>
                  <a:ext uri="{0D108BD9-81ED-4DB2-BD59-A6C34878D82A}">
                    <a16:rowId xmlns:a16="http://schemas.microsoft.com/office/drawing/2014/main" val="10005"/>
                  </a:ext>
                </a:extLst>
              </a:tr>
            </a:tbl>
          </a:graphicData>
        </a:graphic>
      </p:graphicFrame>
      <p:sp>
        <p:nvSpPr>
          <p:cNvPr id="6" name="矩形 5"/>
          <p:cNvSpPr/>
          <p:nvPr/>
        </p:nvSpPr>
        <p:spPr bwMode="auto">
          <a:xfrm>
            <a:off x="611560" y="1268760"/>
            <a:ext cx="698376" cy="338336"/>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400" b="0" i="0" u="none" strike="noStrike" kern="120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年齡</a:t>
            </a:r>
          </a:p>
        </p:txBody>
      </p:sp>
    </p:spTree>
    <p:extLst>
      <p:ext uri="{BB962C8B-B14F-4D97-AF65-F5344CB8AC3E}">
        <p14:creationId xmlns:p14="http://schemas.microsoft.com/office/powerpoint/2010/main" val="178274651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251520" y="188640"/>
            <a:ext cx="8382000" cy="563562"/>
          </a:xfrm>
        </p:spPr>
        <p:txBody>
          <a:bodyPr/>
          <a:lstStyle/>
          <a:p>
            <a:r>
              <a:rPr lang="en-US" altLang="zh-TW" sz="3200" dirty="0">
                <a:latin typeface="華康隸書體W7" panose="02010609010101010101" pitchFamily="49" charset="-120"/>
                <a:ea typeface="華康隸書體W7" panose="02010609010101010101" pitchFamily="49" charset="-120"/>
              </a:rPr>
              <a:t>2.</a:t>
            </a:r>
            <a:r>
              <a:rPr lang="zh-TW" altLang="en-US" sz="3200" dirty="0">
                <a:latin typeface="華康隸書體W7" panose="02010609010101010101" pitchFamily="49" charset="-120"/>
                <a:ea typeface="華康隸書體W7" panose="02010609010101010101" pitchFamily="49" charset="-120"/>
              </a:rPr>
              <a:t>大旗艦社區老人及兒童人口數</a:t>
            </a:r>
            <a:br>
              <a:rPr lang="zh-TW" altLang="en-US" dirty="0">
                <a:latin typeface="華康隸書體W7" panose="02010609010101010101" pitchFamily="49" charset="-120"/>
                <a:ea typeface="華康隸書體W7" panose="02010609010101010101" pitchFamily="49" charset="-120"/>
              </a:rPr>
            </a:br>
            <a:endParaRPr lang="zh-TW" altLang="en-US" dirty="0">
              <a:latin typeface="華康隸書體W7" panose="02010609010101010101" pitchFamily="49" charset="-120"/>
              <a:ea typeface="華康隸書體W7" panose="02010609010101010101" pitchFamily="49" charset="-120"/>
            </a:endParaRPr>
          </a:p>
        </p:txBody>
      </p:sp>
      <p:graphicFrame>
        <p:nvGraphicFramePr>
          <p:cNvPr id="5" name="內容版面配置區 4"/>
          <p:cNvGraphicFramePr>
            <a:graphicFrameLocks noGrp="1"/>
          </p:cNvGraphicFramePr>
          <p:nvPr>
            <p:ph idx="1"/>
          </p:nvPr>
        </p:nvGraphicFramePr>
        <p:xfrm>
          <a:off x="1187624" y="1124744"/>
          <a:ext cx="5737224" cy="2304415"/>
        </p:xfrm>
        <a:graphic>
          <a:graphicData uri="http://schemas.openxmlformats.org/drawingml/2006/table">
            <a:tbl>
              <a:tblPr firstRow="1" firstCol="1" bandRow="1"/>
              <a:tblGrid>
                <a:gridCol w="1261096">
                  <a:extLst>
                    <a:ext uri="{9D8B030D-6E8A-4147-A177-3AD203B41FA5}">
                      <a16:colId xmlns:a16="http://schemas.microsoft.com/office/drawing/2014/main" val="20000"/>
                    </a:ext>
                  </a:extLst>
                </a:gridCol>
                <a:gridCol w="1077398">
                  <a:extLst>
                    <a:ext uri="{9D8B030D-6E8A-4147-A177-3AD203B41FA5}">
                      <a16:colId xmlns:a16="http://schemas.microsoft.com/office/drawing/2014/main" val="20001"/>
                    </a:ext>
                  </a:extLst>
                </a:gridCol>
                <a:gridCol w="1439709">
                  <a:extLst>
                    <a:ext uri="{9D8B030D-6E8A-4147-A177-3AD203B41FA5}">
                      <a16:colId xmlns:a16="http://schemas.microsoft.com/office/drawing/2014/main" val="20002"/>
                    </a:ext>
                  </a:extLst>
                </a:gridCol>
                <a:gridCol w="1959021">
                  <a:extLst>
                    <a:ext uri="{9D8B030D-6E8A-4147-A177-3AD203B41FA5}">
                      <a16:colId xmlns:a16="http://schemas.microsoft.com/office/drawing/2014/main" val="20003"/>
                    </a:ext>
                  </a:extLst>
                </a:gridCol>
              </a:tblGrid>
              <a:tr h="508000">
                <a:tc>
                  <a:txBody>
                    <a:bodyPr/>
                    <a:lstStyle/>
                    <a:p>
                      <a:pPr algn="ctr">
                        <a:spcAft>
                          <a:spcPts val="0"/>
                        </a:spcAft>
                      </a:pPr>
                      <a:r>
                        <a:rPr lang="zh-TW" sz="1600" kern="100" dirty="0">
                          <a:effectLst/>
                          <a:latin typeface="Times New Roman"/>
                          <a:ea typeface="標楷體"/>
                        </a:rPr>
                        <a:t>大旗艦社區</a:t>
                      </a:r>
                      <a:endParaRPr lang="zh-TW" sz="1600"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600" kern="100">
                          <a:effectLst/>
                          <a:latin typeface="Times New Roman"/>
                          <a:ea typeface="標楷體"/>
                        </a:rPr>
                        <a:t>總人口數</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超研澤粗楷"/>
                        </a:rPr>
                        <a:t>65</a:t>
                      </a:r>
                      <a:r>
                        <a:rPr lang="zh-TW" sz="1600" kern="100">
                          <a:effectLst/>
                          <a:latin typeface="Times New Roman"/>
                          <a:ea typeface="標楷體"/>
                        </a:rPr>
                        <a:t>歲以上老人</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600" kern="100">
                          <a:effectLst/>
                          <a:latin typeface="Times New Roman"/>
                          <a:ea typeface="標楷體"/>
                        </a:rPr>
                        <a:t>佔總人口數百分比</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59715">
                <a:tc>
                  <a:txBody>
                    <a:bodyPr/>
                    <a:lstStyle/>
                    <a:p>
                      <a:pPr>
                        <a:spcAft>
                          <a:spcPts val="0"/>
                        </a:spcAft>
                      </a:pPr>
                      <a:r>
                        <a:rPr lang="zh-TW" sz="1600" kern="100">
                          <a:effectLst/>
                          <a:latin typeface="Times New Roman"/>
                          <a:ea typeface="標楷體"/>
                        </a:rPr>
                        <a:t>富州社區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705</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192</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27.2</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8920">
                <a:tc>
                  <a:txBody>
                    <a:bodyPr/>
                    <a:lstStyle/>
                    <a:p>
                      <a:pPr>
                        <a:spcAft>
                          <a:spcPts val="0"/>
                        </a:spcAft>
                      </a:pPr>
                      <a:r>
                        <a:rPr lang="zh-TW" sz="1600" kern="100">
                          <a:effectLst/>
                          <a:latin typeface="Times New Roman"/>
                          <a:ea typeface="標楷體"/>
                        </a:rPr>
                        <a:t>山崇社區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2,150</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274</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12.7</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59715">
                <a:tc>
                  <a:txBody>
                    <a:bodyPr/>
                    <a:lstStyle/>
                    <a:p>
                      <a:pPr>
                        <a:spcAft>
                          <a:spcPts val="0"/>
                        </a:spcAft>
                      </a:pPr>
                      <a:r>
                        <a:rPr lang="zh-TW" sz="1600" kern="100">
                          <a:effectLst/>
                          <a:latin typeface="Times New Roman"/>
                          <a:ea typeface="標楷體"/>
                        </a:rPr>
                        <a:t>延正社區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1,972</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366</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18.6</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48920">
                <a:tc>
                  <a:txBody>
                    <a:bodyPr/>
                    <a:lstStyle/>
                    <a:p>
                      <a:pPr>
                        <a:spcAft>
                          <a:spcPts val="0"/>
                        </a:spcAft>
                      </a:pPr>
                      <a:r>
                        <a:rPr lang="zh-TW" sz="1600" kern="100">
                          <a:effectLst/>
                          <a:latin typeface="Times New Roman"/>
                          <a:ea typeface="標楷體"/>
                        </a:rPr>
                        <a:t>延平社區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3,469</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574</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16.6</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59715">
                <a:tc>
                  <a:txBody>
                    <a:bodyPr/>
                    <a:lstStyle/>
                    <a:p>
                      <a:pPr>
                        <a:spcAft>
                          <a:spcPts val="0"/>
                        </a:spcAft>
                      </a:pPr>
                      <a:r>
                        <a:rPr lang="zh-TW" sz="1600" kern="100">
                          <a:effectLst/>
                          <a:latin typeface="Times New Roman"/>
                          <a:ea typeface="標楷體"/>
                        </a:rPr>
                        <a:t>竹山社區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2,407</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477</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19.8</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59715">
                <a:tc>
                  <a:txBody>
                    <a:bodyPr/>
                    <a:lstStyle/>
                    <a:p>
                      <a:pPr>
                        <a:spcAft>
                          <a:spcPts val="0"/>
                        </a:spcAft>
                      </a:pPr>
                      <a:r>
                        <a:rPr lang="zh-TW" sz="1600" kern="100">
                          <a:effectLst/>
                          <a:latin typeface="Times New Roman"/>
                          <a:ea typeface="標楷體"/>
                        </a:rPr>
                        <a:t>中崎社區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1,585</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268</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16.9</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59715">
                <a:tc>
                  <a:txBody>
                    <a:bodyPr/>
                    <a:lstStyle/>
                    <a:p>
                      <a:pPr>
                        <a:spcAft>
                          <a:spcPts val="0"/>
                        </a:spcAft>
                      </a:pPr>
                      <a:r>
                        <a:rPr lang="zh-TW" sz="1600" kern="100">
                          <a:effectLst/>
                          <a:latin typeface="Times New Roman"/>
                          <a:ea typeface="標楷體"/>
                        </a:rPr>
                        <a:t>總計</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12,288</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2,151</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dirty="0">
                          <a:effectLst/>
                          <a:latin typeface="標楷體"/>
                          <a:ea typeface="超研澤粗楷"/>
                        </a:rPr>
                        <a:t>100</a:t>
                      </a:r>
                      <a:r>
                        <a:rPr lang="zh-TW" sz="1600" kern="100" dirty="0">
                          <a:effectLst/>
                          <a:latin typeface="Times New Roman"/>
                          <a:ea typeface="標楷體"/>
                        </a:rPr>
                        <a:t>％</a:t>
                      </a:r>
                      <a:endParaRPr lang="zh-TW" sz="16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graphicFrame>
        <p:nvGraphicFramePr>
          <p:cNvPr id="6" name="表格 5"/>
          <p:cNvGraphicFramePr>
            <a:graphicFrameLocks noGrp="1"/>
          </p:cNvGraphicFramePr>
          <p:nvPr/>
        </p:nvGraphicFramePr>
        <p:xfrm>
          <a:off x="1115616" y="3789040"/>
          <a:ext cx="5737224" cy="2304415"/>
        </p:xfrm>
        <a:graphic>
          <a:graphicData uri="http://schemas.openxmlformats.org/drawingml/2006/table">
            <a:tbl>
              <a:tblPr firstRow="1" firstCol="1" bandRow="1"/>
              <a:tblGrid>
                <a:gridCol w="1261096">
                  <a:extLst>
                    <a:ext uri="{9D8B030D-6E8A-4147-A177-3AD203B41FA5}">
                      <a16:colId xmlns:a16="http://schemas.microsoft.com/office/drawing/2014/main" val="20000"/>
                    </a:ext>
                  </a:extLst>
                </a:gridCol>
                <a:gridCol w="1077398">
                  <a:extLst>
                    <a:ext uri="{9D8B030D-6E8A-4147-A177-3AD203B41FA5}">
                      <a16:colId xmlns:a16="http://schemas.microsoft.com/office/drawing/2014/main" val="20001"/>
                    </a:ext>
                  </a:extLst>
                </a:gridCol>
                <a:gridCol w="1439709">
                  <a:extLst>
                    <a:ext uri="{9D8B030D-6E8A-4147-A177-3AD203B41FA5}">
                      <a16:colId xmlns:a16="http://schemas.microsoft.com/office/drawing/2014/main" val="20002"/>
                    </a:ext>
                  </a:extLst>
                </a:gridCol>
                <a:gridCol w="1959021">
                  <a:extLst>
                    <a:ext uri="{9D8B030D-6E8A-4147-A177-3AD203B41FA5}">
                      <a16:colId xmlns:a16="http://schemas.microsoft.com/office/drawing/2014/main" val="20003"/>
                    </a:ext>
                  </a:extLst>
                </a:gridCol>
              </a:tblGrid>
              <a:tr h="508000">
                <a:tc>
                  <a:txBody>
                    <a:bodyPr/>
                    <a:lstStyle/>
                    <a:p>
                      <a:pPr algn="ctr">
                        <a:spcAft>
                          <a:spcPts val="0"/>
                        </a:spcAft>
                      </a:pPr>
                      <a:r>
                        <a:rPr lang="zh-TW" sz="1600" kern="100" dirty="0">
                          <a:effectLst/>
                          <a:latin typeface="Times New Roman"/>
                          <a:ea typeface="標楷體"/>
                        </a:rPr>
                        <a:t>大旗艦社區</a:t>
                      </a:r>
                      <a:endParaRPr lang="zh-TW" sz="1600"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600" kern="100">
                          <a:effectLst/>
                          <a:latin typeface="Times New Roman"/>
                          <a:ea typeface="標楷體"/>
                        </a:rPr>
                        <a:t>總人口數</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超研澤粗楷"/>
                        </a:rPr>
                        <a:t>5-9</a:t>
                      </a:r>
                      <a:r>
                        <a:rPr lang="zh-TW" sz="1600" kern="100">
                          <a:effectLst/>
                          <a:latin typeface="Times New Roman"/>
                          <a:ea typeface="標楷體"/>
                        </a:rPr>
                        <a:t>歲兒童人口數</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600" kern="100">
                          <a:effectLst/>
                          <a:latin typeface="Times New Roman"/>
                          <a:ea typeface="標楷體"/>
                        </a:rPr>
                        <a:t>佔總人口數百分比</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59715">
                <a:tc>
                  <a:txBody>
                    <a:bodyPr/>
                    <a:lstStyle/>
                    <a:p>
                      <a:pPr>
                        <a:spcAft>
                          <a:spcPts val="0"/>
                        </a:spcAft>
                      </a:pPr>
                      <a:r>
                        <a:rPr lang="zh-TW" sz="1600" kern="100">
                          <a:effectLst/>
                          <a:latin typeface="Times New Roman"/>
                          <a:ea typeface="標楷體"/>
                        </a:rPr>
                        <a:t>富州社區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705</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16</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22.7</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8920">
                <a:tc>
                  <a:txBody>
                    <a:bodyPr/>
                    <a:lstStyle/>
                    <a:p>
                      <a:pPr>
                        <a:spcAft>
                          <a:spcPts val="0"/>
                        </a:spcAft>
                      </a:pPr>
                      <a:r>
                        <a:rPr lang="zh-TW" sz="1600" kern="100">
                          <a:effectLst/>
                          <a:latin typeface="Times New Roman"/>
                          <a:ea typeface="標楷體"/>
                        </a:rPr>
                        <a:t>山崇社區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2,150</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67</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31.2</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59715">
                <a:tc>
                  <a:txBody>
                    <a:bodyPr/>
                    <a:lstStyle/>
                    <a:p>
                      <a:pPr>
                        <a:spcAft>
                          <a:spcPts val="0"/>
                        </a:spcAft>
                      </a:pPr>
                      <a:r>
                        <a:rPr lang="zh-TW" sz="1600" kern="100">
                          <a:effectLst/>
                          <a:latin typeface="Times New Roman"/>
                          <a:ea typeface="標楷體"/>
                        </a:rPr>
                        <a:t>延正社區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1,972</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49</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24.8</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48920">
                <a:tc>
                  <a:txBody>
                    <a:bodyPr/>
                    <a:lstStyle/>
                    <a:p>
                      <a:pPr>
                        <a:spcAft>
                          <a:spcPts val="0"/>
                        </a:spcAft>
                      </a:pPr>
                      <a:r>
                        <a:rPr lang="zh-TW" sz="1600" kern="100">
                          <a:effectLst/>
                          <a:latin typeface="Times New Roman"/>
                          <a:ea typeface="標楷體"/>
                        </a:rPr>
                        <a:t>延平社區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3,469</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100</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dirty="0">
                          <a:effectLst/>
                          <a:latin typeface="標楷體"/>
                          <a:ea typeface="超研澤粗楷"/>
                        </a:rPr>
                        <a:t>28.8</a:t>
                      </a:r>
                      <a:r>
                        <a:rPr lang="zh-TW" sz="1600" kern="100" dirty="0">
                          <a:effectLst/>
                          <a:latin typeface="Times New Roman"/>
                          <a:ea typeface="標楷體"/>
                        </a:rPr>
                        <a:t>％</a:t>
                      </a:r>
                      <a:endParaRPr lang="zh-TW" sz="16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59715">
                <a:tc>
                  <a:txBody>
                    <a:bodyPr/>
                    <a:lstStyle/>
                    <a:p>
                      <a:pPr>
                        <a:spcAft>
                          <a:spcPts val="0"/>
                        </a:spcAft>
                      </a:pPr>
                      <a:r>
                        <a:rPr lang="zh-TW" sz="1600" kern="100">
                          <a:effectLst/>
                          <a:latin typeface="Times New Roman"/>
                          <a:ea typeface="標楷體"/>
                        </a:rPr>
                        <a:t>竹山社區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2,407</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83</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34.5</a:t>
                      </a:r>
                      <a:r>
                        <a:rPr lang="zh-TW" sz="1600" kern="100">
                          <a:effectLst/>
                          <a:latin typeface="Times New Roman"/>
                          <a:ea typeface="標楷體"/>
                        </a:rPr>
                        <a:t>％</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59715">
                <a:tc>
                  <a:txBody>
                    <a:bodyPr/>
                    <a:lstStyle/>
                    <a:p>
                      <a:pPr>
                        <a:spcAft>
                          <a:spcPts val="0"/>
                        </a:spcAft>
                      </a:pPr>
                      <a:r>
                        <a:rPr lang="zh-TW" sz="1600" kern="100">
                          <a:effectLst/>
                          <a:latin typeface="Times New Roman"/>
                          <a:ea typeface="標楷體"/>
                        </a:rPr>
                        <a:t>中崎社區</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1,585</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47</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dirty="0">
                          <a:effectLst/>
                          <a:latin typeface="標楷體"/>
                          <a:ea typeface="超研澤粗楷"/>
                        </a:rPr>
                        <a:t>29.7</a:t>
                      </a:r>
                      <a:r>
                        <a:rPr lang="zh-TW" sz="1600" kern="100" dirty="0">
                          <a:effectLst/>
                          <a:latin typeface="Times New Roman"/>
                          <a:ea typeface="標楷體"/>
                        </a:rPr>
                        <a:t>％</a:t>
                      </a:r>
                      <a:endParaRPr lang="zh-TW" sz="16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59715">
                <a:tc>
                  <a:txBody>
                    <a:bodyPr/>
                    <a:lstStyle/>
                    <a:p>
                      <a:pPr>
                        <a:spcAft>
                          <a:spcPts val="0"/>
                        </a:spcAft>
                      </a:pPr>
                      <a:r>
                        <a:rPr lang="zh-TW" sz="1600" kern="100">
                          <a:effectLst/>
                          <a:latin typeface="Times New Roman"/>
                          <a:ea typeface="標楷體"/>
                        </a:rPr>
                        <a:t>總計</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12,288</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a:effectLst/>
                          <a:latin typeface="標楷體"/>
                          <a:ea typeface="超研澤粗楷"/>
                        </a:rPr>
                        <a:t>362</a:t>
                      </a:r>
                      <a:endParaRPr lang="zh-TW" sz="16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1600" kern="100" dirty="0">
                          <a:effectLst/>
                          <a:latin typeface="標楷體"/>
                          <a:ea typeface="超研澤粗楷"/>
                        </a:rPr>
                        <a:t>100</a:t>
                      </a:r>
                      <a:r>
                        <a:rPr lang="zh-TW" sz="1600" kern="100" dirty="0">
                          <a:effectLst/>
                          <a:latin typeface="Times New Roman"/>
                          <a:ea typeface="標楷體"/>
                        </a:rPr>
                        <a:t>％</a:t>
                      </a:r>
                      <a:endParaRPr lang="zh-TW" sz="16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pic>
        <p:nvPicPr>
          <p:cNvPr id="7" name="圖片 6"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36296" y="4869160"/>
            <a:ext cx="1708343" cy="1963791"/>
          </a:xfrm>
          <a:prstGeom prst="rect">
            <a:avLst/>
          </a:prstGeom>
          <a:noFill/>
          <a:ln>
            <a:noFill/>
          </a:ln>
        </p:spPr>
      </p:pic>
    </p:spTree>
    <p:extLst>
      <p:ext uri="{BB962C8B-B14F-4D97-AF65-F5344CB8AC3E}">
        <p14:creationId xmlns:p14="http://schemas.microsoft.com/office/powerpoint/2010/main" val="30593071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華康隸書體W7" panose="02010609010101010101" pitchFamily="49" charset="-120"/>
                <a:ea typeface="華康隸書體W7" panose="02010609010101010101" pitchFamily="49" charset="-120"/>
              </a:rPr>
              <a:t>3.</a:t>
            </a:r>
            <a:r>
              <a:rPr lang="zh-TW" altLang="en-US" dirty="0">
                <a:latin typeface="華康隸書體W7" panose="02010609010101010101" pitchFamily="49" charset="-120"/>
                <a:ea typeface="華康隸書體W7" panose="02010609010101010101" pitchFamily="49" charset="-120"/>
              </a:rPr>
              <a:t>竹山鎮新住民人口國籍統計表</a:t>
            </a:r>
          </a:p>
        </p:txBody>
      </p:sp>
      <p:graphicFrame>
        <p:nvGraphicFramePr>
          <p:cNvPr id="5" name="表格 4"/>
          <p:cNvGraphicFramePr>
            <a:graphicFrameLocks noGrp="1"/>
          </p:cNvGraphicFramePr>
          <p:nvPr/>
        </p:nvGraphicFramePr>
        <p:xfrm>
          <a:off x="179509" y="1628800"/>
          <a:ext cx="8424946" cy="2592288"/>
        </p:xfrm>
        <a:graphic>
          <a:graphicData uri="http://schemas.openxmlformats.org/drawingml/2006/table">
            <a:tbl>
              <a:tblPr firstRow="1" firstCol="1" bandRow="1" bandCol="1"/>
              <a:tblGrid>
                <a:gridCol w="504059">
                  <a:extLst>
                    <a:ext uri="{9D8B030D-6E8A-4147-A177-3AD203B41FA5}">
                      <a16:colId xmlns:a16="http://schemas.microsoft.com/office/drawing/2014/main" val="20000"/>
                    </a:ext>
                  </a:extLst>
                </a:gridCol>
                <a:gridCol w="504056">
                  <a:extLst>
                    <a:ext uri="{9D8B030D-6E8A-4147-A177-3AD203B41FA5}">
                      <a16:colId xmlns:a16="http://schemas.microsoft.com/office/drawing/2014/main" val="20001"/>
                    </a:ext>
                  </a:extLst>
                </a:gridCol>
                <a:gridCol w="432048">
                  <a:extLst>
                    <a:ext uri="{9D8B030D-6E8A-4147-A177-3AD203B41FA5}">
                      <a16:colId xmlns:a16="http://schemas.microsoft.com/office/drawing/2014/main" val="20002"/>
                    </a:ext>
                  </a:extLst>
                </a:gridCol>
                <a:gridCol w="439489">
                  <a:extLst>
                    <a:ext uri="{9D8B030D-6E8A-4147-A177-3AD203B41FA5}">
                      <a16:colId xmlns:a16="http://schemas.microsoft.com/office/drawing/2014/main" val="20003"/>
                    </a:ext>
                  </a:extLst>
                </a:gridCol>
                <a:gridCol w="406834">
                  <a:extLst>
                    <a:ext uri="{9D8B030D-6E8A-4147-A177-3AD203B41FA5}">
                      <a16:colId xmlns:a16="http://schemas.microsoft.com/office/drawing/2014/main" val="20004"/>
                    </a:ext>
                  </a:extLst>
                </a:gridCol>
                <a:gridCol w="406018">
                  <a:extLst>
                    <a:ext uri="{9D8B030D-6E8A-4147-A177-3AD203B41FA5}">
                      <a16:colId xmlns:a16="http://schemas.microsoft.com/office/drawing/2014/main" val="20005"/>
                    </a:ext>
                  </a:extLst>
                </a:gridCol>
                <a:gridCol w="406834">
                  <a:extLst>
                    <a:ext uri="{9D8B030D-6E8A-4147-A177-3AD203B41FA5}">
                      <a16:colId xmlns:a16="http://schemas.microsoft.com/office/drawing/2014/main" val="20006"/>
                    </a:ext>
                  </a:extLst>
                </a:gridCol>
                <a:gridCol w="406018">
                  <a:extLst>
                    <a:ext uri="{9D8B030D-6E8A-4147-A177-3AD203B41FA5}">
                      <a16:colId xmlns:a16="http://schemas.microsoft.com/office/drawing/2014/main" val="20007"/>
                    </a:ext>
                  </a:extLst>
                </a:gridCol>
                <a:gridCol w="406834">
                  <a:extLst>
                    <a:ext uri="{9D8B030D-6E8A-4147-A177-3AD203B41FA5}">
                      <a16:colId xmlns:a16="http://schemas.microsoft.com/office/drawing/2014/main" val="20008"/>
                    </a:ext>
                  </a:extLst>
                </a:gridCol>
                <a:gridCol w="406834">
                  <a:extLst>
                    <a:ext uri="{9D8B030D-6E8A-4147-A177-3AD203B41FA5}">
                      <a16:colId xmlns:a16="http://schemas.microsoft.com/office/drawing/2014/main" val="20009"/>
                    </a:ext>
                  </a:extLst>
                </a:gridCol>
                <a:gridCol w="406018">
                  <a:extLst>
                    <a:ext uri="{9D8B030D-6E8A-4147-A177-3AD203B41FA5}">
                      <a16:colId xmlns:a16="http://schemas.microsoft.com/office/drawing/2014/main" val="20010"/>
                    </a:ext>
                  </a:extLst>
                </a:gridCol>
                <a:gridCol w="406834">
                  <a:extLst>
                    <a:ext uri="{9D8B030D-6E8A-4147-A177-3AD203B41FA5}">
                      <a16:colId xmlns:a16="http://schemas.microsoft.com/office/drawing/2014/main" val="20011"/>
                    </a:ext>
                  </a:extLst>
                </a:gridCol>
                <a:gridCol w="406018">
                  <a:extLst>
                    <a:ext uri="{9D8B030D-6E8A-4147-A177-3AD203B41FA5}">
                      <a16:colId xmlns:a16="http://schemas.microsoft.com/office/drawing/2014/main" val="20012"/>
                    </a:ext>
                  </a:extLst>
                </a:gridCol>
                <a:gridCol w="406834">
                  <a:extLst>
                    <a:ext uri="{9D8B030D-6E8A-4147-A177-3AD203B41FA5}">
                      <a16:colId xmlns:a16="http://schemas.microsoft.com/office/drawing/2014/main" val="20013"/>
                    </a:ext>
                  </a:extLst>
                </a:gridCol>
                <a:gridCol w="406018">
                  <a:extLst>
                    <a:ext uri="{9D8B030D-6E8A-4147-A177-3AD203B41FA5}">
                      <a16:colId xmlns:a16="http://schemas.microsoft.com/office/drawing/2014/main" val="20014"/>
                    </a:ext>
                  </a:extLst>
                </a:gridCol>
                <a:gridCol w="406834">
                  <a:extLst>
                    <a:ext uri="{9D8B030D-6E8A-4147-A177-3AD203B41FA5}">
                      <a16:colId xmlns:a16="http://schemas.microsoft.com/office/drawing/2014/main" val="20015"/>
                    </a:ext>
                  </a:extLst>
                </a:gridCol>
                <a:gridCol w="406018">
                  <a:extLst>
                    <a:ext uri="{9D8B030D-6E8A-4147-A177-3AD203B41FA5}">
                      <a16:colId xmlns:a16="http://schemas.microsoft.com/office/drawing/2014/main" val="20016"/>
                    </a:ext>
                  </a:extLst>
                </a:gridCol>
                <a:gridCol w="325957">
                  <a:extLst>
                    <a:ext uri="{9D8B030D-6E8A-4147-A177-3AD203B41FA5}">
                      <a16:colId xmlns:a16="http://schemas.microsoft.com/office/drawing/2014/main" val="20017"/>
                    </a:ext>
                  </a:extLst>
                </a:gridCol>
                <a:gridCol w="365170">
                  <a:extLst>
                    <a:ext uri="{9D8B030D-6E8A-4147-A177-3AD203B41FA5}">
                      <a16:colId xmlns:a16="http://schemas.microsoft.com/office/drawing/2014/main" val="20018"/>
                    </a:ext>
                  </a:extLst>
                </a:gridCol>
                <a:gridCol w="570221">
                  <a:extLst>
                    <a:ext uri="{9D8B030D-6E8A-4147-A177-3AD203B41FA5}">
                      <a16:colId xmlns:a16="http://schemas.microsoft.com/office/drawing/2014/main" val="20019"/>
                    </a:ext>
                  </a:extLst>
                </a:gridCol>
              </a:tblGrid>
              <a:tr h="1704717">
                <a:tc>
                  <a:txBody>
                    <a:bodyPr/>
                    <a:lstStyle/>
                    <a:p>
                      <a:pPr algn="ctr">
                        <a:spcAft>
                          <a:spcPts val="0"/>
                        </a:spcAft>
                      </a:pPr>
                      <a:r>
                        <a:rPr lang="zh-TW" sz="2000" b="1" kern="0" dirty="0">
                          <a:effectLst/>
                          <a:latin typeface="Times New Roman"/>
                          <a:ea typeface="標楷體"/>
                          <a:cs typeface="新細明體"/>
                        </a:rPr>
                        <a:t>年度</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solidFill>
                            <a:srgbClr val="FF0000"/>
                          </a:solidFill>
                          <a:effectLst/>
                          <a:latin typeface="Times New Roman"/>
                          <a:ea typeface="標楷體"/>
                          <a:cs typeface="新細明體"/>
                        </a:rPr>
                        <a:t>大陸</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solidFill>
                            <a:srgbClr val="C00000"/>
                          </a:solidFill>
                          <a:effectLst/>
                          <a:latin typeface="Times New Roman"/>
                          <a:ea typeface="標楷體"/>
                          <a:cs typeface="新細明體"/>
                        </a:rPr>
                        <a:t>越 南</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solidFill>
                            <a:srgbClr val="7030A0"/>
                          </a:solidFill>
                          <a:effectLst/>
                          <a:latin typeface="Times New Roman"/>
                          <a:ea typeface="標楷體"/>
                          <a:cs typeface="新細明體"/>
                        </a:rPr>
                        <a:t>印尼</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effectLst/>
                          <a:latin typeface="Times New Roman"/>
                          <a:ea typeface="標楷體"/>
                          <a:cs typeface="新細明體"/>
                        </a:rPr>
                        <a:t>柬埔寨</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effectLst/>
                          <a:latin typeface="Times New Roman"/>
                          <a:ea typeface="標楷體"/>
                          <a:cs typeface="新細明體"/>
                        </a:rPr>
                        <a:t>泰國</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zh-TW" sz="2000" b="1" kern="0" dirty="0">
                          <a:effectLst/>
                          <a:latin typeface="Times New Roman"/>
                          <a:ea typeface="標楷體"/>
                          <a:cs typeface="新細明體"/>
                        </a:rPr>
                        <a:t>菲律賓</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effectLst/>
                          <a:latin typeface="Times New Roman"/>
                          <a:ea typeface="標楷體"/>
                          <a:cs typeface="新細明體"/>
                        </a:rPr>
                        <a:t>馬來西亞</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effectLst/>
                          <a:latin typeface="Times New Roman"/>
                          <a:ea typeface="標楷體"/>
                          <a:cs typeface="新細明體"/>
                        </a:rPr>
                        <a:t>日本</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effectLst/>
                          <a:latin typeface="Times New Roman"/>
                          <a:ea typeface="標楷體"/>
                          <a:cs typeface="新細明體"/>
                        </a:rPr>
                        <a:t>德國</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effectLst/>
                          <a:latin typeface="Times New Roman"/>
                          <a:ea typeface="標楷體"/>
                          <a:cs typeface="新細明體"/>
                        </a:rPr>
                        <a:t>緬甸</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effectLst/>
                          <a:latin typeface="Times New Roman"/>
                          <a:ea typeface="標楷體"/>
                          <a:cs typeface="新細明體"/>
                        </a:rPr>
                        <a:t>加拿大</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effectLst/>
                          <a:latin typeface="Times New Roman"/>
                          <a:ea typeface="標楷體"/>
                          <a:cs typeface="新細明體"/>
                        </a:rPr>
                        <a:t>法國</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effectLst/>
                          <a:latin typeface="Times New Roman"/>
                          <a:ea typeface="標楷體"/>
                          <a:cs typeface="新細明體"/>
                        </a:rPr>
                        <a:t>美國</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effectLst/>
                          <a:latin typeface="Times New Roman"/>
                          <a:ea typeface="標楷體"/>
                          <a:cs typeface="新細明體"/>
                        </a:rPr>
                        <a:t>新加坡</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effectLst/>
                          <a:latin typeface="Times New Roman"/>
                          <a:ea typeface="標楷體"/>
                          <a:cs typeface="新細明體"/>
                        </a:rPr>
                        <a:t>英國</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effectLst/>
                          <a:latin typeface="Times New Roman"/>
                          <a:ea typeface="標楷體"/>
                          <a:cs typeface="新細明體"/>
                        </a:rPr>
                        <a:t>港澳</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effectLst/>
                          <a:latin typeface="Times New Roman"/>
                          <a:ea typeface="標楷體"/>
                          <a:cs typeface="新細明體"/>
                        </a:rPr>
                        <a:t>韓國</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a:effectLst/>
                          <a:latin typeface="Times New Roman"/>
                          <a:ea typeface="標楷體"/>
                          <a:cs typeface="新細明體"/>
                        </a:rPr>
                        <a:t>其他</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0" dirty="0">
                          <a:solidFill>
                            <a:srgbClr val="002060"/>
                          </a:solidFill>
                          <a:effectLst/>
                          <a:latin typeface="Times New Roman"/>
                          <a:ea typeface="標楷體"/>
                          <a:cs typeface="新細明體"/>
                        </a:rPr>
                        <a:t>總計</a:t>
                      </a:r>
                      <a:endParaRPr lang="zh-TW" sz="2000" b="1" kern="100" dirty="0">
                        <a:solidFill>
                          <a:srgbClr val="002060"/>
                        </a:solidFill>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887571">
                <a:tc>
                  <a:txBody>
                    <a:bodyPr/>
                    <a:lstStyle/>
                    <a:p>
                      <a:pPr algn="ctr">
                        <a:lnSpc>
                          <a:spcPts val="1200"/>
                        </a:lnSpc>
                        <a:spcAft>
                          <a:spcPts val="0"/>
                        </a:spcAft>
                      </a:pPr>
                      <a:r>
                        <a:rPr lang="en-US" sz="2000" b="1" kern="0">
                          <a:effectLst/>
                          <a:latin typeface="標楷體"/>
                          <a:ea typeface="超研澤粗楷"/>
                          <a:cs typeface="新細明體"/>
                        </a:rPr>
                        <a:t>105</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solidFill>
                            <a:srgbClr val="FF0000"/>
                          </a:solidFill>
                          <a:effectLst/>
                          <a:latin typeface="標楷體"/>
                          <a:ea typeface="超研澤粗楷"/>
                          <a:cs typeface="新細明體"/>
                        </a:rPr>
                        <a:t>464</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solidFill>
                            <a:srgbClr val="C00000"/>
                          </a:solidFill>
                          <a:effectLst/>
                          <a:latin typeface="標楷體"/>
                          <a:ea typeface="超研澤粗楷"/>
                          <a:cs typeface="新細明體"/>
                        </a:rPr>
                        <a:t>437</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solidFill>
                            <a:srgbClr val="7030A0"/>
                          </a:solidFill>
                          <a:effectLst/>
                          <a:latin typeface="標楷體"/>
                          <a:ea typeface="超研澤粗楷"/>
                          <a:cs typeface="新細明體"/>
                        </a:rPr>
                        <a:t>109</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20</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7</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25</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2</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10</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1</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7</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2</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a:effectLst/>
                          <a:latin typeface="標楷體"/>
                          <a:ea typeface="超研澤粗楷"/>
                          <a:cs typeface="新細明體"/>
                        </a:rPr>
                        <a:t>4</a:t>
                      </a:r>
                      <a:endParaRPr lang="zh-TW" sz="20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dirty="0">
                          <a:effectLst/>
                          <a:latin typeface="標楷體"/>
                          <a:ea typeface="超研澤粗楷"/>
                          <a:cs typeface="新細明體"/>
                        </a:rPr>
                        <a:t>7</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dirty="0">
                          <a:effectLst/>
                          <a:latin typeface="標楷體"/>
                          <a:ea typeface="超研澤粗楷"/>
                          <a:cs typeface="新細明體"/>
                        </a:rPr>
                        <a:t>1</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dirty="0">
                          <a:effectLst/>
                          <a:latin typeface="標楷體"/>
                          <a:ea typeface="超研澤粗楷"/>
                          <a:cs typeface="新細明體"/>
                        </a:rPr>
                        <a:t>2</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dirty="0">
                          <a:effectLst/>
                          <a:latin typeface="標楷體"/>
                          <a:ea typeface="超研澤粗楷"/>
                          <a:cs typeface="新細明體"/>
                        </a:rPr>
                        <a:t>4</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dirty="0">
                          <a:effectLst/>
                          <a:latin typeface="標楷體"/>
                          <a:ea typeface="超研澤粗楷"/>
                          <a:cs typeface="新細明體"/>
                        </a:rPr>
                        <a:t>1</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dirty="0">
                          <a:effectLst/>
                          <a:latin typeface="標楷體"/>
                          <a:ea typeface="超研澤粗楷"/>
                          <a:cs typeface="新細明體"/>
                        </a:rPr>
                        <a:t>8</a:t>
                      </a:r>
                      <a:endParaRPr lang="zh-TW" sz="20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2000" b="1" kern="0" dirty="0">
                          <a:solidFill>
                            <a:srgbClr val="002060"/>
                          </a:solidFill>
                          <a:effectLst/>
                          <a:latin typeface="標楷體"/>
                          <a:ea typeface="超研澤粗楷"/>
                          <a:cs typeface="新細明體"/>
                        </a:rPr>
                        <a:t>1111</a:t>
                      </a:r>
                      <a:endParaRPr lang="zh-TW" sz="2000" b="1" kern="100" dirty="0">
                        <a:solidFill>
                          <a:srgbClr val="002060"/>
                        </a:solidFill>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pic>
        <p:nvPicPr>
          <p:cNvPr id="4" name="圖片 3"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80313" y="4437113"/>
            <a:ext cx="1747760" cy="2402542"/>
          </a:xfrm>
          <a:prstGeom prst="rect">
            <a:avLst/>
          </a:prstGeom>
          <a:noFill/>
          <a:ln>
            <a:noFill/>
          </a:ln>
        </p:spPr>
      </p:pic>
    </p:spTree>
    <p:extLst>
      <p:ext uri="{BB962C8B-B14F-4D97-AF65-F5344CB8AC3E}">
        <p14:creationId xmlns:p14="http://schemas.microsoft.com/office/powerpoint/2010/main" val="307041404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華康隸書體W7" panose="02010609010101010101" pitchFamily="49" charset="-120"/>
                <a:ea typeface="華康隸書體W7" panose="02010609010101010101" pitchFamily="49" charset="-120"/>
              </a:rPr>
              <a:t>4.</a:t>
            </a:r>
            <a:r>
              <a:rPr lang="zh-TW" altLang="en-US" dirty="0">
                <a:latin typeface="華康隸書體W7" panose="02010609010101010101" pitchFamily="49" charset="-120"/>
                <a:ea typeface="華康隸書體W7" panose="02010609010101010101" pitchFamily="49" charset="-120"/>
              </a:rPr>
              <a:t>竹山鎮社區發展態樣</a:t>
            </a:r>
          </a:p>
        </p:txBody>
      </p:sp>
      <p:graphicFrame>
        <p:nvGraphicFramePr>
          <p:cNvPr id="5" name="表格 4"/>
          <p:cNvGraphicFramePr>
            <a:graphicFrameLocks noGrp="1"/>
          </p:cNvGraphicFramePr>
          <p:nvPr/>
        </p:nvGraphicFramePr>
        <p:xfrm>
          <a:off x="827584" y="2132856"/>
          <a:ext cx="7200800" cy="4248474"/>
        </p:xfrm>
        <a:graphic>
          <a:graphicData uri="http://schemas.openxmlformats.org/drawingml/2006/table">
            <a:tbl>
              <a:tblPr firstRow="1" bandRow="1"/>
              <a:tblGrid>
                <a:gridCol w="1611967">
                  <a:extLst>
                    <a:ext uri="{9D8B030D-6E8A-4147-A177-3AD203B41FA5}">
                      <a16:colId xmlns:a16="http://schemas.microsoft.com/office/drawing/2014/main" val="20000"/>
                    </a:ext>
                  </a:extLst>
                </a:gridCol>
                <a:gridCol w="5588833">
                  <a:extLst>
                    <a:ext uri="{9D8B030D-6E8A-4147-A177-3AD203B41FA5}">
                      <a16:colId xmlns:a16="http://schemas.microsoft.com/office/drawing/2014/main" val="20001"/>
                    </a:ext>
                  </a:extLst>
                </a:gridCol>
              </a:tblGrid>
              <a:tr h="532414">
                <a:tc>
                  <a:txBody>
                    <a:bodyPr/>
                    <a:lstStyle/>
                    <a:p>
                      <a:pPr>
                        <a:spcAft>
                          <a:spcPts val="0"/>
                        </a:spcAft>
                      </a:pPr>
                      <a:r>
                        <a:rPr lang="zh-TW" sz="2000" b="1" kern="1200" dirty="0">
                          <a:solidFill>
                            <a:srgbClr val="FFFFFF"/>
                          </a:solidFill>
                          <a:effectLst/>
                          <a:latin typeface="Times New Roman"/>
                          <a:ea typeface="標楷體"/>
                          <a:cs typeface="Arial"/>
                        </a:rPr>
                        <a:t>類別</a:t>
                      </a:r>
                      <a:endParaRPr lang="zh-TW" sz="2000" kern="100" dirty="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9999FF"/>
                    </a:solidFill>
                  </a:tcPr>
                </a:tc>
                <a:tc>
                  <a:txBody>
                    <a:bodyPr/>
                    <a:lstStyle/>
                    <a:p>
                      <a:pPr>
                        <a:spcAft>
                          <a:spcPts val="0"/>
                        </a:spcAft>
                      </a:pPr>
                      <a:r>
                        <a:rPr lang="zh-TW" sz="2000" b="1" kern="1200">
                          <a:solidFill>
                            <a:srgbClr val="FFFFFF"/>
                          </a:solidFill>
                          <a:effectLst/>
                          <a:latin typeface="Times New Roman"/>
                          <a:ea typeface="標楷體"/>
                          <a:cs typeface="Arial"/>
                        </a:rPr>
                        <a:t>社區名稱</a:t>
                      </a:r>
                      <a:endParaRPr lang="zh-TW" sz="2000" kern="10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9999FF"/>
                    </a:solidFill>
                  </a:tcPr>
                </a:tc>
                <a:extLst>
                  <a:ext uri="{0D108BD9-81ED-4DB2-BD59-A6C34878D82A}">
                    <a16:rowId xmlns:a16="http://schemas.microsoft.com/office/drawing/2014/main" val="10000"/>
                  </a:ext>
                </a:extLst>
              </a:tr>
              <a:tr h="919872">
                <a:tc>
                  <a:txBody>
                    <a:bodyPr/>
                    <a:lstStyle/>
                    <a:p>
                      <a:pPr>
                        <a:spcAft>
                          <a:spcPts val="0"/>
                        </a:spcAft>
                      </a:pPr>
                      <a:r>
                        <a:rPr lang="zh-TW" sz="2000" kern="1200" dirty="0">
                          <a:solidFill>
                            <a:srgbClr val="000000"/>
                          </a:solidFill>
                          <a:effectLst/>
                          <a:latin typeface="Times New Roman"/>
                          <a:ea typeface="標楷體"/>
                          <a:cs typeface="Arial"/>
                        </a:rPr>
                        <a:t>積極型</a:t>
                      </a:r>
                      <a:endParaRPr lang="zh-TW" sz="2000" kern="100" dirty="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EDEFF"/>
                    </a:solidFill>
                  </a:tcPr>
                </a:tc>
                <a:tc>
                  <a:txBody>
                    <a:bodyPr/>
                    <a:lstStyle/>
                    <a:p>
                      <a:pPr>
                        <a:spcAft>
                          <a:spcPts val="0"/>
                        </a:spcAft>
                      </a:pPr>
                      <a:r>
                        <a:rPr lang="zh-TW" sz="2000" kern="1200" dirty="0">
                          <a:solidFill>
                            <a:srgbClr val="FF0000"/>
                          </a:solidFill>
                          <a:effectLst/>
                          <a:latin typeface="Times New Roman"/>
                          <a:ea typeface="標楷體"/>
                          <a:cs typeface="Arial"/>
                        </a:rPr>
                        <a:t>富州</a:t>
                      </a:r>
                      <a:r>
                        <a:rPr lang="zh-TW" sz="2000" kern="1200" dirty="0">
                          <a:solidFill>
                            <a:srgbClr val="000000"/>
                          </a:solidFill>
                          <a:effectLst/>
                          <a:latin typeface="Times New Roman"/>
                          <a:ea typeface="標楷體"/>
                          <a:cs typeface="Arial"/>
                        </a:rPr>
                        <a:t>、</a:t>
                      </a:r>
                      <a:r>
                        <a:rPr lang="zh-TW" sz="2000" kern="1200" dirty="0">
                          <a:solidFill>
                            <a:srgbClr val="FF0000"/>
                          </a:solidFill>
                          <a:effectLst/>
                          <a:latin typeface="Times New Roman"/>
                          <a:ea typeface="標楷體"/>
                          <a:cs typeface="Arial"/>
                        </a:rPr>
                        <a:t>延正</a:t>
                      </a:r>
                      <a:r>
                        <a:rPr lang="zh-TW" sz="2000" kern="1200" dirty="0">
                          <a:solidFill>
                            <a:srgbClr val="000000"/>
                          </a:solidFill>
                          <a:effectLst/>
                          <a:latin typeface="Times New Roman"/>
                          <a:ea typeface="標楷體"/>
                          <a:cs typeface="Arial"/>
                        </a:rPr>
                        <a:t>、</a:t>
                      </a:r>
                      <a:r>
                        <a:rPr lang="zh-TW" sz="2000" kern="1200" dirty="0">
                          <a:solidFill>
                            <a:srgbClr val="FF0000"/>
                          </a:solidFill>
                          <a:effectLst/>
                          <a:latin typeface="Times New Roman"/>
                          <a:ea typeface="標楷體"/>
                          <a:cs typeface="Arial"/>
                        </a:rPr>
                        <a:t>山崇</a:t>
                      </a:r>
                      <a:r>
                        <a:rPr lang="zh-TW" sz="2000" kern="1200" dirty="0">
                          <a:solidFill>
                            <a:srgbClr val="000000"/>
                          </a:solidFill>
                          <a:effectLst/>
                          <a:latin typeface="Times New Roman"/>
                          <a:ea typeface="標楷體"/>
                          <a:cs typeface="Arial"/>
                        </a:rPr>
                        <a:t>、中和、包府、社寮、新生、田家樂、</a:t>
                      </a:r>
                      <a:r>
                        <a:rPr lang="zh-TW" sz="2000" kern="1200" dirty="0">
                          <a:solidFill>
                            <a:srgbClr val="FF0000"/>
                          </a:solidFill>
                          <a:effectLst/>
                          <a:latin typeface="Times New Roman"/>
                          <a:ea typeface="標楷體"/>
                          <a:cs typeface="Arial"/>
                        </a:rPr>
                        <a:t>竹山</a:t>
                      </a:r>
                      <a:endParaRPr lang="zh-TW" sz="2000" kern="100" dirty="0">
                        <a:solidFill>
                          <a:srgbClr val="FF0000"/>
                        </a:solidFill>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EDEFF"/>
                    </a:solidFill>
                  </a:tcPr>
                </a:tc>
                <a:extLst>
                  <a:ext uri="{0D108BD9-81ED-4DB2-BD59-A6C34878D82A}">
                    <a16:rowId xmlns:a16="http://schemas.microsoft.com/office/drawing/2014/main" val="10001"/>
                  </a:ext>
                </a:extLst>
              </a:tr>
              <a:tr h="1198946">
                <a:tc>
                  <a:txBody>
                    <a:bodyPr/>
                    <a:lstStyle/>
                    <a:p>
                      <a:pPr>
                        <a:spcAft>
                          <a:spcPts val="0"/>
                        </a:spcAft>
                      </a:pPr>
                      <a:r>
                        <a:rPr lang="zh-TW" sz="2000" kern="1200">
                          <a:solidFill>
                            <a:srgbClr val="000000"/>
                          </a:solidFill>
                          <a:effectLst/>
                          <a:latin typeface="Times New Roman"/>
                          <a:ea typeface="標楷體"/>
                          <a:cs typeface="Arial"/>
                        </a:rPr>
                        <a:t>活動型</a:t>
                      </a:r>
                      <a:endParaRPr lang="zh-TW" sz="2000" kern="10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FEFFF"/>
                    </a:solidFill>
                  </a:tcPr>
                </a:tc>
                <a:tc>
                  <a:txBody>
                    <a:bodyPr/>
                    <a:lstStyle/>
                    <a:p>
                      <a:pPr>
                        <a:spcAft>
                          <a:spcPts val="0"/>
                        </a:spcAft>
                      </a:pPr>
                      <a:r>
                        <a:rPr lang="zh-TW" sz="2000" kern="1200" dirty="0">
                          <a:solidFill>
                            <a:srgbClr val="000000"/>
                          </a:solidFill>
                          <a:effectLst/>
                          <a:latin typeface="Times New Roman"/>
                          <a:ea typeface="標楷體"/>
                          <a:cs typeface="Arial"/>
                        </a:rPr>
                        <a:t>中央、</a:t>
                      </a:r>
                      <a:r>
                        <a:rPr lang="zh-TW" sz="2000" kern="1200" dirty="0">
                          <a:solidFill>
                            <a:srgbClr val="FF0000"/>
                          </a:solidFill>
                          <a:effectLst/>
                          <a:latin typeface="Times New Roman"/>
                          <a:ea typeface="標楷體"/>
                          <a:cs typeface="Arial"/>
                        </a:rPr>
                        <a:t>延平</a:t>
                      </a:r>
                      <a:r>
                        <a:rPr lang="zh-TW" sz="2000" kern="1200" dirty="0">
                          <a:solidFill>
                            <a:srgbClr val="000000"/>
                          </a:solidFill>
                          <a:effectLst/>
                          <a:latin typeface="Times New Roman"/>
                          <a:ea typeface="標楷體"/>
                          <a:cs typeface="Arial"/>
                        </a:rPr>
                        <a:t>、延和、大鞍、中正、桶頭、桂林、車店仔、柯仔坑、福田、延山、竹圍、鯉魚、鯉南、和興</a:t>
                      </a:r>
                      <a:endParaRPr lang="zh-TW" sz="2000" kern="100" dirty="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FEFFF"/>
                    </a:solidFill>
                  </a:tcPr>
                </a:tc>
                <a:extLst>
                  <a:ext uri="{0D108BD9-81ED-4DB2-BD59-A6C34878D82A}">
                    <a16:rowId xmlns:a16="http://schemas.microsoft.com/office/drawing/2014/main" val="10002"/>
                  </a:ext>
                </a:extLst>
              </a:tr>
              <a:tr h="532414">
                <a:tc>
                  <a:txBody>
                    <a:bodyPr/>
                    <a:lstStyle/>
                    <a:p>
                      <a:pPr>
                        <a:spcAft>
                          <a:spcPts val="0"/>
                        </a:spcAft>
                      </a:pPr>
                      <a:r>
                        <a:rPr lang="zh-TW" sz="2000" kern="1200">
                          <a:solidFill>
                            <a:srgbClr val="000000"/>
                          </a:solidFill>
                          <a:effectLst/>
                          <a:latin typeface="Times New Roman"/>
                          <a:ea typeface="標楷體"/>
                          <a:cs typeface="Arial"/>
                        </a:rPr>
                        <a:t>潛力型</a:t>
                      </a:r>
                      <a:endParaRPr lang="zh-TW" sz="2000" kern="10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EDEFF"/>
                    </a:solidFill>
                  </a:tcPr>
                </a:tc>
                <a:tc>
                  <a:txBody>
                    <a:bodyPr/>
                    <a:lstStyle/>
                    <a:p>
                      <a:pPr>
                        <a:spcAft>
                          <a:spcPts val="0"/>
                        </a:spcAft>
                      </a:pPr>
                      <a:r>
                        <a:rPr lang="zh-TW" sz="2000" kern="1200" dirty="0">
                          <a:solidFill>
                            <a:srgbClr val="000000"/>
                          </a:solidFill>
                          <a:effectLst/>
                          <a:latin typeface="Times New Roman"/>
                          <a:ea typeface="標楷體"/>
                          <a:cs typeface="Arial"/>
                        </a:rPr>
                        <a:t>下坪、</a:t>
                      </a:r>
                      <a:r>
                        <a:rPr lang="zh-TW" sz="2000" kern="1200" dirty="0">
                          <a:solidFill>
                            <a:srgbClr val="FF0000"/>
                          </a:solidFill>
                          <a:effectLst/>
                          <a:latin typeface="Times New Roman"/>
                          <a:ea typeface="標楷體"/>
                          <a:cs typeface="Arial"/>
                        </a:rPr>
                        <a:t>中崎</a:t>
                      </a:r>
                      <a:r>
                        <a:rPr lang="zh-TW" sz="2000" kern="1200" dirty="0">
                          <a:solidFill>
                            <a:srgbClr val="000000"/>
                          </a:solidFill>
                          <a:effectLst/>
                          <a:latin typeface="Times New Roman"/>
                          <a:ea typeface="標楷體"/>
                          <a:cs typeface="Arial"/>
                        </a:rPr>
                        <a:t>、秀林、硘磘</a:t>
                      </a:r>
                      <a:endParaRPr lang="zh-TW" sz="2000" kern="100" dirty="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EDEFF"/>
                    </a:solidFill>
                  </a:tcPr>
                </a:tc>
                <a:extLst>
                  <a:ext uri="{0D108BD9-81ED-4DB2-BD59-A6C34878D82A}">
                    <a16:rowId xmlns:a16="http://schemas.microsoft.com/office/drawing/2014/main" val="10003"/>
                  </a:ext>
                </a:extLst>
              </a:tr>
              <a:tr h="532414">
                <a:tc>
                  <a:txBody>
                    <a:bodyPr/>
                    <a:lstStyle/>
                    <a:p>
                      <a:pPr>
                        <a:spcAft>
                          <a:spcPts val="0"/>
                        </a:spcAft>
                      </a:pPr>
                      <a:r>
                        <a:rPr lang="zh-TW" sz="2000" kern="1200">
                          <a:solidFill>
                            <a:srgbClr val="000000"/>
                          </a:solidFill>
                          <a:effectLst/>
                          <a:latin typeface="Times New Roman"/>
                          <a:ea typeface="標楷體"/>
                          <a:cs typeface="Arial"/>
                        </a:rPr>
                        <a:t>靜止型</a:t>
                      </a:r>
                      <a:endParaRPr lang="zh-TW" sz="2000" kern="10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FEFFF"/>
                    </a:solidFill>
                  </a:tcPr>
                </a:tc>
                <a:tc>
                  <a:txBody>
                    <a:bodyPr/>
                    <a:lstStyle/>
                    <a:p>
                      <a:pPr>
                        <a:spcAft>
                          <a:spcPts val="0"/>
                        </a:spcAft>
                      </a:pPr>
                      <a:r>
                        <a:rPr lang="zh-TW" sz="2000" kern="1200">
                          <a:solidFill>
                            <a:srgbClr val="000000"/>
                          </a:solidFill>
                          <a:effectLst/>
                          <a:latin typeface="Times New Roman"/>
                          <a:ea typeface="標楷體"/>
                          <a:cs typeface="Arial"/>
                        </a:rPr>
                        <a:t>坪頂、瑞竹、藤湖、福興、延祥</a:t>
                      </a:r>
                      <a:endParaRPr lang="zh-TW" sz="2000" kern="10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FEFFF"/>
                    </a:solidFill>
                  </a:tcPr>
                </a:tc>
                <a:extLst>
                  <a:ext uri="{0D108BD9-81ED-4DB2-BD59-A6C34878D82A}">
                    <a16:rowId xmlns:a16="http://schemas.microsoft.com/office/drawing/2014/main" val="10004"/>
                  </a:ext>
                </a:extLst>
              </a:tr>
              <a:tr h="532414">
                <a:tc>
                  <a:txBody>
                    <a:bodyPr/>
                    <a:lstStyle/>
                    <a:p>
                      <a:pPr>
                        <a:spcAft>
                          <a:spcPts val="0"/>
                        </a:spcAft>
                      </a:pPr>
                      <a:r>
                        <a:rPr lang="zh-TW" sz="2000" kern="1200">
                          <a:solidFill>
                            <a:srgbClr val="000000"/>
                          </a:solidFill>
                          <a:effectLst/>
                          <a:latin typeface="Times New Roman"/>
                          <a:ea typeface="標楷體"/>
                          <a:cs typeface="Arial"/>
                        </a:rPr>
                        <a:t>新成立</a:t>
                      </a:r>
                      <a:endParaRPr lang="zh-TW" sz="2000" kern="10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EDEFF"/>
                    </a:solidFill>
                  </a:tcPr>
                </a:tc>
                <a:tc>
                  <a:txBody>
                    <a:bodyPr/>
                    <a:lstStyle/>
                    <a:p>
                      <a:pPr>
                        <a:spcAft>
                          <a:spcPts val="0"/>
                        </a:spcAft>
                      </a:pPr>
                      <a:r>
                        <a:rPr lang="zh-TW" sz="2000" kern="1200" dirty="0">
                          <a:solidFill>
                            <a:srgbClr val="000000"/>
                          </a:solidFill>
                          <a:effectLst/>
                          <a:latin typeface="Times New Roman"/>
                          <a:ea typeface="標楷體"/>
                          <a:cs typeface="Arial"/>
                        </a:rPr>
                        <a:t>雲林</a:t>
                      </a:r>
                      <a:endParaRPr lang="zh-TW" sz="2000" kern="100" dirty="0">
                        <a:effectLst/>
                        <a:latin typeface="Times New Roman"/>
                        <a:ea typeface="超研澤粗楷"/>
                      </a:endParaRPr>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EDEFF"/>
                    </a:solidFill>
                  </a:tcPr>
                </a:tc>
                <a:extLst>
                  <a:ext uri="{0D108BD9-81ED-4DB2-BD59-A6C34878D82A}">
                    <a16:rowId xmlns:a16="http://schemas.microsoft.com/office/drawing/2014/main" val="10005"/>
                  </a:ext>
                </a:extLst>
              </a:tr>
            </a:tbl>
          </a:graphicData>
        </a:graphic>
      </p:graphicFrame>
      <p:graphicFrame>
        <p:nvGraphicFramePr>
          <p:cNvPr id="6" name="表格 5"/>
          <p:cNvGraphicFramePr>
            <a:graphicFrameLocks noGrp="1"/>
          </p:cNvGraphicFramePr>
          <p:nvPr/>
        </p:nvGraphicFramePr>
        <p:xfrm>
          <a:off x="1115616" y="908720"/>
          <a:ext cx="6264696" cy="1080120"/>
        </p:xfrm>
        <a:graphic>
          <a:graphicData uri="http://schemas.openxmlformats.org/drawingml/2006/table">
            <a:tbl>
              <a:tblPr firstRow="1" firstCol="1" lastRow="1" lastCol="1" bandRow="1" bandCol="1"/>
              <a:tblGrid>
                <a:gridCol w="1728192">
                  <a:extLst>
                    <a:ext uri="{9D8B030D-6E8A-4147-A177-3AD203B41FA5}">
                      <a16:colId xmlns:a16="http://schemas.microsoft.com/office/drawing/2014/main" val="20000"/>
                    </a:ext>
                  </a:extLst>
                </a:gridCol>
                <a:gridCol w="1512168">
                  <a:extLst>
                    <a:ext uri="{9D8B030D-6E8A-4147-A177-3AD203B41FA5}">
                      <a16:colId xmlns:a16="http://schemas.microsoft.com/office/drawing/2014/main" val="20001"/>
                    </a:ext>
                  </a:extLst>
                </a:gridCol>
                <a:gridCol w="1628488">
                  <a:extLst>
                    <a:ext uri="{9D8B030D-6E8A-4147-A177-3AD203B41FA5}">
                      <a16:colId xmlns:a16="http://schemas.microsoft.com/office/drawing/2014/main" val="20002"/>
                    </a:ext>
                  </a:extLst>
                </a:gridCol>
                <a:gridCol w="1395848">
                  <a:extLst>
                    <a:ext uri="{9D8B030D-6E8A-4147-A177-3AD203B41FA5}">
                      <a16:colId xmlns:a16="http://schemas.microsoft.com/office/drawing/2014/main" val="20003"/>
                    </a:ext>
                  </a:extLst>
                </a:gridCol>
              </a:tblGrid>
              <a:tr h="540060">
                <a:tc>
                  <a:txBody>
                    <a:bodyPr/>
                    <a:lstStyle/>
                    <a:p>
                      <a:pPr algn="ctr">
                        <a:spcAft>
                          <a:spcPts val="0"/>
                        </a:spcAft>
                      </a:pPr>
                      <a:r>
                        <a:rPr lang="zh-TW" sz="2000" b="1" kern="100" dirty="0">
                          <a:solidFill>
                            <a:srgbClr val="000000"/>
                          </a:solidFill>
                          <a:effectLst/>
                          <a:latin typeface="Times New Roman"/>
                          <a:ea typeface="標楷體"/>
                        </a:rPr>
                        <a:t>社區發展型態</a:t>
                      </a:r>
                      <a:endParaRPr lang="zh-TW" sz="2000" b="1"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dirty="0">
                          <a:solidFill>
                            <a:srgbClr val="000000"/>
                          </a:solidFill>
                          <a:effectLst/>
                          <a:latin typeface="Times New Roman"/>
                          <a:ea typeface="標楷體"/>
                        </a:rPr>
                        <a:t>積極活動型</a:t>
                      </a:r>
                      <a:endParaRPr lang="zh-TW" sz="2000" b="1"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dirty="0">
                          <a:solidFill>
                            <a:srgbClr val="000000"/>
                          </a:solidFill>
                          <a:effectLst/>
                          <a:latin typeface="Times New Roman"/>
                          <a:ea typeface="標楷體"/>
                        </a:rPr>
                        <a:t>一般活動型</a:t>
                      </a:r>
                      <a:endParaRPr lang="zh-TW" sz="2000" b="1"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a:solidFill>
                            <a:srgbClr val="000000"/>
                          </a:solidFill>
                          <a:effectLst/>
                          <a:latin typeface="Times New Roman"/>
                          <a:ea typeface="標楷體"/>
                        </a:rPr>
                        <a:t>靜止型</a:t>
                      </a:r>
                      <a:endParaRPr lang="zh-TW" sz="2000" b="1"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540060">
                <a:tc>
                  <a:txBody>
                    <a:bodyPr/>
                    <a:lstStyle/>
                    <a:p>
                      <a:pPr algn="ctr">
                        <a:spcAft>
                          <a:spcPts val="0"/>
                        </a:spcAft>
                      </a:pPr>
                      <a:r>
                        <a:rPr lang="zh-TW" sz="2000" b="1" kern="100">
                          <a:solidFill>
                            <a:srgbClr val="000000"/>
                          </a:solidFill>
                          <a:effectLst/>
                          <a:latin typeface="Times New Roman"/>
                          <a:ea typeface="標楷體"/>
                        </a:rPr>
                        <a:t>數量</a:t>
                      </a:r>
                      <a:endParaRPr lang="zh-TW" sz="2000" b="1"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2000" b="1" kern="100">
                          <a:solidFill>
                            <a:srgbClr val="000000"/>
                          </a:solidFill>
                          <a:effectLst/>
                          <a:latin typeface="標楷體"/>
                          <a:ea typeface="超研澤粗楷"/>
                        </a:rPr>
                        <a:t>9</a:t>
                      </a:r>
                      <a:endParaRPr lang="zh-TW" sz="2000" b="1"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2000" b="1" kern="100" dirty="0">
                          <a:solidFill>
                            <a:srgbClr val="000000"/>
                          </a:solidFill>
                          <a:effectLst/>
                          <a:latin typeface="標楷體"/>
                          <a:ea typeface="超研澤粗楷"/>
                        </a:rPr>
                        <a:t>20</a:t>
                      </a:r>
                      <a:endParaRPr lang="zh-TW" sz="2000" b="1"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2000" b="1" kern="100" dirty="0">
                          <a:solidFill>
                            <a:srgbClr val="000000"/>
                          </a:solidFill>
                          <a:effectLst/>
                          <a:latin typeface="標楷體"/>
                          <a:ea typeface="超研澤粗楷"/>
                        </a:rPr>
                        <a:t>5</a:t>
                      </a:r>
                      <a:endParaRPr lang="zh-TW" sz="2000" b="1"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pic>
        <p:nvPicPr>
          <p:cNvPr id="7" name="圖片 6"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884368" y="5301208"/>
            <a:ext cx="1060271" cy="1437025"/>
          </a:xfrm>
          <a:prstGeom prst="rect">
            <a:avLst/>
          </a:prstGeom>
          <a:noFill/>
          <a:ln>
            <a:noFill/>
          </a:ln>
        </p:spPr>
      </p:pic>
    </p:spTree>
    <p:extLst>
      <p:ext uri="{BB962C8B-B14F-4D97-AF65-F5344CB8AC3E}">
        <p14:creationId xmlns:p14="http://schemas.microsoft.com/office/powerpoint/2010/main" val="297893768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latin typeface="華康隸書體W7" panose="02010609010101010101" pitchFamily="49" charset="-120"/>
                <a:ea typeface="華康隸書體W7" panose="02010609010101010101" pitchFamily="49" charset="-120"/>
              </a:rPr>
              <a:t>5.</a:t>
            </a:r>
            <a:r>
              <a:rPr lang="zh-TW" altLang="en-US" dirty="0">
                <a:latin typeface="華康隸書體W7" panose="02010609010101010101" pitchFamily="49" charset="-120"/>
                <a:ea typeface="華康隸書體W7" panose="02010609010101010101" pitchFamily="49" charset="-120"/>
              </a:rPr>
              <a:t>社會福利社區化旗艦社區態樣分析表</a:t>
            </a:r>
          </a:p>
        </p:txBody>
      </p:sp>
      <p:graphicFrame>
        <p:nvGraphicFramePr>
          <p:cNvPr id="5" name="表格 4"/>
          <p:cNvGraphicFramePr>
            <a:graphicFrameLocks noGrp="1"/>
          </p:cNvGraphicFramePr>
          <p:nvPr/>
        </p:nvGraphicFramePr>
        <p:xfrm>
          <a:off x="971600" y="1484784"/>
          <a:ext cx="6480720" cy="2376264"/>
        </p:xfrm>
        <a:graphic>
          <a:graphicData uri="http://schemas.openxmlformats.org/drawingml/2006/table">
            <a:tbl>
              <a:tblPr firstRow="1" firstCol="1" lastRow="1" lastCol="1" bandRow="1" bandCol="1"/>
              <a:tblGrid>
                <a:gridCol w="1031667">
                  <a:extLst>
                    <a:ext uri="{9D8B030D-6E8A-4147-A177-3AD203B41FA5}">
                      <a16:colId xmlns:a16="http://schemas.microsoft.com/office/drawing/2014/main" val="20000"/>
                    </a:ext>
                  </a:extLst>
                </a:gridCol>
                <a:gridCol w="849784">
                  <a:extLst>
                    <a:ext uri="{9D8B030D-6E8A-4147-A177-3AD203B41FA5}">
                      <a16:colId xmlns:a16="http://schemas.microsoft.com/office/drawing/2014/main" val="20001"/>
                    </a:ext>
                  </a:extLst>
                </a:gridCol>
                <a:gridCol w="951162">
                  <a:extLst>
                    <a:ext uri="{9D8B030D-6E8A-4147-A177-3AD203B41FA5}">
                      <a16:colId xmlns:a16="http://schemas.microsoft.com/office/drawing/2014/main" val="20002"/>
                    </a:ext>
                  </a:extLst>
                </a:gridCol>
                <a:gridCol w="900473">
                  <a:extLst>
                    <a:ext uri="{9D8B030D-6E8A-4147-A177-3AD203B41FA5}">
                      <a16:colId xmlns:a16="http://schemas.microsoft.com/office/drawing/2014/main" val="20003"/>
                    </a:ext>
                  </a:extLst>
                </a:gridCol>
                <a:gridCol w="1001105">
                  <a:extLst>
                    <a:ext uri="{9D8B030D-6E8A-4147-A177-3AD203B41FA5}">
                      <a16:colId xmlns:a16="http://schemas.microsoft.com/office/drawing/2014/main" val="20004"/>
                    </a:ext>
                  </a:extLst>
                </a:gridCol>
                <a:gridCol w="877364">
                  <a:extLst>
                    <a:ext uri="{9D8B030D-6E8A-4147-A177-3AD203B41FA5}">
                      <a16:colId xmlns:a16="http://schemas.microsoft.com/office/drawing/2014/main" val="20005"/>
                    </a:ext>
                  </a:extLst>
                </a:gridCol>
                <a:gridCol w="869165">
                  <a:extLst>
                    <a:ext uri="{9D8B030D-6E8A-4147-A177-3AD203B41FA5}">
                      <a16:colId xmlns:a16="http://schemas.microsoft.com/office/drawing/2014/main" val="20006"/>
                    </a:ext>
                  </a:extLst>
                </a:gridCol>
              </a:tblGrid>
              <a:tr h="1099002">
                <a:tc>
                  <a:txBody>
                    <a:bodyPr/>
                    <a:lstStyle/>
                    <a:p>
                      <a:pPr>
                        <a:spcAft>
                          <a:spcPts val="0"/>
                        </a:spcAft>
                      </a:pPr>
                      <a:r>
                        <a:rPr lang="zh-TW" sz="2400" b="1" kern="100" dirty="0">
                          <a:solidFill>
                            <a:srgbClr val="000000"/>
                          </a:solidFill>
                          <a:effectLst/>
                          <a:latin typeface="Times New Roman"/>
                          <a:ea typeface="標楷體"/>
                        </a:rPr>
                        <a:t>社區</a:t>
                      </a:r>
                      <a:endParaRPr lang="zh-TW" sz="2400" kern="100" dirty="0">
                        <a:effectLst/>
                        <a:latin typeface="Times New Roman"/>
                        <a:ea typeface="超研澤粗楷"/>
                      </a:endParaRPr>
                    </a:p>
                    <a:p>
                      <a:pPr>
                        <a:spcAft>
                          <a:spcPts val="0"/>
                        </a:spcAft>
                      </a:pPr>
                      <a:r>
                        <a:rPr lang="zh-TW" sz="2400" b="1" kern="100" dirty="0">
                          <a:solidFill>
                            <a:srgbClr val="000000"/>
                          </a:solidFill>
                          <a:effectLst/>
                          <a:latin typeface="Times New Roman"/>
                          <a:ea typeface="標楷體"/>
                        </a:rPr>
                        <a:t>發展</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dirty="0">
                          <a:solidFill>
                            <a:srgbClr val="000000"/>
                          </a:solidFill>
                          <a:effectLst/>
                          <a:latin typeface="Times New Roman"/>
                          <a:ea typeface="標楷體"/>
                        </a:rPr>
                        <a:t>富州</a:t>
                      </a:r>
                      <a:endParaRPr lang="zh-TW" sz="2400" kern="100" dirty="0">
                        <a:effectLst/>
                        <a:latin typeface="Times New Roman"/>
                        <a:ea typeface="超研澤粗楷"/>
                      </a:endParaRPr>
                    </a:p>
                    <a:p>
                      <a:pPr algn="ctr">
                        <a:spcAft>
                          <a:spcPts val="0"/>
                        </a:spcAft>
                      </a:pPr>
                      <a:r>
                        <a:rPr lang="zh-TW" sz="2400" b="1" kern="100" dirty="0">
                          <a:solidFill>
                            <a:srgbClr val="000000"/>
                          </a:solidFill>
                          <a:effectLst/>
                          <a:latin typeface="Times New Roman"/>
                          <a:ea typeface="標楷體"/>
                        </a:rPr>
                        <a:t>社區</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dirty="0">
                          <a:solidFill>
                            <a:srgbClr val="000000"/>
                          </a:solidFill>
                          <a:effectLst/>
                          <a:latin typeface="Times New Roman"/>
                          <a:ea typeface="標楷體"/>
                        </a:rPr>
                        <a:t>延正社區</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dirty="0">
                          <a:solidFill>
                            <a:srgbClr val="000000"/>
                          </a:solidFill>
                          <a:effectLst/>
                          <a:latin typeface="Times New Roman"/>
                          <a:ea typeface="標楷體"/>
                        </a:rPr>
                        <a:t>竹山社區</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dirty="0">
                          <a:solidFill>
                            <a:srgbClr val="000000"/>
                          </a:solidFill>
                          <a:effectLst/>
                          <a:latin typeface="Times New Roman"/>
                          <a:ea typeface="標楷體"/>
                        </a:rPr>
                        <a:t>山崇</a:t>
                      </a:r>
                      <a:endParaRPr lang="zh-TW" sz="2400" kern="100" dirty="0">
                        <a:effectLst/>
                        <a:latin typeface="Times New Roman"/>
                        <a:ea typeface="超研澤粗楷"/>
                      </a:endParaRPr>
                    </a:p>
                    <a:p>
                      <a:pPr algn="ctr">
                        <a:spcAft>
                          <a:spcPts val="0"/>
                        </a:spcAft>
                      </a:pPr>
                      <a:r>
                        <a:rPr lang="zh-TW" sz="2400" b="1" kern="100" dirty="0">
                          <a:solidFill>
                            <a:srgbClr val="000000"/>
                          </a:solidFill>
                          <a:effectLst/>
                          <a:latin typeface="Times New Roman"/>
                          <a:ea typeface="標楷體"/>
                        </a:rPr>
                        <a:t>社區</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dirty="0">
                          <a:solidFill>
                            <a:srgbClr val="000000"/>
                          </a:solidFill>
                          <a:effectLst/>
                          <a:latin typeface="Times New Roman"/>
                          <a:ea typeface="標楷體"/>
                        </a:rPr>
                        <a:t>延平</a:t>
                      </a:r>
                      <a:endParaRPr lang="zh-TW" sz="2400" kern="100" dirty="0">
                        <a:effectLst/>
                        <a:latin typeface="Times New Roman"/>
                        <a:ea typeface="超研澤粗楷"/>
                      </a:endParaRPr>
                    </a:p>
                    <a:p>
                      <a:pPr algn="ctr">
                        <a:spcAft>
                          <a:spcPts val="0"/>
                        </a:spcAft>
                      </a:pPr>
                      <a:r>
                        <a:rPr lang="zh-TW" sz="2400" b="1" kern="100" dirty="0">
                          <a:solidFill>
                            <a:srgbClr val="000000"/>
                          </a:solidFill>
                          <a:effectLst/>
                          <a:latin typeface="Times New Roman"/>
                          <a:ea typeface="標楷體"/>
                        </a:rPr>
                        <a:t>社區</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a:solidFill>
                            <a:srgbClr val="000000"/>
                          </a:solidFill>
                          <a:effectLst/>
                          <a:latin typeface="Times New Roman"/>
                          <a:ea typeface="標楷體"/>
                        </a:rPr>
                        <a:t>中崎社區</a:t>
                      </a:r>
                      <a:endParaRPr lang="zh-TW" sz="24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277262">
                <a:tc>
                  <a:txBody>
                    <a:bodyPr/>
                    <a:lstStyle/>
                    <a:p>
                      <a:pPr>
                        <a:spcAft>
                          <a:spcPts val="0"/>
                        </a:spcAft>
                      </a:pPr>
                      <a:r>
                        <a:rPr lang="zh-TW" sz="2400" b="1" kern="100">
                          <a:solidFill>
                            <a:srgbClr val="000000"/>
                          </a:solidFill>
                          <a:effectLst/>
                          <a:latin typeface="Times New Roman"/>
                          <a:ea typeface="標楷體"/>
                        </a:rPr>
                        <a:t>社區</a:t>
                      </a:r>
                      <a:endParaRPr lang="zh-TW" sz="2400" kern="100">
                        <a:effectLst/>
                        <a:latin typeface="Times New Roman"/>
                        <a:ea typeface="超研澤粗楷"/>
                      </a:endParaRPr>
                    </a:p>
                    <a:p>
                      <a:pPr>
                        <a:spcAft>
                          <a:spcPts val="0"/>
                        </a:spcAft>
                      </a:pPr>
                      <a:r>
                        <a:rPr lang="zh-TW" sz="2400" b="1" kern="100">
                          <a:solidFill>
                            <a:srgbClr val="000000"/>
                          </a:solidFill>
                          <a:effectLst/>
                          <a:latin typeface="Times New Roman"/>
                          <a:ea typeface="標楷體"/>
                        </a:rPr>
                        <a:t>型態</a:t>
                      </a:r>
                      <a:endParaRPr lang="zh-TW" sz="24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a:solidFill>
                            <a:srgbClr val="000000"/>
                          </a:solidFill>
                          <a:effectLst/>
                          <a:latin typeface="Times New Roman"/>
                          <a:ea typeface="標楷體"/>
                        </a:rPr>
                        <a:t>積極</a:t>
                      </a:r>
                      <a:endParaRPr lang="zh-TW" sz="2400" kern="100">
                        <a:effectLst/>
                        <a:latin typeface="Times New Roman"/>
                        <a:ea typeface="超研澤粗楷"/>
                      </a:endParaRPr>
                    </a:p>
                    <a:p>
                      <a:pPr algn="ctr">
                        <a:spcAft>
                          <a:spcPts val="0"/>
                        </a:spcAft>
                      </a:pPr>
                      <a:r>
                        <a:rPr lang="zh-TW" sz="2400" b="1" kern="100">
                          <a:solidFill>
                            <a:srgbClr val="000000"/>
                          </a:solidFill>
                          <a:effectLst/>
                          <a:latin typeface="Times New Roman"/>
                          <a:ea typeface="標楷體"/>
                        </a:rPr>
                        <a:t>活動型</a:t>
                      </a:r>
                      <a:endParaRPr lang="zh-TW" sz="24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a:solidFill>
                            <a:srgbClr val="000000"/>
                          </a:solidFill>
                          <a:effectLst/>
                          <a:latin typeface="Times New Roman"/>
                          <a:ea typeface="標楷體"/>
                        </a:rPr>
                        <a:t>積極</a:t>
                      </a:r>
                      <a:endParaRPr lang="zh-TW" sz="2400" kern="100">
                        <a:effectLst/>
                        <a:latin typeface="Times New Roman"/>
                        <a:ea typeface="超研澤粗楷"/>
                      </a:endParaRPr>
                    </a:p>
                    <a:p>
                      <a:pPr algn="ctr">
                        <a:spcAft>
                          <a:spcPts val="0"/>
                        </a:spcAft>
                      </a:pPr>
                      <a:r>
                        <a:rPr lang="zh-TW" sz="2400" b="1" kern="100">
                          <a:solidFill>
                            <a:srgbClr val="000000"/>
                          </a:solidFill>
                          <a:effectLst/>
                          <a:latin typeface="Times New Roman"/>
                          <a:ea typeface="標楷體"/>
                        </a:rPr>
                        <a:t>活動型</a:t>
                      </a:r>
                      <a:endParaRPr lang="zh-TW" sz="24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a:solidFill>
                            <a:srgbClr val="000000"/>
                          </a:solidFill>
                          <a:effectLst/>
                          <a:latin typeface="Times New Roman"/>
                          <a:ea typeface="標楷體"/>
                        </a:rPr>
                        <a:t>積極</a:t>
                      </a:r>
                      <a:endParaRPr lang="zh-TW" sz="2400" kern="100">
                        <a:effectLst/>
                        <a:latin typeface="Times New Roman"/>
                        <a:ea typeface="超研澤粗楷"/>
                      </a:endParaRPr>
                    </a:p>
                    <a:p>
                      <a:pPr algn="ctr">
                        <a:spcAft>
                          <a:spcPts val="0"/>
                        </a:spcAft>
                      </a:pPr>
                      <a:r>
                        <a:rPr lang="zh-TW" sz="2400" b="1" kern="100">
                          <a:solidFill>
                            <a:srgbClr val="000000"/>
                          </a:solidFill>
                          <a:effectLst/>
                          <a:latin typeface="Times New Roman"/>
                          <a:ea typeface="標楷體"/>
                        </a:rPr>
                        <a:t>活動型</a:t>
                      </a:r>
                      <a:endParaRPr lang="zh-TW" sz="2400"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dirty="0">
                          <a:solidFill>
                            <a:srgbClr val="000000"/>
                          </a:solidFill>
                          <a:effectLst/>
                          <a:latin typeface="Times New Roman"/>
                          <a:ea typeface="標楷體"/>
                        </a:rPr>
                        <a:t>積極</a:t>
                      </a:r>
                      <a:endParaRPr lang="zh-TW" sz="2400" kern="100" dirty="0">
                        <a:effectLst/>
                        <a:latin typeface="Times New Roman"/>
                        <a:ea typeface="超研澤粗楷"/>
                      </a:endParaRPr>
                    </a:p>
                    <a:p>
                      <a:pPr algn="ctr">
                        <a:spcAft>
                          <a:spcPts val="0"/>
                        </a:spcAft>
                      </a:pPr>
                      <a:r>
                        <a:rPr lang="zh-TW" sz="2400" b="1" kern="100" dirty="0">
                          <a:solidFill>
                            <a:srgbClr val="000000"/>
                          </a:solidFill>
                          <a:effectLst/>
                          <a:latin typeface="Times New Roman"/>
                          <a:ea typeface="標楷體"/>
                        </a:rPr>
                        <a:t>活動型</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dirty="0">
                          <a:solidFill>
                            <a:srgbClr val="000000"/>
                          </a:solidFill>
                          <a:effectLst/>
                          <a:latin typeface="Times New Roman"/>
                          <a:ea typeface="標楷體"/>
                        </a:rPr>
                        <a:t>一般</a:t>
                      </a:r>
                      <a:endParaRPr lang="zh-TW" sz="2400" kern="100" dirty="0">
                        <a:effectLst/>
                        <a:latin typeface="Times New Roman"/>
                        <a:ea typeface="超研澤粗楷"/>
                      </a:endParaRPr>
                    </a:p>
                    <a:p>
                      <a:pPr algn="ctr">
                        <a:spcAft>
                          <a:spcPts val="0"/>
                        </a:spcAft>
                      </a:pPr>
                      <a:r>
                        <a:rPr lang="zh-TW" sz="2400" b="1" kern="100" dirty="0">
                          <a:solidFill>
                            <a:srgbClr val="000000"/>
                          </a:solidFill>
                          <a:effectLst/>
                          <a:latin typeface="Times New Roman"/>
                          <a:ea typeface="標楷體"/>
                        </a:rPr>
                        <a:t>活動型</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400" b="1" kern="100" dirty="0">
                          <a:solidFill>
                            <a:srgbClr val="000000"/>
                          </a:solidFill>
                          <a:effectLst/>
                          <a:latin typeface="Times New Roman"/>
                          <a:ea typeface="標楷體"/>
                        </a:rPr>
                        <a:t>一般</a:t>
                      </a:r>
                      <a:endParaRPr lang="zh-TW" sz="2400" kern="100" dirty="0">
                        <a:effectLst/>
                        <a:latin typeface="Times New Roman"/>
                        <a:ea typeface="超研澤粗楷"/>
                      </a:endParaRPr>
                    </a:p>
                    <a:p>
                      <a:pPr algn="ctr">
                        <a:spcAft>
                          <a:spcPts val="0"/>
                        </a:spcAft>
                      </a:pPr>
                      <a:r>
                        <a:rPr lang="zh-TW" sz="2400" b="1" kern="100" dirty="0">
                          <a:solidFill>
                            <a:srgbClr val="000000"/>
                          </a:solidFill>
                          <a:effectLst/>
                          <a:latin typeface="Times New Roman"/>
                          <a:ea typeface="標楷體"/>
                        </a:rPr>
                        <a:t>活動型</a:t>
                      </a:r>
                      <a:endParaRPr lang="zh-TW" sz="2400"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pic>
        <p:nvPicPr>
          <p:cNvPr id="6" name="圖片 5"/>
          <p:cNvPicPr/>
          <p:nvPr/>
        </p:nvPicPr>
        <p:blipFill rotWithShape="1">
          <a:blip r:embed="rId2">
            <a:extLst>
              <a:ext uri="{28A0092B-C50C-407E-A947-70E740481C1C}">
                <a14:useLocalDpi xmlns:a14="http://schemas.microsoft.com/office/drawing/2010/main" val="0"/>
              </a:ext>
            </a:extLst>
          </a:blip>
          <a:srcRect t="54884" b="16179"/>
          <a:stretch/>
        </p:blipFill>
        <p:spPr bwMode="auto">
          <a:xfrm>
            <a:off x="539552" y="4748497"/>
            <a:ext cx="5878830" cy="1275715"/>
          </a:xfrm>
          <a:prstGeom prst="rect">
            <a:avLst/>
          </a:prstGeom>
          <a:noFill/>
          <a:ln>
            <a:noFill/>
          </a:ln>
          <a:extLst>
            <a:ext uri="{53640926-AAD7-44D8-BBD7-CCE9431645EC}">
              <a14:shadowObscured xmlns:a14="http://schemas.microsoft.com/office/drawing/2010/main"/>
            </a:ext>
          </a:extLst>
        </p:spPr>
      </p:pic>
      <p:pic>
        <p:nvPicPr>
          <p:cNvPr id="7" name="圖片 6"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66454" y="3861048"/>
            <a:ext cx="2061089" cy="2978606"/>
          </a:xfrm>
          <a:prstGeom prst="rect">
            <a:avLst/>
          </a:prstGeom>
          <a:noFill/>
          <a:ln>
            <a:noFill/>
          </a:ln>
        </p:spPr>
      </p:pic>
    </p:spTree>
    <p:extLst>
      <p:ext uri="{BB962C8B-B14F-4D97-AF65-F5344CB8AC3E}">
        <p14:creationId xmlns:p14="http://schemas.microsoft.com/office/powerpoint/2010/main" val="85187654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橢圓 12"/>
          <p:cNvSpPr/>
          <p:nvPr/>
        </p:nvSpPr>
        <p:spPr bwMode="auto">
          <a:xfrm>
            <a:off x="3449646" y="2032214"/>
            <a:ext cx="698376" cy="338336"/>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12" name="橢圓 11"/>
          <p:cNvSpPr/>
          <p:nvPr/>
        </p:nvSpPr>
        <p:spPr bwMode="auto">
          <a:xfrm>
            <a:off x="1835696" y="2615208"/>
            <a:ext cx="698376" cy="338336"/>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11" name="橢圓 10"/>
          <p:cNvSpPr/>
          <p:nvPr/>
        </p:nvSpPr>
        <p:spPr bwMode="auto">
          <a:xfrm>
            <a:off x="2987824" y="1677339"/>
            <a:ext cx="770384" cy="338336"/>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10" name="橢圓 9"/>
          <p:cNvSpPr/>
          <p:nvPr/>
        </p:nvSpPr>
        <p:spPr bwMode="auto">
          <a:xfrm>
            <a:off x="1259632" y="2276872"/>
            <a:ext cx="698376" cy="338336"/>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8" name="橢圓 7"/>
          <p:cNvSpPr/>
          <p:nvPr/>
        </p:nvSpPr>
        <p:spPr bwMode="auto">
          <a:xfrm>
            <a:off x="3513522" y="1472208"/>
            <a:ext cx="719956" cy="363488"/>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7" name="橢圓 6"/>
          <p:cNvSpPr/>
          <p:nvPr/>
        </p:nvSpPr>
        <p:spPr bwMode="auto">
          <a:xfrm>
            <a:off x="4427984" y="1268760"/>
            <a:ext cx="792088" cy="385192"/>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spc="0" normalizeH="0" baseline="0" noProof="0">
              <a:ln>
                <a:noFill/>
              </a:ln>
              <a:solidFill>
                <a:srgbClr val="024631"/>
              </a:solidFill>
              <a:effectLst/>
              <a:uLnTx/>
              <a:uFillTx/>
              <a:latin typeface="Arial" pitchFamily="34" charset="0"/>
              <a:ea typeface="+mn-ea"/>
              <a:cs typeface="+mn-cs"/>
            </a:endParaRPr>
          </a:p>
        </p:txBody>
      </p:sp>
      <p:sp>
        <p:nvSpPr>
          <p:cNvPr id="2" name="標題 1"/>
          <p:cNvSpPr>
            <a:spLocks noGrp="1"/>
          </p:cNvSpPr>
          <p:nvPr>
            <p:ph type="title"/>
          </p:nvPr>
        </p:nvSpPr>
        <p:spPr/>
        <p:txBody>
          <a:bodyPr/>
          <a:lstStyle/>
          <a:p>
            <a:r>
              <a:rPr lang="en-US" altLang="zh-TW" sz="4400" b="0" dirty="0">
                <a:solidFill>
                  <a:srgbClr val="FFFFFF"/>
                </a:solidFill>
                <a:latin typeface="華康隸書體W7(P)" pitchFamily="2" charset="-120"/>
                <a:ea typeface="華康隸書體W7(P)" pitchFamily="2" charset="-120"/>
              </a:rPr>
              <a:t>6.</a:t>
            </a:r>
            <a:r>
              <a:rPr lang="zh-TW" altLang="en-US" sz="4400" b="0" dirty="0">
                <a:solidFill>
                  <a:srgbClr val="FFFFFF"/>
                </a:solidFill>
                <a:latin typeface="華康隸書體W7(P)" pitchFamily="2" charset="-120"/>
                <a:ea typeface="華康隸書體W7(P)" pitchFamily="2" charset="-120"/>
              </a:rPr>
              <a:t>實施地點</a:t>
            </a:r>
            <a:endParaRPr lang="zh-TW" altLang="en-US" dirty="0"/>
          </a:p>
        </p:txBody>
      </p:sp>
      <p:pic>
        <p:nvPicPr>
          <p:cNvPr id="8194" name="Picture 205" descr="行政區域"/>
          <p:cNvPicPr>
            <a:picLocks noChangeAspect="1" noChangeArrowheads="1"/>
          </p:cNvPicPr>
          <p:nvPr/>
        </p:nvPicPr>
        <p:blipFill>
          <a:blip r:embed="rId2">
            <a:extLst>
              <a:ext uri="{28A0092B-C50C-407E-A947-70E740481C1C}">
                <a14:useLocalDpi xmlns:a14="http://schemas.microsoft.com/office/drawing/2010/main" val="0"/>
              </a:ext>
            </a:extLst>
          </a:blip>
          <a:srcRect l="95" t="6566" r="2000" b="9496"/>
          <a:stretch>
            <a:fillRect/>
          </a:stretch>
        </p:blipFill>
        <p:spPr bwMode="auto">
          <a:xfrm>
            <a:off x="949325" y="659975"/>
            <a:ext cx="5848350" cy="6165850"/>
          </a:xfrm>
          <a:prstGeom prst="rect">
            <a:avLst/>
          </a:prstGeom>
          <a:noFill/>
          <a:ln w="19050" cmpd="thinThick">
            <a:solidFill>
              <a:srgbClr val="000000"/>
            </a:solidFill>
            <a:miter lim="800000"/>
            <a:headEnd/>
            <a:tailEnd/>
          </a:ln>
          <a:extLst>
            <a:ext uri="{909E8E84-426E-40DD-AFC4-6F175D3DCCD1}">
              <a14:hiddenFill xmlns:a14="http://schemas.microsoft.com/office/drawing/2010/main">
                <a:solidFill>
                  <a:srgbClr val="FFFFFF"/>
                </a:solidFill>
              </a14:hiddenFill>
            </a:ext>
          </a:extLst>
        </p:spPr>
      </p:pic>
      <p:cxnSp>
        <p:nvCxnSpPr>
          <p:cNvPr id="15" name="直線單箭頭接點 14"/>
          <p:cNvCxnSpPr/>
          <p:nvPr/>
        </p:nvCxnSpPr>
        <p:spPr bwMode="auto">
          <a:xfrm>
            <a:off x="1835696" y="2446040"/>
            <a:ext cx="1080120" cy="0"/>
          </a:xfrm>
          <a:prstGeom prst="straightConnector1">
            <a:avLst/>
          </a:prstGeom>
          <a:solidFill>
            <a:schemeClr val="accent1"/>
          </a:solidFill>
          <a:ln w="28575" cap="flat" cmpd="sng" algn="ctr">
            <a:solidFill>
              <a:schemeClr val="tx1"/>
            </a:solidFill>
            <a:prstDash val="solid"/>
            <a:round/>
            <a:headEnd type="arrow"/>
            <a:tailEnd type="arrow"/>
          </a:ln>
          <a:effectLst/>
        </p:spPr>
      </p:cxnSp>
      <p:pic>
        <p:nvPicPr>
          <p:cNvPr id="19" name="圖片 18"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4365104"/>
            <a:ext cx="2123728" cy="2460721"/>
          </a:xfrm>
          <a:prstGeom prst="rect">
            <a:avLst/>
          </a:prstGeom>
          <a:noFill/>
          <a:ln>
            <a:noFill/>
          </a:ln>
        </p:spPr>
      </p:pic>
    </p:spTree>
    <p:extLst>
      <p:ext uri="{BB962C8B-B14F-4D97-AF65-F5344CB8AC3E}">
        <p14:creationId xmlns:p14="http://schemas.microsoft.com/office/powerpoint/2010/main" val="318204894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7.</a:t>
            </a:r>
            <a:r>
              <a:rPr lang="zh-TW" altLang="en-US" dirty="0"/>
              <a:t>竹山鎮社區</a:t>
            </a:r>
            <a:r>
              <a:rPr lang="en-US" altLang="zh-TW" dirty="0"/>
              <a:t>SWOT</a:t>
            </a:r>
            <a:r>
              <a:rPr lang="zh-TW" altLang="en-US" dirty="0"/>
              <a:t>分析（優劣勢分析）</a:t>
            </a:r>
          </a:p>
        </p:txBody>
      </p:sp>
      <p:graphicFrame>
        <p:nvGraphicFramePr>
          <p:cNvPr id="5" name="表格 4"/>
          <p:cNvGraphicFramePr>
            <a:graphicFrameLocks noGrp="1"/>
          </p:cNvGraphicFramePr>
          <p:nvPr/>
        </p:nvGraphicFramePr>
        <p:xfrm>
          <a:off x="539552" y="908720"/>
          <a:ext cx="7704856" cy="5476875"/>
        </p:xfrm>
        <a:graphic>
          <a:graphicData uri="http://schemas.openxmlformats.org/drawingml/2006/table">
            <a:tbl>
              <a:tblPr firstRow="1" firstCol="1" lastRow="1" lastCol="1" bandRow="1" bandCol="1"/>
              <a:tblGrid>
                <a:gridCol w="3977290">
                  <a:extLst>
                    <a:ext uri="{9D8B030D-6E8A-4147-A177-3AD203B41FA5}">
                      <a16:colId xmlns:a16="http://schemas.microsoft.com/office/drawing/2014/main" val="20000"/>
                    </a:ext>
                  </a:extLst>
                </a:gridCol>
                <a:gridCol w="3727566">
                  <a:extLst>
                    <a:ext uri="{9D8B030D-6E8A-4147-A177-3AD203B41FA5}">
                      <a16:colId xmlns:a16="http://schemas.microsoft.com/office/drawing/2014/main" val="20001"/>
                    </a:ext>
                  </a:extLst>
                </a:gridCol>
              </a:tblGrid>
              <a:tr h="264800">
                <a:tc>
                  <a:txBody>
                    <a:bodyPr/>
                    <a:lstStyle/>
                    <a:p>
                      <a:pPr algn="ctr">
                        <a:spcAft>
                          <a:spcPts val="0"/>
                        </a:spcAft>
                      </a:pPr>
                      <a:endParaRPr lang="en-US" altLang="zh-TW" sz="1600" kern="100" dirty="0">
                        <a:solidFill>
                          <a:srgbClr val="002060"/>
                        </a:solidFill>
                        <a:effectLst/>
                        <a:latin typeface="Times New Roman"/>
                        <a:ea typeface="標楷體"/>
                      </a:endParaRPr>
                    </a:p>
                    <a:p>
                      <a:pPr algn="ctr">
                        <a:spcAft>
                          <a:spcPts val="0"/>
                        </a:spcAft>
                      </a:pPr>
                      <a:r>
                        <a:rPr lang="zh-TW" sz="1600" kern="100" dirty="0">
                          <a:solidFill>
                            <a:srgbClr val="002060"/>
                          </a:solidFill>
                          <a:effectLst/>
                          <a:latin typeface="Times New Roman"/>
                          <a:ea typeface="標楷體"/>
                        </a:rPr>
                        <a:t>優勢</a:t>
                      </a:r>
                      <a:r>
                        <a:rPr lang="en-US" sz="1600" b="1" kern="100" dirty="0">
                          <a:solidFill>
                            <a:srgbClr val="002060"/>
                          </a:solidFill>
                          <a:effectLst/>
                          <a:latin typeface="Times New Roman"/>
                          <a:ea typeface="標楷體"/>
                        </a:rPr>
                        <a:t>S </a:t>
                      </a:r>
                      <a:r>
                        <a:rPr lang="zh-TW" sz="1600" b="1" kern="100" dirty="0">
                          <a:solidFill>
                            <a:srgbClr val="002060"/>
                          </a:solidFill>
                          <a:effectLst/>
                          <a:latin typeface="Times New Roman"/>
                          <a:ea typeface="標楷體"/>
                        </a:rPr>
                        <a:t>（社區內部優勢）</a:t>
                      </a:r>
                      <a:endParaRPr lang="zh-TW" sz="1600" kern="100" dirty="0">
                        <a:solidFill>
                          <a:srgbClr val="002060"/>
                        </a:solidFill>
                        <a:effectLst/>
                        <a:latin typeface="Times New Roman"/>
                        <a:ea typeface="超研澤粗楷"/>
                      </a:endParaRPr>
                    </a:p>
                    <a:p>
                      <a:pPr indent="914400" algn="ctr">
                        <a:spcAft>
                          <a:spcPts val="0"/>
                        </a:spcAft>
                      </a:pPr>
                      <a:r>
                        <a:rPr lang="en-US" sz="1600" kern="100" dirty="0">
                          <a:solidFill>
                            <a:srgbClr val="000000"/>
                          </a:solidFill>
                          <a:effectLst/>
                          <a:latin typeface="標楷體"/>
                          <a:ea typeface="超研澤粗楷"/>
                        </a:rPr>
                        <a:t> </a:t>
                      </a:r>
                      <a:endParaRPr lang="zh-TW" sz="1600" kern="100" dirty="0">
                        <a:effectLst/>
                        <a:latin typeface="Times New Roman"/>
                        <a:ea typeface="超研澤粗楷"/>
                      </a:endParaRPr>
                    </a:p>
                  </a:txBody>
                  <a:tcPr marL="37238" marR="372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600" b="1" kern="100" dirty="0">
                          <a:solidFill>
                            <a:srgbClr val="C00000"/>
                          </a:solidFill>
                          <a:effectLst/>
                          <a:latin typeface="Times New Roman"/>
                          <a:ea typeface="標楷體"/>
                        </a:rPr>
                        <a:t>劣勢</a:t>
                      </a:r>
                      <a:r>
                        <a:rPr lang="en-US" sz="1600" kern="100" dirty="0">
                          <a:solidFill>
                            <a:srgbClr val="C00000"/>
                          </a:solidFill>
                          <a:effectLst/>
                          <a:latin typeface="標楷體"/>
                          <a:ea typeface="超研澤粗楷"/>
                        </a:rPr>
                        <a:t>W</a:t>
                      </a:r>
                      <a:r>
                        <a:rPr lang="en-US" sz="1600" b="1" kern="100" dirty="0">
                          <a:solidFill>
                            <a:srgbClr val="C00000"/>
                          </a:solidFill>
                          <a:effectLst/>
                          <a:latin typeface="標楷體"/>
                          <a:ea typeface="超研澤粗楷"/>
                        </a:rPr>
                        <a:t> </a:t>
                      </a:r>
                      <a:r>
                        <a:rPr lang="zh-TW" sz="1600" b="1" kern="100" dirty="0">
                          <a:solidFill>
                            <a:srgbClr val="C00000"/>
                          </a:solidFill>
                          <a:effectLst/>
                          <a:latin typeface="Times New Roman"/>
                          <a:ea typeface="標楷體"/>
                        </a:rPr>
                        <a:t>（社區內部劣勢）</a:t>
                      </a:r>
                      <a:endParaRPr lang="zh-TW" sz="1600" kern="100" dirty="0">
                        <a:solidFill>
                          <a:srgbClr val="C00000"/>
                        </a:solidFill>
                        <a:effectLst/>
                        <a:latin typeface="Times New Roman"/>
                        <a:ea typeface="超研澤粗楷"/>
                      </a:endParaRPr>
                    </a:p>
                  </a:txBody>
                  <a:tcPr marL="37238" marR="372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865187">
                <a:tc>
                  <a:txBody>
                    <a:bodyPr/>
                    <a:lstStyle/>
                    <a:p>
                      <a:pPr marL="342900" lvl="0" indent="-342900" algn="l">
                        <a:lnSpc>
                          <a:spcPct val="115000"/>
                        </a:lnSpc>
                        <a:spcAft>
                          <a:spcPts val="0"/>
                        </a:spcAft>
                        <a:buFont typeface="+mj-lt"/>
                        <a:buAutoNum type="arabicPeriod"/>
                        <a:tabLst>
                          <a:tab pos="228600" algn="l"/>
                        </a:tabLst>
                      </a:pPr>
                      <a:r>
                        <a:rPr lang="zh-TW" sz="1600" kern="100" dirty="0">
                          <a:solidFill>
                            <a:srgbClr val="000000"/>
                          </a:solidFill>
                          <a:effectLst/>
                          <a:latin typeface="Times New Roman"/>
                          <a:ea typeface="標楷體"/>
                          <a:cs typeface="Times New Roman"/>
                        </a:rPr>
                        <a:t>聯合提案社區幹部充分參與計畫溝通協調，強烈表達參與意願，並經理監事會決議提案。</a:t>
                      </a:r>
                      <a:endParaRPr lang="zh-TW" sz="1600" kern="100" dirty="0">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1600" kern="100" dirty="0">
                          <a:solidFill>
                            <a:srgbClr val="000000"/>
                          </a:solidFill>
                          <a:effectLst/>
                          <a:latin typeface="Times New Roman"/>
                          <a:ea typeface="標楷體"/>
                          <a:cs typeface="Times New Roman"/>
                        </a:rPr>
                        <a:t>六個社區中富州社區為卓越社區，延正社區為績效組甲等社區，由兩社區進行跨社區的協同互助，帶動一起成長。</a:t>
                      </a:r>
                      <a:endParaRPr lang="zh-TW" sz="1600" kern="100" dirty="0">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1600" kern="100" dirty="0">
                          <a:solidFill>
                            <a:srgbClr val="000000"/>
                          </a:solidFill>
                          <a:effectLst/>
                          <a:latin typeface="Times New Roman"/>
                          <a:ea typeface="標楷體"/>
                          <a:cs typeface="Times New Roman"/>
                        </a:rPr>
                        <a:t>提案社區曾經獲得衛生福利部</a:t>
                      </a:r>
                      <a:r>
                        <a:rPr lang="en-US" sz="1600" kern="100" dirty="0">
                          <a:solidFill>
                            <a:srgbClr val="000000"/>
                          </a:solidFill>
                          <a:effectLst/>
                          <a:latin typeface="Times New Roman"/>
                          <a:ea typeface="標楷體"/>
                          <a:cs typeface="Times New Roman"/>
                        </a:rPr>
                        <a:t>101</a:t>
                      </a:r>
                      <a:r>
                        <a:rPr lang="zh-TW" sz="1600" kern="100" dirty="0">
                          <a:solidFill>
                            <a:srgbClr val="000000"/>
                          </a:solidFill>
                          <a:effectLst/>
                          <a:latin typeface="Times New Roman"/>
                          <a:ea typeface="標楷體"/>
                          <a:cs typeface="Times New Roman"/>
                        </a:rPr>
                        <a:t>年度績優社區評鑑，卓越組成績。</a:t>
                      </a:r>
                      <a:endParaRPr lang="zh-TW" sz="1600" kern="100" dirty="0">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1600" kern="100" dirty="0">
                          <a:solidFill>
                            <a:srgbClr val="000000"/>
                          </a:solidFill>
                          <a:effectLst/>
                          <a:latin typeface="Times New Roman"/>
                          <a:ea typeface="標楷體"/>
                          <a:cs typeface="Times New Roman"/>
                        </a:rPr>
                        <a:t>幹部企圖心強團結一致。</a:t>
                      </a:r>
                      <a:endParaRPr lang="zh-TW" sz="1600" kern="100" dirty="0">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1600" kern="100" dirty="0">
                          <a:solidFill>
                            <a:srgbClr val="000000"/>
                          </a:solidFill>
                          <a:effectLst/>
                          <a:latin typeface="Times New Roman"/>
                          <a:ea typeface="標楷體"/>
                          <a:cs typeface="Times New Roman"/>
                        </a:rPr>
                        <a:t>縣政府公所強力輔導，社區明顯進步，協力單位配合度佳。</a:t>
                      </a:r>
                      <a:endParaRPr lang="zh-TW" sz="1600" kern="100" dirty="0">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1600" kern="100" dirty="0">
                          <a:solidFill>
                            <a:srgbClr val="000000"/>
                          </a:solidFill>
                          <a:effectLst/>
                          <a:latin typeface="Times New Roman"/>
                          <a:ea typeface="標楷體"/>
                          <a:cs typeface="Times New Roman"/>
                        </a:rPr>
                        <a:t>竹山以產竹為主，以竹藝帶入</a:t>
                      </a:r>
                      <a:r>
                        <a:rPr lang="en-US" sz="1600" kern="100" dirty="0">
                          <a:solidFill>
                            <a:srgbClr val="000000"/>
                          </a:solidFill>
                          <a:effectLst/>
                          <a:latin typeface="Times New Roman"/>
                          <a:ea typeface="標楷體"/>
                          <a:cs typeface="Times New Roman"/>
                        </a:rPr>
                        <a:t>DIY</a:t>
                      </a:r>
                      <a:r>
                        <a:rPr lang="zh-TW" sz="1600" kern="100" dirty="0">
                          <a:solidFill>
                            <a:srgbClr val="000000"/>
                          </a:solidFill>
                          <a:effectLst/>
                          <a:latin typeface="Times New Roman"/>
                          <a:ea typeface="標楷體"/>
                          <a:cs typeface="Times New Roman"/>
                        </a:rPr>
                        <a:t>活動遊程，規劃培訓志工及開發銀髮志工能量提升種子師資。</a:t>
                      </a:r>
                      <a:endParaRPr lang="zh-TW" sz="1600" kern="100" dirty="0">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1600" kern="100" dirty="0">
                          <a:solidFill>
                            <a:srgbClr val="000000"/>
                          </a:solidFill>
                          <a:effectLst/>
                          <a:latin typeface="Times New Roman"/>
                          <a:ea typeface="標楷體"/>
                          <a:cs typeface="Times New Roman"/>
                        </a:rPr>
                        <a:t>社區連結其他方案、單位、政府機關能力優良。</a:t>
                      </a:r>
                      <a:endParaRPr lang="zh-TW" sz="1600" kern="100" dirty="0">
                        <a:effectLst/>
                        <a:latin typeface="Times New Roman"/>
                        <a:ea typeface="超研澤粗楷"/>
                        <a:cs typeface="Times New Roman"/>
                      </a:endParaRPr>
                    </a:p>
                    <a:p>
                      <a:pPr marL="228600" algn="l">
                        <a:lnSpc>
                          <a:spcPct val="115000"/>
                        </a:lnSpc>
                        <a:spcAft>
                          <a:spcPts val="0"/>
                        </a:spcAft>
                      </a:pPr>
                      <a:r>
                        <a:rPr lang="en-US" sz="1600" kern="100" dirty="0">
                          <a:solidFill>
                            <a:srgbClr val="000000"/>
                          </a:solidFill>
                          <a:effectLst/>
                          <a:latin typeface="標楷體"/>
                          <a:ea typeface="超研澤粗楷"/>
                        </a:rPr>
                        <a:t> </a:t>
                      </a:r>
                      <a:endParaRPr lang="zh-TW" sz="1600" kern="100" dirty="0">
                        <a:effectLst/>
                        <a:latin typeface="Times New Roman"/>
                        <a:ea typeface="超研澤粗楷"/>
                      </a:endParaRPr>
                    </a:p>
                  </a:txBody>
                  <a:tcPr marL="37238" marR="372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342900" lvl="0" indent="-342900" algn="l">
                        <a:lnSpc>
                          <a:spcPct val="115000"/>
                        </a:lnSpc>
                        <a:spcAft>
                          <a:spcPts val="0"/>
                        </a:spcAft>
                        <a:buFont typeface="+mj-lt"/>
                        <a:buAutoNum type="arabicPeriod"/>
                      </a:pPr>
                      <a:r>
                        <a:rPr lang="zh-TW" sz="1600" kern="100" dirty="0">
                          <a:solidFill>
                            <a:srgbClr val="000000"/>
                          </a:solidFill>
                          <a:effectLst/>
                          <a:latin typeface="Times New Roman"/>
                          <a:ea typeface="標楷體"/>
                        </a:rPr>
                        <a:t>人口老化，社區專業人才欠缺</a:t>
                      </a:r>
                      <a:r>
                        <a:rPr lang="en-US" sz="1600" kern="100" dirty="0">
                          <a:solidFill>
                            <a:srgbClr val="000000"/>
                          </a:solidFill>
                          <a:effectLst/>
                          <a:latin typeface="Times New Roman"/>
                          <a:ea typeface="標楷體"/>
                        </a:rPr>
                        <a:t>(</a:t>
                      </a:r>
                      <a:r>
                        <a:rPr lang="zh-TW" sz="1600" kern="100" dirty="0">
                          <a:solidFill>
                            <a:srgbClr val="000000"/>
                          </a:solidFill>
                          <a:effectLst/>
                          <a:latin typeface="Times New Roman"/>
                          <a:ea typeface="標楷體"/>
                        </a:rPr>
                        <a:t>電腦文書、計畫撰寫</a:t>
                      </a:r>
                      <a:r>
                        <a:rPr lang="en-US" sz="1600" kern="100" dirty="0">
                          <a:solidFill>
                            <a:srgbClr val="000000"/>
                          </a:solidFill>
                          <a:effectLst/>
                          <a:latin typeface="Times New Roman"/>
                          <a:ea typeface="標楷體"/>
                        </a:rPr>
                        <a:t>)</a:t>
                      </a:r>
                      <a:r>
                        <a:rPr lang="zh-TW" sz="1600" kern="100" dirty="0">
                          <a:solidFill>
                            <a:srgbClr val="000000"/>
                          </a:solidFill>
                          <a:effectLst/>
                          <a:latin typeface="Times New Roman"/>
                          <a:ea typeface="標楷體"/>
                        </a:rPr>
                        <a:t>。</a:t>
                      </a:r>
                      <a:endParaRPr lang="zh-TW" sz="1600" kern="100" dirty="0">
                        <a:effectLst/>
                        <a:latin typeface="Times New Roman"/>
                        <a:ea typeface="超研澤粗楷"/>
                      </a:endParaRPr>
                    </a:p>
                    <a:p>
                      <a:pPr marL="342900" lvl="0" indent="-342900" algn="l">
                        <a:lnSpc>
                          <a:spcPct val="115000"/>
                        </a:lnSpc>
                        <a:spcAft>
                          <a:spcPts val="0"/>
                        </a:spcAft>
                        <a:buFont typeface="+mj-lt"/>
                        <a:buAutoNum type="arabicPeriod"/>
                      </a:pPr>
                      <a:r>
                        <a:rPr lang="zh-TW" sz="1600" kern="100" dirty="0">
                          <a:solidFill>
                            <a:srgbClr val="000000"/>
                          </a:solidFill>
                          <a:effectLst/>
                          <a:latin typeface="Times New Roman"/>
                          <a:ea typeface="標楷體"/>
                        </a:rPr>
                        <a:t>社區自主財源困難。</a:t>
                      </a:r>
                      <a:endParaRPr lang="zh-TW" sz="1600" kern="100" dirty="0">
                        <a:effectLst/>
                        <a:latin typeface="Times New Roman"/>
                        <a:ea typeface="超研澤粗楷"/>
                      </a:endParaRPr>
                    </a:p>
                    <a:p>
                      <a:pPr marL="342900" lvl="0" indent="-342900" algn="l">
                        <a:lnSpc>
                          <a:spcPct val="115000"/>
                        </a:lnSpc>
                        <a:spcAft>
                          <a:spcPts val="0"/>
                        </a:spcAft>
                        <a:buFont typeface="+mj-lt"/>
                        <a:buAutoNum type="arabicPeriod"/>
                      </a:pPr>
                      <a:r>
                        <a:rPr lang="zh-TW" sz="1600" kern="100" dirty="0">
                          <a:solidFill>
                            <a:srgbClr val="000000"/>
                          </a:solidFill>
                          <a:effectLst/>
                          <a:latin typeface="Times New Roman"/>
                          <a:ea typeface="標楷體"/>
                        </a:rPr>
                        <a:t>社區對於專業性課程</a:t>
                      </a:r>
                      <a:r>
                        <a:rPr lang="en-US" sz="1600" kern="100" dirty="0">
                          <a:solidFill>
                            <a:srgbClr val="000000"/>
                          </a:solidFill>
                          <a:effectLst/>
                          <a:latin typeface="Times New Roman"/>
                          <a:ea typeface="標楷體"/>
                        </a:rPr>
                        <a:t>(</a:t>
                      </a:r>
                      <a:r>
                        <a:rPr lang="zh-TW" sz="1600" kern="100" dirty="0">
                          <a:solidFill>
                            <a:srgbClr val="000000"/>
                          </a:solidFill>
                          <a:effectLst/>
                          <a:latin typeface="Times New Roman"/>
                          <a:ea typeface="標楷體"/>
                        </a:rPr>
                        <a:t>方案設計、核銷等</a:t>
                      </a:r>
                      <a:r>
                        <a:rPr lang="en-US" sz="1600" kern="100" dirty="0">
                          <a:solidFill>
                            <a:srgbClr val="000000"/>
                          </a:solidFill>
                          <a:effectLst/>
                          <a:latin typeface="Times New Roman"/>
                          <a:ea typeface="標楷體"/>
                        </a:rPr>
                        <a:t>)</a:t>
                      </a:r>
                      <a:r>
                        <a:rPr lang="zh-TW" sz="1600" kern="100" dirty="0">
                          <a:solidFill>
                            <a:srgbClr val="000000"/>
                          </a:solidFill>
                          <a:effectLst/>
                          <a:latin typeface="Times New Roman"/>
                          <a:ea typeface="標楷體"/>
                        </a:rPr>
                        <a:t>亟須加強。</a:t>
                      </a:r>
                      <a:endParaRPr lang="zh-TW" sz="1600" kern="100" dirty="0">
                        <a:effectLst/>
                        <a:latin typeface="Times New Roman"/>
                        <a:ea typeface="超研澤粗楷"/>
                      </a:endParaRPr>
                    </a:p>
                    <a:p>
                      <a:pPr marL="177800" indent="-177800" algn="l">
                        <a:lnSpc>
                          <a:spcPct val="115000"/>
                        </a:lnSpc>
                        <a:spcAft>
                          <a:spcPts val="0"/>
                        </a:spcAft>
                      </a:pPr>
                      <a:r>
                        <a:rPr lang="en-US" sz="1600" kern="100" dirty="0">
                          <a:solidFill>
                            <a:srgbClr val="000000"/>
                          </a:solidFill>
                          <a:effectLst/>
                          <a:latin typeface="標楷體"/>
                          <a:ea typeface="超研澤粗楷"/>
                        </a:rPr>
                        <a:t>4.</a:t>
                      </a:r>
                      <a:r>
                        <a:rPr lang="zh-TW" sz="1600" kern="100" dirty="0">
                          <a:solidFill>
                            <a:srgbClr val="000000"/>
                          </a:solidFill>
                          <a:effectLst/>
                          <a:latin typeface="Times New Roman"/>
                          <a:ea typeface="標楷體"/>
                        </a:rPr>
                        <a:t>社區志工多為中高齡人員，需要找尋年輕志工。</a:t>
                      </a:r>
                      <a:endParaRPr lang="zh-TW" sz="1600" kern="100" dirty="0">
                        <a:effectLst/>
                        <a:latin typeface="Times New Roman"/>
                        <a:ea typeface="超研澤粗楷"/>
                      </a:endParaRPr>
                    </a:p>
                  </a:txBody>
                  <a:tcPr marL="37238" marR="372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pic>
        <p:nvPicPr>
          <p:cNvPr id="6" name="圖片 5"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08304" y="5229200"/>
            <a:ext cx="1708343" cy="1614769"/>
          </a:xfrm>
          <a:prstGeom prst="rect">
            <a:avLst/>
          </a:prstGeom>
          <a:noFill/>
          <a:ln>
            <a:noFill/>
          </a:ln>
        </p:spPr>
      </p:pic>
    </p:spTree>
    <p:extLst>
      <p:ext uri="{BB962C8B-B14F-4D97-AF65-F5344CB8AC3E}">
        <p14:creationId xmlns:p14="http://schemas.microsoft.com/office/powerpoint/2010/main" val="207801188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7.</a:t>
            </a:r>
            <a:r>
              <a:rPr lang="zh-TW" altLang="en-US" dirty="0"/>
              <a:t>竹山鎮社區</a:t>
            </a:r>
            <a:r>
              <a:rPr lang="en-US" altLang="zh-TW" dirty="0"/>
              <a:t>SWOT</a:t>
            </a:r>
            <a:r>
              <a:rPr lang="zh-TW" altLang="en-US" dirty="0"/>
              <a:t>分析（優劣勢分析）</a:t>
            </a:r>
          </a:p>
        </p:txBody>
      </p:sp>
      <p:graphicFrame>
        <p:nvGraphicFramePr>
          <p:cNvPr id="5" name="表格 4"/>
          <p:cNvGraphicFramePr>
            <a:graphicFrameLocks noGrp="1"/>
          </p:cNvGraphicFramePr>
          <p:nvPr/>
        </p:nvGraphicFramePr>
        <p:xfrm>
          <a:off x="467544" y="1196752"/>
          <a:ext cx="7776864" cy="4542981"/>
        </p:xfrm>
        <a:graphic>
          <a:graphicData uri="http://schemas.openxmlformats.org/drawingml/2006/table">
            <a:tbl>
              <a:tblPr firstRow="1" firstCol="1" lastRow="1" lastCol="1" bandRow="1" bandCol="1"/>
              <a:tblGrid>
                <a:gridCol w="4049298">
                  <a:extLst>
                    <a:ext uri="{9D8B030D-6E8A-4147-A177-3AD203B41FA5}">
                      <a16:colId xmlns:a16="http://schemas.microsoft.com/office/drawing/2014/main" val="20000"/>
                    </a:ext>
                  </a:extLst>
                </a:gridCol>
                <a:gridCol w="3727566">
                  <a:extLst>
                    <a:ext uri="{9D8B030D-6E8A-4147-A177-3AD203B41FA5}">
                      <a16:colId xmlns:a16="http://schemas.microsoft.com/office/drawing/2014/main" val="20001"/>
                    </a:ext>
                  </a:extLst>
                </a:gridCol>
              </a:tblGrid>
              <a:tr h="504056">
                <a:tc>
                  <a:txBody>
                    <a:bodyPr/>
                    <a:lstStyle/>
                    <a:p>
                      <a:pPr algn="ctr">
                        <a:spcAft>
                          <a:spcPts val="0"/>
                        </a:spcAft>
                      </a:pPr>
                      <a:r>
                        <a:rPr lang="zh-TW" sz="1800" kern="100" dirty="0">
                          <a:solidFill>
                            <a:srgbClr val="7030A0"/>
                          </a:solidFill>
                          <a:effectLst/>
                          <a:latin typeface="Times New Roman"/>
                          <a:ea typeface="標楷體"/>
                        </a:rPr>
                        <a:t>機會</a:t>
                      </a:r>
                      <a:r>
                        <a:rPr lang="en-US" sz="1800" b="1" kern="100" dirty="0">
                          <a:solidFill>
                            <a:srgbClr val="7030A0"/>
                          </a:solidFill>
                          <a:effectLst/>
                          <a:latin typeface="Times New Roman"/>
                          <a:ea typeface="標楷體"/>
                        </a:rPr>
                        <a:t>O</a:t>
                      </a:r>
                      <a:r>
                        <a:rPr lang="zh-TW" sz="1800" b="1" kern="100" dirty="0">
                          <a:solidFill>
                            <a:srgbClr val="7030A0"/>
                          </a:solidFill>
                          <a:effectLst/>
                          <a:latin typeface="Times New Roman"/>
                          <a:ea typeface="標楷體"/>
                        </a:rPr>
                        <a:t>（社區外部機會）</a:t>
                      </a:r>
                      <a:endParaRPr lang="zh-TW" sz="1800" kern="100" dirty="0">
                        <a:solidFill>
                          <a:srgbClr val="7030A0"/>
                        </a:solidFill>
                        <a:effectLst/>
                        <a:latin typeface="Times New Roman"/>
                        <a:ea typeface="超研澤粗楷"/>
                      </a:endParaRPr>
                    </a:p>
                    <a:p>
                      <a:pPr algn="ctr">
                        <a:spcAft>
                          <a:spcPts val="0"/>
                        </a:spcAft>
                      </a:pPr>
                      <a:r>
                        <a:rPr lang="en-US" sz="1800" kern="100" dirty="0">
                          <a:solidFill>
                            <a:srgbClr val="000000"/>
                          </a:solidFill>
                          <a:effectLst/>
                          <a:latin typeface="標楷體"/>
                          <a:ea typeface="超研澤粗楷"/>
                        </a:rPr>
                        <a:t> </a:t>
                      </a:r>
                      <a:endParaRPr lang="zh-TW" sz="1800" kern="100" dirty="0">
                        <a:effectLst/>
                        <a:latin typeface="Times New Roman"/>
                        <a:ea typeface="超研澤粗楷"/>
                      </a:endParaRPr>
                    </a:p>
                  </a:txBody>
                  <a:tcPr marL="37238" marR="372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800" kern="100" dirty="0">
                          <a:solidFill>
                            <a:srgbClr val="FF0000"/>
                          </a:solidFill>
                          <a:effectLst/>
                          <a:latin typeface="Times New Roman"/>
                          <a:ea typeface="標楷體"/>
                        </a:rPr>
                        <a:t>威脅</a:t>
                      </a:r>
                      <a:r>
                        <a:rPr lang="zh-TW" sz="1800" b="1" kern="100" dirty="0">
                          <a:solidFill>
                            <a:srgbClr val="FF0000"/>
                          </a:solidFill>
                          <a:effectLst/>
                          <a:latin typeface="Times New Roman"/>
                          <a:ea typeface="標楷體"/>
                        </a:rPr>
                        <a:t>（</a:t>
                      </a:r>
                      <a:r>
                        <a:rPr lang="en-US" sz="1800" b="1" kern="100" dirty="0">
                          <a:solidFill>
                            <a:srgbClr val="FF0000"/>
                          </a:solidFill>
                          <a:effectLst/>
                          <a:latin typeface="Times New Roman"/>
                          <a:ea typeface="標楷體"/>
                        </a:rPr>
                        <a:t>T </a:t>
                      </a:r>
                      <a:r>
                        <a:rPr lang="zh-TW" sz="1800" b="1" kern="100" dirty="0">
                          <a:solidFill>
                            <a:srgbClr val="FF0000"/>
                          </a:solidFill>
                          <a:effectLst/>
                          <a:latin typeface="Times New Roman"/>
                          <a:ea typeface="標楷體"/>
                        </a:rPr>
                        <a:t>社區外部威脅）</a:t>
                      </a:r>
                      <a:endParaRPr lang="zh-TW" sz="1800" kern="100" dirty="0">
                        <a:solidFill>
                          <a:srgbClr val="FF0000"/>
                        </a:solidFill>
                        <a:effectLst/>
                        <a:latin typeface="Times New Roman"/>
                        <a:ea typeface="超研澤粗楷"/>
                      </a:endParaRPr>
                    </a:p>
                    <a:p>
                      <a:pPr algn="ctr">
                        <a:spcAft>
                          <a:spcPts val="0"/>
                        </a:spcAft>
                      </a:pPr>
                      <a:r>
                        <a:rPr lang="en-US" sz="1800" b="1" kern="100" dirty="0">
                          <a:solidFill>
                            <a:srgbClr val="000000"/>
                          </a:solidFill>
                          <a:effectLst/>
                          <a:latin typeface="標楷體"/>
                          <a:ea typeface="超研澤粗楷"/>
                        </a:rPr>
                        <a:t> </a:t>
                      </a:r>
                      <a:endParaRPr lang="zh-TW" sz="1800" kern="100" dirty="0">
                        <a:effectLst/>
                        <a:latin typeface="Times New Roman"/>
                        <a:ea typeface="超研澤粗楷"/>
                      </a:endParaRPr>
                    </a:p>
                    <a:p>
                      <a:pPr algn="ctr">
                        <a:spcAft>
                          <a:spcPts val="0"/>
                        </a:spcAft>
                      </a:pPr>
                      <a:r>
                        <a:rPr lang="en-US" sz="1800" kern="100" dirty="0">
                          <a:solidFill>
                            <a:srgbClr val="000000"/>
                          </a:solidFill>
                          <a:effectLst/>
                          <a:latin typeface="標楷體"/>
                          <a:ea typeface="超研澤粗楷"/>
                        </a:rPr>
                        <a:t> </a:t>
                      </a:r>
                      <a:endParaRPr lang="zh-TW" sz="1800" kern="100" dirty="0">
                        <a:effectLst/>
                        <a:latin typeface="Times New Roman"/>
                        <a:ea typeface="超研澤粗楷"/>
                      </a:endParaRPr>
                    </a:p>
                    <a:p>
                      <a:pPr algn="ctr">
                        <a:spcAft>
                          <a:spcPts val="0"/>
                        </a:spcAft>
                      </a:pPr>
                      <a:r>
                        <a:rPr lang="en-US" sz="1800" kern="100" dirty="0">
                          <a:solidFill>
                            <a:srgbClr val="000000"/>
                          </a:solidFill>
                          <a:effectLst/>
                          <a:latin typeface="標楷體"/>
                          <a:ea typeface="超研澤粗楷"/>
                        </a:rPr>
                        <a:t> </a:t>
                      </a:r>
                      <a:endParaRPr lang="zh-TW" sz="1800" kern="100" dirty="0">
                        <a:effectLst/>
                        <a:latin typeface="Times New Roman"/>
                        <a:ea typeface="超研澤粗楷"/>
                      </a:endParaRPr>
                    </a:p>
                  </a:txBody>
                  <a:tcPr marL="37238" marR="372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991816">
                <a:tc>
                  <a:txBody>
                    <a:bodyPr/>
                    <a:lstStyle/>
                    <a:p>
                      <a:pPr marL="342900" lvl="0" indent="-342900" algn="l">
                        <a:lnSpc>
                          <a:spcPct val="115000"/>
                        </a:lnSpc>
                        <a:spcAft>
                          <a:spcPts val="0"/>
                        </a:spcAft>
                        <a:buFont typeface="+mj-lt"/>
                        <a:buAutoNum type="arabicPeriod"/>
                      </a:pPr>
                      <a:r>
                        <a:rPr lang="zh-TW" sz="1800" kern="100" dirty="0">
                          <a:solidFill>
                            <a:srgbClr val="000000"/>
                          </a:solidFill>
                          <a:effectLst/>
                          <a:latin typeface="Times New Roman"/>
                          <a:ea typeface="標楷體"/>
                        </a:rPr>
                        <a:t>執行旗艦計畫有效整合輔導機制，是潛力型及消極型社區發展的最佳推手。</a:t>
                      </a:r>
                      <a:endParaRPr lang="zh-TW" sz="1800" kern="100" dirty="0">
                        <a:effectLst/>
                        <a:latin typeface="Times New Roman"/>
                        <a:ea typeface="超研澤粗楷"/>
                      </a:endParaRPr>
                    </a:p>
                    <a:p>
                      <a:pPr marL="342900" lvl="0" indent="-342900" algn="l">
                        <a:lnSpc>
                          <a:spcPct val="115000"/>
                        </a:lnSpc>
                        <a:spcAft>
                          <a:spcPts val="0"/>
                        </a:spcAft>
                        <a:buFont typeface="+mj-lt"/>
                        <a:buAutoNum type="arabicPeriod"/>
                      </a:pPr>
                      <a:r>
                        <a:rPr lang="zh-TW" sz="1800" kern="100" dirty="0">
                          <a:solidFill>
                            <a:srgbClr val="000000"/>
                          </a:solidFill>
                          <a:effectLst/>
                          <a:latin typeface="Times New Roman"/>
                          <a:ea typeface="標楷體"/>
                        </a:rPr>
                        <a:t>大環境推動福利社區照顧弱勢服務。</a:t>
                      </a:r>
                      <a:endParaRPr lang="zh-TW" sz="1800" kern="100" dirty="0">
                        <a:effectLst/>
                        <a:latin typeface="Times New Roman"/>
                        <a:ea typeface="超研澤粗楷"/>
                      </a:endParaRPr>
                    </a:p>
                    <a:p>
                      <a:pPr marL="342900" lvl="0" indent="-342900" algn="l">
                        <a:lnSpc>
                          <a:spcPct val="115000"/>
                        </a:lnSpc>
                        <a:spcAft>
                          <a:spcPts val="0"/>
                        </a:spcAft>
                        <a:buFont typeface="+mj-lt"/>
                        <a:buAutoNum type="arabicPeriod"/>
                      </a:pPr>
                      <a:r>
                        <a:rPr lang="zh-TW" sz="1800" kern="100" dirty="0">
                          <a:solidFill>
                            <a:srgbClr val="000000"/>
                          </a:solidFill>
                          <a:effectLst/>
                          <a:latin typeface="Times New Roman"/>
                          <a:ea typeface="標楷體"/>
                        </a:rPr>
                        <a:t>有效運用資源利於區域發展。</a:t>
                      </a:r>
                      <a:endParaRPr lang="zh-TW" sz="1800" kern="100" dirty="0">
                        <a:effectLst/>
                        <a:latin typeface="Times New Roman"/>
                        <a:ea typeface="超研澤粗楷"/>
                      </a:endParaRPr>
                    </a:p>
                    <a:p>
                      <a:pPr marL="342900" lvl="0" indent="-342900" algn="l">
                        <a:lnSpc>
                          <a:spcPct val="115000"/>
                        </a:lnSpc>
                        <a:spcAft>
                          <a:spcPts val="0"/>
                        </a:spcAft>
                        <a:buFont typeface="+mj-lt"/>
                        <a:buAutoNum type="arabicPeriod"/>
                      </a:pPr>
                      <a:r>
                        <a:rPr lang="zh-TW" sz="1800" kern="100" dirty="0">
                          <a:solidFill>
                            <a:srgbClr val="000000"/>
                          </a:solidFill>
                          <a:effectLst/>
                          <a:latin typeface="Times New Roman"/>
                          <a:ea typeface="標楷體"/>
                        </a:rPr>
                        <a:t>建構完整社區照顧服務體系，社區照顧關懷</a:t>
                      </a:r>
                      <a:r>
                        <a:rPr lang="zh-TW" sz="1800" kern="100" dirty="0">
                          <a:solidFill>
                            <a:schemeClr val="bg2">
                              <a:lumMod val="10000"/>
                            </a:schemeClr>
                          </a:solidFill>
                          <a:effectLst/>
                          <a:latin typeface="Times New Roman"/>
                          <a:ea typeface="標楷體"/>
                        </a:rPr>
                        <a:t>據點及推動長照</a:t>
                      </a:r>
                      <a:r>
                        <a:rPr lang="en-US" sz="1800" kern="100" dirty="0">
                          <a:solidFill>
                            <a:schemeClr val="bg2">
                              <a:lumMod val="10000"/>
                            </a:schemeClr>
                          </a:solidFill>
                          <a:effectLst/>
                          <a:latin typeface="Times New Roman"/>
                          <a:ea typeface="標楷體"/>
                        </a:rPr>
                        <a:t>2.0</a:t>
                      </a:r>
                      <a:r>
                        <a:rPr lang="zh-TW" sz="1800" kern="100" dirty="0">
                          <a:solidFill>
                            <a:schemeClr val="bg2">
                              <a:lumMod val="10000"/>
                            </a:schemeClr>
                          </a:solidFill>
                          <a:effectLst/>
                          <a:latin typeface="Times New Roman"/>
                          <a:ea typeface="標楷體"/>
                        </a:rPr>
                        <a:t>。</a:t>
                      </a:r>
                      <a:endParaRPr lang="zh-TW" sz="1800" kern="100" dirty="0">
                        <a:solidFill>
                          <a:schemeClr val="bg2">
                            <a:lumMod val="10000"/>
                          </a:schemeClr>
                        </a:solidFill>
                        <a:effectLst/>
                        <a:latin typeface="Times New Roman"/>
                        <a:ea typeface="超研澤粗楷"/>
                      </a:endParaRPr>
                    </a:p>
                    <a:p>
                      <a:pPr marL="342900" lvl="0" indent="-342900" algn="l">
                        <a:lnSpc>
                          <a:spcPct val="115000"/>
                        </a:lnSpc>
                        <a:spcAft>
                          <a:spcPts val="0"/>
                        </a:spcAft>
                        <a:buFont typeface="+mj-lt"/>
                        <a:buAutoNum type="arabicPeriod"/>
                      </a:pPr>
                      <a:r>
                        <a:rPr lang="zh-TW" sz="1800" kern="100" dirty="0">
                          <a:solidFill>
                            <a:schemeClr val="bg2">
                              <a:lumMod val="10000"/>
                            </a:schemeClr>
                          </a:solidFill>
                          <a:effectLst/>
                          <a:latin typeface="Times New Roman"/>
                          <a:ea typeface="標楷體"/>
                        </a:rPr>
                        <a:t>有利於落實推展社會福利社區化政策。</a:t>
                      </a:r>
                      <a:endParaRPr lang="zh-TW" sz="1800" kern="100" dirty="0">
                        <a:solidFill>
                          <a:schemeClr val="bg2">
                            <a:lumMod val="10000"/>
                          </a:schemeClr>
                        </a:solidFill>
                        <a:effectLst/>
                        <a:latin typeface="Times New Roman"/>
                        <a:ea typeface="超研澤粗楷"/>
                      </a:endParaRPr>
                    </a:p>
                    <a:p>
                      <a:pPr marL="177800" indent="-177800" algn="l">
                        <a:lnSpc>
                          <a:spcPct val="115000"/>
                        </a:lnSpc>
                        <a:spcAft>
                          <a:spcPts val="0"/>
                        </a:spcAft>
                      </a:pPr>
                      <a:r>
                        <a:rPr lang="en-US" sz="1800" kern="100" dirty="0">
                          <a:solidFill>
                            <a:schemeClr val="bg2">
                              <a:lumMod val="10000"/>
                            </a:schemeClr>
                          </a:solidFill>
                          <a:effectLst/>
                          <a:latin typeface="標楷體"/>
                          <a:ea typeface="超研澤粗楷"/>
                        </a:rPr>
                        <a:t>6.</a:t>
                      </a:r>
                      <a:r>
                        <a:rPr lang="zh-TW" sz="1800" kern="100" dirty="0">
                          <a:solidFill>
                            <a:schemeClr val="bg2">
                              <a:lumMod val="10000"/>
                            </a:schemeClr>
                          </a:solidFill>
                          <a:effectLst/>
                          <a:latin typeface="Times New Roman"/>
                          <a:ea typeface="標楷體"/>
                        </a:rPr>
                        <a:t>旗艦社區幹部與意識的抬頭，對於未來社區連結層面有偌大的優勢 。</a:t>
                      </a:r>
                      <a:endParaRPr lang="zh-TW" sz="1800" kern="100" dirty="0">
                        <a:solidFill>
                          <a:schemeClr val="bg2">
                            <a:lumMod val="10000"/>
                          </a:schemeClr>
                        </a:solidFill>
                        <a:effectLst/>
                        <a:latin typeface="Times New Roman"/>
                        <a:ea typeface="超研澤粗楷"/>
                      </a:endParaRPr>
                    </a:p>
                  </a:txBody>
                  <a:tcPr marL="37238" marR="372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77800" indent="-177800" algn="l">
                        <a:lnSpc>
                          <a:spcPct val="115000"/>
                        </a:lnSpc>
                        <a:spcAft>
                          <a:spcPts val="0"/>
                        </a:spcAft>
                      </a:pPr>
                      <a:r>
                        <a:rPr lang="en-US" sz="1800" kern="100" dirty="0">
                          <a:solidFill>
                            <a:srgbClr val="000000"/>
                          </a:solidFill>
                          <a:effectLst/>
                          <a:latin typeface="標楷體"/>
                          <a:ea typeface="超研澤粗楷"/>
                        </a:rPr>
                        <a:t>1.</a:t>
                      </a:r>
                      <a:r>
                        <a:rPr lang="zh-TW" sz="1800" kern="100" dirty="0">
                          <a:solidFill>
                            <a:srgbClr val="000000"/>
                          </a:solidFill>
                          <a:effectLst/>
                          <a:latin typeface="Times New Roman"/>
                          <a:ea typeface="標楷體"/>
                        </a:rPr>
                        <a:t>團隊屬鄉村社區，缺乏公教人力志工，不利發展軟實力。</a:t>
                      </a:r>
                      <a:endParaRPr lang="zh-TW" sz="1800" kern="100" dirty="0">
                        <a:effectLst/>
                        <a:latin typeface="Times New Roman"/>
                        <a:ea typeface="超研澤粗楷"/>
                      </a:endParaRPr>
                    </a:p>
                    <a:p>
                      <a:pPr marL="177800" indent="-177800" algn="l">
                        <a:lnSpc>
                          <a:spcPct val="115000"/>
                        </a:lnSpc>
                        <a:spcAft>
                          <a:spcPts val="0"/>
                        </a:spcAft>
                      </a:pPr>
                      <a:r>
                        <a:rPr lang="en-US" sz="1800" kern="100" dirty="0">
                          <a:solidFill>
                            <a:srgbClr val="000000"/>
                          </a:solidFill>
                          <a:effectLst/>
                          <a:latin typeface="標楷體"/>
                          <a:ea typeface="超研澤粗楷"/>
                        </a:rPr>
                        <a:t>2.</a:t>
                      </a:r>
                      <a:r>
                        <a:rPr lang="zh-TW" sz="1800" kern="100" dirty="0">
                          <a:solidFill>
                            <a:srgbClr val="000000"/>
                          </a:solidFill>
                          <a:effectLst/>
                          <a:latin typeface="Times New Roman"/>
                          <a:ea typeface="標楷體"/>
                        </a:rPr>
                        <a:t>無立竿見影的計畫執行，難以大步啟動營造福利社區。</a:t>
                      </a:r>
                      <a:endParaRPr lang="zh-TW" sz="1800" kern="100" dirty="0">
                        <a:effectLst/>
                        <a:latin typeface="Times New Roman"/>
                        <a:ea typeface="超研澤粗楷"/>
                      </a:endParaRPr>
                    </a:p>
                    <a:p>
                      <a:pPr marL="177800" indent="-177800" algn="l">
                        <a:lnSpc>
                          <a:spcPct val="115000"/>
                        </a:lnSpc>
                        <a:spcAft>
                          <a:spcPts val="0"/>
                        </a:spcAft>
                      </a:pPr>
                      <a:r>
                        <a:rPr lang="en-US" sz="1800" kern="100" dirty="0">
                          <a:solidFill>
                            <a:srgbClr val="000000"/>
                          </a:solidFill>
                          <a:effectLst/>
                          <a:latin typeface="標楷體"/>
                          <a:ea typeface="超研澤粗楷"/>
                        </a:rPr>
                        <a:t>3.</a:t>
                      </a:r>
                      <a:r>
                        <a:rPr lang="zh-TW" sz="1800" kern="100" dirty="0">
                          <a:solidFill>
                            <a:srgbClr val="000000"/>
                          </a:solidFill>
                          <a:effectLst/>
                          <a:latin typeface="Times New Roman"/>
                          <a:ea typeface="標楷體"/>
                        </a:rPr>
                        <a:t>部份社區會務仍顯生疏。</a:t>
                      </a:r>
                      <a:endParaRPr lang="zh-TW" sz="1800" kern="100" dirty="0">
                        <a:effectLst/>
                        <a:latin typeface="Times New Roman"/>
                        <a:ea typeface="超研澤粗楷"/>
                      </a:endParaRPr>
                    </a:p>
                    <a:p>
                      <a:pPr algn="l">
                        <a:lnSpc>
                          <a:spcPct val="115000"/>
                        </a:lnSpc>
                        <a:spcAft>
                          <a:spcPts val="0"/>
                        </a:spcAft>
                      </a:pPr>
                      <a:r>
                        <a:rPr lang="en-US" sz="1800" kern="100" dirty="0">
                          <a:solidFill>
                            <a:srgbClr val="000000"/>
                          </a:solidFill>
                          <a:effectLst/>
                          <a:latin typeface="標楷體"/>
                          <a:ea typeface="超研澤粗楷"/>
                        </a:rPr>
                        <a:t>4.</a:t>
                      </a:r>
                      <a:r>
                        <a:rPr lang="zh-TW" sz="1800" kern="100" dirty="0">
                          <a:solidFill>
                            <a:srgbClr val="000000"/>
                          </a:solidFill>
                          <a:effectLst/>
                          <a:latin typeface="Times New Roman"/>
                          <a:ea typeface="標楷體"/>
                        </a:rPr>
                        <a:t>社區幹部結構更替過於頻繁，阻</a:t>
                      </a:r>
                      <a:endParaRPr lang="en-US" altLang="zh-TW" sz="1800" kern="100" dirty="0">
                        <a:solidFill>
                          <a:srgbClr val="000000"/>
                        </a:solidFill>
                        <a:effectLst/>
                        <a:latin typeface="Times New Roman"/>
                        <a:ea typeface="標楷體"/>
                      </a:endParaRPr>
                    </a:p>
                    <a:p>
                      <a:pPr algn="l">
                        <a:lnSpc>
                          <a:spcPct val="115000"/>
                        </a:lnSpc>
                        <a:spcAft>
                          <a:spcPts val="0"/>
                        </a:spcAft>
                      </a:pPr>
                      <a:r>
                        <a:rPr lang="zh-TW" altLang="en-US" sz="1800" kern="100" dirty="0">
                          <a:solidFill>
                            <a:srgbClr val="000000"/>
                          </a:solidFill>
                          <a:effectLst/>
                          <a:latin typeface="Times New Roman"/>
                          <a:ea typeface="標楷體"/>
                        </a:rPr>
                        <a:t>     </a:t>
                      </a:r>
                      <a:r>
                        <a:rPr lang="zh-TW" sz="1800" kern="100" dirty="0">
                          <a:solidFill>
                            <a:srgbClr val="000000"/>
                          </a:solidFill>
                          <a:effectLst/>
                          <a:latin typeface="Times New Roman"/>
                          <a:ea typeface="標楷體"/>
                        </a:rPr>
                        <a:t>礙發展。</a:t>
                      </a:r>
                      <a:r>
                        <a:rPr lang="en-US" sz="1800" kern="100" dirty="0">
                          <a:solidFill>
                            <a:srgbClr val="000000"/>
                          </a:solidFill>
                          <a:effectLst/>
                          <a:latin typeface="Times New Roman"/>
                          <a:ea typeface="標楷體"/>
                        </a:rPr>
                        <a:t> </a:t>
                      </a:r>
                      <a:endParaRPr lang="zh-TW" sz="1800" kern="100" dirty="0">
                        <a:effectLst/>
                        <a:latin typeface="Times New Roman"/>
                        <a:ea typeface="超研澤粗楷"/>
                      </a:endParaRPr>
                    </a:p>
                    <a:p>
                      <a:pPr marL="177800" indent="-177800" algn="l">
                        <a:lnSpc>
                          <a:spcPct val="115000"/>
                        </a:lnSpc>
                        <a:spcAft>
                          <a:spcPts val="0"/>
                        </a:spcAft>
                      </a:pPr>
                      <a:r>
                        <a:rPr lang="en-US" sz="1800" kern="100" dirty="0">
                          <a:solidFill>
                            <a:srgbClr val="000000"/>
                          </a:solidFill>
                          <a:effectLst/>
                          <a:latin typeface="標楷體"/>
                          <a:ea typeface="超研澤粗楷"/>
                        </a:rPr>
                        <a:t>5.</a:t>
                      </a:r>
                      <a:r>
                        <a:rPr lang="zh-TW" sz="1800" kern="100" dirty="0">
                          <a:solidFill>
                            <a:srgbClr val="000000"/>
                          </a:solidFill>
                          <a:effectLst/>
                          <a:latin typeface="Times New Roman"/>
                          <a:ea typeface="標楷體"/>
                        </a:rPr>
                        <a:t>政府機關計畫補助皆有上限，社區勢必迎來自給自足的挑戰。</a:t>
                      </a:r>
                      <a:endParaRPr lang="zh-TW" sz="1800" kern="100" dirty="0">
                        <a:effectLst/>
                        <a:latin typeface="Times New Roman"/>
                        <a:ea typeface="超研澤粗楷"/>
                      </a:endParaRPr>
                    </a:p>
                    <a:p>
                      <a:pPr marL="177800" indent="-177800" algn="l">
                        <a:lnSpc>
                          <a:spcPct val="115000"/>
                        </a:lnSpc>
                        <a:spcAft>
                          <a:spcPts val="0"/>
                        </a:spcAft>
                      </a:pPr>
                      <a:r>
                        <a:rPr lang="en-US" sz="1800" kern="100" dirty="0">
                          <a:solidFill>
                            <a:srgbClr val="000000"/>
                          </a:solidFill>
                          <a:effectLst/>
                          <a:latin typeface="標楷體"/>
                          <a:ea typeface="超研澤粗楷"/>
                        </a:rPr>
                        <a:t>6.</a:t>
                      </a:r>
                      <a:r>
                        <a:rPr lang="zh-TW" sz="1800" kern="100" dirty="0">
                          <a:solidFill>
                            <a:srgbClr val="000000"/>
                          </a:solidFill>
                          <a:effectLst/>
                          <a:latin typeface="Times New Roman"/>
                          <a:ea typeface="標楷體"/>
                        </a:rPr>
                        <a:t>各社區存在著各自的民情習慣，對於社區之間結合是種阻力。</a:t>
                      </a:r>
                      <a:endParaRPr lang="zh-TW" sz="1800" kern="100" dirty="0">
                        <a:effectLst/>
                        <a:latin typeface="Times New Roman"/>
                        <a:ea typeface="超研澤粗楷"/>
                      </a:endParaRPr>
                    </a:p>
                  </a:txBody>
                  <a:tcPr marL="37238" marR="372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pic>
        <p:nvPicPr>
          <p:cNvPr id="6" name="圖片 5"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44408" y="5839699"/>
            <a:ext cx="772239" cy="932969"/>
          </a:xfrm>
          <a:prstGeom prst="rect">
            <a:avLst/>
          </a:prstGeom>
          <a:noFill/>
          <a:ln>
            <a:noFill/>
          </a:ln>
        </p:spPr>
      </p:pic>
      <p:pic>
        <p:nvPicPr>
          <p:cNvPr id="7" name="圖片 6"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327164" y="4653136"/>
            <a:ext cx="772239" cy="932969"/>
          </a:xfrm>
          <a:prstGeom prst="rect">
            <a:avLst/>
          </a:prstGeom>
          <a:noFill/>
          <a:ln>
            <a:noFill/>
          </a:ln>
        </p:spPr>
      </p:pic>
      <p:pic>
        <p:nvPicPr>
          <p:cNvPr id="8" name="圖片 7"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76256" y="5907532"/>
            <a:ext cx="772239" cy="932969"/>
          </a:xfrm>
          <a:prstGeom prst="rect">
            <a:avLst/>
          </a:prstGeom>
          <a:noFill/>
          <a:ln>
            <a:noFill/>
          </a:ln>
        </p:spPr>
      </p:pic>
    </p:spTree>
    <p:extLst>
      <p:ext uri="{BB962C8B-B14F-4D97-AF65-F5344CB8AC3E}">
        <p14:creationId xmlns:p14="http://schemas.microsoft.com/office/powerpoint/2010/main" val="417535786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7.</a:t>
            </a:r>
            <a:r>
              <a:rPr lang="zh-TW" altLang="en-US" dirty="0"/>
              <a:t>竹山鎮社區</a:t>
            </a:r>
            <a:r>
              <a:rPr lang="en-US" altLang="zh-TW" dirty="0"/>
              <a:t>SWOT</a:t>
            </a:r>
            <a:r>
              <a:rPr lang="zh-TW" altLang="en-US" dirty="0"/>
              <a:t>分析（優劣勢分析）</a:t>
            </a:r>
          </a:p>
        </p:txBody>
      </p:sp>
      <p:graphicFrame>
        <p:nvGraphicFramePr>
          <p:cNvPr id="5" name="表格 4"/>
          <p:cNvGraphicFramePr>
            <a:graphicFrameLocks noGrp="1"/>
          </p:cNvGraphicFramePr>
          <p:nvPr/>
        </p:nvGraphicFramePr>
        <p:xfrm>
          <a:off x="323528" y="1052736"/>
          <a:ext cx="8280920" cy="4950206"/>
        </p:xfrm>
        <a:graphic>
          <a:graphicData uri="http://schemas.openxmlformats.org/drawingml/2006/table">
            <a:tbl>
              <a:tblPr firstRow="1" firstCol="1" lastRow="1" lastCol="1" bandRow="1" bandCol="1"/>
              <a:tblGrid>
                <a:gridCol w="8280920">
                  <a:extLst>
                    <a:ext uri="{9D8B030D-6E8A-4147-A177-3AD203B41FA5}">
                      <a16:colId xmlns:a16="http://schemas.microsoft.com/office/drawing/2014/main" val="20000"/>
                    </a:ext>
                  </a:extLst>
                </a:gridCol>
              </a:tblGrid>
              <a:tr h="4896544">
                <a:tc>
                  <a:txBody>
                    <a:bodyPr/>
                    <a:lstStyle/>
                    <a:p>
                      <a:pPr marL="203200" indent="-203200" algn="ctr">
                        <a:lnSpc>
                          <a:spcPct val="115000"/>
                        </a:lnSpc>
                        <a:spcAft>
                          <a:spcPts val="0"/>
                        </a:spcAft>
                      </a:pPr>
                      <a:r>
                        <a:rPr lang="zh-TW" sz="2400" b="1" kern="100" dirty="0">
                          <a:solidFill>
                            <a:srgbClr val="7030A0"/>
                          </a:solidFill>
                          <a:effectLst/>
                          <a:latin typeface="Times New Roman"/>
                          <a:ea typeface="標楷體"/>
                        </a:rPr>
                        <a:t>策略：</a:t>
                      </a:r>
                      <a:endParaRPr lang="zh-TW" sz="2400" b="1" kern="100" dirty="0">
                        <a:solidFill>
                          <a:srgbClr val="7030A0"/>
                        </a:solidFill>
                        <a:effectLst/>
                        <a:latin typeface="Times New Roman"/>
                        <a:ea typeface="超研澤粗楷"/>
                      </a:endParaRPr>
                    </a:p>
                    <a:p>
                      <a:pPr marL="342900" lvl="0" indent="-342900" algn="l">
                        <a:lnSpc>
                          <a:spcPct val="115000"/>
                        </a:lnSpc>
                        <a:spcAft>
                          <a:spcPts val="0"/>
                        </a:spcAft>
                        <a:buFont typeface="+mj-lt"/>
                        <a:buAutoNum type="arabicPeriod"/>
                        <a:tabLst>
                          <a:tab pos="228600" algn="l"/>
                        </a:tabLst>
                      </a:pPr>
                      <a:r>
                        <a:rPr lang="zh-TW" sz="2000" b="1" kern="100" dirty="0">
                          <a:solidFill>
                            <a:srgbClr val="C00000"/>
                          </a:solidFill>
                          <a:effectLst/>
                          <a:latin typeface="Times New Roman"/>
                          <a:ea typeface="標楷體"/>
                          <a:cs typeface="Times New Roman"/>
                        </a:rPr>
                        <a:t>積極培訓人才，投入社福工作行列，以深耕舊庄頭，創造新社區的理念，認真執行服務計畫，</a:t>
                      </a:r>
                      <a:r>
                        <a:rPr lang="zh-TW" sz="2000" b="1" kern="0" dirty="0">
                          <a:solidFill>
                            <a:srgbClr val="C00000"/>
                          </a:solidFill>
                          <a:effectLst/>
                          <a:latin typeface="Times New Roman"/>
                          <a:ea typeface="標楷體"/>
                          <a:cs typeface="新細明體"/>
                        </a:rPr>
                        <a:t>透過彼此學習的環境，</a:t>
                      </a:r>
                      <a:r>
                        <a:rPr lang="zh-TW" sz="2000" b="1" kern="100" dirty="0">
                          <a:solidFill>
                            <a:srgbClr val="C00000"/>
                          </a:solidFill>
                          <a:effectLst/>
                          <a:latin typeface="Times New Roman"/>
                          <a:ea typeface="標楷體"/>
                          <a:cs typeface="Times New Roman"/>
                        </a:rPr>
                        <a:t>提升社區在福利服務工作上之自主運作能力</a:t>
                      </a:r>
                      <a:r>
                        <a:rPr lang="zh-TW" sz="2000" b="1" kern="100" dirty="0">
                          <a:solidFill>
                            <a:srgbClr val="C00000"/>
                          </a:solidFill>
                          <a:effectLst/>
                          <a:latin typeface="Times New Roman"/>
                          <a:ea typeface="標楷體"/>
                          <a:cs typeface="Arial"/>
                        </a:rPr>
                        <a:t>。</a:t>
                      </a:r>
                      <a:r>
                        <a:rPr lang="zh-TW" sz="2000" b="1" kern="0" dirty="0">
                          <a:solidFill>
                            <a:srgbClr val="C00000"/>
                          </a:solidFill>
                          <a:effectLst/>
                          <a:latin typeface="Times New Roman"/>
                          <a:ea typeface="標楷體"/>
                          <a:cs typeface="新細明體"/>
                        </a:rPr>
                        <a:t> </a:t>
                      </a:r>
                      <a:endParaRPr lang="zh-TW" sz="2000" b="1" kern="100" dirty="0">
                        <a:solidFill>
                          <a:srgbClr val="C00000"/>
                        </a:solidFill>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2000" b="1" kern="100" dirty="0">
                          <a:solidFill>
                            <a:srgbClr val="002060"/>
                          </a:solidFill>
                          <a:effectLst/>
                          <a:latin typeface="Times New Roman"/>
                          <a:ea typeface="標楷體"/>
                          <a:cs typeface="Times New Roman"/>
                        </a:rPr>
                        <a:t>整合區域發展</a:t>
                      </a:r>
                      <a:r>
                        <a:rPr lang="zh-TW" sz="2000" b="1" kern="0" dirty="0">
                          <a:solidFill>
                            <a:srgbClr val="002060"/>
                          </a:solidFill>
                          <a:effectLst/>
                          <a:latin typeface="Times New Roman"/>
                          <a:ea typeface="標楷體"/>
                          <a:cs typeface="新細明體"/>
                        </a:rPr>
                        <a:t>，提供社區之間可以同心協力、競爭又學習的環境，以學習互動、資源共享的操作模式；</a:t>
                      </a:r>
                      <a:r>
                        <a:rPr lang="zh-TW" sz="2000" b="1" kern="100" dirty="0">
                          <a:solidFill>
                            <a:srgbClr val="002060"/>
                          </a:solidFill>
                          <a:effectLst/>
                          <a:latin typeface="Times New Roman"/>
                          <a:ea typeface="標楷體"/>
                          <a:cs typeface="Arial"/>
                        </a:rPr>
                        <a:t>就近學習、</a:t>
                      </a:r>
                      <a:r>
                        <a:rPr lang="zh-TW" sz="2000" b="1" kern="100" dirty="0">
                          <a:solidFill>
                            <a:srgbClr val="002060"/>
                          </a:solidFill>
                          <a:effectLst/>
                          <a:latin typeface="Times New Roman"/>
                          <a:ea typeface="標楷體"/>
                          <a:cs typeface="Times New Roman"/>
                        </a:rPr>
                        <a:t>實質推展</a:t>
                      </a:r>
                      <a:r>
                        <a:rPr lang="zh-TW" sz="2000" b="1" kern="100" dirty="0">
                          <a:solidFill>
                            <a:srgbClr val="002060"/>
                          </a:solidFill>
                          <a:effectLst/>
                          <a:latin typeface="Times New Roman"/>
                          <a:ea typeface="標楷體"/>
                          <a:cs typeface="Arial"/>
                        </a:rPr>
                        <a:t>在地服務</a:t>
                      </a:r>
                      <a:r>
                        <a:rPr lang="zh-TW" sz="2000" b="1" kern="100" dirty="0">
                          <a:solidFill>
                            <a:srgbClr val="002060"/>
                          </a:solidFill>
                          <a:effectLst/>
                          <a:latin typeface="Times New Roman"/>
                          <a:ea typeface="標楷體"/>
                          <a:cs typeface="Times New Roman"/>
                        </a:rPr>
                        <a:t>福利工作</a:t>
                      </a:r>
                      <a:r>
                        <a:rPr lang="zh-TW" sz="2000" b="1" kern="0" dirty="0">
                          <a:solidFill>
                            <a:srgbClr val="002060"/>
                          </a:solidFill>
                          <a:effectLst/>
                          <a:latin typeface="Times New Roman"/>
                          <a:ea typeface="標楷體"/>
                          <a:cs typeface="新細明體"/>
                        </a:rPr>
                        <a:t>。</a:t>
                      </a:r>
                      <a:endParaRPr lang="zh-TW" sz="2000" b="1" kern="100" dirty="0">
                        <a:solidFill>
                          <a:srgbClr val="002060"/>
                        </a:solidFill>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2000" b="1" kern="100" dirty="0">
                          <a:solidFill>
                            <a:srgbClr val="000000"/>
                          </a:solidFill>
                          <a:effectLst/>
                          <a:latin typeface="Times New Roman"/>
                          <a:ea typeface="標楷體"/>
                          <a:cs typeface="Times New Roman"/>
                        </a:rPr>
                        <a:t>連結整合社區內社團組織與公部門資源，配合社區在地組織，有效率的將福利資源發揮到最高效益。</a:t>
                      </a:r>
                      <a:endParaRPr lang="zh-TW" sz="2000" b="1" kern="100" dirty="0">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2000" b="1" kern="100" dirty="0">
                          <a:solidFill>
                            <a:srgbClr val="FF66CC"/>
                          </a:solidFill>
                          <a:effectLst/>
                          <a:latin typeface="Times New Roman"/>
                          <a:ea typeface="標楷體"/>
                          <a:cs typeface="Times New Roman"/>
                        </a:rPr>
                        <a:t>召募並培訓在地志工，強化志工服務知能與技巧，發揮在地人服務在地人之精神，落實社區照顧關懷計畫目標。</a:t>
                      </a:r>
                      <a:endParaRPr lang="zh-TW" sz="2000" b="1" kern="100" dirty="0">
                        <a:solidFill>
                          <a:srgbClr val="FF66CC"/>
                        </a:solidFill>
                        <a:effectLst/>
                        <a:latin typeface="Times New Roman"/>
                        <a:ea typeface="超研澤粗楷"/>
                        <a:cs typeface="Times New Roman"/>
                      </a:endParaRPr>
                    </a:p>
                    <a:p>
                      <a:pPr marL="342900" lvl="0" indent="-342900" algn="l">
                        <a:lnSpc>
                          <a:spcPct val="115000"/>
                        </a:lnSpc>
                        <a:spcAft>
                          <a:spcPts val="0"/>
                        </a:spcAft>
                        <a:buFont typeface="+mj-lt"/>
                        <a:buAutoNum type="arabicPeriod"/>
                        <a:tabLst>
                          <a:tab pos="228600" algn="l"/>
                        </a:tabLst>
                      </a:pPr>
                      <a:r>
                        <a:rPr lang="zh-TW" sz="2000" b="1" kern="100" dirty="0">
                          <a:solidFill>
                            <a:srgbClr val="000000"/>
                          </a:solidFill>
                          <a:effectLst/>
                          <a:latin typeface="Times New Roman"/>
                          <a:ea typeface="標楷體"/>
                          <a:cs typeface="Times New Roman"/>
                        </a:rPr>
                        <a:t>藉由計畫專案管理人員進駐，協助計畫推動。</a:t>
                      </a:r>
                      <a:endParaRPr lang="zh-TW" sz="2000" b="1" kern="100" dirty="0">
                        <a:effectLst/>
                        <a:latin typeface="Times New Roman"/>
                        <a:ea typeface="超研澤粗楷"/>
                        <a:cs typeface="Times New Roman"/>
                      </a:endParaRPr>
                    </a:p>
                    <a:p>
                      <a:pPr marL="177800" indent="-177800" algn="l">
                        <a:lnSpc>
                          <a:spcPct val="115000"/>
                        </a:lnSpc>
                        <a:spcAft>
                          <a:spcPts val="0"/>
                        </a:spcAft>
                      </a:pPr>
                      <a:r>
                        <a:rPr lang="en-US" sz="2000" b="1" kern="100" dirty="0">
                          <a:solidFill>
                            <a:srgbClr val="FF0000"/>
                          </a:solidFill>
                          <a:effectLst/>
                          <a:latin typeface="標楷體"/>
                          <a:ea typeface="超研澤粗楷"/>
                        </a:rPr>
                        <a:t>6.</a:t>
                      </a:r>
                      <a:r>
                        <a:rPr lang="zh-TW" altLang="en-US" sz="2000" b="1" kern="100" dirty="0">
                          <a:solidFill>
                            <a:srgbClr val="FF0000"/>
                          </a:solidFill>
                          <a:effectLst/>
                          <a:latin typeface="標楷體"/>
                          <a:ea typeface="超研澤粗楷"/>
                        </a:rPr>
                        <a:t> </a:t>
                      </a:r>
                      <a:r>
                        <a:rPr lang="zh-TW" sz="2000" b="1" kern="100" dirty="0">
                          <a:solidFill>
                            <a:srgbClr val="FF0000"/>
                          </a:solidFill>
                          <a:effectLst/>
                          <a:latin typeface="Times New Roman"/>
                          <a:ea typeface="標楷體"/>
                        </a:rPr>
                        <a:t>深耕社區並配合政府施政計畫與目標，建構綿密的社區資源網絡，落</a:t>
                      </a:r>
                      <a:endParaRPr lang="en-US" altLang="zh-TW" sz="2000" b="1" kern="100" dirty="0">
                        <a:solidFill>
                          <a:srgbClr val="FF0000"/>
                        </a:solidFill>
                        <a:effectLst/>
                        <a:latin typeface="Times New Roman"/>
                        <a:ea typeface="標楷體"/>
                      </a:endParaRPr>
                    </a:p>
                    <a:p>
                      <a:pPr marL="177800" indent="-177800" algn="l">
                        <a:lnSpc>
                          <a:spcPct val="115000"/>
                        </a:lnSpc>
                        <a:spcAft>
                          <a:spcPts val="0"/>
                        </a:spcAft>
                      </a:pPr>
                      <a:r>
                        <a:rPr lang="zh-TW" altLang="en-US" sz="2000" b="1" kern="100" dirty="0">
                          <a:solidFill>
                            <a:srgbClr val="FF0000"/>
                          </a:solidFill>
                          <a:effectLst/>
                          <a:latin typeface="Times New Roman"/>
                          <a:ea typeface="標楷體"/>
                        </a:rPr>
                        <a:t>      </a:t>
                      </a:r>
                      <a:r>
                        <a:rPr lang="zh-TW" sz="2000" b="1" kern="100" dirty="0">
                          <a:solidFill>
                            <a:srgbClr val="FF0000"/>
                          </a:solidFill>
                          <a:effectLst/>
                          <a:latin typeface="Times New Roman"/>
                          <a:ea typeface="標楷體"/>
                        </a:rPr>
                        <a:t>實福利社</a:t>
                      </a:r>
                      <a:r>
                        <a:rPr lang="zh-TW" altLang="en-US" sz="2000" b="1" kern="100" dirty="0">
                          <a:solidFill>
                            <a:srgbClr val="FF0000"/>
                          </a:solidFill>
                          <a:effectLst/>
                          <a:latin typeface="Times New Roman"/>
                          <a:ea typeface="標楷體"/>
                        </a:rPr>
                        <a:t> </a:t>
                      </a:r>
                      <a:r>
                        <a:rPr lang="zh-TW" sz="2000" b="1" kern="100" dirty="0">
                          <a:solidFill>
                            <a:srgbClr val="FF0000"/>
                          </a:solidFill>
                          <a:effectLst/>
                          <a:latin typeface="Times New Roman"/>
                          <a:ea typeface="標楷體"/>
                        </a:rPr>
                        <a:t>區化，達到福利服務近便性之目標。</a:t>
                      </a:r>
                      <a:endParaRPr lang="zh-TW" sz="2000" b="1" kern="100" dirty="0">
                        <a:solidFill>
                          <a:srgbClr val="FF0000"/>
                        </a:solidFill>
                        <a:effectLst/>
                        <a:latin typeface="Times New Roman"/>
                        <a:ea typeface="超研澤粗楷"/>
                      </a:endParaRPr>
                    </a:p>
                  </a:txBody>
                  <a:tcPr marL="37238" marR="372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pic>
        <p:nvPicPr>
          <p:cNvPr id="4" name="圖片 3"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44408" y="5925031"/>
            <a:ext cx="772239" cy="932969"/>
          </a:xfrm>
          <a:prstGeom prst="rect">
            <a:avLst/>
          </a:prstGeom>
          <a:noFill/>
          <a:ln>
            <a:noFill/>
          </a:ln>
        </p:spPr>
      </p:pic>
      <p:pic>
        <p:nvPicPr>
          <p:cNvPr id="6" name="圖片 5"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52320" y="6165303"/>
            <a:ext cx="556215" cy="692695"/>
          </a:xfrm>
          <a:prstGeom prst="rect">
            <a:avLst/>
          </a:prstGeom>
          <a:noFill/>
          <a:ln>
            <a:noFill/>
          </a:ln>
        </p:spPr>
      </p:pic>
      <p:pic>
        <p:nvPicPr>
          <p:cNvPr id="7" name="圖片 6" descr="D:\桌面 文件 最愛\桌面\轉動幸福齊步走.jpg"/>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60232" y="6093296"/>
            <a:ext cx="512948" cy="740821"/>
          </a:xfrm>
          <a:prstGeom prst="rect">
            <a:avLst/>
          </a:prstGeom>
          <a:noFill/>
          <a:ln>
            <a:noFill/>
          </a:ln>
        </p:spPr>
      </p:pic>
    </p:spTree>
    <p:extLst>
      <p:ext uri="{BB962C8B-B14F-4D97-AF65-F5344CB8AC3E}">
        <p14:creationId xmlns:p14="http://schemas.microsoft.com/office/powerpoint/2010/main" val="183110132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3200" dirty="0">
                <a:latin typeface="華康隸書體W7" panose="02010609010101010101" pitchFamily="49" charset="-120"/>
                <a:ea typeface="華康隸書體W7" panose="02010609010101010101" pitchFamily="49" charset="-120"/>
              </a:rPr>
              <a:t>六、當地社區特性及整體執行能力分析：</a:t>
            </a:r>
          </a:p>
        </p:txBody>
      </p:sp>
      <p:sp>
        <p:nvSpPr>
          <p:cNvPr id="3" name="內容版面配置區 2"/>
          <p:cNvSpPr>
            <a:spLocks noGrp="1"/>
          </p:cNvSpPr>
          <p:nvPr>
            <p:ph idx="1"/>
          </p:nvPr>
        </p:nvSpPr>
        <p:spPr/>
        <p:txBody>
          <a:bodyPr/>
          <a:lstStyle/>
          <a:p>
            <a:pPr marL="241935" marR="203200">
              <a:lnSpc>
                <a:spcPct val="115000"/>
              </a:lnSpc>
              <a:spcAft>
                <a:spcPts val="0"/>
              </a:spcAft>
            </a:pPr>
            <a:r>
              <a:rPr lang="zh-TW" altLang="zh-TW" sz="2400" b="1" dirty="0">
                <a:solidFill>
                  <a:schemeClr val="bg2">
                    <a:lumMod val="10000"/>
                  </a:schemeClr>
                </a:solidFill>
                <a:latin typeface="Times New Roman"/>
                <a:ea typeface="標楷體"/>
              </a:rPr>
              <a:t>社區營造永續發展觀念重塑</a:t>
            </a:r>
            <a:endParaRPr lang="zh-TW" altLang="zh-TW" sz="2400" b="1" kern="100" dirty="0">
              <a:solidFill>
                <a:schemeClr val="bg2">
                  <a:lumMod val="10000"/>
                </a:schemeClr>
              </a:solidFill>
              <a:latin typeface="Times New Roman"/>
              <a:ea typeface="超研澤粗楷"/>
            </a:endParaRPr>
          </a:p>
          <a:p>
            <a:r>
              <a:rPr lang="zh-TW" altLang="zh-TW" sz="2400" b="1" dirty="0">
                <a:solidFill>
                  <a:srgbClr val="FF0000"/>
                </a:solidFill>
                <a:ea typeface="標楷體"/>
                <a:cs typeface="Times New Roman"/>
              </a:rPr>
              <a:t>人力資源及志願服務團隊準備度高</a:t>
            </a:r>
            <a:endParaRPr lang="en-US" altLang="zh-TW" sz="2400" b="1" dirty="0">
              <a:solidFill>
                <a:srgbClr val="FF0000"/>
              </a:solidFill>
              <a:ea typeface="標楷體"/>
              <a:cs typeface="Times New Roman"/>
            </a:endParaRPr>
          </a:p>
          <a:p>
            <a:r>
              <a:rPr lang="zh-TW" altLang="zh-TW" sz="2400" b="1" dirty="0">
                <a:solidFill>
                  <a:schemeClr val="bg2">
                    <a:lumMod val="10000"/>
                  </a:schemeClr>
                </a:solidFill>
                <a:ea typeface="標楷體"/>
                <a:cs typeface="Times New Roman"/>
              </a:rPr>
              <a:t>各社團意識凝聚力高，公共參與動力強烈</a:t>
            </a:r>
            <a:endParaRPr lang="en-US" altLang="zh-TW" sz="2400" b="1" dirty="0">
              <a:solidFill>
                <a:schemeClr val="bg2">
                  <a:lumMod val="10000"/>
                </a:schemeClr>
              </a:solidFill>
              <a:ea typeface="標楷體"/>
              <a:cs typeface="Times New Roman"/>
            </a:endParaRPr>
          </a:p>
          <a:p>
            <a:r>
              <a:rPr lang="zh-TW" altLang="zh-TW" sz="2400" b="1" dirty="0">
                <a:solidFill>
                  <a:srgbClr val="FF66CC"/>
                </a:solidFill>
                <a:ea typeface="標楷體"/>
                <a:cs typeface="Times New Roman"/>
              </a:rPr>
              <a:t>竹山鎮公所在地積極協調及輔導</a:t>
            </a:r>
            <a:endParaRPr lang="en-US" altLang="zh-TW" sz="2400" b="1" dirty="0">
              <a:solidFill>
                <a:srgbClr val="FF66CC"/>
              </a:solidFill>
              <a:ea typeface="標楷體"/>
              <a:cs typeface="Times New Roman"/>
            </a:endParaRPr>
          </a:p>
          <a:p>
            <a:pPr marL="241935" marR="203200">
              <a:lnSpc>
                <a:spcPct val="115000"/>
              </a:lnSpc>
              <a:spcAft>
                <a:spcPts val="0"/>
              </a:spcAft>
            </a:pPr>
            <a:r>
              <a:rPr lang="zh-TW" altLang="zh-TW" sz="2400" b="1" dirty="0">
                <a:solidFill>
                  <a:schemeClr val="bg2">
                    <a:lumMod val="10000"/>
                  </a:schemeClr>
                </a:solidFill>
                <a:latin typeface="Times New Roman"/>
                <a:ea typeface="標楷體"/>
              </a:rPr>
              <a:t>縣政府政策引導及橫向資源聯結</a:t>
            </a:r>
            <a:endParaRPr lang="zh-TW" altLang="zh-TW" sz="2400" b="1" kern="100" dirty="0">
              <a:solidFill>
                <a:schemeClr val="bg2">
                  <a:lumMod val="10000"/>
                </a:schemeClr>
              </a:solidFill>
              <a:latin typeface="Times New Roman"/>
              <a:ea typeface="超研澤粗楷"/>
            </a:endParaRPr>
          </a:p>
          <a:p>
            <a:r>
              <a:rPr lang="zh-TW" altLang="zh-TW" sz="2400" b="1" dirty="0">
                <a:solidFill>
                  <a:srgbClr val="002060"/>
                </a:solidFill>
                <a:ea typeface="標楷體"/>
                <a:cs typeface="Times New Roman"/>
              </a:rPr>
              <a:t>社區推展的成功經驗帶動鄰近社區仿效</a:t>
            </a:r>
            <a:endParaRPr lang="en-US" altLang="zh-TW" sz="2400" b="1" dirty="0">
              <a:solidFill>
                <a:srgbClr val="002060"/>
              </a:solidFill>
              <a:ea typeface="標楷體"/>
              <a:cs typeface="Times New Roman"/>
            </a:endParaRPr>
          </a:p>
          <a:p>
            <a:pPr marL="241935" marR="203200">
              <a:spcAft>
                <a:spcPts val="0"/>
              </a:spcAft>
            </a:pPr>
            <a:r>
              <a:rPr lang="zh-TW" altLang="zh-TW" sz="2400" b="1" dirty="0">
                <a:solidFill>
                  <a:schemeClr val="bg2">
                    <a:lumMod val="10000"/>
                  </a:schemeClr>
                </a:solidFill>
                <a:latin typeface="Times New Roman"/>
                <a:ea typeface="標楷體"/>
              </a:rPr>
              <a:t>豐富的人文地產景資源，具備產業發展及社區經濟自主潛勢</a:t>
            </a:r>
            <a:endParaRPr lang="zh-TW" altLang="zh-TW" sz="2400" b="1" kern="100" dirty="0">
              <a:solidFill>
                <a:schemeClr val="bg2">
                  <a:lumMod val="10000"/>
                </a:schemeClr>
              </a:solidFill>
              <a:latin typeface="Times New Roman"/>
              <a:ea typeface="超研澤粗楷"/>
            </a:endParaRPr>
          </a:p>
          <a:p>
            <a:pPr marL="241935" marR="203200">
              <a:spcAft>
                <a:spcPts val="0"/>
              </a:spcAft>
            </a:pPr>
            <a:r>
              <a:rPr lang="zh-TW" altLang="zh-TW" sz="2400" b="1" dirty="0">
                <a:solidFill>
                  <a:srgbClr val="C00000"/>
                </a:solidFill>
                <a:latin typeface="Times New Roman"/>
                <a:ea typeface="標楷體"/>
              </a:rPr>
              <a:t>廟宇、醫院、慈善團體與社會資源投入，協助方案資源的整合</a:t>
            </a:r>
            <a:endParaRPr lang="zh-TW" altLang="zh-TW" sz="2400" b="1" kern="100" dirty="0">
              <a:solidFill>
                <a:srgbClr val="C00000"/>
              </a:solidFill>
              <a:latin typeface="Times New Roman"/>
              <a:ea typeface="超研澤粗楷"/>
            </a:endParaRPr>
          </a:p>
          <a:p>
            <a:r>
              <a:rPr lang="zh-TW" altLang="zh-TW" sz="2400" b="1" dirty="0">
                <a:solidFill>
                  <a:schemeClr val="bg2">
                    <a:lumMod val="10000"/>
                  </a:schemeClr>
                </a:solidFill>
                <a:ea typeface="標楷體"/>
                <a:cs typeface="Times New Roman"/>
              </a:rPr>
              <a:t>社區間對計畫的高度共識與聯結機制的共同承諾</a:t>
            </a:r>
            <a:endParaRPr lang="en-US" altLang="zh-TW" sz="2400" b="1" dirty="0">
              <a:solidFill>
                <a:schemeClr val="bg2">
                  <a:lumMod val="10000"/>
                </a:schemeClr>
              </a:solidFill>
              <a:ea typeface="標楷體"/>
              <a:cs typeface="Times New Roman"/>
            </a:endParaRPr>
          </a:p>
          <a:p>
            <a:r>
              <a:rPr lang="zh-TW" altLang="zh-TW" sz="2400" b="1" dirty="0">
                <a:solidFill>
                  <a:srgbClr val="7030A0"/>
                </a:solidFill>
                <a:ea typeface="標楷體"/>
                <a:cs typeface="Times New Roman"/>
              </a:rPr>
              <a:t>社區與村里長密切配合，有助於基層力量整合</a:t>
            </a:r>
            <a:endParaRPr lang="en-US" altLang="zh-TW" sz="2400" b="1" dirty="0">
              <a:solidFill>
                <a:srgbClr val="7030A0"/>
              </a:solidFill>
              <a:ea typeface="標楷體"/>
              <a:cs typeface="Times New Roman"/>
            </a:endParaRPr>
          </a:p>
          <a:p>
            <a:endParaRPr lang="zh-TW" altLang="en-US" dirty="0"/>
          </a:p>
        </p:txBody>
      </p:sp>
      <p:pic>
        <p:nvPicPr>
          <p:cNvPr id="4" name="圖片 3"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44408" y="5839699"/>
            <a:ext cx="772239" cy="932969"/>
          </a:xfrm>
          <a:prstGeom prst="rect">
            <a:avLst/>
          </a:prstGeom>
          <a:noFill/>
          <a:ln>
            <a:noFill/>
          </a:ln>
        </p:spPr>
      </p:pic>
      <p:pic>
        <p:nvPicPr>
          <p:cNvPr id="5" name="圖片 4"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96336" y="6093296"/>
            <a:ext cx="484207" cy="679372"/>
          </a:xfrm>
          <a:prstGeom prst="rect">
            <a:avLst/>
          </a:prstGeom>
          <a:noFill/>
          <a:ln>
            <a:noFill/>
          </a:ln>
        </p:spPr>
      </p:pic>
      <p:pic>
        <p:nvPicPr>
          <p:cNvPr id="6" name="圖片 5" descr="D:\桌面 文件 最愛\桌面\轉動幸福齊步走.jpg"/>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12223" y="5013176"/>
            <a:ext cx="636607" cy="618885"/>
          </a:xfrm>
          <a:prstGeom prst="rect">
            <a:avLst/>
          </a:prstGeom>
          <a:noFill/>
          <a:ln>
            <a:noFill/>
          </a:ln>
        </p:spPr>
      </p:pic>
    </p:spTree>
    <p:extLst>
      <p:ext uri="{BB962C8B-B14F-4D97-AF65-F5344CB8AC3E}">
        <p14:creationId xmlns:p14="http://schemas.microsoft.com/office/powerpoint/2010/main" val="105389655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a:spcAft>
                <a:spcPts val="0"/>
              </a:spcAft>
            </a:pPr>
            <a:r>
              <a:rPr lang="zh-TW" altLang="en-US" sz="4000" kern="100" dirty="0">
                <a:latin typeface="華康隸書體W7" panose="02010609010101010101" pitchFamily="49" charset="-120"/>
                <a:ea typeface="華康隸書體W7" panose="02010609010101010101" pitchFamily="49" charset="-120"/>
              </a:rPr>
              <a:t>七、</a:t>
            </a:r>
            <a:r>
              <a:rPr lang="zh-TW" altLang="zh-TW" sz="4000" kern="100" dirty="0">
                <a:latin typeface="華康隸書體W7" panose="02010609010101010101" pitchFamily="49" charset="-120"/>
                <a:ea typeface="華康隸書體W7" panose="02010609010101010101" pitchFamily="49" charset="-120"/>
              </a:rPr>
              <a:t>計畫三年推動目標及步驟</a:t>
            </a:r>
            <a:endParaRPr lang="zh-TW" altLang="zh-TW" sz="4000" kern="100" dirty="0">
              <a:effectLst/>
              <a:latin typeface="華康隸書體W7" panose="02010609010101010101" pitchFamily="49" charset="-120"/>
              <a:ea typeface="華康隸書體W7" panose="02010609010101010101" pitchFamily="49" charset="-120"/>
            </a:endParaRPr>
          </a:p>
        </p:txBody>
      </p:sp>
      <p:sp>
        <p:nvSpPr>
          <p:cNvPr id="3" name="內容版面配置區 2"/>
          <p:cNvSpPr>
            <a:spLocks noGrp="1"/>
          </p:cNvSpPr>
          <p:nvPr>
            <p:ph idx="1"/>
          </p:nvPr>
        </p:nvSpPr>
        <p:spPr/>
        <p:txBody>
          <a:bodyPr/>
          <a:lstStyle/>
          <a:p>
            <a:pPr marL="406400">
              <a:spcAft>
                <a:spcPts val="0"/>
              </a:spcAft>
            </a:pPr>
            <a:r>
              <a:rPr lang="zh-TW" altLang="zh-TW" sz="2800" b="1" kern="100" dirty="0">
                <a:latin typeface="Times New Roman"/>
                <a:ea typeface="標楷體"/>
              </a:rPr>
              <a:t>社區人力資源開發及工作團隊培訓</a:t>
            </a:r>
            <a:endParaRPr lang="zh-TW" altLang="zh-TW" sz="2800" kern="100" dirty="0">
              <a:latin typeface="Times New Roman"/>
              <a:ea typeface="超研澤粗楷"/>
            </a:endParaRPr>
          </a:p>
          <a:p>
            <a:pPr marL="0" marR="203200" indent="0">
              <a:spcAft>
                <a:spcPts val="0"/>
              </a:spcAft>
              <a:buNone/>
            </a:pPr>
            <a:r>
              <a:rPr lang="zh-TW" altLang="zh-TW" sz="2800" b="1" dirty="0">
                <a:latin typeface="Times New Roman"/>
                <a:ea typeface="標楷體"/>
              </a:rPr>
              <a:t>（一）第一年：社區人力資源開發與據點經驗分享</a:t>
            </a:r>
            <a:endParaRPr lang="zh-TW" altLang="zh-TW" sz="2800" kern="100" dirty="0">
              <a:latin typeface="Times New Roman"/>
              <a:ea typeface="超研澤粗楷"/>
            </a:endParaRPr>
          </a:p>
          <a:p>
            <a:pPr marL="0" indent="0">
              <a:buNone/>
            </a:pPr>
            <a:r>
              <a:rPr lang="en-US" altLang="zh-TW" sz="2000" b="1" kern="100" dirty="0">
                <a:solidFill>
                  <a:schemeClr val="bg2">
                    <a:lumMod val="10000"/>
                  </a:schemeClr>
                </a:solidFill>
                <a:latin typeface="標楷體" panose="03000509000000000000" pitchFamily="65" charset="-120"/>
                <a:ea typeface="標楷體" panose="03000509000000000000" pitchFamily="65" charset="-120"/>
                <a:cs typeface="Times New Roman"/>
              </a:rPr>
              <a:t>1.</a:t>
            </a:r>
            <a:r>
              <a:rPr lang="zh-TW" altLang="zh-TW" sz="2000" b="1" kern="100" dirty="0">
                <a:solidFill>
                  <a:schemeClr val="bg2">
                    <a:lumMod val="10000"/>
                  </a:schemeClr>
                </a:solidFill>
                <a:latin typeface="標楷體" panose="03000509000000000000" pitchFamily="65" charset="-120"/>
                <a:ea typeface="標楷體" panose="03000509000000000000" pitchFamily="65" charset="-120"/>
                <a:cs typeface="Times New Roman"/>
              </a:rPr>
              <a:t>輔導旗艦社區發展協會成立聯合志工隊</a:t>
            </a:r>
            <a:r>
              <a:rPr lang="zh-TW" altLang="en-US" sz="2000" b="1" kern="100" dirty="0">
                <a:solidFill>
                  <a:schemeClr val="bg2">
                    <a:lumMod val="10000"/>
                  </a:schemeClr>
                </a:solidFill>
                <a:latin typeface="標楷體" panose="03000509000000000000" pitchFamily="65" charset="-120"/>
                <a:ea typeface="標楷體" panose="03000509000000000000" pitchFamily="65" charset="-120"/>
                <a:cs typeface="Times New Roman"/>
              </a:rPr>
              <a:t>。</a:t>
            </a:r>
            <a:endParaRPr lang="en-US" altLang="zh-TW" sz="2000" b="1" kern="100" dirty="0">
              <a:solidFill>
                <a:schemeClr val="bg2">
                  <a:lumMod val="10000"/>
                </a:schemeClr>
              </a:solidFill>
              <a:latin typeface="標楷體" panose="03000509000000000000" pitchFamily="65" charset="-120"/>
              <a:ea typeface="標楷體" panose="03000509000000000000" pitchFamily="65" charset="-120"/>
              <a:cs typeface="Times New Roman"/>
            </a:endParaRPr>
          </a:p>
          <a:p>
            <a:pPr marL="0" indent="0">
              <a:buNone/>
            </a:pPr>
            <a:r>
              <a:rPr lang="en-US" altLang="zh-TW" sz="2000" b="1" kern="100" dirty="0">
                <a:solidFill>
                  <a:srgbClr val="FF0000"/>
                </a:solidFill>
                <a:latin typeface="標楷體" panose="03000509000000000000" pitchFamily="65" charset="-120"/>
                <a:ea typeface="標楷體" panose="03000509000000000000" pitchFamily="65" charset="-120"/>
                <a:cs typeface="Times New Roman"/>
              </a:rPr>
              <a:t>2.</a:t>
            </a:r>
            <a:r>
              <a:rPr lang="zh-TW" altLang="en-US" sz="2000" b="1" kern="100" dirty="0">
                <a:solidFill>
                  <a:srgbClr val="FF0000"/>
                </a:solidFill>
                <a:latin typeface="標楷體" panose="03000509000000000000" pitchFamily="65" charset="-120"/>
                <a:ea typeface="標楷體" panose="03000509000000000000" pitchFamily="65" charset="-120"/>
                <a:cs typeface="Times New Roman"/>
              </a:rPr>
              <a:t>積極輔導未設立據點之社區成立關懷據點。</a:t>
            </a:r>
            <a:endParaRPr lang="en-US" altLang="zh-TW" sz="2000" b="1" kern="100" dirty="0">
              <a:solidFill>
                <a:srgbClr val="FF0000"/>
              </a:solidFill>
              <a:latin typeface="標楷體" panose="03000509000000000000" pitchFamily="65" charset="-120"/>
              <a:ea typeface="標楷體" panose="03000509000000000000" pitchFamily="65" charset="-120"/>
              <a:cs typeface="Times New Roman"/>
            </a:endParaRPr>
          </a:p>
          <a:p>
            <a:pPr marL="0" indent="0">
              <a:buNone/>
            </a:pPr>
            <a:r>
              <a:rPr lang="en-US" altLang="zh-TW" sz="2000" b="1" kern="100" dirty="0">
                <a:solidFill>
                  <a:srgbClr val="002060"/>
                </a:solidFill>
                <a:latin typeface="標楷體" panose="03000509000000000000" pitchFamily="65" charset="-120"/>
                <a:ea typeface="標楷體" panose="03000509000000000000" pitchFamily="65" charset="-120"/>
                <a:cs typeface="Times New Roman"/>
              </a:rPr>
              <a:t>3.106</a:t>
            </a:r>
            <a:r>
              <a:rPr lang="zh-TW" altLang="en-US" sz="2000" b="1" kern="100" dirty="0">
                <a:solidFill>
                  <a:srgbClr val="002060"/>
                </a:solidFill>
                <a:latin typeface="標楷體" panose="03000509000000000000" pitchFamily="65" charset="-120"/>
                <a:ea typeface="標楷體" panose="03000509000000000000" pitchFamily="65" charset="-120"/>
                <a:cs typeface="Times New Roman"/>
              </a:rPr>
              <a:t>年計畫以關懷據點健康促進、集中用餐，新住民及婦女共融共學課</a:t>
            </a:r>
            <a:endParaRPr lang="en-US" altLang="zh-TW" sz="2000" b="1" kern="100" dirty="0">
              <a:solidFill>
                <a:srgbClr val="002060"/>
              </a:solidFill>
              <a:latin typeface="標楷體" panose="03000509000000000000" pitchFamily="65" charset="-120"/>
              <a:ea typeface="標楷體" panose="03000509000000000000" pitchFamily="65" charset="-120"/>
              <a:cs typeface="Times New Roman"/>
            </a:endParaRPr>
          </a:p>
          <a:p>
            <a:pPr marL="0" indent="0">
              <a:buNone/>
            </a:pPr>
            <a:r>
              <a:rPr lang="zh-TW" altLang="en-US" sz="2000" b="1" kern="100" dirty="0">
                <a:solidFill>
                  <a:srgbClr val="002060"/>
                </a:solidFill>
                <a:latin typeface="標楷體" panose="03000509000000000000" pitchFamily="65" charset="-120"/>
                <a:ea typeface="標楷體" panose="03000509000000000000" pitchFamily="65" charset="-120"/>
                <a:cs typeface="Times New Roman"/>
              </a:rPr>
              <a:t>  程培力、弱勢家庭子女關懷輔導、兒少課業及生活輔導及社區需求調</a:t>
            </a:r>
            <a:endParaRPr lang="en-US" altLang="zh-TW" sz="2000" b="1" kern="100" dirty="0">
              <a:solidFill>
                <a:srgbClr val="002060"/>
              </a:solidFill>
              <a:latin typeface="標楷體" panose="03000509000000000000" pitchFamily="65" charset="-120"/>
              <a:ea typeface="標楷體" panose="03000509000000000000" pitchFamily="65" charset="-120"/>
              <a:cs typeface="Times New Roman"/>
            </a:endParaRPr>
          </a:p>
          <a:p>
            <a:pPr marL="0" indent="0">
              <a:buNone/>
            </a:pPr>
            <a:r>
              <a:rPr lang="zh-TW" altLang="en-US" sz="2000" b="1" kern="100" dirty="0">
                <a:solidFill>
                  <a:srgbClr val="002060"/>
                </a:solidFill>
                <a:latin typeface="標楷體" panose="03000509000000000000" pitchFamily="65" charset="-120"/>
                <a:ea typeface="標楷體" panose="03000509000000000000" pitchFamily="65" charset="-120"/>
                <a:cs typeface="Times New Roman"/>
              </a:rPr>
              <a:t>  查為推動主軸，讓後續社區依據各社區福利人口需求調查規劃及推動</a:t>
            </a:r>
            <a:endParaRPr lang="en-US" altLang="zh-TW" sz="2000" b="1" kern="100" dirty="0">
              <a:solidFill>
                <a:srgbClr val="002060"/>
              </a:solidFill>
              <a:latin typeface="標楷體" panose="03000509000000000000" pitchFamily="65" charset="-120"/>
              <a:ea typeface="標楷體" panose="03000509000000000000" pitchFamily="65" charset="-120"/>
              <a:cs typeface="Times New Roman"/>
            </a:endParaRPr>
          </a:p>
          <a:p>
            <a:pPr marL="0" indent="0">
              <a:buNone/>
            </a:pPr>
            <a:r>
              <a:rPr lang="zh-TW" altLang="en-US" sz="2000" b="1" kern="100" dirty="0">
                <a:solidFill>
                  <a:srgbClr val="002060"/>
                </a:solidFill>
                <a:latin typeface="標楷體" panose="03000509000000000000" pitchFamily="65" charset="-120"/>
                <a:ea typeface="標楷體" panose="03000509000000000000" pitchFamily="65" charset="-120"/>
                <a:cs typeface="Times New Roman"/>
              </a:rPr>
              <a:t>  相關方案。</a:t>
            </a:r>
            <a:endParaRPr lang="en-US" altLang="zh-TW" sz="2000" b="1" kern="100" dirty="0">
              <a:solidFill>
                <a:srgbClr val="002060"/>
              </a:solidFill>
              <a:latin typeface="標楷體" panose="03000509000000000000" pitchFamily="65" charset="-120"/>
              <a:ea typeface="標楷體" panose="03000509000000000000" pitchFamily="65" charset="-120"/>
              <a:cs typeface="Times New Roman"/>
            </a:endParaRPr>
          </a:p>
          <a:p>
            <a:pPr marL="0" indent="0">
              <a:buNone/>
            </a:pPr>
            <a:r>
              <a:rPr lang="en-US" altLang="zh-TW" sz="2000" b="1" kern="100" dirty="0">
                <a:solidFill>
                  <a:srgbClr val="7030A0"/>
                </a:solidFill>
                <a:latin typeface="標楷體" panose="03000509000000000000" pitchFamily="65" charset="-120"/>
                <a:ea typeface="標楷體" panose="03000509000000000000" pitchFamily="65" charset="-120"/>
                <a:cs typeface="Times New Roman"/>
              </a:rPr>
              <a:t>4.</a:t>
            </a:r>
            <a:r>
              <a:rPr lang="zh-TW" altLang="en-US" sz="2000" b="1" kern="100" dirty="0">
                <a:solidFill>
                  <a:srgbClr val="7030A0"/>
                </a:solidFill>
                <a:latin typeface="標楷體" panose="03000509000000000000" pitchFamily="65" charset="-120"/>
                <a:ea typeface="標楷體" panose="03000509000000000000" pitchFamily="65" charset="-120"/>
                <a:cs typeface="Times New Roman"/>
              </a:rPr>
              <a:t>運用社區活動中心設置社區照顧關懷據點。</a:t>
            </a:r>
            <a:endParaRPr lang="en-US" altLang="zh-TW" sz="2000" b="1" kern="100" dirty="0">
              <a:solidFill>
                <a:srgbClr val="7030A0"/>
              </a:solidFill>
              <a:latin typeface="標楷體" panose="03000509000000000000" pitchFamily="65" charset="-120"/>
              <a:ea typeface="標楷體" panose="03000509000000000000" pitchFamily="65" charset="-120"/>
              <a:cs typeface="Times New Roman"/>
            </a:endParaRPr>
          </a:p>
          <a:p>
            <a:pPr marL="0" indent="0">
              <a:buNone/>
            </a:pPr>
            <a:r>
              <a:rPr lang="en-US" altLang="zh-TW" sz="2000" b="1" kern="100" dirty="0">
                <a:solidFill>
                  <a:schemeClr val="bg2">
                    <a:lumMod val="10000"/>
                  </a:schemeClr>
                </a:solidFill>
                <a:latin typeface="標楷體" panose="03000509000000000000" pitchFamily="65" charset="-120"/>
                <a:ea typeface="標楷體" panose="03000509000000000000" pitchFamily="65" charset="-120"/>
                <a:cs typeface="Times New Roman"/>
              </a:rPr>
              <a:t>5.</a:t>
            </a:r>
            <a:r>
              <a:rPr lang="zh-TW" altLang="en-US" sz="2000" b="1" kern="100" dirty="0">
                <a:solidFill>
                  <a:schemeClr val="bg2">
                    <a:lumMod val="10000"/>
                  </a:schemeClr>
                </a:solidFill>
                <a:latin typeface="標楷體" panose="03000509000000000000" pitchFamily="65" charset="-120"/>
                <a:ea typeface="標楷體" panose="03000509000000000000" pitchFamily="65" charset="-120"/>
                <a:cs typeface="Times New Roman"/>
              </a:rPr>
              <a:t>培訓志工提升社區團體榮耀感與志工團隊的成就感。</a:t>
            </a:r>
            <a:endParaRPr lang="en-US" altLang="zh-TW" sz="2000" b="1" kern="100" dirty="0">
              <a:solidFill>
                <a:schemeClr val="bg2">
                  <a:lumMod val="10000"/>
                </a:schemeClr>
              </a:solidFill>
              <a:latin typeface="標楷體" panose="03000509000000000000" pitchFamily="65" charset="-120"/>
              <a:ea typeface="標楷體" panose="03000509000000000000" pitchFamily="65" charset="-120"/>
              <a:cs typeface="Times New Roman"/>
            </a:endParaRPr>
          </a:p>
          <a:p>
            <a:pPr marL="0" indent="0">
              <a:buNone/>
            </a:pPr>
            <a:r>
              <a:rPr lang="en-US" altLang="zh-TW" sz="2000" b="1" dirty="0">
                <a:solidFill>
                  <a:srgbClr val="C00000"/>
                </a:solidFill>
                <a:latin typeface="標楷體" panose="03000509000000000000" pitchFamily="65" charset="-120"/>
                <a:ea typeface="標楷體" panose="03000509000000000000" pitchFamily="65" charset="-120"/>
              </a:rPr>
              <a:t>6.</a:t>
            </a:r>
            <a:r>
              <a:rPr lang="zh-TW" altLang="en-US" sz="2000" b="1" dirty="0">
                <a:solidFill>
                  <a:srgbClr val="C00000"/>
                </a:solidFill>
                <a:latin typeface="標楷體" panose="03000509000000000000" pitchFamily="65" charset="-120"/>
                <a:ea typeface="標楷體" panose="03000509000000000000" pitchFamily="65" charset="-120"/>
              </a:rPr>
              <a:t>整合醫院及衛生單位方案及社區資源與專業人力，推展社區型照顧及 </a:t>
            </a:r>
            <a:endParaRPr lang="en-US" altLang="zh-TW" sz="2000" b="1" dirty="0">
              <a:solidFill>
                <a:srgbClr val="C00000"/>
              </a:solidFill>
              <a:latin typeface="標楷體" panose="03000509000000000000" pitchFamily="65" charset="-120"/>
              <a:ea typeface="標楷體" panose="03000509000000000000" pitchFamily="65" charset="-120"/>
            </a:endParaRPr>
          </a:p>
          <a:p>
            <a:pPr marL="0" indent="0">
              <a:buNone/>
            </a:pPr>
            <a:r>
              <a:rPr lang="zh-TW" altLang="en-US" sz="2000" b="1" dirty="0">
                <a:solidFill>
                  <a:srgbClr val="C00000"/>
                </a:solidFill>
                <a:latin typeface="標楷體" panose="03000509000000000000" pitchFamily="65" charset="-120"/>
                <a:ea typeface="標楷體" panose="03000509000000000000" pitchFamily="65" charset="-120"/>
              </a:rPr>
              <a:t>  健康促進與社區健康營造相關方案</a:t>
            </a:r>
            <a:endParaRPr lang="en-US" altLang="zh-TW" sz="2000" b="1" dirty="0">
              <a:solidFill>
                <a:srgbClr val="C00000"/>
              </a:solidFill>
              <a:latin typeface="標楷體" panose="03000509000000000000" pitchFamily="65" charset="-120"/>
              <a:ea typeface="標楷體" panose="03000509000000000000" pitchFamily="65" charset="-120"/>
            </a:endParaRPr>
          </a:p>
          <a:p>
            <a:pPr marL="0" indent="0">
              <a:lnSpc>
                <a:spcPct val="115000"/>
              </a:lnSpc>
              <a:spcAft>
                <a:spcPts val="0"/>
              </a:spcAft>
              <a:buNone/>
            </a:pPr>
            <a:r>
              <a:rPr lang="en-US" altLang="zh-TW" sz="2000" b="1" dirty="0">
                <a:solidFill>
                  <a:schemeClr val="bg2">
                    <a:lumMod val="10000"/>
                  </a:schemeClr>
                </a:solidFill>
                <a:latin typeface="標楷體" panose="03000509000000000000" pitchFamily="65" charset="-120"/>
                <a:ea typeface="標楷體" panose="03000509000000000000" pitchFamily="65" charset="-120"/>
              </a:rPr>
              <a:t>7.</a:t>
            </a:r>
            <a:r>
              <a:rPr lang="zh-TW" altLang="zh-TW" sz="2000" b="1" kern="100" dirty="0">
                <a:solidFill>
                  <a:schemeClr val="bg2">
                    <a:lumMod val="10000"/>
                  </a:schemeClr>
                </a:solidFill>
                <a:latin typeface="標楷體" panose="03000509000000000000" pitchFamily="65" charset="-120"/>
                <a:ea typeface="標楷體" panose="03000509000000000000" pitchFamily="65" charset="-120"/>
              </a:rPr>
              <a:t>以竹工藝品及竹童玩及社區傳統民俗技藝</a:t>
            </a:r>
            <a:r>
              <a:rPr lang="en-US" altLang="zh-TW" sz="2000" b="1" kern="100" dirty="0">
                <a:solidFill>
                  <a:schemeClr val="bg2">
                    <a:lumMod val="10000"/>
                  </a:schemeClr>
                </a:solidFill>
                <a:latin typeface="標楷體" panose="03000509000000000000" pitchFamily="65" charset="-120"/>
                <a:ea typeface="標楷體" panose="03000509000000000000" pitchFamily="65" charset="-120"/>
              </a:rPr>
              <a:t> </a:t>
            </a:r>
            <a:r>
              <a:rPr lang="zh-TW" altLang="zh-TW" sz="2000" b="1" kern="100" dirty="0">
                <a:solidFill>
                  <a:schemeClr val="bg2">
                    <a:lumMod val="10000"/>
                  </a:schemeClr>
                </a:solidFill>
                <a:latin typeface="標楷體" panose="03000509000000000000" pitchFamily="65" charset="-120"/>
                <a:ea typeface="標楷體" panose="03000509000000000000" pitchFamily="65" charset="-120"/>
              </a:rPr>
              <a:t>舞龍及布袋戲為主題，培訓</a:t>
            </a:r>
            <a:endParaRPr lang="en-US" altLang="zh-TW" sz="2000" b="1" kern="100" dirty="0">
              <a:solidFill>
                <a:schemeClr val="bg2">
                  <a:lumMod val="10000"/>
                </a:schemeClr>
              </a:solidFill>
              <a:latin typeface="標楷體" panose="03000509000000000000" pitchFamily="65" charset="-120"/>
              <a:ea typeface="標楷體" panose="03000509000000000000" pitchFamily="65" charset="-120"/>
            </a:endParaRPr>
          </a:p>
          <a:p>
            <a:pPr marL="0" indent="0">
              <a:lnSpc>
                <a:spcPct val="115000"/>
              </a:lnSpc>
              <a:spcAft>
                <a:spcPts val="0"/>
              </a:spcAft>
              <a:buNone/>
            </a:pPr>
            <a:r>
              <a:rPr lang="zh-TW" altLang="en-US" sz="2000" b="1" kern="100" dirty="0">
                <a:solidFill>
                  <a:schemeClr val="bg2">
                    <a:lumMod val="10000"/>
                  </a:schemeClr>
                </a:solidFill>
                <a:latin typeface="標楷體" panose="03000509000000000000" pitchFamily="65" charset="-120"/>
                <a:ea typeface="標楷體" panose="03000509000000000000" pitchFamily="65" charset="-120"/>
              </a:rPr>
              <a:t>  </a:t>
            </a:r>
            <a:r>
              <a:rPr lang="zh-TW" altLang="zh-TW" sz="2000" b="1" kern="100" dirty="0">
                <a:solidFill>
                  <a:schemeClr val="bg2">
                    <a:lumMod val="10000"/>
                  </a:schemeClr>
                </a:solidFill>
                <a:latin typeface="標楷體" panose="03000509000000000000" pitchFamily="65" charset="-120"/>
                <a:ea typeface="標楷體" panose="03000509000000000000" pitchFamily="65" charset="-120"/>
              </a:rPr>
              <a:t>銀髮志工及婦女為種子師資。</a:t>
            </a:r>
          </a:p>
          <a:p>
            <a:pPr marL="0" indent="0">
              <a:buNone/>
            </a:pPr>
            <a:endParaRPr lang="zh-TW" altLang="en-US" sz="2400" dirty="0"/>
          </a:p>
        </p:txBody>
      </p:sp>
    </p:spTree>
    <p:extLst>
      <p:ext uri="{BB962C8B-B14F-4D97-AF65-F5344CB8AC3E}">
        <p14:creationId xmlns:p14="http://schemas.microsoft.com/office/powerpoint/2010/main" val="211543694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kern="100" dirty="0">
                <a:solidFill>
                  <a:srgbClr val="FFFFFF"/>
                </a:solidFill>
                <a:latin typeface="華康隸書體W7" panose="02010609010101010101" pitchFamily="49" charset="-120"/>
                <a:ea typeface="華康隸書體W7" panose="02010609010101010101" pitchFamily="49" charset="-120"/>
              </a:rPr>
              <a:t>七、</a:t>
            </a:r>
            <a:r>
              <a:rPr lang="zh-TW" altLang="zh-TW" sz="4000" kern="100" dirty="0">
                <a:solidFill>
                  <a:srgbClr val="FFFFFF"/>
                </a:solidFill>
                <a:latin typeface="華康隸書體W7" panose="02010609010101010101" pitchFamily="49" charset="-120"/>
                <a:ea typeface="華康隸書體W7" panose="02010609010101010101" pitchFamily="49" charset="-120"/>
              </a:rPr>
              <a:t>計畫三年推動目標及步驟</a:t>
            </a:r>
            <a:endParaRPr lang="zh-TW" altLang="en-US" dirty="0"/>
          </a:p>
        </p:txBody>
      </p:sp>
      <p:sp>
        <p:nvSpPr>
          <p:cNvPr id="3" name="內容版面配置區 2"/>
          <p:cNvSpPr>
            <a:spLocks noGrp="1"/>
          </p:cNvSpPr>
          <p:nvPr>
            <p:ph idx="1"/>
          </p:nvPr>
        </p:nvSpPr>
        <p:spPr/>
        <p:txBody>
          <a:bodyPr/>
          <a:lstStyle/>
          <a:p>
            <a:pPr marL="0" marR="203200" indent="0">
              <a:spcAft>
                <a:spcPts val="0"/>
              </a:spcAft>
              <a:buNone/>
            </a:pPr>
            <a:r>
              <a:rPr lang="zh-TW" altLang="zh-TW" sz="2800" b="1" dirty="0">
                <a:latin typeface="Times New Roman"/>
                <a:ea typeface="標楷體"/>
              </a:rPr>
              <a:t>（二）第二年：家庭服務支持系統建立</a:t>
            </a:r>
            <a:r>
              <a:rPr lang="en-US" altLang="zh-TW" sz="2800" b="1" dirty="0">
                <a:latin typeface="Times New Roman"/>
                <a:ea typeface="標楷體"/>
              </a:rPr>
              <a:t>+</a:t>
            </a:r>
            <a:r>
              <a:rPr lang="zh-TW" altLang="zh-TW" sz="2800" b="1" dirty="0">
                <a:latin typeface="Times New Roman"/>
                <a:ea typeface="標楷體"/>
              </a:rPr>
              <a:t>社區安全及健康促進</a:t>
            </a:r>
            <a:endParaRPr lang="en-US" altLang="zh-TW" sz="2800" b="1" dirty="0">
              <a:latin typeface="Times New Roman"/>
              <a:ea typeface="標楷體"/>
            </a:endParaRPr>
          </a:p>
          <a:p>
            <a:pPr marL="0" marR="203200" indent="0">
              <a:spcAft>
                <a:spcPts val="0"/>
              </a:spcAft>
              <a:buNone/>
            </a:pPr>
            <a:r>
              <a:rPr lang="en-US" altLang="zh-TW" sz="2000" b="1" dirty="0">
                <a:solidFill>
                  <a:schemeClr val="bg2">
                    <a:lumMod val="10000"/>
                  </a:schemeClr>
                </a:solidFill>
              </a:rPr>
              <a:t>1.</a:t>
            </a:r>
            <a:r>
              <a:rPr lang="zh-TW" altLang="zh-TW" sz="2000" b="1" kern="100" dirty="0">
                <a:solidFill>
                  <a:schemeClr val="bg2">
                    <a:lumMod val="10000"/>
                  </a:schemeClr>
                </a:solidFill>
                <a:ea typeface="標楷體"/>
                <a:cs typeface="Times New Roman"/>
              </a:rPr>
              <a:t>因應老人晚年養老以居家及在地老化的需求與福利趨勢，提供健康老化、創意樂活成長教育，延續推動社區長青食堂集中用餐，日間照顧服務為重點</a:t>
            </a:r>
            <a:r>
              <a:rPr lang="zh-TW" altLang="en-US" sz="2000" b="1" kern="100" dirty="0">
                <a:solidFill>
                  <a:schemeClr val="bg2">
                    <a:lumMod val="10000"/>
                  </a:schemeClr>
                </a:solidFill>
                <a:ea typeface="標楷體"/>
                <a:cs typeface="Times New Roman"/>
              </a:rPr>
              <a:t>。</a:t>
            </a:r>
            <a:endParaRPr lang="en-US" altLang="zh-TW" sz="2000" b="1" kern="100" dirty="0">
              <a:solidFill>
                <a:schemeClr val="bg2">
                  <a:lumMod val="10000"/>
                </a:schemeClr>
              </a:solidFill>
              <a:ea typeface="標楷體"/>
              <a:cs typeface="Times New Roman"/>
            </a:endParaRPr>
          </a:p>
          <a:p>
            <a:pPr marL="0" marR="203200" indent="0">
              <a:spcAft>
                <a:spcPts val="0"/>
              </a:spcAft>
              <a:buNone/>
            </a:pPr>
            <a:r>
              <a:rPr lang="en-US" altLang="zh-TW" sz="2000" b="1" kern="100" dirty="0">
                <a:solidFill>
                  <a:srgbClr val="FF66CC"/>
                </a:solidFill>
                <a:latin typeface="Times New Roman"/>
                <a:ea typeface="標楷體"/>
                <a:cs typeface="Times New Roman"/>
              </a:rPr>
              <a:t>2.</a:t>
            </a:r>
            <a:r>
              <a:rPr lang="zh-TW" altLang="zh-TW" sz="2000" b="1" kern="100" dirty="0">
                <a:solidFill>
                  <a:srgbClr val="FF66CC"/>
                </a:solidFill>
                <a:ea typeface="標楷體"/>
                <a:cs typeface="Times New Roman"/>
              </a:rPr>
              <a:t>協助新住民生活適應，鼓勵台灣居民學習認識異國民俗風情</a:t>
            </a:r>
            <a:r>
              <a:rPr lang="zh-TW" altLang="zh-TW" sz="2000" b="1" kern="100" dirty="0">
                <a:solidFill>
                  <a:srgbClr val="FF66CC"/>
                </a:solidFill>
                <a:latin typeface="Times New Roman"/>
                <a:ea typeface="標楷體"/>
              </a:rPr>
              <a:t>，一同融合一同學習，進而輔導社區婦女就業之能力以增進經濟能力。</a:t>
            </a:r>
            <a:r>
              <a:rPr lang="en-US" altLang="zh-TW" sz="2000" kern="100" dirty="0">
                <a:solidFill>
                  <a:srgbClr val="FF66CC"/>
                </a:solidFill>
                <a:latin typeface="標楷體"/>
                <a:ea typeface="超研澤粗楷"/>
              </a:rPr>
              <a:t> </a:t>
            </a:r>
            <a:endParaRPr lang="en-US" altLang="zh-TW" sz="2000" kern="100" dirty="0">
              <a:solidFill>
                <a:srgbClr val="FF66CC"/>
              </a:solidFill>
              <a:latin typeface="Times New Roman"/>
              <a:ea typeface="超研澤粗楷"/>
            </a:endParaRPr>
          </a:p>
          <a:p>
            <a:pPr marL="0" marR="203200" indent="0">
              <a:spcAft>
                <a:spcPts val="0"/>
              </a:spcAft>
              <a:buNone/>
            </a:pPr>
            <a:r>
              <a:rPr lang="en-US" altLang="zh-TW" sz="2000" b="1" kern="100" dirty="0">
                <a:solidFill>
                  <a:srgbClr val="002060"/>
                </a:solidFill>
                <a:latin typeface="標楷體"/>
                <a:ea typeface="超研澤粗楷"/>
              </a:rPr>
              <a:t>3.</a:t>
            </a:r>
            <a:r>
              <a:rPr lang="zh-TW" altLang="zh-TW" sz="2000" b="1" kern="100" dirty="0">
                <a:solidFill>
                  <a:srgbClr val="002060"/>
                </a:solidFill>
                <a:latin typeface="Times New Roman"/>
                <a:ea typeface="標楷體"/>
              </a:rPr>
              <a:t>竹山以產竹子為主，竹工藝品及竹童玩相當多樣，而社區在地傳統民俗技藝文化活動傳承技藝，以竹工藝品及竹童玩及社區傳統民俗技藝舞龍、布袋戲為主題，以種子師資訓練社區兒少學童有正當休閒娛樂。並結合學校推動社區課後照顧單親、低收入戶、原住民及隔代教養或外籍配偶家庭關照方案。</a:t>
            </a:r>
            <a:endParaRPr lang="zh-TW" altLang="zh-TW" sz="2000" b="1" kern="100" dirty="0">
              <a:solidFill>
                <a:srgbClr val="002060"/>
              </a:solidFill>
              <a:latin typeface="Times New Roman"/>
              <a:ea typeface="超研澤粗楷"/>
            </a:endParaRPr>
          </a:p>
          <a:p>
            <a:pPr marL="0" marR="203200" indent="0">
              <a:spcAft>
                <a:spcPts val="0"/>
              </a:spcAft>
              <a:buNone/>
            </a:pPr>
            <a:r>
              <a:rPr lang="en-US" altLang="zh-TW" sz="2000" b="1" kern="100" dirty="0">
                <a:solidFill>
                  <a:srgbClr val="FF0000"/>
                </a:solidFill>
                <a:latin typeface="標楷體"/>
                <a:ea typeface="超研澤粗楷"/>
              </a:rPr>
              <a:t>4.</a:t>
            </a:r>
            <a:r>
              <a:rPr lang="zh-TW" altLang="zh-TW" sz="2000" b="1" kern="100" dirty="0">
                <a:solidFill>
                  <a:srgbClr val="FF0000"/>
                </a:solidFill>
                <a:latin typeface="Times New Roman"/>
                <a:ea typeface="標楷體"/>
              </a:rPr>
              <a:t>善用在地慈善團體資源及鄰近社區，透過計畫之推動執行之帶動及區域性社區資源之整合，使社區發展協會逐步啟動，並建立相互學習及區域聯結之機制。</a:t>
            </a:r>
            <a:endParaRPr lang="zh-TW" altLang="zh-TW" sz="2000" b="1" kern="100" dirty="0">
              <a:solidFill>
                <a:srgbClr val="FF0000"/>
              </a:solidFill>
              <a:latin typeface="Times New Roman"/>
              <a:ea typeface="超研澤粗楷"/>
            </a:endParaRPr>
          </a:p>
          <a:p>
            <a:pPr marL="0" marR="203200" indent="0">
              <a:spcAft>
                <a:spcPts val="0"/>
              </a:spcAft>
              <a:buNone/>
            </a:pPr>
            <a:endParaRPr lang="zh-TW" altLang="zh-TW" sz="2800" kern="100" dirty="0">
              <a:latin typeface="Times New Roman"/>
              <a:ea typeface="超研澤粗楷"/>
            </a:endParaRPr>
          </a:p>
        </p:txBody>
      </p:sp>
      <p:pic>
        <p:nvPicPr>
          <p:cNvPr id="5" name="圖片 4"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44408" y="5805264"/>
            <a:ext cx="772239" cy="932969"/>
          </a:xfrm>
          <a:prstGeom prst="rect">
            <a:avLst/>
          </a:prstGeom>
          <a:noFill/>
          <a:ln>
            <a:noFill/>
          </a:ln>
        </p:spPr>
      </p:pic>
      <p:pic>
        <p:nvPicPr>
          <p:cNvPr id="6" name="圖片 5"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24328" y="6165304"/>
            <a:ext cx="556215" cy="607364"/>
          </a:xfrm>
          <a:prstGeom prst="rect">
            <a:avLst/>
          </a:prstGeom>
          <a:noFill/>
          <a:ln>
            <a:noFill/>
          </a:ln>
        </p:spPr>
      </p:pic>
      <p:pic>
        <p:nvPicPr>
          <p:cNvPr id="7" name="圖片 6" descr="D:\桌面 文件 最愛\桌面\轉動幸福齊步走.jpg"/>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88224" y="5997415"/>
            <a:ext cx="611560" cy="788953"/>
          </a:xfrm>
          <a:prstGeom prst="rect">
            <a:avLst/>
          </a:prstGeom>
          <a:noFill/>
          <a:ln>
            <a:noFill/>
          </a:ln>
        </p:spPr>
      </p:pic>
    </p:spTree>
    <p:extLst>
      <p:ext uri="{BB962C8B-B14F-4D97-AF65-F5344CB8AC3E}">
        <p14:creationId xmlns:p14="http://schemas.microsoft.com/office/powerpoint/2010/main" val="148631973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kern="100" dirty="0">
                <a:solidFill>
                  <a:srgbClr val="FFFFFF"/>
                </a:solidFill>
                <a:latin typeface="華康隸書體W7" panose="02010609010101010101" pitchFamily="49" charset="-120"/>
                <a:ea typeface="華康隸書體W7" panose="02010609010101010101" pitchFamily="49" charset="-120"/>
              </a:rPr>
              <a:t>七、</a:t>
            </a:r>
            <a:r>
              <a:rPr lang="zh-TW" altLang="zh-TW" sz="4000" kern="100" dirty="0">
                <a:solidFill>
                  <a:srgbClr val="FFFFFF"/>
                </a:solidFill>
                <a:latin typeface="華康隸書體W7" panose="02010609010101010101" pitchFamily="49" charset="-120"/>
                <a:ea typeface="華康隸書體W7" panose="02010609010101010101" pitchFamily="49" charset="-120"/>
              </a:rPr>
              <a:t>計畫三年推動目標及步驟</a:t>
            </a:r>
            <a:endParaRPr lang="zh-TW" altLang="en-US" dirty="0"/>
          </a:p>
        </p:txBody>
      </p:sp>
      <p:sp>
        <p:nvSpPr>
          <p:cNvPr id="3" name="內容版面配置區 2"/>
          <p:cNvSpPr>
            <a:spLocks noGrp="1"/>
          </p:cNvSpPr>
          <p:nvPr>
            <p:ph idx="1"/>
          </p:nvPr>
        </p:nvSpPr>
        <p:spPr/>
        <p:txBody>
          <a:bodyPr/>
          <a:lstStyle/>
          <a:p>
            <a:pPr marL="0" marR="203200" indent="0">
              <a:spcAft>
                <a:spcPts val="0"/>
              </a:spcAft>
              <a:buNone/>
            </a:pPr>
            <a:r>
              <a:rPr lang="zh-TW" altLang="zh-TW" sz="2800" b="1" dirty="0">
                <a:latin typeface="Times New Roman"/>
                <a:ea typeface="標楷體"/>
              </a:rPr>
              <a:t>（三）第三年：建立社區照顧體系及社區經濟互助自助系統建立</a:t>
            </a:r>
            <a:r>
              <a:rPr lang="en-US" altLang="zh-TW" sz="2800" b="1" dirty="0">
                <a:latin typeface="標楷體"/>
                <a:ea typeface="超研澤粗楷"/>
              </a:rPr>
              <a:t>+</a:t>
            </a:r>
            <a:r>
              <a:rPr lang="zh-TW" altLang="zh-TW" sz="2800" b="1" dirty="0">
                <a:latin typeface="Times New Roman"/>
                <a:ea typeface="標楷體"/>
              </a:rPr>
              <a:t>社區福利服務串聯已達福利延續與延伸</a:t>
            </a:r>
            <a:endParaRPr lang="zh-TW" altLang="zh-TW" sz="2800" kern="100" dirty="0">
              <a:latin typeface="Times New Roman"/>
              <a:ea typeface="超研澤粗楷"/>
            </a:endParaRPr>
          </a:p>
          <a:p>
            <a:pPr marL="0" lvl="0" indent="0">
              <a:lnSpc>
                <a:spcPct val="115000"/>
              </a:lnSpc>
              <a:spcAft>
                <a:spcPts val="0"/>
              </a:spcAft>
              <a:buNone/>
            </a:pPr>
            <a:r>
              <a:rPr lang="en-US" altLang="zh-TW" sz="1800" b="1" kern="100" dirty="0">
                <a:solidFill>
                  <a:schemeClr val="bg2">
                    <a:lumMod val="10000"/>
                  </a:schemeClr>
                </a:solidFill>
                <a:latin typeface="Times New Roman"/>
                <a:ea typeface="標楷體"/>
              </a:rPr>
              <a:t>1.</a:t>
            </a:r>
            <a:r>
              <a:rPr lang="zh-TW" altLang="zh-TW" sz="1800" b="1" kern="100" dirty="0">
                <a:solidFill>
                  <a:schemeClr val="bg2">
                    <a:lumMod val="10000"/>
                  </a:schemeClr>
                </a:solidFill>
                <a:latin typeface="Times New Roman"/>
                <a:ea typeface="標楷體"/>
              </a:rPr>
              <a:t>深化及累積社區照顧方案推展經驗，建構區域性及鎮內之社區照顧體系。</a:t>
            </a:r>
            <a:endParaRPr lang="zh-TW" altLang="zh-TW" sz="1800" b="1" kern="100" dirty="0">
              <a:solidFill>
                <a:schemeClr val="bg2">
                  <a:lumMod val="10000"/>
                </a:schemeClr>
              </a:solidFill>
              <a:latin typeface="Times New Roman"/>
              <a:ea typeface="超研澤粗楷"/>
            </a:endParaRPr>
          </a:p>
          <a:p>
            <a:pPr marL="0" lvl="0" indent="0">
              <a:lnSpc>
                <a:spcPct val="115000"/>
              </a:lnSpc>
              <a:spcAft>
                <a:spcPts val="0"/>
              </a:spcAft>
              <a:buNone/>
            </a:pPr>
            <a:r>
              <a:rPr lang="en-US" altLang="zh-TW" sz="1800" b="1" kern="100" dirty="0">
                <a:solidFill>
                  <a:srgbClr val="C00000"/>
                </a:solidFill>
                <a:latin typeface="Times New Roman"/>
                <a:ea typeface="標楷體"/>
              </a:rPr>
              <a:t>2.</a:t>
            </a:r>
            <a:r>
              <a:rPr lang="zh-TW" altLang="zh-TW" sz="1800" b="1" kern="100" dirty="0">
                <a:solidFill>
                  <a:srgbClr val="C00000"/>
                </a:solidFill>
                <a:latin typeface="Times New Roman"/>
                <a:ea typeface="標楷體"/>
              </a:rPr>
              <a:t>配合本鎮豐富之人文地產景等相關資源、社區營造政策之推動及資源之導入，鼓勵社區推動社區自力營造，營造優質之生活空間與生活品質。</a:t>
            </a:r>
            <a:endParaRPr lang="zh-TW" altLang="zh-TW" sz="1800" b="1" kern="100" dirty="0">
              <a:solidFill>
                <a:srgbClr val="C00000"/>
              </a:solidFill>
              <a:latin typeface="Times New Roman"/>
              <a:ea typeface="超研澤粗楷"/>
            </a:endParaRPr>
          </a:p>
          <a:p>
            <a:pPr marL="0" indent="0">
              <a:buNone/>
            </a:pPr>
            <a:r>
              <a:rPr lang="en-US" altLang="zh-TW" sz="1800" b="1" kern="100" dirty="0">
                <a:solidFill>
                  <a:srgbClr val="002060"/>
                </a:solidFill>
                <a:ea typeface="標楷體"/>
                <a:cs typeface="Times New Roman"/>
              </a:rPr>
              <a:t>3.</a:t>
            </a:r>
            <a:r>
              <a:rPr lang="zh-TW" altLang="zh-TW" sz="1800" b="1" kern="100" dirty="0">
                <a:solidFill>
                  <a:srgbClr val="002060"/>
                </a:solidFill>
                <a:ea typeface="標楷體"/>
                <a:cs typeface="Times New Roman"/>
              </a:rPr>
              <a:t>藉由社區自力營造，發展在地產業資源及人文特色，使地方產業發展得以支撐及支持社區福利照顧工作，提升社區產業價值</a:t>
            </a:r>
            <a:r>
              <a:rPr lang="zh-TW" altLang="en-US" sz="1800" b="1" kern="100" dirty="0">
                <a:solidFill>
                  <a:srgbClr val="002060"/>
                </a:solidFill>
                <a:ea typeface="標楷體"/>
                <a:cs typeface="Times New Roman"/>
              </a:rPr>
              <a:t>。</a:t>
            </a:r>
            <a:endParaRPr lang="en-US" altLang="zh-TW" sz="1800" b="1" kern="100" dirty="0">
              <a:solidFill>
                <a:srgbClr val="002060"/>
              </a:solidFill>
              <a:ea typeface="標楷體"/>
              <a:cs typeface="Times New Roman"/>
            </a:endParaRPr>
          </a:p>
          <a:p>
            <a:pPr marL="0" lvl="0" indent="0">
              <a:lnSpc>
                <a:spcPct val="115000"/>
              </a:lnSpc>
              <a:spcAft>
                <a:spcPts val="0"/>
              </a:spcAft>
              <a:buNone/>
            </a:pPr>
            <a:r>
              <a:rPr lang="en-US" altLang="zh-TW" sz="1800" b="1" kern="100" dirty="0">
                <a:solidFill>
                  <a:srgbClr val="FF0000"/>
                </a:solidFill>
                <a:latin typeface="Times New Roman"/>
                <a:ea typeface="標楷體"/>
              </a:rPr>
              <a:t>4.</a:t>
            </a:r>
            <a:r>
              <a:rPr lang="zh-TW" altLang="zh-TW" sz="1800" b="1" kern="100" dirty="0">
                <a:solidFill>
                  <a:srgbClr val="FF0000"/>
                </a:solidFill>
                <a:latin typeface="Times New Roman"/>
                <a:ea typeface="標楷體"/>
              </a:rPr>
              <a:t>組織社區照顧中年二度就業人員培訓機制，創造社區就業機會，發展自立照顧與社區互助系統。</a:t>
            </a:r>
            <a:endParaRPr lang="en-US" altLang="zh-TW" sz="1800" b="1" kern="100" dirty="0">
              <a:solidFill>
                <a:srgbClr val="FF0000"/>
              </a:solidFill>
              <a:latin typeface="Times New Roman"/>
              <a:ea typeface="標楷體"/>
            </a:endParaRPr>
          </a:p>
          <a:p>
            <a:pPr marL="0" lvl="0" indent="0">
              <a:lnSpc>
                <a:spcPct val="115000"/>
              </a:lnSpc>
              <a:spcAft>
                <a:spcPts val="0"/>
              </a:spcAft>
              <a:buNone/>
            </a:pPr>
            <a:r>
              <a:rPr lang="en-US" altLang="zh-TW" sz="1800" b="1" kern="100" dirty="0">
                <a:solidFill>
                  <a:schemeClr val="bg2">
                    <a:lumMod val="10000"/>
                  </a:schemeClr>
                </a:solidFill>
                <a:latin typeface="Times New Roman"/>
                <a:ea typeface="標楷體"/>
              </a:rPr>
              <a:t>5.</a:t>
            </a:r>
            <a:r>
              <a:rPr lang="zh-TW" altLang="zh-TW" sz="1800" b="1" kern="100" dirty="0">
                <a:solidFill>
                  <a:schemeClr val="bg2">
                    <a:lumMod val="10000"/>
                  </a:schemeClr>
                </a:solidFill>
                <a:latin typeface="Times New Roman"/>
                <a:ea typeface="標楷體"/>
              </a:rPr>
              <a:t>社區福利服務的延續與延伸、多元的發展，讓福利進入社區之中，並達成互助自立的精神，運用大社區帶領小社區，從粗淺到精熟，使社區人力流通共同提升並進。</a:t>
            </a:r>
            <a:endParaRPr lang="en-US" altLang="zh-TW" sz="1800" b="1" kern="100" dirty="0">
              <a:solidFill>
                <a:schemeClr val="bg2">
                  <a:lumMod val="10000"/>
                </a:schemeClr>
              </a:solidFill>
              <a:latin typeface="Times New Roman"/>
              <a:ea typeface="標楷體"/>
            </a:endParaRPr>
          </a:p>
          <a:p>
            <a:pPr marL="0" lvl="0" indent="0">
              <a:lnSpc>
                <a:spcPct val="115000"/>
              </a:lnSpc>
              <a:spcAft>
                <a:spcPts val="0"/>
              </a:spcAft>
              <a:buNone/>
            </a:pPr>
            <a:r>
              <a:rPr lang="en-US" altLang="zh-TW" sz="1800" b="1" kern="100" dirty="0">
                <a:solidFill>
                  <a:srgbClr val="C00000"/>
                </a:solidFill>
                <a:latin typeface="標楷體"/>
                <a:ea typeface="超研澤粗楷"/>
              </a:rPr>
              <a:t>6.</a:t>
            </a:r>
            <a:r>
              <a:rPr lang="zh-TW" altLang="zh-TW" sz="1800" b="1" kern="100" dirty="0">
                <a:solidFill>
                  <a:srgbClr val="C00000"/>
                </a:solidFill>
                <a:latin typeface="Times New Roman"/>
                <a:ea typeface="標楷體"/>
              </a:rPr>
              <a:t>串聯社區、政府機關、民間團體等各團體帶領，資源共享。</a:t>
            </a:r>
            <a:endParaRPr lang="zh-TW" altLang="zh-TW" sz="1800" b="1" kern="100" dirty="0">
              <a:solidFill>
                <a:srgbClr val="C00000"/>
              </a:solidFill>
              <a:latin typeface="Times New Roman"/>
              <a:ea typeface="超研澤粗楷"/>
            </a:endParaRPr>
          </a:p>
          <a:p>
            <a:pPr marL="0" lvl="0" indent="0">
              <a:lnSpc>
                <a:spcPct val="115000"/>
              </a:lnSpc>
              <a:spcAft>
                <a:spcPts val="0"/>
              </a:spcAft>
              <a:buNone/>
            </a:pPr>
            <a:endParaRPr lang="zh-TW" altLang="zh-TW" sz="1600" kern="100" dirty="0">
              <a:solidFill>
                <a:srgbClr val="C00000"/>
              </a:solidFill>
              <a:latin typeface="Times New Roman"/>
              <a:ea typeface="超研澤粗楷"/>
            </a:endParaRPr>
          </a:p>
          <a:p>
            <a:pPr marL="0" lvl="0" indent="0">
              <a:lnSpc>
                <a:spcPct val="115000"/>
              </a:lnSpc>
              <a:spcAft>
                <a:spcPts val="0"/>
              </a:spcAft>
              <a:buNone/>
            </a:pPr>
            <a:endParaRPr lang="zh-TW" altLang="zh-TW" sz="1400" kern="100" dirty="0">
              <a:latin typeface="Times New Roman"/>
              <a:ea typeface="超研澤粗楷"/>
            </a:endParaRPr>
          </a:p>
          <a:p>
            <a:pPr marL="0" indent="0">
              <a:buNone/>
            </a:pPr>
            <a:endParaRPr lang="zh-TW" altLang="en-US" dirty="0"/>
          </a:p>
        </p:txBody>
      </p:sp>
      <p:pic>
        <p:nvPicPr>
          <p:cNvPr id="5" name="圖片 4"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40352" y="5517232"/>
            <a:ext cx="1204287" cy="1315005"/>
          </a:xfrm>
          <a:prstGeom prst="rect">
            <a:avLst/>
          </a:prstGeom>
          <a:noFill/>
          <a:ln>
            <a:noFill/>
          </a:ln>
        </p:spPr>
      </p:pic>
    </p:spTree>
    <p:extLst>
      <p:ext uri="{BB962C8B-B14F-4D97-AF65-F5344CB8AC3E}">
        <p14:creationId xmlns:p14="http://schemas.microsoft.com/office/powerpoint/2010/main" val="80729957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08992" y="276893"/>
            <a:ext cx="8382000" cy="563562"/>
          </a:xfrm>
        </p:spPr>
        <p:txBody>
          <a:bodyPr/>
          <a:lstStyle/>
          <a:p>
            <a:r>
              <a:rPr lang="zh-TW" altLang="en-US" sz="4000" dirty="0">
                <a:latin typeface="華康隸書體W7" panose="02010609010101010101" pitchFamily="49" charset="-120"/>
                <a:ea typeface="華康隸書體W7" panose="02010609010101010101" pitchFamily="49" charset="-120"/>
              </a:rPr>
              <a:t>八、計畫內容</a:t>
            </a:r>
            <a:br>
              <a:rPr lang="zh-TW" altLang="en-US" dirty="0"/>
            </a:br>
            <a:endParaRPr lang="zh-TW" altLang="en-US" dirty="0"/>
          </a:p>
        </p:txBody>
      </p:sp>
      <p:pic>
        <p:nvPicPr>
          <p:cNvPr id="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67744" y="836712"/>
            <a:ext cx="4464496" cy="6009772"/>
          </a:xfrm>
          <a:prstGeom prst="rect">
            <a:avLst/>
          </a:prstGeom>
          <a:noFill/>
          <a:extLst>
            <a:ext uri="{909E8E84-426E-40DD-AFC4-6F175D3DCCD1}">
              <a14:hiddenFill xmlns:a14="http://schemas.microsoft.com/office/drawing/2010/main">
                <a:solidFill>
                  <a:srgbClr val="FFFFFF"/>
                </a:solidFill>
              </a14:hiddenFill>
            </a:ext>
          </a:extLst>
        </p:spPr>
      </p:pic>
      <p:pic>
        <p:nvPicPr>
          <p:cNvPr id="6" name="圖片 5"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4329339"/>
            <a:ext cx="1872208" cy="2517145"/>
          </a:xfrm>
          <a:prstGeom prst="rect">
            <a:avLst/>
          </a:prstGeom>
          <a:noFill/>
          <a:ln>
            <a:noFill/>
          </a:ln>
        </p:spPr>
      </p:pic>
    </p:spTree>
    <p:extLst>
      <p:ext uri="{BB962C8B-B14F-4D97-AF65-F5344CB8AC3E}">
        <p14:creationId xmlns:p14="http://schemas.microsoft.com/office/powerpoint/2010/main" val="209413290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3" name="內容版面配置區 2"/>
          <p:cNvSpPr>
            <a:spLocks noGrp="1"/>
          </p:cNvSpPr>
          <p:nvPr>
            <p:ph idx="1"/>
          </p:nvPr>
        </p:nvSpPr>
        <p:spPr>
          <a:xfrm>
            <a:off x="395536" y="810418"/>
            <a:ext cx="8229600" cy="5410200"/>
          </a:xfrm>
        </p:spPr>
        <p:txBody>
          <a:bodyPr/>
          <a:lstStyle/>
          <a:p>
            <a:pPr marL="0" indent="0">
              <a:spcBef>
                <a:spcPts val="300"/>
              </a:spcBef>
              <a:spcAft>
                <a:spcPts val="300"/>
              </a:spcAft>
              <a:buNone/>
            </a:pPr>
            <a:r>
              <a:rPr lang="en-US" altLang="zh-TW" sz="2800" b="1" kern="2600" dirty="0">
                <a:latin typeface="標楷體"/>
                <a:ea typeface="超研澤粗楷"/>
              </a:rPr>
              <a:t>(</a:t>
            </a:r>
            <a:r>
              <a:rPr lang="zh-TW" altLang="zh-TW" sz="2800" b="1" kern="2600" dirty="0">
                <a:latin typeface="Times New Roman"/>
                <a:ea typeface="標楷體"/>
              </a:rPr>
              <a:t>一</a:t>
            </a:r>
            <a:r>
              <a:rPr lang="en-US" altLang="zh-TW" sz="2800" b="1" kern="2600" dirty="0">
                <a:latin typeface="Times New Roman"/>
                <a:ea typeface="標楷體"/>
              </a:rPr>
              <a:t>)</a:t>
            </a:r>
            <a:r>
              <a:rPr lang="zh-TW" altLang="zh-TW" sz="2800" b="1" kern="2600" dirty="0">
                <a:latin typeface="Times New Roman"/>
                <a:ea typeface="標楷體"/>
              </a:rPr>
              <a:t>、老人福利</a:t>
            </a:r>
            <a:r>
              <a:rPr lang="en-US" altLang="zh-TW" sz="2800" b="1" kern="2600" dirty="0">
                <a:latin typeface="Times New Roman"/>
                <a:ea typeface="標楷體"/>
              </a:rPr>
              <a:t>-</a:t>
            </a:r>
            <a:r>
              <a:rPr lang="zh-TW" altLang="zh-TW" sz="2800" b="1" kern="2600" dirty="0">
                <a:ea typeface="標楷體"/>
              </a:rPr>
              <a:t>金點轉動據點幸福升級</a:t>
            </a:r>
            <a:endParaRPr lang="en-US" altLang="zh-TW" sz="2800" b="1" kern="2600" dirty="0">
              <a:ea typeface="標楷體"/>
            </a:endParaRPr>
          </a:p>
          <a:p>
            <a:pPr marL="0" indent="0">
              <a:buNone/>
            </a:pPr>
            <a:endParaRPr lang="zh-TW" altLang="zh-TW" sz="2400" kern="100" dirty="0">
              <a:latin typeface="Times New Roman"/>
              <a:ea typeface="超研澤粗楷"/>
            </a:endParaRPr>
          </a:p>
          <a:p>
            <a:pPr marL="0" indent="0">
              <a:buNone/>
            </a:pPr>
            <a:endParaRPr lang="zh-TW" altLang="en-US" dirty="0"/>
          </a:p>
        </p:txBody>
      </p:sp>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5583237"/>
            <a:ext cx="5876925" cy="1274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 name="表格 3"/>
          <p:cNvGraphicFramePr>
            <a:graphicFrameLocks noGrp="1"/>
          </p:cNvGraphicFramePr>
          <p:nvPr/>
        </p:nvGraphicFramePr>
        <p:xfrm>
          <a:off x="251520" y="1556791"/>
          <a:ext cx="8712968" cy="4026445"/>
        </p:xfrm>
        <a:graphic>
          <a:graphicData uri="http://schemas.openxmlformats.org/drawingml/2006/table">
            <a:tbl>
              <a:tblPr firstRow="1" bandRow="1"/>
              <a:tblGrid>
                <a:gridCol w="808687">
                  <a:extLst>
                    <a:ext uri="{9D8B030D-6E8A-4147-A177-3AD203B41FA5}">
                      <a16:colId xmlns:a16="http://schemas.microsoft.com/office/drawing/2014/main" val="20000"/>
                    </a:ext>
                  </a:extLst>
                </a:gridCol>
                <a:gridCol w="1260288">
                  <a:extLst>
                    <a:ext uri="{9D8B030D-6E8A-4147-A177-3AD203B41FA5}">
                      <a16:colId xmlns:a16="http://schemas.microsoft.com/office/drawing/2014/main" val="20001"/>
                    </a:ext>
                  </a:extLst>
                </a:gridCol>
                <a:gridCol w="1602831">
                  <a:extLst>
                    <a:ext uri="{9D8B030D-6E8A-4147-A177-3AD203B41FA5}">
                      <a16:colId xmlns:a16="http://schemas.microsoft.com/office/drawing/2014/main" val="20002"/>
                    </a:ext>
                  </a:extLst>
                </a:gridCol>
                <a:gridCol w="2750826">
                  <a:extLst>
                    <a:ext uri="{9D8B030D-6E8A-4147-A177-3AD203B41FA5}">
                      <a16:colId xmlns:a16="http://schemas.microsoft.com/office/drawing/2014/main" val="20003"/>
                    </a:ext>
                  </a:extLst>
                </a:gridCol>
                <a:gridCol w="2290336">
                  <a:extLst>
                    <a:ext uri="{9D8B030D-6E8A-4147-A177-3AD203B41FA5}">
                      <a16:colId xmlns:a16="http://schemas.microsoft.com/office/drawing/2014/main" val="20004"/>
                    </a:ext>
                  </a:extLst>
                </a:gridCol>
              </a:tblGrid>
              <a:tr h="445641">
                <a:tc>
                  <a:txBody>
                    <a:bodyPr/>
                    <a:lstStyle/>
                    <a:p>
                      <a:pPr algn="ctr">
                        <a:lnSpc>
                          <a:spcPts val="1200"/>
                        </a:lnSpc>
                        <a:spcAft>
                          <a:spcPts val="0"/>
                        </a:spcAft>
                        <a:tabLst>
                          <a:tab pos="381000" algn="l"/>
                        </a:tabLst>
                      </a:pPr>
                      <a:r>
                        <a:rPr lang="zh-TW" sz="1600" b="1" kern="100" dirty="0">
                          <a:effectLst/>
                          <a:latin typeface="Calibri"/>
                          <a:ea typeface="標楷體"/>
                          <a:cs typeface="Times New Roman"/>
                        </a:rPr>
                        <a:t>編號</a:t>
                      </a:r>
                      <a:endParaRPr lang="zh-TW" sz="1600"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600" b="1" kern="100" dirty="0">
                          <a:effectLst/>
                          <a:latin typeface="Calibri"/>
                          <a:ea typeface="標楷體"/>
                          <a:cs typeface="Times New Roman"/>
                        </a:rPr>
                        <a:t>服務項目</a:t>
                      </a:r>
                      <a:endParaRPr lang="zh-TW" sz="1600"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600" b="1" kern="100" dirty="0">
                          <a:effectLst/>
                          <a:latin typeface="Calibri"/>
                          <a:ea typeface="標楷體"/>
                          <a:cs typeface="Times New Roman"/>
                        </a:rPr>
                        <a:t>服務內容</a:t>
                      </a:r>
                      <a:endParaRPr lang="zh-TW" sz="1600"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600" b="1" kern="100" dirty="0">
                          <a:effectLst/>
                          <a:latin typeface="Calibri"/>
                          <a:ea typeface="標楷體"/>
                          <a:cs typeface="Times New Roman"/>
                        </a:rPr>
                        <a:t>服務方式與規劃</a:t>
                      </a:r>
                      <a:endParaRPr lang="zh-TW" sz="1600"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600" b="1" kern="100" dirty="0">
                          <a:effectLst/>
                          <a:latin typeface="Calibri"/>
                          <a:ea typeface="標楷體"/>
                          <a:cs typeface="Times New Roman"/>
                        </a:rPr>
                        <a:t>活動講師</a:t>
                      </a:r>
                      <a:endParaRPr lang="zh-TW" sz="1600" kern="100" dirty="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3580804">
                <a:tc>
                  <a:txBody>
                    <a:bodyPr/>
                    <a:lstStyle/>
                    <a:p>
                      <a:pPr algn="ctr">
                        <a:lnSpc>
                          <a:spcPct val="150000"/>
                        </a:lnSpc>
                        <a:spcAft>
                          <a:spcPts val="0"/>
                        </a:spcAft>
                        <a:tabLst>
                          <a:tab pos="381000" algn="l"/>
                        </a:tabLst>
                      </a:pPr>
                      <a:r>
                        <a:rPr lang="en-US" sz="1800" kern="100" dirty="0">
                          <a:solidFill>
                            <a:schemeClr val="bg2">
                              <a:lumMod val="10000"/>
                            </a:schemeClr>
                          </a:solidFill>
                          <a:effectLst/>
                          <a:latin typeface="標楷體"/>
                          <a:ea typeface="新細明體"/>
                          <a:cs typeface="Times New Roman"/>
                        </a:rPr>
                        <a:t>1-11</a:t>
                      </a:r>
                      <a:r>
                        <a:rPr lang="zh-TW" sz="1800" kern="100" dirty="0">
                          <a:solidFill>
                            <a:schemeClr val="bg2">
                              <a:lumMod val="10000"/>
                            </a:schemeClr>
                          </a:solidFill>
                          <a:effectLst/>
                          <a:latin typeface="Calibri"/>
                          <a:ea typeface="標楷體"/>
                          <a:cs typeface="Times New Roman"/>
                        </a:rPr>
                        <a:t>月</a:t>
                      </a:r>
                      <a:endParaRPr lang="zh-TW" sz="180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ctr">
                        <a:lnSpc>
                          <a:spcPct val="150000"/>
                        </a:lnSpc>
                        <a:spcAft>
                          <a:spcPts val="0"/>
                        </a:spcAft>
                        <a:tabLst>
                          <a:tab pos="381000" algn="l"/>
                        </a:tabLst>
                      </a:pPr>
                      <a:r>
                        <a:rPr lang="zh-TW" sz="1800" kern="100" dirty="0">
                          <a:solidFill>
                            <a:schemeClr val="bg2">
                              <a:lumMod val="10000"/>
                            </a:schemeClr>
                          </a:solidFill>
                          <a:effectLst/>
                          <a:latin typeface="Calibri"/>
                          <a:ea typeface="標楷體"/>
                          <a:cs typeface="Times New Roman"/>
                        </a:rPr>
                        <a:t>社區照顧關懷據點設立</a:t>
                      </a:r>
                      <a:endParaRPr lang="zh-TW" sz="180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nSpc>
                          <a:spcPct val="150000"/>
                        </a:lnSpc>
                        <a:spcAft>
                          <a:spcPts val="0"/>
                        </a:spcAft>
                        <a:tabLst>
                          <a:tab pos="652780" algn="l"/>
                        </a:tabLst>
                      </a:pPr>
                      <a:r>
                        <a:rPr lang="en-US" sz="1800" kern="100" dirty="0">
                          <a:solidFill>
                            <a:schemeClr val="bg2">
                              <a:lumMod val="10000"/>
                            </a:schemeClr>
                          </a:solidFill>
                          <a:effectLst/>
                          <a:latin typeface="標楷體"/>
                          <a:ea typeface="新細明體"/>
                          <a:cs typeface="Times New Roman"/>
                        </a:rPr>
                        <a:t>1.</a:t>
                      </a:r>
                      <a:r>
                        <a:rPr lang="zh-TW" sz="1800" kern="100" dirty="0">
                          <a:solidFill>
                            <a:schemeClr val="bg2">
                              <a:lumMod val="10000"/>
                            </a:schemeClr>
                          </a:solidFill>
                          <a:effectLst/>
                          <a:latin typeface="Calibri"/>
                          <a:ea typeface="標楷體"/>
                          <a:cs typeface="Times New Roman"/>
                        </a:rPr>
                        <a:t>關懷訪視</a:t>
                      </a:r>
                      <a:endParaRPr lang="zh-TW" sz="1800" kern="100" dirty="0">
                        <a:solidFill>
                          <a:schemeClr val="bg2">
                            <a:lumMod val="10000"/>
                          </a:schemeClr>
                        </a:solidFill>
                        <a:effectLst/>
                        <a:latin typeface="Calibri"/>
                        <a:ea typeface="新細明體"/>
                        <a:cs typeface="Times New Roman"/>
                      </a:endParaRPr>
                    </a:p>
                    <a:p>
                      <a:pPr>
                        <a:lnSpc>
                          <a:spcPct val="150000"/>
                        </a:lnSpc>
                        <a:spcAft>
                          <a:spcPts val="0"/>
                        </a:spcAft>
                        <a:tabLst>
                          <a:tab pos="657225" algn="l"/>
                        </a:tabLst>
                      </a:pPr>
                      <a:r>
                        <a:rPr lang="en-US" sz="1800" kern="100" dirty="0">
                          <a:solidFill>
                            <a:schemeClr val="bg2">
                              <a:lumMod val="10000"/>
                            </a:schemeClr>
                          </a:solidFill>
                          <a:effectLst/>
                          <a:latin typeface="標楷體"/>
                          <a:ea typeface="新細明體"/>
                          <a:cs typeface="Times New Roman"/>
                        </a:rPr>
                        <a:t>2.</a:t>
                      </a:r>
                      <a:r>
                        <a:rPr lang="zh-TW" sz="1800" kern="100" dirty="0">
                          <a:solidFill>
                            <a:schemeClr val="bg2">
                              <a:lumMod val="10000"/>
                            </a:schemeClr>
                          </a:solidFill>
                          <a:effectLst/>
                          <a:latin typeface="Calibri"/>
                          <a:ea typeface="標楷體"/>
                          <a:cs typeface="Times New Roman"/>
                        </a:rPr>
                        <a:t>電話問安</a:t>
                      </a:r>
                      <a:endParaRPr lang="zh-TW" sz="1800" kern="100" dirty="0">
                        <a:solidFill>
                          <a:schemeClr val="bg2">
                            <a:lumMod val="10000"/>
                          </a:schemeClr>
                        </a:solidFill>
                        <a:effectLst/>
                        <a:latin typeface="Calibri"/>
                        <a:ea typeface="新細明體"/>
                        <a:cs typeface="Times New Roman"/>
                      </a:endParaRPr>
                    </a:p>
                    <a:p>
                      <a:pPr>
                        <a:lnSpc>
                          <a:spcPct val="150000"/>
                        </a:lnSpc>
                        <a:spcAft>
                          <a:spcPts val="0"/>
                        </a:spcAft>
                        <a:tabLst>
                          <a:tab pos="657225" algn="l"/>
                        </a:tabLst>
                      </a:pPr>
                      <a:r>
                        <a:rPr lang="en-US" sz="1800" kern="100" dirty="0">
                          <a:solidFill>
                            <a:schemeClr val="bg2">
                              <a:lumMod val="10000"/>
                            </a:schemeClr>
                          </a:solidFill>
                          <a:effectLst/>
                          <a:latin typeface="標楷體"/>
                          <a:ea typeface="新細明體"/>
                          <a:cs typeface="Times New Roman"/>
                        </a:rPr>
                        <a:t>3.</a:t>
                      </a:r>
                      <a:r>
                        <a:rPr lang="zh-TW" sz="1800" kern="100" dirty="0">
                          <a:solidFill>
                            <a:schemeClr val="bg2">
                              <a:lumMod val="10000"/>
                            </a:schemeClr>
                          </a:solidFill>
                          <a:effectLst/>
                          <a:latin typeface="Calibri"/>
                          <a:ea typeface="標楷體"/>
                          <a:cs typeface="Times New Roman"/>
                        </a:rPr>
                        <a:t>多元健促</a:t>
                      </a:r>
                      <a:endParaRPr lang="zh-TW" sz="1800" kern="100" dirty="0">
                        <a:solidFill>
                          <a:schemeClr val="bg2">
                            <a:lumMod val="10000"/>
                          </a:schemeClr>
                        </a:solidFill>
                        <a:effectLst/>
                        <a:latin typeface="Calibri"/>
                        <a:ea typeface="新細明體"/>
                        <a:cs typeface="Times New Roman"/>
                      </a:endParaRPr>
                    </a:p>
                    <a:p>
                      <a:pPr>
                        <a:lnSpc>
                          <a:spcPct val="150000"/>
                        </a:lnSpc>
                        <a:spcAft>
                          <a:spcPts val="0"/>
                        </a:spcAft>
                        <a:tabLst>
                          <a:tab pos="657225" algn="l"/>
                        </a:tabLst>
                      </a:pPr>
                      <a:r>
                        <a:rPr lang="en-US" sz="1800" kern="100" dirty="0">
                          <a:solidFill>
                            <a:schemeClr val="bg2">
                              <a:lumMod val="10000"/>
                            </a:schemeClr>
                          </a:solidFill>
                          <a:effectLst/>
                          <a:latin typeface="標楷體"/>
                          <a:ea typeface="新細明體"/>
                          <a:cs typeface="Times New Roman"/>
                        </a:rPr>
                        <a:t>4.</a:t>
                      </a:r>
                      <a:r>
                        <a:rPr lang="zh-TW" sz="1800" kern="100" dirty="0">
                          <a:solidFill>
                            <a:schemeClr val="bg2">
                              <a:lumMod val="10000"/>
                            </a:schemeClr>
                          </a:solidFill>
                          <a:effectLst/>
                          <a:latin typeface="Calibri"/>
                          <a:ea typeface="標楷體"/>
                          <a:cs typeface="Times New Roman"/>
                        </a:rPr>
                        <a:t>集中用餐</a:t>
                      </a:r>
                      <a:endParaRPr lang="zh-TW" sz="180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42900" lvl="0" indent="-342900" algn="just">
                        <a:lnSpc>
                          <a:spcPct val="100000"/>
                        </a:lnSpc>
                        <a:spcAft>
                          <a:spcPts val="0"/>
                        </a:spcAft>
                        <a:buFont typeface="+mj-lt"/>
                        <a:buAutoNum type="arabicPeriod"/>
                        <a:tabLst>
                          <a:tab pos="542290" algn="l"/>
                        </a:tabLst>
                      </a:pPr>
                      <a:r>
                        <a:rPr lang="zh-TW" sz="1800" kern="100" dirty="0">
                          <a:solidFill>
                            <a:schemeClr val="bg2">
                              <a:lumMod val="10000"/>
                            </a:schemeClr>
                          </a:solidFill>
                          <a:effectLst/>
                          <a:latin typeface="Calibri"/>
                          <a:ea typeface="標楷體"/>
                          <a:cs typeface="Times New Roman"/>
                        </a:rPr>
                        <a:t>旗艦計畫社區夥伴設立關懷據點。</a:t>
                      </a:r>
                      <a:endParaRPr lang="zh-TW" sz="1800" kern="100" dirty="0">
                        <a:solidFill>
                          <a:schemeClr val="bg2">
                            <a:lumMod val="10000"/>
                          </a:schemeClr>
                        </a:solidFill>
                        <a:effectLst/>
                        <a:latin typeface="Calibri"/>
                        <a:ea typeface="新細明體"/>
                        <a:cs typeface="Times New Roman"/>
                      </a:endParaRPr>
                    </a:p>
                    <a:p>
                      <a:pPr marL="342900" lvl="0" indent="-342900" algn="just">
                        <a:lnSpc>
                          <a:spcPct val="100000"/>
                        </a:lnSpc>
                        <a:spcAft>
                          <a:spcPts val="0"/>
                        </a:spcAft>
                        <a:buFont typeface="+mj-lt"/>
                        <a:buAutoNum type="arabicPeriod"/>
                        <a:tabLst>
                          <a:tab pos="542290" algn="l"/>
                        </a:tabLst>
                      </a:pPr>
                      <a:r>
                        <a:rPr lang="en-US" sz="1800" b="1" kern="100" dirty="0">
                          <a:solidFill>
                            <a:schemeClr val="bg2">
                              <a:lumMod val="10000"/>
                            </a:schemeClr>
                          </a:solidFill>
                          <a:effectLst/>
                          <a:latin typeface="標楷體"/>
                          <a:ea typeface="新細明體"/>
                          <a:cs typeface="Times New Roman"/>
                        </a:rPr>
                        <a:t>6</a:t>
                      </a:r>
                      <a:r>
                        <a:rPr lang="zh-TW" sz="1800" b="1" kern="100" dirty="0">
                          <a:solidFill>
                            <a:schemeClr val="bg2">
                              <a:lumMod val="10000"/>
                            </a:schemeClr>
                          </a:solidFill>
                          <a:effectLst/>
                          <a:latin typeface="Calibri"/>
                          <a:ea typeface="標楷體"/>
                          <a:cs typeface="Times New Roman"/>
                        </a:rPr>
                        <a:t>場次協助到旗艦社區在據點實務上的運作。</a:t>
                      </a:r>
                      <a:endParaRPr lang="zh-TW" sz="1800" b="1" kern="100" dirty="0">
                        <a:solidFill>
                          <a:schemeClr val="bg2">
                            <a:lumMod val="10000"/>
                          </a:schemeClr>
                        </a:solidFill>
                        <a:effectLst/>
                        <a:latin typeface="Calibri"/>
                        <a:ea typeface="新細明體"/>
                        <a:cs typeface="Times New Roman"/>
                      </a:endParaRPr>
                    </a:p>
                    <a:p>
                      <a:pPr marL="342900" lvl="0" indent="-342900" algn="just">
                        <a:lnSpc>
                          <a:spcPct val="100000"/>
                        </a:lnSpc>
                        <a:spcAft>
                          <a:spcPts val="0"/>
                        </a:spcAft>
                        <a:buFont typeface="+mj-lt"/>
                        <a:buAutoNum type="arabicPeriod"/>
                      </a:pPr>
                      <a:r>
                        <a:rPr lang="zh-TW" sz="1800" kern="100" dirty="0">
                          <a:solidFill>
                            <a:schemeClr val="bg2">
                              <a:lumMod val="10000"/>
                            </a:schemeClr>
                          </a:solidFill>
                          <a:effectLst/>
                          <a:latin typeface="Calibri"/>
                          <a:ea typeface="標楷體"/>
                          <a:cs typeface="Times New Roman"/>
                        </a:rPr>
                        <a:t>健促活動內容的交流與互動，吸引志工參與培訓的目的。原有據點之社區，藉由績優社區的實務經驗分享，提升社區據點質量與內容。</a:t>
                      </a:r>
                      <a:endParaRPr lang="zh-TW" sz="180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810" algn="just">
                        <a:lnSpc>
                          <a:spcPct val="100000"/>
                        </a:lnSpc>
                        <a:spcAft>
                          <a:spcPts val="0"/>
                        </a:spcAft>
                      </a:pPr>
                      <a:r>
                        <a:rPr lang="zh-TW" sz="1600" kern="100" dirty="0">
                          <a:solidFill>
                            <a:schemeClr val="bg2">
                              <a:lumMod val="10000"/>
                            </a:schemeClr>
                          </a:solidFill>
                          <a:effectLst/>
                          <a:latin typeface="Calibri"/>
                          <a:ea typeface="標楷體"/>
                          <a:cs typeface="Times New Roman"/>
                        </a:rPr>
                        <a:t>實務老師</a:t>
                      </a:r>
                      <a:r>
                        <a:rPr lang="en-US" sz="1600" kern="100" dirty="0">
                          <a:solidFill>
                            <a:schemeClr val="bg2">
                              <a:lumMod val="10000"/>
                            </a:schemeClr>
                          </a:solidFill>
                          <a:effectLst/>
                          <a:latin typeface="Calibri"/>
                          <a:ea typeface="標楷體"/>
                          <a:cs typeface="Times New Roman"/>
                        </a:rPr>
                        <a:t>(</a:t>
                      </a:r>
                      <a:r>
                        <a:rPr lang="zh-TW" sz="1600" kern="100" dirty="0">
                          <a:solidFill>
                            <a:schemeClr val="bg2">
                              <a:lumMod val="10000"/>
                            </a:schemeClr>
                          </a:solidFill>
                          <a:effectLst/>
                          <a:latin typeface="Calibri"/>
                          <a:ea typeface="標楷體"/>
                          <a:cs typeface="Times New Roman"/>
                        </a:rPr>
                        <a:t>跨社區</a:t>
                      </a:r>
                      <a:r>
                        <a:rPr lang="en-US" sz="1600" kern="100" dirty="0">
                          <a:solidFill>
                            <a:schemeClr val="bg2">
                              <a:lumMod val="10000"/>
                            </a:schemeClr>
                          </a:solidFill>
                          <a:effectLst/>
                          <a:latin typeface="Calibri"/>
                          <a:ea typeface="標楷體"/>
                          <a:cs typeface="Times New Roman"/>
                        </a:rPr>
                        <a:t>)</a:t>
                      </a:r>
                      <a:r>
                        <a:rPr lang="zh-TW" sz="1600" kern="100" dirty="0">
                          <a:solidFill>
                            <a:schemeClr val="bg2">
                              <a:lumMod val="10000"/>
                            </a:schemeClr>
                          </a:solidFill>
                          <a:effectLst/>
                          <a:latin typeface="Calibri"/>
                          <a:ea typeface="標楷體"/>
                          <a:cs typeface="Times New Roman"/>
                        </a:rPr>
                        <a:t>：</a:t>
                      </a:r>
                      <a:endParaRPr lang="zh-TW" sz="160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600" kern="100" dirty="0">
                          <a:solidFill>
                            <a:schemeClr val="bg2">
                              <a:lumMod val="10000"/>
                            </a:schemeClr>
                          </a:solidFill>
                          <a:effectLst/>
                          <a:latin typeface="Calibri"/>
                          <a:ea typeface="標楷體"/>
                          <a:cs typeface="Times New Roman"/>
                        </a:rPr>
                        <a:t>楊麗娜理事長、管梅秀理事長、楊莉理總幹事、陳富新理事長、吳麗芳總幹事、黃啟瑞理事長</a:t>
                      </a:r>
                      <a:endParaRPr lang="zh-TW" sz="160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en-US" sz="1600" kern="100" dirty="0">
                          <a:solidFill>
                            <a:schemeClr val="bg2">
                              <a:lumMod val="10000"/>
                            </a:schemeClr>
                          </a:solidFill>
                          <a:effectLst/>
                          <a:latin typeface="標楷體"/>
                          <a:ea typeface="新細明體"/>
                          <a:cs typeface="Times New Roman"/>
                        </a:rPr>
                        <a:t> </a:t>
                      </a:r>
                      <a:endParaRPr lang="zh-TW" sz="1600" kern="100" dirty="0">
                        <a:solidFill>
                          <a:schemeClr val="bg2">
                            <a:lumMod val="10000"/>
                          </a:schemeClr>
                        </a:solidFill>
                        <a:effectLst/>
                        <a:latin typeface="Calibri"/>
                        <a:ea typeface="新細明體"/>
                        <a:cs typeface="Times New Roman"/>
                      </a:endParaRPr>
                    </a:p>
                    <a:p>
                      <a:pPr algn="ctr">
                        <a:lnSpc>
                          <a:spcPct val="100000"/>
                        </a:lnSpc>
                        <a:spcAft>
                          <a:spcPts val="600"/>
                        </a:spcAft>
                      </a:pPr>
                      <a:r>
                        <a:rPr lang="zh-TW" sz="1600" kern="100" dirty="0">
                          <a:solidFill>
                            <a:schemeClr val="bg2">
                              <a:lumMod val="10000"/>
                            </a:schemeClr>
                          </a:solidFill>
                          <a:effectLst/>
                          <a:latin typeface="Calibri"/>
                          <a:ea typeface="標楷體"/>
                          <a:cs typeface="Times New Roman"/>
                        </a:rPr>
                        <a:t>專業團隊</a:t>
                      </a:r>
                      <a:r>
                        <a:rPr lang="en-US" sz="1600" kern="100" dirty="0">
                          <a:solidFill>
                            <a:schemeClr val="bg2">
                              <a:lumMod val="10000"/>
                            </a:schemeClr>
                          </a:solidFill>
                          <a:effectLst/>
                          <a:latin typeface="Calibri"/>
                          <a:ea typeface="標楷體"/>
                          <a:cs typeface="Times New Roman"/>
                        </a:rPr>
                        <a:t>(</a:t>
                      </a:r>
                      <a:r>
                        <a:rPr lang="zh-TW" sz="1600" kern="100" dirty="0">
                          <a:solidFill>
                            <a:schemeClr val="bg2">
                              <a:lumMod val="10000"/>
                            </a:schemeClr>
                          </a:solidFill>
                          <a:effectLst/>
                          <a:latin typeface="Calibri"/>
                          <a:ea typeface="標楷體"/>
                          <a:cs typeface="Times New Roman"/>
                        </a:rPr>
                        <a:t>跨部會</a:t>
                      </a:r>
                      <a:r>
                        <a:rPr lang="en-US" sz="1600" kern="100" dirty="0">
                          <a:solidFill>
                            <a:schemeClr val="bg2">
                              <a:lumMod val="10000"/>
                            </a:schemeClr>
                          </a:solidFill>
                          <a:effectLst/>
                          <a:latin typeface="Calibri"/>
                          <a:ea typeface="標楷體"/>
                          <a:cs typeface="Times New Roman"/>
                        </a:rPr>
                        <a:t>)</a:t>
                      </a:r>
                      <a:r>
                        <a:rPr lang="zh-TW" sz="1600" kern="100" dirty="0">
                          <a:solidFill>
                            <a:schemeClr val="bg2">
                              <a:lumMod val="10000"/>
                            </a:schemeClr>
                          </a:solidFill>
                          <a:effectLst/>
                          <a:latin typeface="Calibri"/>
                          <a:ea typeface="標楷體"/>
                          <a:cs typeface="Times New Roman"/>
                        </a:rPr>
                        <a:t>：社團法人南投縣基督教青年會、南投縣政府社會處、竹山鎮公所、竹山鎮樂齡學習中心</a:t>
                      </a:r>
                      <a:endParaRPr lang="zh-TW" sz="1600" kern="100" dirty="0">
                        <a:solidFill>
                          <a:schemeClr val="bg2">
                            <a:lumMod val="10000"/>
                          </a:schemeClr>
                        </a:solidFill>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30344467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zh-TW" kern="100" dirty="0">
                <a:ea typeface="標楷體"/>
                <a:cs typeface="Times New Roman"/>
              </a:rPr>
              <a:t>活動內容規劃</a:t>
            </a:r>
            <a:r>
              <a:rPr lang="en-US" altLang="zh-TW" kern="100" dirty="0">
                <a:ea typeface="標楷體"/>
                <a:cs typeface="Times New Roman"/>
              </a:rPr>
              <a:t>(</a:t>
            </a:r>
            <a:r>
              <a:rPr lang="zh-TW" altLang="zh-TW" kern="100" dirty="0">
                <a:ea typeface="標楷體"/>
                <a:cs typeface="Times New Roman"/>
              </a:rPr>
              <a:t>關懷據點</a:t>
            </a:r>
            <a:r>
              <a:rPr lang="en-US" altLang="zh-TW" kern="100" dirty="0">
                <a:ea typeface="標楷體"/>
                <a:cs typeface="Times New Roman"/>
              </a:rPr>
              <a:t>)</a:t>
            </a:r>
            <a:endParaRPr lang="zh-TW" altLang="en-US" dirty="0"/>
          </a:p>
        </p:txBody>
      </p:sp>
      <p:graphicFrame>
        <p:nvGraphicFramePr>
          <p:cNvPr id="5" name="內容版面配置區 4"/>
          <p:cNvGraphicFramePr>
            <a:graphicFrameLocks noGrp="1"/>
          </p:cNvGraphicFramePr>
          <p:nvPr>
            <p:ph idx="1"/>
          </p:nvPr>
        </p:nvGraphicFramePr>
        <p:xfrm>
          <a:off x="755576" y="1196752"/>
          <a:ext cx="7776864" cy="4464496"/>
        </p:xfrm>
        <a:graphic>
          <a:graphicData uri="http://schemas.openxmlformats.org/drawingml/2006/table">
            <a:tbl>
              <a:tblPr firstRow="1" firstCol="1" bandRow="1"/>
              <a:tblGrid>
                <a:gridCol w="1189007">
                  <a:extLst>
                    <a:ext uri="{9D8B030D-6E8A-4147-A177-3AD203B41FA5}">
                      <a16:colId xmlns:a16="http://schemas.microsoft.com/office/drawing/2014/main" val="20000"/>
                    </a:ext>
                  </a:extLst>
                </a:gridCol>
                <a:gridCol w="3598959">
                  <a:extLst>
                    <a:ext uri="{9D8B030D-6E8A-4147-A177-3AD203B41FA5}">
                      <a16:colId xmlns:a16="http://schemas.microsoft.com/office/drawing/2014/main" val="20001"/>
                    </a:ext>
                  </a:extLst>
                </a:gridCol>
                <a:gridCol w="812325">
                  <a:extLst>
                    <a:ext uri="{9D8B030D-6E8A-4147-A177-3AD203B41FA5}">
                      <a16:colId xmlns:a16="http://schemas.microsoft.com/office/drawing/2014/main" val="20002"/>
                    </a:ext>
                  </a:extLst>
                </a:gridCol>
                <a:gridCol w="1541944">
                  <a:extLst>
                    <a:ext uri="{9D8B030D-6E8A-4147-A177-3AD203B41FA5}">
                      <a16:colId xmlns:a16="http://schemas.microsoft.com/office/drawing/2014/main" val="20003"/>
                    </a:ext>
                  </a:extLst>
                </a:gridCol>
                <a:gridCol w="634629">
                  <a:extLst>
                    <a:ext uri="{9D8B030D-6E8A-4147-A177-3AD203B41FA5}">
                      <a16:colId xmlns:a16="http://schemas.microsoft.com/office/drawing/2014/main" val="20004"/>
                    </a:ext>
                  </a:extLst>
                </a:gridCol>
              </a:tblGrid>
              <a:tr h="637786">
                <a:tc>
                  <a:txBody>
                    <a:bodyPr/>
                    <a:lstStyle/>
                    <a:p>
                      <a:pPr>
                        <a:spcAft>
                          <a:spcPts val="0"/>
                        </a:spcAft>
                      </a:pPr>
                      <a:r>
                        <a:rPr lang="zh-TW" sz="1800" kern="100" dirty="0">
                          <a:solidFill>
                            <a:schemeClr val="bg2">
                              <a:lumMod val="10000"/>
                            </a:schemeClr>
                          </a:solidFill>
                          <a:effectLst/>
                          <a:latin typeface="Times New Roman"/>
                          <a:ea typeface="標楷體"/>
                        </a:rPr>
                        <a:t>活動期程</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課程內容</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時間</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講師</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備註</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275570">
                <a:tc>
                  <a:txBody>
                    <a:bodyPr/>
                    <a:lstStyle/>
                    <a:p>
                      <a:pPr>
                        <a:spcAft>
                          <a:spcPts val="0"/>
                        </a:spcAft>
                      </a:pPr>
                      <a:r>
                        <a:rPr lang="en-US" sz="1800" kern="100" dirty="0">
                          <a:solidFill>
                            <a:schemeClr val="bg2">
                              <a:lumMod val="10000"/>
                            </a:schemeClr>
                          </a:solidFill>
                          <a:effectLst/>
                          <a:latin typeface="標楷體"/>
                          <a:ea typeface="超研澤粗楷"/>
                        </a:rPr>
                        <a:t>1</a:t>
                      </a:r>
                      <a:r>
                        <a:rPr lang="zh-TW" sz="1800" kern="100" dirty="0">
                          <a:solidFill>
                            <a:schemeClr val="bg2">
                              <a:lumMod val="10000"/>
                            </a:schemeClr>
                          </a:solidFill>
                          <a:effectLst/>
                          <a:latin typeface="Times New Roman"/>
                          <a:ea typeface="標楷體"/>
                        </a:rPr>
                        <a:t>月</a:t>
                      </a:r>
                      <a:r>
                        <a:rPr lang="en-US" sz="1800" kern="100" dirty="0">
                          <a:solidFill>
                            <a:schemeClr val="bg2">
                              <a:lumMod val="10000"/>
                            </a:schemeClr>
                          </a:solidFill>
                          <a:effectLst/>
                          <a:latin typeface="Times New Roman"/>
                          <a:ea typeface="標楷體"/>
                        </a:rPr>
                        <a:t>-3</a:t>
                      </a:r>
                      <a:r>
                        <a:rPr lang="zh-TW" sz="1800" kern="100" dirty="0">
                          <a:solidFill>
                            <a:schemeClr val="bg2">
                              <a:lumMod val="10000"/>
                            </a:schemeClr>
                          </a:solidFill>
                          <a:effectLst/>
                          <a:latin typeface="Times New Roman"/>
                          <a:ea typeface="標楷體"/>
                        </a:rPr>
                        <a:t>月</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00660" indent="-200660">
                        <a:spcAft>
                          <a:spcPts val="0"/>
                        </a:spcAft>
                      </a:pPr>
                      <a:r>
                        <a:rPr lang="en-US" sz="1800" kern="100">
                          <a:solidFill>
                            <a:schemeClr val="bg2">
                              <a:lumMod val="10000"/>
                            </a:schemeClr>
                          </a:solidFill>
                          <a:effectLst/>
                          <a:latin typeface="標楷體"/>
                          <a:ea typeface="超研澤粗楷"/>
                        </a:rPr>
                        <a:t>1.</a:t>
                      </a:r>
                      <a:r>
                        <a:rPr lang="zh-TW" sz="1800" kern="100">
                          <a:solidFill>
                            <a:schemeClr val="bg2">
                              <a:lumMod val="10000"/>
                            </a:schemeClr>
                          </a:solidFill>
                          <a:effectLst/>
                          <a:latin typeface="Times New Roman"/>
                          <a:ea typeface="標楷體"/>
                        </a:rPr>
                        <a:t>協助輔導與轉介，使旗艦社區</a:t>
                      </a:r>
                      <a:r>
                        <a:rPr lang="en-US" sz="1800" kern="100">
                          <a:solidFill>
                            <a:schemeClr val="bg2">
                              <a:lumMod val="10000"/>
                            </a:schemeClr>
                          </a:solidFill>
                          <a:effectLst/>
                          <a:latin typeface="Times New Roman"/>
                          <a:ea typeface="標楷體"/>
                        </a:rPr>
                        <a:t>  </a:t>
                      </a:r>
                      <a:r>
                        <a:rPr lang="zh-TW" sz="1800" kern="100">
                          <a:solidFill>
                            <a:schemeClr val="bg2">
                              <a:lumMod val="10000"/>
                            </a:schemeClr>
                          </a:solidFill>
                          <a:effectLst/>
                          <a:latin typeface="Times New Roman"/>
                          <a:ea typeface="標楷體"/>
                        </a:rPr>
                        <a:t>積極設立社區照顧關懷據點</a:t>
                      </a:r>
                      <a:endParaRPr lang="zh-TW" sz="1800" kern="100">
                        <a:solidFill>
                          <a:schemeClr val="bg2">
                            <a:lumMod val="10000"/>
                          </a:schemeClr>
                        </a:solidFill>
                        <a:effectLst/>
                        <a:latin typeface="Times New Roman"/>
                        <a:ea typeface="超研澤粗楷"/>
                      </a:endParaRPr>
                    </a:p>
                    <a:p>
                      <a:pPr>
                        <a:spcAft>
                          <a:spcPts val="0"/>
                        </a:spcAft>
                      </a:pPr>
                      <a:r>
                        <a:rPr lang="en-US" sz="1800" kern="100">
                          <a:solidFill>
                            <a:schemeClr val="bg2">
                              <a:lumMod val="10000"/>
                            </a:schemeClr>
                          </a:solidFill>
                          <a:effectLst/>
                          <a:latin typeface="標楷體"/>
                          <a:ea typeface="超研澤粗楷"/>
                        </a:rPr>
                        <a:t>2.</a:t>
                      </a:r>
                      <a:r>
                        <a:rPr lang="zh-TW" sz="1800" kern="100">
                          <a:solidFill>
                            <a:schemeClr val="bg2">
                              <a:lumMod val="10000"/>
                            </a:schemeClr>
                          </a:solidFill>
                          <a:effectLst/>
                          <a:latin typeface="Times New Roman"/>
                          <a:ea typeface="標楷體"/>
                        </a:rPr>
                        <a:t>設立並且開始試辦</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2</a:t>
                      </a:r>
                      <a:r>
                        <a:rPr lang="zh-TW" sz="1800" kern="100">
                          <a:solidFill>
                            <a:schemeClr val="bg2">
                              <a:lumMod val="10000"/>
                            </a:schemeClr>
                          </a:solidFill>
                          <a:effectLst/>
                          <a:latin typeface="Times New Roman"/>
                          <a:ea typeface="標楷體"/>
                        </a:rPr>
                        <a:t>小時</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楊麗娜理事長、管梅秀理事長、楊莉理總幹事</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實務</a:t>
                      </a:r>
                      <a:endParaRPr lang="zh-TW" sz="1800" kern="100" dirty="0">
                        <a:solidFill>
                          <a:schemeClr val="bg2">
                            <a:lumMod val="10000"/>
                          </a:schemeClr>
                        </a:solidFill>
                        <a:effectLst/>
                        <a:latin typeface="Times New Roman"/>
                        <a:ea typeface="超研澤粗楷"/>
                      </a:endParaRPr>
                    </a:p>
                    <a:p>
                      <a:pPr>
                        <a:spcAft>
                          <a:spcPts val="0"/>
                        </a:spcAft>
                      </a:pPr>
                      <a:r>
                        <a:rPr lang="zh-TW" sz="1800" kern="100" dirty="0">
                          <a:solidFill>
                            <a:schemeClr val="bg2">
                              <a:lumMod val="10000"/>
                            </a:schemeClr>
                          </a:solidFill>
                          <a:effectLst/>
                          <a:latin typeface="Times New Roman"/>
                          <a:ea typeface="標楷體"/>
                        </a:rPr>
                        <a:t>協助</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275570">
                <a:tc>
                  <a:txBody>
                    <a:bodyPr/>
                    <a:lstStyle/>
                    <a:p>
                      <a:pPr>
                        <a:spcAft>
                          <a:spcPts val="0"/>
                        </a:spcAft>
                      </a:pPr>
                      <a:r>
                        <a:rPr lang="en-US" sz="1800" kern="100">
                          <a:solidFill>
                            <a:schemeClr val="bg2">
                              <a:lumMod val="10000"/>
                            </a:schemeClr>
                          </a:solidFill>
                          <a:effectLst/>
                          <a:latin typeface="標楷體"/>
                          <a:ea typeface="超研澤粗楷"/>
                        </a:rPr>
                        <a:t>4</a:t>
                      </a:r>
                      <a:r>
                        <a:rPr lang="zh-TW" sz="1800" kern="100">
                          <a:solidFill>
                            <a:schemeClr val="bg2">
                              <a:lumMod val="10000"/>
                            </a:schemeClr>
                          </a:solidFill>
                          <a:effectLst/>
                          <a:latin typeface="Times New Roman"/>
                          <a:ea typeface="標楷體"/>
                        </a:rPr>
                        <a:t>月</a:t>
                      </a:r>
                      <a:r>
                        <a:rPr lang="en-US" sz="1800" kern="100">
                          <a:solidFill>
                            <a:schemeClr val="bg2">
                              <a:lumMod val="10000"/>
                            </a:schemeClr>
                          </a:solidFill>
                          <a:effectLst/>
                          <a:latin typeface="Times New Roman"/>
                          <a:ea typeface="標楷體"/>
                        </a:rPr>
                        <a:t>-8</a:t>
                      </a:r>
                      <a:r>
                        <a:rPr lang="zh-TW" sz="1800" kern="100">
                          <a:solidFill>
                            <a:schemeClr val="bg2">
                              <a:lumMod val="10000"/>
                            </a:schemeClr>
                          </a:solidFill>
                          <a:effectLst/>
                          <a:latin typeface="Times New Roman"/>
                          <a:ea typeface="標楷體"/>
                        </a:rPr>
                        <a:t>月</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1.</a:t>
                      </a:r>
                      <a:r>
                        <a:rPr lang="zh-TW" sz="1800" kern="100">
                          <a:solidFill>
                            <a:schemeClr val="bg2">
                              <a:lumMod val="10000"/>
                            </a:schemeClr>
                          </a:solidFill>
                          <a:effectLst/>
                          <a:latin typeface="Times New Roman"/>
                          <a:ea typeface="標楷體"/>
                        </a:rPr>
                        <a:t>關懷據點業務檢討與協助</a:t>
                      </a:r>
                      <a:endParaRPr lang="zh-TW" sz="1800" kern="100">
                        <a:solidFill>
                          <a:schemeClr val="bg2">
                            <a:lumMod val="10000"/>
                          </a:schemeClr>
                        </a:solidFill>
                        <a:effectLst/>
                        <a:latin typeface="Times New Roman"/>
                        <a:ea typeface="超研澤粗楷"/>
                      </a:endParaRPr>
                    </a:p>
                    <a:p>
                      <a:pPr marL="200660" indent="-200660">
                        <a:spcAft>
                          <a:spcPts val="0"/>
                        </a:spcAft>
                      </a:pPr>
                      <a:r>
                        <a:rPr lang="en-US" sz="1800" kern="100">
                          <a:solidFill>
                            <a:schemeClr val="bg2">
                              <a:lumMod val="10000"/>
                            </a:schemeClr>
                          </a:solidFill>
                          <a:effectLst/>
                          <a:latin typeface="標楷體"/>
                          <a:ea typeface="超研澤粗楷"/>
                        </a:rPr>
                        <a:t>2.</a:t>
                      </a:r>
                      <a:r>
                        <a:rPr lang="zh-TW" sz="1800" kern="100">
                          <a:solidFill>
                            <a:schemeClr val="bg2">
                              <a:lumMod val="10000"/>
                            </a:schemeClr>
                          </a:solidFill>
                          <a:effectLst/>
                          <a:latin typeface="Times New Roman"/>
                          <a:ea typeface="標楷體"/>
                        </a:rPr>
                        <a:t>健康促進活動課程的安排，提升質量</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4</a:t>
                      </a:r>
                      <a:r>
                        <a:rPr lang="zh-TW" sz="1800" kern="100">
                          <a:solidFill>
                            <a:schemeClr val="bg2">
                              <a:lumMod val="10000"/>
                            </a:schemeClr>
                          </a:solidFill>
                          <a:effectLst/>
                          <a:latin typeface="Times New Roman"/>
                          <a:ea typeface="標楷體"/>
                        </a:rPr>
                        <a:t>小時</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楊麗娜理事長、管梅秀理事長、楊莉理總幹事</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實務</a:t>
                      </a:r>
                      <a:endParaRPr lang="zh-TW" sz="1800" kern="100" dirty="0">
                        <a:solidFill>
                          <a:schemeClr val="bg2">
                            <a:lumMod val="10000"/>
                          </a:schemeClr>
                        </a:solidFill>
                        <a:effectLst/>
                        <a:latin typeface="Times New Roman"/>
                        <a:ea typeface="超研澤粗楷"/>
                      </a:endParaRPr>
                    </a:p>
                    <a:p>
                      <a:pPr>
                        <a:spcAft>
                          <a:spcPts val="0"/>
                        </a:spcAft>
                      </a:pPr>
                      <a:r>
                        <a:rPr lang="zh-TW" sz="1800" kern="100" dirty="0">
                          <a:solidFill>
                            <a:schemeClr val="bg2">
                              <a:lumMod val="10000"/>
                            </a:schemeClr>
                          </a:solidFill>
                          <a:effectLst/>
                          <a:latin typeface="Times New Roman"/>
                          <a:ea typeface="標楷體"/>
                        </a:rPr>
                        <a:t>協助</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275570">
                <a:tc>
                  <a:txBody>
                    <a:bodyPr/>
                    <a:lstStyle/>
                    <a:p>
                      <a:pPr>
                        <a:spcAft>
                          <a:spcPts val="0"/>
                        </a:spcAft>
                      </a:pPr>
                      <a:r>
                        <a:rPr lang="en-US" sz="1800" kern="100">
                          <a:solidFill>
                            <a:schemeClr val="bg2">
                              <a:lumMod val="10000"/>
                            </a:schemeClr>
                          </a:solidFill>
                          <a:effectLst/>
                          <a:latin typeface="標楷體"/>
                          <a:ea typeface="超研澤粗楷"/>
                        </a:rPr>
                        <a:t>6</a:t>
                      </a:r>
                      <a:r>
                        <a:rPr lang="zh-TW" sz="1800" kern="100">
                          <a:solidFill>
                            <a:schemeClr val="bg2">
                              <a:lumMod val="10000"/>
                            </a:schemeClr>
                          </a:solidFill>
                          <a:effectLst/>
                          <a:latin typeface="Times New Roman"/>
                          <a:ea typeface="標楷體"/>
                        </a:rPr>
                        <a:t>月</a:t>
                      </a:r>
                      <a:r>
                        <a:rPr lang="en-US" sz="1800" kern="100">
                          <a:solidFill>
                            <a:schemeClr val="bg2">
                              <a:lumMod val="10000"/>
                            </a:schemeClr>
                          </a:solidFill>
                          <a:effectLst/>
                          <a:latin typeface="Times New Roman"/>
                          <a:ea typeface="標楷體"/>
                        </a:rPr>
                        <a:t>-12</a:t>
                      </a:r>
                      <a:r>
                        <a:rPr lang="zh-TW" sz="1800" kern="100">
                          <a:solidFill>
                            <a:schemeClr val="bg2">
                              <a:lumMod val="10000"/>
                            </a:schemeClr>
                          </a:solidFill>
                          <a:effectLst/>
                          <a:latin typeface="Times New Roman"/>
                          <a:ea typeface="標楷體"/>
                        </a:rPr>
                        <a:t>月</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00660" indent="-200660">
                        <a:spcAft>
                          <a:spcPts val="0"/>
                        </a:spcAft>
                      </a:pPr>
                      <a:r>
                        <a:rPr lang="en-US" sz="1800" kern="100">
                          <a:solidFill>
                            <a:schemeClr val="bg2">
                              <a:lumMod val="10000"/>
                            </a:schemeClr>
                          </a:solidFill>
                          <a:effectLst/>
                          <a:latin typeface="標楷體"/>
                          <a:ea typeface="超研澤粗楷"/>
                        </a:rPr>
                        <a:t>1.</a:t>
                      </a:r>
                      <a:r>
                        <a:rPr lang="zh-TW" sz="1800" kern="100">
                          <a:solidFill>
                            <a:schemeClr val="bg2">
                              <a:lumMod val="10000"/>
                            </a:schemeClr>
                          </a:solidFill>
                          <a:effectLst/>
                          <a:latin typeface="Times New Roman"/>
                          <a:ea typeface="標楷體"/>
                        </a:rPr>
                        <a:t>據點核銷資料整理協助與教學</a:t>
                      </a:r>
                      <a:endParaRPr lang="zh-TW" sz="1800" kern="100">
                        <a:solidFill>
                          <a:schemeClr val="bg2">
                            <a:lumMod val="10000"/>
                          </a:schemeClr>
                        </a:solidFill>
                        <a:effectLst/>
                        <a:latin typeface="Times New Roman"/>
                        <a:ea typeface="超研澤粗楷"/>
                      </a:endParaRPr>
                    </a:p>
                    <a:p>
                      <a:pPr marL="210185" indent="-179705">
                        <a:spcAft>
                          <a:spcPts val="0"/>
                        </a:spcAft>
                      </a:pPr>
                      <a:r>
                        <a:rPr lang="en-US" sz="1800" kern="100">
                          <a:solidFill>
                            <a:schemeClr val="bg2">
                              <a:lumMod val="10000"/>
                            </a:schemeClr>
                          </a:solidFill>
                          <a:effectLst/>
                          <a:latin typeface="標楷體"/>
                          <a:ea typeface="超研澤粗楷"/>
                        </a:rPr>
                        <a:t>2.</a:t>
                      </a:r>
                      <a:r>
                        <a:rPr lang="zh-TW" sz="1800" kern="100">
                          <a:solidFill>
                            <a:schemeClr val="bg2">
                              <a:lumMod val="10000"/>
                            </a:schemeClr>
                          </a:solidFill>
                          <a:effectLst/>
                          <a:latin typeface="Times New Roman"/>
                          <a:ea typeface="標楷體"/>
                        </a:rPr>
                        <a:t>據點評鑑資料整理協助與教學</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4</a:t>
                      </a:r>
                      <a:r>
                        <a:rPr lang="zh-TW" sz="1800" kern="100">
                          <a:solidFill>
                            <a:schemeClr val="bg2">
                              <a:lumMod val="10000"/>
                            </a:schemeClr>
                          </a:solidFill>
                          <a:effectLst/>
                          <a:latin typeface="Times New Roman"/>
                          <a:ea typeface="標楷體"/>
                        </a:rPr>
                        <a:t>小時</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楊麗娜理事長、管梅秀理事長、楊莉理總幹事</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實務</a:t>
                      </a:r>
                      <a:endParaRPr lang="zh-TW" sz="1800" kern="100" dirty="0">
                        <a:solidFill>
                          <a:schemeClr val="bg2">
                            <a:lumMod val="10000"/>
                          </a:schemeClr>
                        </a:solidFill>
                        <a:effectLst/>
                        <a:latin typeface="Times New Roman"/>
                        <a:ea typeface="超研澤粗楷"/>
                      </a:endParaRPr>
                    </a:p>
                    <a:p>
                      <a:pPr>
                        <a:spcAft>
                          <a:spcPts val="0"/>
                        </a:spcAft>
                      </a:pPr>
                      <a:r>
                        <a:rPr lang="zh-TW" sz="1800" kern="100" dirty="0">
                          <a:solidFill>
                            <a:schemeClr val="bg2">
                              <a:lumMod val="10000"/>
                            </a:schemeClr>
                          </a:solidFill>
                          <a:effectLst/>
                          <a:latin typeface="Times New Roman"/>
                          <a:ea typeface="標楷體"/>
                        </a:rPr>
                        <a:t>協助</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pic>
        <p:nvPicPr>
          <p:cNvPr id="6145" name="Picture 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17632" y="5813549"/>
            <a:ext cx="776424" cy="10444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2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80312" y="6045671"/>
            <a:ext cx="603374" cy="812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圖片 5" descr="D:\桌面 文件 最愛\桌面\轉動幸福齊步走.jpg"/>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44208" y="5787373"/>
            <a:ext cx="772239" cy="932969"/>
          </a:xfrm>
          <a:prstGeom prst="rect">
            <a:avLst/>
          </a:prstGeom>
          <a:noFill/>
          <a:ln>
            <a:noFill/>
          </a:ln>
        </p:spPr>
      </p:pic>
    </p:spTree>
    <p:extLst>
      <p:ext uri="{BB962C8B-B14F-4D97-AF65-F5344CB8AC3E}">
        <p14:creationId xmlns:p14="http://schemas.microsoft.com/office/powerpoint/2010/main" val="152571658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3" name="內容版面配置區 2"/>
          <p:cNvSpPr>
            <a:spLocks noGrp="1"/>
          </p:cNvSpPr>
          <p:nvPr>
            <p:ph idx="1"/>
          </p:nvPr>
        </p:nvSpPr>
        <p:spPr>
          <a:xfrm>
            <a:off x="395536" y="810418"/>
            <a:ext cx="8229600" cy="5410200"/>
          </a:xfrm>
        </p:spPr>
        <p:txBody>
          <a:bodyPr/>
          <a:lstStyle/>
          <a:p>
            <a:pPr marL="0" indent="0">
              <a:spcBef>
                <a:spcPts val="300"/>
              </a:spcBef>
              <a:spcAft>
                <a:spcPts val="300"/>
              </a:spcAft>
              <a:buNone/>
            </a:pPr>
            <a:r>
              <a:rPr lang="en-US" altLang="zh-TW" sz="2800" b="1" kern="2600" dirty="0">
                <a:latin typeface="標楷體"/>
                <a:ea typeface="超研澤粗楷"/>
              </a:rPr>
              <a:t>(</a:t>
            </a:r>
            <a:r>
              <a:rPr lang="zh-TW" altLang="zh-TW" sz="2800" b="1" kern="2600" dirty="0">
                <a:latin typeface="Times New Roman"/>
                <a:ea typeface="標楷體"/>
              </a:rPr>
              <a:t>一</a:t>
            </a:r>
            <a:r>
              <a:rPr lang="en-US" altLang="zh-TW" sz="2800" b="1" kern="2600" dirty="0">
                <a:latin typeface="Times New Roman"/>
                <a:ea typeface="標楷體"/>
              </a:rPr>
              <a:t>)</a:t>
            </a:r>
            <a:r>
              <a:rPr lang="zh-TW" altLang="zh-TW" sz="2800" b="1" kern="2600" dirty="0">
                <a:latin typeface="Times New Roman"/>
                <a:ea typeface="標楷體"/>
              </a:rPr>
              <a:t>、老人福利</a:t>
            </a:r>
            <a:r>
              <a:rPr lang="en-US" altLang="zh-TW" sz="2800" b="1" kern="2600" dirty="0">
                <a:latin typeface="Times New Roman"/>
                <a:ea typeface="標楷體"/>
              </a:rPr>
              <a:t>-</a:t>
            </a:r>
            <a:r>
              <a:rPr lang="zh-TW" altLang="zh-TW" sz="2800" b="1" kern="2600" dirty="0">
                <a:ea typeface="標楷體"/>
              </a:rPr>
              <a:t>金點轉動據點幸福升級</a:t>
            </a:r>
            <a:endParaRPr lang="en-US" altLang="zh-TW" sz="2800" b="1" kern="2600" dirty="0">
              <a:ea typeface="標楷體"/>
            </a:endParaRPr>
          </a:p>
          <a:p>
            <a:pPr marL="0" indent="0">
              <a:buNone/>
            </a:pPr>
            <a:endParaRPr lang="zh-TW" altLang="zh-TW" sz="2400" kern="100" dirty="0">
              <a:latin typeface="Times New Roman"/>
              <a:ea typeface="超研澤粗楷"/>
            </a:endParaRPr>
          </a:p>
          <a:p>
            <a:pPr marL="0" indent="0">
              <a:buNone/>
            </a:pPr>
            <a:endParaRPr lang="zh-TW" altLang="en-US" dirty="0"/>
          </a:p>
        </p:txBody>
      </p:sp>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5583237"/>
            <a:ext cx="5876925" cy="1274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 name="表格 3"/>
          <p:cNvGraphicFramePr>
            <a:graphicFrameLocks noGrp="1"/>
          </p:cNvGraphicFramePr>
          <p:nvPr/>
        </p:nvGraphicFramePr>
        <p:xfrm>
          <a:off x="323528" y="1484784"/>
          <a:ext cx="8712968" cy="4176464"/>
        </p:xfrm>
        <a:graphic>
          <a:graphicData uri="http://schemas.openxmlformats.org/drawingml/2006/table">
            <a:tbl>
              <a:tblPr firstRow="1" bandRow="1"/>
              <a:tblGrid>
                <a:gridCol w="808686">
                  <a:extLst>
                    <a:ext uri="{9D8B030D-6E8A-4147-A177-3AD203B41FA5}">
                      <a16:colId xmlns:a16="http://schemas.microsoft.com/office/drawing/2014/main" val="20000"/>
                    </a:ext>
                  </a:extLst>
                </a:gridCol>
                <a:gridCol w="1260289">
                  <a:extLst>
                    <a:ext uri="{9D8B030D-6E8A-4147-A177-3AD203B41FA5}">
                      <a16:colId xmlns:a16="http://schemas.microsoft.com/office/drawing/2014/main" val="20001"/>
                    </a:ext>
                  </a:extLst>
                </a:gridCol>
                <a:gridCol w="1602832">
                  <a:extLst>
                    <a:ext uri="{9D8B030D-6E8A-4147-A177-3AD203B41FA5}">
                      <a16:colId xmlns:a16="http://schemas.microsoft.com/office/drawing/2014/main" val="20002"/>
                    </a:ext>
                  </a:extLst>
                </a:gridCol>
                <a:gridCol w="2750826">
                  <a:extLst>
                    <a:ext uri="{9D8B030D-6E8A-4147-A177-3AD203B41FA5}">
                      <a16:colId xmlns:a16="http://schemas.microsoft.com/office/drawing/2014/main" val="20003"/>
                    </a:ext>
                  </a:extLst>
                </a:gridCol>
                <a:gridCol w="2290335">
                  <a:extLst>
                    <a:ext uri="{9D8B030D-6E8A-4147-A177-3AD203B41FA5}">
                      <a16:colId xmlns:a16="http://schemas.microsoft.com/office/drawing/2014/main" val="20004"/>
                    </a:ext>
                  </a:extLst>
                </a:gridCol>
              </a:tblGrid>
              <a:tr h="473519">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編號</a:t>
                      </a:r>
                      <a:endParaRPr lang="zh-TW" sz="1800" b="1"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服務項目</a:t>
                      </a:r>
                      <a:endParaRPr lang="zh-TW" sz="1800" b="1"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服務內容</a:t>
                      </a:r>
                      <a:endParaRPr lang="zh-TW" sz="1800" b="1"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800" b="1" kern="100" dirty="0">
                          <a:effectLst/>
                          <a:latin typeface="Calibri"/>
                          <a:ea typeface="標楷體"/>
                          <a:cs typeface="Times New Roman"/>
                        </a:rPr>
                        <a:t>服務方式與規劃</a:t>
                      </a:r>
                      <a:endParaRPr lang="zh-TW" sz="1800" b="1"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活動講師</a:t>
                      </a:r>
                      <a:endParaRPr lang="zh-TW" sz="1800" b="1" kern="100" dirty="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3702945">
                <a:tc>
                  <a:txBody>
                    <a:bodyPr/>
                    <a:lstStyle/>
                    <a:p>
                      <a:pPr algn="ctr">
                        <a:lnSpc>
                          <a:spcPts val="1200"/>
                        </a:lnSpc>
                        <a:spcAft>
                          <a:spcPts val="0"/>
                        </a:spcAft>
                        <a:tabLst>
                          <a:tab pos="381000" algn="l"/>
                        </a:tabLst>
                      </a:pPr>
                      <a:r>
                        <a:rPr lang="en-US" sz="1800" b="0" kern="100" dirty="0">
                          <a:solidFill>
                            <a:schemeClr val="bg2">
                              <a:lumMod val="10000"/>
                            </a:schemeClr>
                          </a:solidFill>
                          <a:effectLst/>
                          <a:latin typeface="標楷體"/>
                          <a:ea typeface="新細明體"/>
                          <a:cs typeface="Times New Roman"/>
                        </a:rPr>
                        <a:t>3-9</a:t>
                      </a:r>
                      <a:r>
                        <a:rPr lang="zh-TW" sz="1800" b="0" kern="100" dirty="0">
                          <a:solidFill>
                            <a:schemeClr val="bg2">
                              <a:lumMod val="10000"/>
                            </a:schemeClr>
                          </a:solidFill>
                          <a:effectLst/>
                          <a:latin typeface="Calibri"/>
                          <a:ea typeface="標楷體"/>
                          <a:cs typeface="Times New Roman"/>
                        </a:rPr>
                        <a:t>月</a:t>
                      </a:r>
                      <a:endParaRPr lang="zh-TW" sz="1800" b="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algn="ctr">
                        <a:lnSpc>
                          <a:spcPts val="1200"/>
                        </a:lnSpc>
                        <a:spcAft>
                          <a:spcPts val="0"/>
                        </a:spcAft>
                        <a:tabLst>
                          <a:tab pos="381000" algn="l"/>
                        </a:tabLst>
                      </a:pPr>
                      <a:r>
                        <a:rPr lang="zh-TW" sz="1800" b="0" kern="100" dirty="0">
                          <a:solidFill>
                            <a:schemeClr val="bg2">
                              <a:lumMod val="10000"/>
                            </a:schemeClr>
                          </a:solidFill>
                          <a:effectLst/>
                          <a:latin typeface="Calibri"/>
                          <a:ea typeface="標楷體"/>
                          <a:cs typeface="Times New Roman"/>
                        </a:rPr>
                        <a:t>樂齡學堂</a:t>
                      </a:r>
                      <a:endParaRPr lang="zh-TW" sz="1800" b="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algn="just">
                        <a:lnSpc>
                          <a:spcPct val="150000"/>
                        </a:lnSpc>
                        <a:spcAft>
                          <a:spcPts val="0"/>
                        </a:spcAft>
                      </a:pPr>
                      <a:r>
                        <a:rPr lang="en-US" sz="1800" b="0" kern="100" dirty="0">
                          <a:solidFill>
                            <a:schemeClr val="bg2">
                              <a:lumMod val="10000"/>
                            </a:schemeClr>
                          </a:solidFill>
                          <a:effectLst/>
                          <a:latin typeface="標楷體"/>
                          <a:ea typeface="新細明體"/>
                          <a:cs typeface="Times New Roman"/>
                        </a:rPr>
                        <a:t>1.</a:t>
                      </a:r>
                      <a:r>
                        <a:rPr lang="zh-TW" sz="1800" b="0" kern="100" dirty="0">
                          <a:solidFill>
                            <a:schemeClr val="bg2">
                              <a:lumMod val="10000"/>
                            </a:schemeClr>
                          </a:solidFill>
                          <a:effectLst/>
                          <a:latin typeface="Calibri"/>
                          <a:ea typeface="標楷體"/>
                          <a:cs typeface="Times New Roman"/>
                        </a:rPr>
                        <a:t>體適能及預防失智課程</a:t>
                      </a:r>
                      <a:r>
                        <a:rPr lang="en-US" sz="1800" b="0" kern="100" dirty="0">
                          <a:solidFill>
                            <a:schemeClr val="bg2">
                              <a:lumMod val="10000"/>
                            </a:schemeClr>
                          </a:solidFill>
                          <a:effectLst/>
                          <a:latin typeface="Calibri"/>
                          <a:ea typeface="標楷體"/>
                          <a:cs typeface="Times New Roman"/>
                        </a:rPr>
                        <a:t>  </a:t>
                      </a:r>
                    </a:p>
                    <a:p>
                      <a:pPr algn="just">
                        <a:lnSpc>
                          <a:spcPct val="150000"/>
                        </a:lnSpc>
                        <a:spcAft>
                          <a:spcPts val="0"/>
                        </a:spcAft>
                      </a:pPr>
                      <a:endParaRPr lang="zh-TW" sz="1800" b="0" kern="100" dirty="0">
                        <a:solidFill>
                          <a:schemeClr val="bg2">
                            <a:lumMod val="10000"/>
                          </a:schemeClr>
                        </a:solidFill>
                        <a:effectLst/>
                        <a:latin typeface="Calibri"/>
                        <a:ea typeface="新細明體"/>
                        <a:cs typeface="Times New Roman"/>
                      </a:endParaRPr>
                    </a:p>
                    <a:p>
                      <a:pPr indent="50165" algn="just">
                        <a:lnSpc>
                          <a:spcPct val="150000"/>
                        </a:lnSpc>
                        <a:spcAft>
                          <a:spcPts val="0"/>
                        </a:spcAft>
                      </a:pPr>
                      <a:r>
                        <a:rPr lang="en-US" sz="1800" b="0" kern="100" dirty="0">
                          <a:solidFill>
                            <a:schemeClr val="bg2">
                              <a:lumMod val="10000"/>
                            </a:schemeClr>
                          </a:solidFill>
                          <a:effectLst/>
                          <a:latin typeface="標楷體"/>
                          <a:ea typeface="新細明體"/>
                          <a:cs typeface="Times New Roman"/>
                        </a:rPr>
                        <a:t>2.</a:t>
                      </a:r>
                      <a:r>
                        <a:rPr lang="zh-TW" sz="1800" b="0" kern="100" dirty="0">
                          <a:solidFill>
                            <a:schemeClr val="bg2">
                              <a:lumMod val="10000"/>
                            </a:schemeClr>
                          </a:solidFill>
                          <a:effectLst/>
                          <a:latin typeface="Calibri"/>
                          <a:ea typeface="標楷體"/>
                          <a:cs typeface="Times New Roman"/>
                        </a:rPr>
                        <a:t>靜態課程</a:t>
                      </a:r>
                      <a:r>
                        <a:rPr lang="en-US" sz="1800" b="0" kern="100" dirty="0">
                          <a:solidFill>
                            <a:schemeClr val="bg2">
                              <a:lumMod val="10000"/>
                            </a:schemeClr>
                          </a:solidFill>
                          <a:effectLst/>
                          <a:latin typeface="Calibri"/>
                          <a:ea typeface="標楷體"/>
                          <a:cs typeface="Times New Roman"/>
                        </a:rPr>
                        <a:t>-</a:t>
                      </a:r>
                      <a:r>
                        <a:rPr lang="zh-TW" sz="1800" b="0" kern="100" dirty="0">
                          <a:solidFill>
                            <a:schemeClr val="bg2">
                              <a:lumMod val="10000"/>
                            </a:schemeClr>
                          </a:solidFill>
                          <a:effectLst/>
                          <a:latin typeface="Calibri"/>
                          <a:ea typeface="標楷體"/>
                          <a:cs typeface="Times New Roman"/>
                        </a:rPr>
                        <a:t>竹工藝</a:t>
                      </a:r>
                      <a:r>
                        <a:rPr lang="en-US" sz="1800" b="0" kern="100" dirty="0">
                          <a:solidFill>
                            <a:schemeClr val="bg2">
                              <a:lumMod val="10000"/>
                            </a:schemeClr>
                          </a:solidFill>
                          <a:effectLst/>
                          <a:latin typeface="Calibri"/>
                          <a:ea typeface="標楷體"/>
                          <a:cs typeface="Times New Roman"/>
                        </a:rPr>
                        <a:t>DIY</a:t>
                      </a:r>
                      <a:r>
                        <a:rPr lang="zh-TW" sz="1800" b="0" kern="100" dirty="0">
                          <a:solidFill>
                            <a:schemeClr val="bg2">
                              <a:lumMod val="10000"/>
                            </a:schemeClr>
                          </a:solidFill>
                          <a:effectLst/>
                          <a:latin typeface="Calibri"/>
                          <a:ea typeface="標楷體"/>
                          <a:cs typeface="Times New Roman"/>
                        </a:rPr>
                        <a:t>、杉林溪茶道、茶點製作</a:t>
                      </a:r>
                      <a:endParaRPr lang="zh-TW" sz="1800" b="0" kern="100" dirty="0">
                        <a:solidFill>
                          <a:schemeClr val="bg2">
                            <a:lumMod val="10000"/>
                          </a:schemeClr>
                        </a:solidFill>
                        <a:effectLst/>
                        <a:latin typeface="Calibri"/>
                        <a:ea typeface="新細明體"/>
                        <a:cs typeface="Times New Roman"/>
                      </a:endParaRPr>
                    </a:p>
                    <a:p>
                      <a:pPr algn="just">
                        <a:spcAft>
                          <a:spcPts val="0"/>
                        </a:spcAft>
                      </a:pPr>
                      <a:r>
                        <a:rPr lang="en-US" sz="1800" b="0" kern="0" dirty="0">
                          <a:solidFill>
                            <a:schemeClr val="bg2">
                              <a:lumMod val="10000"/>
                            </a:schemeClr>
                          </a:solidFill>
                          <a:effectLst/>
                          <a:latin typeface="Arial"/>
                          <a:ea typeface="新細明體"/>
                          <a:cs typeface="Times New Roman"/>
                        </a:rPr>
                        <a:t> </a:t>
                      </a:r>
                      <a:endParaRPr lang="zh-TW" sz="1800" b="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marL="342900" lvl="0" indent="-342900" algn="just">
                        <a:lnSpc>
                          <a:spcPct val="100000"/>
                        </a:lnSpc>
                        <a:spcAft>
                          <a:spcPts val="0"/>
                        </a:spcAft>
                        <a:buFont typeface="+mj-lt"/>
                        <a:buAutoNum type="arabicPeriod"/>
                      </a:pPr>
                      <a:r>
                        <a:rPr lang="zh-TW" sz="1800" b="0" kern="100" dirty="0">
                          <a:solidFill>
                            <a:schemeClr val="bg2">
                              <a:lumMod val="10000"/>
                            </a:schemeClr>
                          </a:solidFill>
                          <a:effectLst/>
                          <a:latin typeface="Calibri"/>
                          <a:ea typeface="標楷體"/>
                          <a:cs typeface="Times New Roman"/>
                        </a:rPr>
                        <a:t>安排於</a:t>
                      </a:r>
                      <a:r>
                        <a:rPr lang="zh-TW" sz="1800" b="1" kern="100" dirty="0">
                          <a:solidFill>
                            <a:schemeClr val="bg2">
                              <a:lumMod val="10000"/>
                            </a:schemeClr>
                          </a:solidFill>
                          <a:effectLst/>
                          <a:latin typeface="Calibri"/>
                          <a:ea typeface="標楷體"/>
                          <a:cs typeface="Times New Roman"/>
                        </a:rPr>
                        <a:t>山崇社區、竹山社區、中崎社區各</a:t>
                      </a:r>
                      <a:r>
                        <a:rPr lang="en-US" sz="1800" b="1" kern="100" dirty="0">
                          <a:solidFill>
                            <a:schemeClr val="bg2">
                              <a:lumMod val="10000"/>
                            </a:schemeClr>
                          </a:solidFill>
                          <a:effectLst/>
                          <a:latin typeface="Calibri"/>
                          <a:ea typeface="標楷體"/>
                          <a:cs typeface="Times New Roman"/>
                        </a:rPr>
                        <a:t>10</a:t>
                      </a:r>
                      <a:r>
                        <a:rPr lang="zh-TW" sz="1800" b="1" kern="100" dirty="0">
                          <a:solidFill>
                            <a:schemeClr val="bg2">
                              <a:lumMod val="10000"/>
                            </a:schemeClr>
                          </a:solidFill>
                          <a:effectLst/>
                          <a:latin typeface="Calibri"/>
                          <a:ea typeface="標楷體"/>
                          <a:cs typeface="Times New Roman"/>
                        </a:rPr>
                        <a:t>堂課程，計</a:t>
                      </a:r>
                      <a:r>
                        <a:rPr lang="en-US" sz="1800" b="1" kern="100" dirty="0">
                          <a:solidFill>
                            <a:schemeClr val="bg2">
                              <a:lumMod val="10000"/>
                            </a:schemeClr>
                          </a:solidFill>
                          <a:effectLst/>
                          <a:latin typeface="Calibri"/>
                          <a:ea typeface="標楷體"/>
                          <a:cs typeface="Times New Roman"/>
                        </a:rPr>
                        <a:t>30</a:t>
                      </a:r>
                      <a:r>
                        <a:rPr lang="zh-TW" sz="1800" b="1" kern="100" dirty="0">
                          <a:solidFill>
                            <a:schemeClr val="bg2">
                              <a:lumMod val="10000"/>
                            </a:schemeClr>
                          </a:solidFill>
                          <a:effectLst/>
                          <a:latin typeface="Calibri"/>
                          <a:ea typeface="標楷體"/>
                          <a:cs typeface="Times New Roman"/>
                        </a:rPr>
                        <a:t>堂</a:t>
                      </a:r>
                      <a:r>
                        <a:rPr lang="zh-TW" altLang="en-US" sz="1800" b="1" kern="100" dirty="0">
                          <a:solidFill>
                            <a:schemeClr val="bg2">
                              <a:lumMod val="10000"/>
                            </a:schemeClr>
                          </a:solidFill>
                          <a:effectLst/>
                          <a:latin typeface="Calibri"/>
                          <a:ea typeface="標楷體"/>
                          <a:cs typeface="Times New Roman"/>
                        </a:rPr>
                        <a:t>。</a:t>
                      </a:r>
                      <a:endParaRPr lang="zh-TW" sz="1800" b="1" kern="100" dirty="0">
                        <a:solidFill>
                          <a:schemeClr val="bg2">
                            <a:lumMod val="10000"/>
                          </a:schemeClr>
                        </a:solidFill>
                        <a:effectLst/>
                        <a:latin typeface="Calibri"/>
                        <a:ea typeface="新細明體"/>
                        <a:cs typeface="Times New Roman"/>
                      </a:endParaRPr>
                    </a:p>
                    <a:p>
                      <a:pPr marL="342900" lvl="0" indent="-342900" algn="just">
                        <a:lnSpc>
                          <a:spcPct val="100000"/>
                        </a:lnSpc>
                        <a:spcAft>
                          <a:spcPts val="0"/>
                        </a:spcAft>
                        <a:buFont typeface="+mj-lt"/>
                        <a:buAutoNum type="arabicPeriod"/>
                      </a:pPr>
                      <a:r>
                        <a:rPr lang="zh-TW" sz="1800" b="0" kern="100" dirty="0">
                          <a:solidFill>
                            <a:schemeClr val="bg2">
                              <a:lumMod val="10000"/>
                            </a:schemeClr>
                          </a:solidFill>
                          <a:effectLst/>
                          <a:latin typeface="Calibri"/>
                          <a:ea typeface="標楷體"/>
                          <a:cs typeface="Times New Roman"/>
                        </a:rPr>
                        <a:t>安排於</a:t>
                      </a:r>
                      <a:r>
                        <a:rPr lang="zh-TW" sz="1800" b="1" kern="100" dirty="0">
                          <a:solidFill>
                            <a:schemeClr val="bg2">
                              <a:lumMod val="10000"/>
                            </a:schemeClr>
                          </a:solidFill>
                          <a:effectLst/>
                          <a:latin typeface="Calibri"/>
                          <a:ea typeface="標楷體"/>
                          <a:cs typeface="Times New Roman"/>
                        </a:rPr>
                        <a:t>富州社區、延正社區、山崇社區、竹山社區、中崎社區各</a:t>
                      </a:r>
                      <a:r>
                        <a:rPr lang="en-US" sz="1800" b="1" kern="100" dirty="0">
                          <a:solidFill>
                            <a:schemeClr val="bg2">
                              <a:lumMod val="10000"/>
                            </a:schemeClr>
                          </a:solidFill>
                          <a:effectLst/>
                          <a:latin typeface="Calibri"/>
                          <a:ea typeface="標楷體"/>
                          <a:cs typeface="Times New Roman"/>
                        </a:rPr>
                        <a:t>10</a:t>
                      </a:r>
                      <a:r>
                        <a:rPr lang="zh-TW" sz="1800" b="1" kern="100" dirty="0">
                          <a:solidFill>
                            <a:schemeClr val="bg2">
                              <a:lumMod val="10000"/>
                            </a:schemeClr>
                          </a:solidFill>
                          <a:effectLst/>
                          <a:latin typeface="Calibri"/>
                          <a:ea typeface="標楷體"/>
                          <a:cs typeface="Times New Roman"/>
                        </a:rPr>
                        <a:t>堂課程，計</a:t>
                      </a:r>
                      <a:r>
                        <a:rPr lang="en-US" sz="1800" b="1" kern="100" dirty="0">
                          <a:solidFill>
                            <a:schemeClr val="bg2">
                              <a:lumMod val="10000"/>
                            </a:schemeClr>
                          </a:solidFill>
                          <a:effectLst/>
                          <a:latin typeface="Calibri"/>
                          <a:ea typeface="標楷體"/>
                          <a:cs typeface="Times New Roman"/>
                        </a:rPr>
                        <a:t>40</a:t>
                      </a:r>
                      <a:r>
                        <a:rPr lang="zh-TW" sz="1800" b="1" kern="100" dirty="0">
                          <a:solidFill>
                            <a:schemeClr val="bg2">
                              <a:lumMod val="10000"/>
                            </a:schemeClr>
                          </a:solidFill>
                          <a:effectLst/>
                          <a:latin typeface="Calibri"/>
                          <a:ea typeface="標楷體"/>
                          <a:cs typeface="Times New Roman"/>
                        </a:rPr>
                        <a:t>堂。</a:t>
                      </a:r>
                      <a:endParaRPr lang="zh-TW" sz="1800" b="1" kern="100" dirty="0">
                        <a:solidFill>
                          <a:schemeClr val="bg2">
                            <a:lumMod val="10000"/>
                          </a:schemeClr>
                        </a:solidFill>
                        <a:effectLst/>
                        <a:latin typeface="Calibri"/>
                        <a:ea typeface="新細明體"/>
                        <a:cs typeface="Times New Roman"/>
                      </a:endParaRPr>
                    </a:p>
                    <a:p>
                      <a:pPr marL="232410" algn="just">
                        <a:lnSpc>
                          <a:spcPct val="100000"/>
                        </a:lnSpc>
                        <a:spcAft>
                          <a:spcPts val="0"/>
                        </a:spcAft>
                      </a:pPr>
                      <a:r>
                        <a:rPr lang="en-US" sz="1800" b="0" kern="100" dirty="0">
                          <a:solidFill>
                            <a:schemeClr val="bg2">
                              <a:lumMod val="10000"/>
                            </a:schemeClr>
                          </a:solidFill>
                          <a:effectLst/>
                          <a:latin typeface="標楷體"/>
                          <a:ea typeface="新細明體"/>
                          <a:cs typeface="Times New Roman"/>
                        </a:rPr>
                        <a:t> </a:t>
                      </a:r>
                      <a:endParaRPr lang="zh-TW" sz="1800" b="0" kern="100" dirty="0">
                        <a:solidFill>
                          <a:schemeClr val="bg2">
                            <a:lumMod val="10000"/>
                          </a:schemeClr>
                        </a:solidFill>
                        <a:effectLst/>
                        <a:latin typeface="Calibri"/>
                        <a:ea typeface="新細明體"/>
                        <a:cs typeface="Times New Roman"/>
                      </a:endParaRPr>
                    </a:p>
                    <a:p>
                      <a:pPr algn="ctr">
                        <a:spcAft>
                          <a:spcPts val="0"/>
                        </a:spcAft>
                      </a:pPr>
                      <a:r>
                        <a:rPr lang="en-US" sz="1800" b="0" kern="0" dirty="0">
                          <a:solidFill>
                            <a:schemeClr val="bg2">
                              <a:lumMod val="10000"/>
                            </a:schemeClr>
                          </a:solidFill>
                          <a:effectLst/>
                          <a:latin typeface="Arial"/>
                          <a:ea typeface="新細明體"/>
                          <a:cs typeface="Times New Roman"/>
                        </a:rPr>
                        <a:t> </a:t>
                      </a:r>
                      <a:endParaRPr lang="zh-TW" sz="1800" b="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專業老師：</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阮登科老師</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蕭淑珍老師</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羅智容老師</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葉梅森老師</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許發成老師</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實務老師</a:t>
                      </a:r>
                      <a:r>
                        <a:rPr lang="en-US" sz="1800" b="0" kern="100" dirty="0">
                          <a:solidFill>
                            <a:schemeClr val="bg2">
                              <a:lumMod val="10000"/>
                            </a:schemeClr>
                          </a:solidFill>
                          <a:effectLst/>
                          <a:latin typeface="Calibri"/>
                          <a:ea typeface="標楷體"/>
                          <a:cs typeface="Times New Roman"/>
                        </a:rPr>
                        <a:t>(</a:t>
                      </a:r>
                      <a:r>
                        <a:rPr lang="zh-TW" sz="1800" b="0" kern="100" dirty="0">
                          <a:solidFill>
                            <a:schemeClr val="bg2">
                              <a:lumMod val="10000"/>
                            </a:schemeClr>
                          </a:solidFill>
                          <a:effectLst/>
                          <a:latin typeface="Calibri"/>
                          <a:ea typeface="標楷體"/>
                          <a:cs typeface="Times New Roman"/>
                        </a:rPr>
                        <a:t>跨社區</a:t>
                      </a:r>
                      <a:r>
                        <a:rPr lang="en-US" sz="1800" b="0" kern="100" dirty="0">
                          <a:solidFill>
                            <a:schemeClr val="bg2">
                              <a:lumMod val="10000"/>
                            </a:schemeClr>
                          </a:solidFill>
                          <a:effectLst/>
                          <a:latin typeface="Calibri"/>
                          <a:ea typeface="標楷體"/>
                          <a:cs typeface="Times New Roman"/>
                        </a:rPr>
                        <a:t>)</a:t>
                      </a:r>
                      <a:r>
                        <a:rPr lang="zh-TW" sz="1800" b="0" kern="100" dirty="0">
                          <a:solidFill>
                            <a:schemeClr val="bg2">
                              <a:lumMod val="10000"/>
                            </a:schemeClr>
                          </a:solidFill>
                          <a:effectLst/>
                          <a:latin typeface="Calibri"/>
                          <a:ea typeface="標楷體"/>
                          <a:cs typeface="Times New Roman"/>
                        </a:rPr>
                        <a:t>：</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楊麗娜理事長</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管梅秀理事長</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曾鈺琄理事長</a:t>
                      </a:r>
                      <a:endParaRPr lang="zh-TW" sz="1800" b="0" kern="100" dirty="0">
                        <a:solidFill>
                          <a:schemeClr val="bg2">
                            <a:lumMod val="10000"/>
                          </a:schemeClr>
                        </a:solidFill>
                        <a:effectLst/>
                        <a:latin typeface="Calibri"/>
                        <a:ea typeface="新細明體"/>
                        <a:cs typeface="Times New Roman"/>
                      </a:endParaRPr>
                    </a:p>
                    <a:p>
                      <a:pPr marL="3810" algn="just">
                        <a:lnSpc>
                          <a:spcPct val="100000"/>
                        </a:lnSpc>
                        <a:spcAft>
                          <a:spcPts val="0"/>
                        </a:spcAft>
                      </a:pPr>
                      <a:r>
                        <a:rPr lang="zh-TW" sz="1800" b="0" kern="100" dirty="0">
                          <a:solidFill>
                            <a:schemeClr val="bg2">
                              <a:lumMod val="10000"/>
                            </a:schemeClr>
                          </a:solidFill>
                          <a:effectLst/>
                          <a:latin typeface="Calibri"/>
                          <a:ea typeface="標楷體"/>
                          <a:cs typeface="Times New Roman"/>
                        </a:rPr>
                        <a:t>曾雪芳總幹事</a:t>
                      </a:r>
                      <a:endParaRPr lang="zh-TW" sz="1800" b="0" kern="100" dirty="0">
                        <a:solidFill>
                          <a:schemeClr val="bg2">
                            <a:lumMod val="10000"/>
                          </a:schemeClr>
                        </a:solidFill>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03389092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3" name="內容版面配置區 2"/>
          <p:cNvSpPr>
            <a:spLocks noGrp="1"/>
          </p:cNvSpPr>
          <p:nvPr>
            <p:ph idx="1"/>
          </p:nvPr>
        </p:nvSpPr>
        <p:spPr>
          <a:xfrm>
            <a:off x="395536" y="810418"/>
            <a:ext cx="8229600" cy="5410200"/>
          </a:xfrm>
        </p:spPr>
        <p:txBody>
          <a:bodyPr/>
          <a:lstStyle/>
          <a:p>
            <a:pPr marL="0" indent="0">
              <a:spcBef>
                <a:spcPts val="300"/>
              </a:spcBef>
              <a:spcAft>
                <a:spcPts val="300"/>
              </a:spcAft>
              <a:buNone/>
            </a:pPr>
            <a:r>
              <a:rPr lang="en-US" altLang="zh-TW" sz="2800" b="1" kern="2600" dirty="0">
                <a:latin typeface="標楷體"/>
                <a:ea typeface="超研澤粗楷"/>
              </a:rPr>
              <a:t>(</a:t>
            </a:r>
            <a:r>
              <a:rPr lang="zh-TW" altLang="zh-TW" sz="2800" b="1" kern="2600" dirty="0">
                <a:latin typeface="Times New Roman"/>
                <a:ea typeface="標楷體"/>
              </a:rPr>
              <a:t>一</a:t>
            </a:r>
            <a:r>
              <a:rPr lang="en-US" altLang="zh-TW" sz="2800" b="1" kern="2600" dirty="0">
                <a:latin typeface="Times New Roman"/>
                <a:ea typeface="標楷體"/>
              </a:rPr>
              <a:t>)</a:t>
            </a:r>
            <a:r>
              <a:rPr lang="zh-TW" altLang="zh-TW" sz="2800" b="1" kern="2600" dirty="0">
                <a:latin typeface="Times New Roman"/>
                <a:ea typeface="標楷體"/>
              </a:rPr>
              <a:t>、老人福利</a:t>
            </a:r>
            <a:r>
              <a:rPr lang="en-US" altLang="zh-TW" sz="2800" b="1" kern="2600" dirty="0">
                <a:latin typeface="Times New Roman"/>
                <a:ea typeface="標楷體"/>
              </a:rPr>
              <a:t>-</a:t>
            </a:r>
            <a:r>
              <a:rPr lang="zh-TW" altLang="zh-TW" sz="2800" b="1" kern="2600" dirty="0">
                <a:ea typeface="標楷體"/>
              </a:rPr>
              <a:t>金點轉動據點幸福升級</a:t>
            </a:r>
            <a:endParaRPr lang="en-US" altLang="zh-TW" sz="2800" b="1" kern="2600" dirty="0">
              <a:ea typeface="標楷體"/>
            </a:endParaRPr>
          </a:p>
          <a:p>
            <a:pPr marL="0" indent="0">
              <a:buNone/>
            </a:pPr>
            <a:endParaRPr lang="zh-TW" altLang="zh-TW" sz="2400" kern="100" dirty="0">
              <a:latin typeface="Times New Roman"/>
              <a:ea typeface="超研澤粗楷"/>
            </a:endParaRPr>
          </a:p>
          <a:p>
            <a:pPr marL="0" indent="0">
              <a:buNone/>
            </a:pPr>
            <a:endParaRPr lang="zh-TW" altLang="en-US" dirty="0"/>
          </a:p>
        </p:txBody>
      </p:sp>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55776" y="5758113"/>
            <a:ext cx="5012829" cy="1087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 name="表格 3"/>
          <p:cNvGraphicFramePr>
            <a:graphicFrameLocks noGrp="1"/>
          </p:cNvGraphicFramePr>
          <p:nvPr/>
        </p:nvGraphicFramePr>
        <p:xfrm>
          <a:off x="179512" y="1412776"/>
          <a:ext cx="8856984" cy="4464496"/>
        </p:xfrm>
        <a:graphic>
          <a:graphicData uri="http://schemas.openxmlformats.org/drawingml/2006/table">
            <a:tbl>
              <a:tblPr firstRow="1" bandRow="1"/>
              <a:tblGrid>
                <a:gridCol w="822053">
                  <a:extLst>
                    <a:ext uri="{9D8B030D-6E8A-4147-A177-3AD203B41FA5}">
                      <a16:colId xmlns:a16="http://schemas.microsoft.com/office/drawing/2014/main" val="20000"/>
                    </a:ext>
                  </a:extLst>
                </a:gridCol>
                <a:gridCol w="1281120">
                  <a:extLst>
                    <a:ext uri="{9D8B030D-6E8A-4147-A177-3AD203B41FA5}">
                      <a16:colId xmlns:a16="http://schemas.microsoft.com/office/drawing/2014/main" val="20001"/>
                    </a:ext>
                  </a:extLst>
                </a:gridCol>
                <a:gridCol w="1236346">
                  <a:extLst>
                    <a:ext uri="{9D8B030D-6E8A-4147-A177-3AD203B41FA5}">
                      <a16:colId xmlns:a16="http://schemas.microsoft.com/office/drawing/2014/main" val="20002"/>
                    </a:ext>
                  </a:extLst>
                </a:gridCol>
                <a:gridCol w="3189273">
                  <a:extLst>
                    <a:ext uri="{9D8B030D-6E8A-4147-A177-3AD203B41FA5}">
                      <a16:colId xmlns:a16="http://schemas.microsoft.com/office/drawing/2014/main" val="20003"/>
                    </a:ext>
                  </a:extLst>
                </a:gridCol>
                <a:gridCol w="2328192">
                  <a:extLst>
                    <a:ext uri="{9D8B030D-6E8A-4147-A177-3AD203B41FA5}">
                      <a16:colId xmlns:a16="http://schemas.microsoft.com/office/drawing/2014/main" val="20004"/>
                    </a:ext>
                  </a:extLst>
                </a:gridCol>
              </a:tblGrid>
              <a:tr h="418813">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編號</a:t>
                      </a:r>
                      <a:endParaRPr lang="zh-TW" sz="1800"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服務項目</a:t>
                      </a:r>
                      <a:endParaRPr lang="zh-TW" sz="1800"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服務內容</a:t>
                      </a:r>
                      <a:endParaRPr lang="zh-TW" sz="1800"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800" b="1" kern="100" dirty="0">
                          <a:effectLst/>
                          <a:latin typeface="Calibri"/>
                          <a:ea typeface="標楷體"/>
                          <a:cs typeface="Times New Roman"/>
                        </a:rPr>
                        <a:t>服務方式與規劃</a:t>
                      </a:r>
                      <a:endParaRPr lang="zh-TW" sz="1800" kern="100" dirty="0">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活動講師</a:t>
                      </a:r>
                      <a:endParaRPr lang="zh-TW" sz="1800" kern="100" dirty="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4045683">
                <a:tc>
                  <a:txBody>
                    <a:bodyPr/>
                    <a:lstStyle/>
                    <a:p>
                      <a:pPr algn="just">
                        <a:lnSpc>
                          <a:spcPts val="2200"/>
                        </a:lnSpc>
                        <a:spcAft>
                          <a:spcPts val="0"/>
                        </a:spcAft>
                      </a:pPr>
                      <a:r>
                        <a:rPr lang="en-US" sz="1800" kern="100" dirty="0">
                          <a:solidFill>
                            <a:schemeClr val="bg2">
                              <a:lumMod val="10000"/>
                            </a:schemeClr>
                          </a:solidFill>
                          <a:effectLst/>
                          <a:latin typeface="標楷體"/>
                          <a:ea typeface="新細明體"/>
                          <a:cs typeface="Times New Roman"/>
                        </a:rPr>
                        <a:t>3-9</a:t>
                      </a:r>
                      <a:r>
                        <a:rPr lang="zh-TW" sz="1800" kern="100" dirty="0">
                          <a:solidFill>
                            <a:schemeClr val="bg2">
                              <a:lumMod val="10000"/>
                            </a:schemeClr>
                          </a:solidFill>
                          <a:effectLst/>
                          <a:latin typeface="Calibri"/>
                          <a:ea typeface="標楷體"/>
                          <a:cs typeface="Times New Roman"/>
                        </a:rPr>
                        <a:t>月</a:t>
                      </a:r>
                      <a:endParaRPr lang="zh-TW" sz="180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ctr">
                        <a:spcAft>
                          <a:spcPts val="0"/>
                        </a:spcAft>
                      </a:pPr>
                      <a:r>
                        <a:rPr lang="zh-TW" sz="1800" kern="100" dirty="0">
                          <a:solidFill>
                            <a:schemeClr val="bg2">
                              <a:lumMod val="10000"/>
                            </a:schemeClr>
                          </a:solidFill>
                          <a:effectLst/>
                          <a:latin typeface="Calibri"/>
                          <a:ea typeface="標楷體"/>
                          <a:cs typeface="Times New Roman"/>
                        </a:rPr>
                        <a:t>懷舊課程</a:t>
                      </a:r>
                      <a:r>
                        <a:rPr lang="en-US" sz="1800" kern="100" dirty="0">
                          <a:solidFill>
                            <a:schemeClr val="bg2">
                              <a:lumMod val="10000"/>
                            </a:schemeClr>
                          </a:solidFill>
                          <a:effectLst/>
                          <a:latin typeface="Calibri"/>
                          <a:ea typeface="標楷體"/>
                          <a:cs typeface="Times New Roman"/>
                        </a:rPr>
                        <a:t>-</a:t>
                      </a:r>
                      <a:r>
                        <a:rPr lang="zh-TW" sz="1800" kern="100" dirty="0">
                          <a:solidFill>
                            <a:schemeClr val="bg2">
                              <a:lumMod val="10000"/>
                            </a:schemeClr>
                          </a:solidFill>
                          <a:effectLst/>
                          <a:latin typeface="Calibri"/>
                          <a:ea typeface="標楷體"/>
                          <a:cs typeface="Times New Roman"/>
                        </a:rPr>
                        <a:t>往事只能回味</a:t>
                      </a:r>
                      <a:endParaRPr lang="zh-TW" sz="180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just">
                        <a:spcAft>
                          <a:spcPts val="0"/>
                        </a:spcAft>
                      </a:pPr>
                      <a:r>
                        <a:rPr lang="zh-TW" sz="1800" kern="100" dirty="0">
                          <a:solidFill>
                            <a:schemeClr val="bg2">
                              <a:lumMod val="10000"/>
                            </a:schemeClr>
                          </a:solidFill>
                          <a:effectLst/>
                          <a:latin typeface="Calibri"/>
                          <a:ea typeface="標楷體"/>
                          <a:cs typeface="Times New Roman"/>
                        </a:rPr>
                        <a:t>生命繪本創作</a:t>
                      </a:r>
                      <a:endParaRPr lang="zh-TW" sz="180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just">
                        <a:lnSpc>
                          <a:spcPct val="100000"/>
                        </a:lnSpc>
                        <a:spcAft>
                          <a:spcPts val="0"/>
                        </a:spcAft>
                      </a:pPr>
                      <a:r>
                        <a:rPr lang="en-US" sz="1800" kern="100" dirty="0">
                          <a:solidFill>
                            <a:schemeClr val="bg2">
                              <a:lumMod val="10000"/>
                            </a:schemeClr>
                          </a:solidFill>
                          <a:effectLst/>
                          <a:latin typeface="標楷體"/>
                          <a:ea typeface="新細明體"/>
                          <a:cs typeface="Times New Roman"/>
                        </a:rPr>
                        <a:t>1.</a:t>
                      </a:r>
                      <a:r>
                        <a:rPr lang="zh-TW" sz="1800" kern="100" dirty="0">
                          <a:solidFill>
                            <a:schemeClr val="bg2">
                              <a:lumMod val="10000"/>
                            </a:schemeClr>
                          </a:solidFill>
                          <a:effectLst/>
                          <a:latin typeface="Calibri"/>
                          <a:ea typeface="標楷體"/>
                          <a:cs typeface="Times New Roman"/>
                        </a:rPr>
                        <a:t>由朝陽科技大學羅智容老師帶領長輩生命繪本製作，並由社區志工陪伴完成。</a:t>
                      </a:r>
                      <a:r>
                        <a:rPr lang="en-US" sz="1800" b="1" kern="100" dirty="0">
                          <a:solidFill>
                            <a:schemeClr val="bg2">
                              <a:lumMod val="10000"/>
                            </a:schemeClr>
                          </a:solidFill>
                          <a:effectLst/>
                          <a:latin typeface="Calibri"/>
                          <a:ea typeface="標楷體"/>
                          <a:cs typeface="Times New Roman"/>
                        </a:rPr>
                        <a:t>(</a:t>
                      </a:r>
                      <a:r>
                        <a:rPr lang="zh-TW" sz="1800" b="1" kern="100" dirty="0">
                          <a:solidFill>
                            <a:schemeClr val="bg2">
                              <a:lumMod val="10000"/>
                            </a:schemeClr>
                          </a:solidFill>
                          <a:effectLst/>
                          <a:latin typeface="Calibri"/>
                          <a:ea typeface="標楷體"/>
                          <a:cs typeface="Times New Roman"/>
                        </a:rPr>
                        <a:t>安排於延正社區、富州社區、各</a:t>
                      </a:r>
                      <a:r>
                        <a:rPr lang="en-US" sz="1800" b="1" kern="100" dirty="0">
                          <a:solidFill>
                            <a:schemeClr val="bg2">
                              <a:lumMod val="10000"/>
                            </a:schemeClr>
                          </a:solidFill>
                          <a:effectLst/>
                          <a:latin typeface="Calibri"/>
                          <a:ea typeface="標楷體"/>
                          <a:cs typeface="Times New Roman"/>
                        </a:rPr>
                        <a:t>10</a:t>
                      </a:r>
                      <a:r>
                        <a:rPr lang="zh-TW" sz="1800" b="1" kern="100" dirty="0">
                          <a:solidFill>
                            <a:schemeClr val="bg2">
                              <a:lumMod val="10000"/>
                            </a:schemeClr>
                          </a:solidFill>
                          <a:effectLst/>
                          <a:latin typeface="Calibri"/>
                          <a:ea typeface="標楷體"/>
                          <a:cs typeface="Times New Roman"/>
                        </a:rPr>
                        <a:t>堂課程</a:t>
                      </a:r>
                      <a:r>
                        <a:rPr lang="en-US" sz="1800" b="1" kern="100" dirty="0">
                          <a:solidFill>
                            <a:schemeClr val="bg2">
                              <a:lumMod val="10000"/>
                            </a:schemeClr>
                          </a:solidFill>
                          <a:effectLst/>
                          <a:latin typeface="Calibri"/>
                          <a:ea typeface="標楷體"/>
                          <a:cs typeface="Times New Roman"/>
                        </a:rPr>
                        <a:t>)</a:t>
                      </a:r>
                      <a:r>
                        <a:rPr lang="zh-TW" sz="1800" b="1" kern="100" dirty="0">
                          <a:solidFill>
                            <a:schemeClr val="bg2">
                              <a:lumMod val="10000"/>
                            </a:schemeClr>
                          </a:solidFill>
                          <a:effectLst/>
                          <a:latin typeface="Calibri"/>
                          <a:ea typeface="標楷體"/>
                          <a:cs typeface="Times New Roman"/>
                        </a:rPr>
                        <a:t>。</a:t>
                      </a:r>
                      <a:endParaRPr lang="zh-TW" sz="1800" b="1" kern="100" dirty="0">
                        <a:solidFill>
                          <a:schemeClr val="bg2">
                            <a:lumMod val="10000"/>
                          </a:schemeClr>
                        </a:solidFill>
                        <a:effectLst/>
                        <a:latin typeface="Calibri"/>
                        <a:ea typeface="新細明體"/>
                        <a:cs typeface="Times New Roman"/>
                      </a:endParaRPr>
                    </a:p>
                    <a:p>
                      <a:pPr algn="just">
                        <a:lnSpc>
                          <a:spcPct val="100000"/>
                        </a:lnSpc>
                        <a:spcAft>
                          <a:spcPts val="0"/>
                        </a:spcAft>
                      </a:pPr>
                      <a:r>
                        <a:rPr lang="en-US" sz="1800" kern="100" dirty="0">
                          <a:solidFill>
                            <a:schemeClr val="bg2">
                              <a:lumMod val="10000"/>
                            </a:schemeClr>
                          </a:solidFill>
                          <a:effectLst/>
                          <a:latin typeface="標楷體"/>
                          <a:ea typeface="新細明體"/>
                          <a:cs typeface="Times New Roman"/>
                        </a:rPr>
                        <a:t>2.</a:t>
                      </a:r>
                      <a:r>
                        <a:rPr lang="zh-TW" sz="1800" kern="100" dirty="0">
                          <a:solidFill>
                            <a:schemeClr val="bg2">
                              <a:lumMod val="10000"/>
                            </a:schemeClr>
                          </a:solidFill>
                          <a:effectLst/>
                          <a:latin typeface="Calibri"/>
                          <a:ea typeface="標楷體"/>
                          <a:cs typeface="Times New Roman"/>
                        </a:rPr>
                        <a:t>完成的生命繪本故事，將安排長輩至其他辦理關懷據點及兒少課後陪伴的旗艦社區，與其他長輩及兒童一起分享，講述生命繪本故事內容。</a:t>
                      </a:r>
                      <a:endParaRPr lang="zh-TW" sz="1800" kern="100" dirty="0">
                        <a:solidFill>
                          <a:schemeClr val="bg2">
                            <a:lumMod val="10000"/>
                          </a:schemeClr>
                        </a:solidFill>
                        <a:effectLst/>
                        <a:latin typeface="Calibri"/>
                        <a:ea typeface="新細明體"/>
                        <a:cs typeface="Times New Roman"/>
                      </a:endParaRPr>
                    </a:p>
                    <a:p>
                      <a:pPr algn="ctr">
                        <a:lnSpc>
                          <a:spcPct val="100000"/>
                        </a:lnSpc>
                        <a:spcAft>
                          <a:spcPts val="600"/>
                        </a:spcAft>
                      </a:pPr>
                      <a:r>
                        <a:rPr lang="en-US" sz="1800" kern="100" dirty="0">
                          <a:solidFill>
                            <a:schemeClr val="bg2">
                              <a:lumMod val="10000"/>
                            </a:schemeClr>
                          </a:solidFill>
                          <a:effectLst/>
                          <a:latin typeface="標楷體"/>
                          <a:ea typeface="新細明體"/>
                          <a:cs typeface="Times New Roman"/>
                        </a:rPr>
                        <a:t>3.</a:t>
                      </a:r>
                      <a:r>
                        <a:rPr lang="zh-TW" sz="1800" kern="100" dirty="0">
                          <a:solidFill>
                            <a:schemeClr val="bg2">
                              <a:lumMod val="10000"/>
                            </a:schemeClr>
                          </a:solidFill>
                          <a:effectLst/>
                          <a:latin typeface="Calibri"/>
                          <a:ea typeface="標楷體"/>
                          <a:cs typeface="Times New Roman"/>
                        </a:rPr>
                        <a:t>於期末辦理懷舊展覽活動，展現長者生命繪本以及舊時照片</a:t>
                      </a:r>
                      <a:r>
                        <a:rPr lang="en-US" sz="1800" kern="100" dirty="0">
                          <a:solidFill>
                            <a:schemeClr val="bg2">
                              <a:lumMod val="10000"/>
                            </a:schemeClr>
                          </a:solidFill>
                          <a:effectLst/>
                          <a:latin typeface="Calibri"/>
                          <a:ea typeface="標楷體"/>
                          <a:cs typeface="Times New Roman"/>
                        </a:rPr>
                        <a:t>(</a:t>
                      </a:r>
                      <a:r>
                        <a:rPr lang="zh-TW" sz="1800" kern="100" dirty="0">
                          <a:solidFill>
                            <a:schemeClr val="bg2">
                              <a:lumMod val="10000"/>
                            </a:schemeClr>
                          </a:solidFill>
                          <a:effectLst/>
                          <a:latin typeface="Calibri"/>
                          <a:ea typeface="標楷體"/>
                          <a:cs typeface="Times New Roman"/>
                        </a:rPr>
                        <a:t>人、事、地、物、景</a:t>
                      </a:r>
                      <a:r>
                        <a:rPr lang="en-US" sz="1800" kern="100" dirty="0">
                          <a:solidFill>
                            <a:schemeClr val="bg2">
                              <a:lumMod val="10000"/>
                            </a:schemeClr>
                          </a:solidFill>
                          <a:effectLst/>
                          <a:latin typeface="Calibri"/>
                          <a:ea typeface="標楷體"/>
                          <a:cs typeface="Times New Roman"/>
                        </a:rPr>
                        <a:t>)</a:t>
                      </a:r>
                      <a:endParaRPr lang="zh-TW" sz="1800" kern="100" dirty="0">
                        <a:solidFill>
                          <a:schemeClr val="bg2">
                            <a:lumMod val="10000"/>
                          </a:schemeClr>
                        </a:solidFill>
                        <a:effectLst/>
                        <a:latin typeface="Calibri"/>
                        <a:ea typeface="新細明體"/>
                        <a:cs typeface="Times New Roman"/>
                      </a:endParaRPr>
                    </a:p>
                  </a:txBody>
                  <a:tcPr marL="55055" marR="55055" marT="764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810" algn="just">
                        <a:lnSpc>
                          <a:spcPct val="150000"/>
                        </a:lnSpc>
                        <a:spcAft>
                          <a:spcPts val="0"/>
                        </a:spcAft>
                      </a:pPr>
                      <a:r>
                        <a:rPr lang="zh-TW" sz="1600" kern="100" dirty="0">
                          <a:solidFill>
                            <a:schemeClr val="bg2">
                              <a:lumMod val="10000"/>
                            </a:schemeClr>
                          </a:solidFill>
                          <a:effectLst/>
                          <a:latin typeface="Calibri"/>
                          <a:ea typeface="標楷體"/>
                          <a:cs typeface="Times New Roman"/>
                        </a:rPr>
                        <a:t>專業老師：</a:t>
                      </a:r>
                      <a:endParaRPr lang="zh-TW" sz="1600" kern="100" dirty="0">
                        <a:solidFill>
                          <a:schemeClr val="bg2">
                            <a:lumMod val="10000"/>
                          </a:schemeClr>
                        </a:solidFill>
                        <a:effectLst/>
                        <a:latin typeface="Calibri"/>
                        <a:ea typeface="新細明體"/>
                        <a:cs typeface="Times New Roman"/>
                      </a:endParaRPr>
                    </a:p>
                    <a:p>
                      <a:pPr marL="3810" algn="just">
                        <a:lnSpc>
                          <a:spcPct val="150000"/>
                        </a:lnSpc>
                        <a:spcAft>
                          <a:spcPts val="0"/>
                        </a:spcAft>
                      </a:pPr>
                      <a:r>
                        <a:rPr lang="zh-TW" sz="1600" kern="100" dirty="0">
                          <a:solidFill>
                            <a:schemeClr val="bg2">
                              <a:lumMod val="10000"/>
                            </a:schemeClr>
                          </a:solidFill>
                          <a:effectLst/>
                          <a:latin typeface="Calibri"/>
                          <a:ea typeface="標楷體"/>
                          <a:cs typeface="Times New Roman"/>
                        </a:rPr>
                        <a:t>羅智容老師</a:t>
                      </a:r>
                      <a:endParaRPr lang="zh-TW" sz="1600" kern="100" dirty="0">
                        <a:solidFill>
                          <a:schemeClr val="bg2">
                            <a:lumMod val="10000"/>
                          </a:schemeClr>
                        </a:solidFill>
                        <a:effectLst/>
                        <a:latin typeface="Calibri"/>
                        <a:ea typeface="新細明體"/>
                        <a:cs typeface="Times New Roman"/>
                      </a:endParaRPr>
                    </a:p>
                    <a:p>
                      <a:pPr marL="3810" algn="just">
                        <a:lnSpc>
                          <a:spcPct val="150000"/>
                        </a:lnSpc>
                        <a:spcAft>
                          <a:spcPts val="0"/>
                        </a:spcAft>
                      </a:pPr>
                      <a:r>
                        <a:rPr lang="zh-TW" sz="1600" kern="100" dirty="0">
                          <a:solidFill>
                            <a:schemeClr val="bg2">
                              <a:lumMod val="10000"/>
                            </a:schemeClr>
                          </a:solidFill>
                          <a:effectLst/>
                          <a:latin typeface="Calibri"/>
                          <a:ea typeface="標楷體"/>
                          <a:cs typeface="Times New Roman"/>
                        </a:rPr>
                        <a:t>實務老師</a:t>
                      </a:r>
                      <a:r>
                        <a:rPr lang="en-US" sz="1600" kern="100" dirty="0">
                          <a:solidFill>
                            <a:schemeClr val="bg2">
                              <a:lumMod val="10000"/>
                            </a:schemeClr>
                          </a:solidFill>
                          <a:effectLst/>
                          <a:latin typeface="Calibri"/>
                          <a:ea typeface="標楷體"/>
                          <a:cs typeface="Times New Roman"/>
                        </a:rPr>
                        <a:t>(</a:t>
                      </a:r>
                      <a:r>
                        <a:rPr lang="zh-TW" sz="1600" kern="100" dirty="0">
                          <a:solidFill>
                            <a:schemeClr val="bg2">
                              <a:lumMod val="10000"/>
                            </a:schemeClr>
                          </a:solidFill>
                          <a:effectLst/>
                          <a:latin typeface="Calibri"/>
                          <a:ea typeface="標楷體"/>
                          <a:cs typeface="Times New Roman"/>
                        </a:rPr>
                        <a:t>跨社區</a:t>
                      </a:r>
                      <a:r>
                        <a:rPr lang="en-US" sz="1600" kern="100" dirty="0">
                          <a:solidFill>
                            <a:schemeClr val="bg2">
                              <a:lumMod val="10000"/>
                            </a:schemeClr>
                          </a:solidFill>
                          <a:effectLst/>
                          <a:latin typeface="Calibri"/>
                          <a:ea typeface="標楷體"/>
                          <a:cs typeface="Times New Roman"/>
                        </a:rPr>
                        <a:t>)</a:t>
                      </a:r>
                      <a:r>
                        <a:rPr lang="zh-TW" sz="1600" kern="100" dirty="0">
                          <a:solidFill>
                            <a:schemeClr val="bg2">
                              <a:lumMod val="10000"/>
                            </a:schemeClr>
                          </a:solidFill>
                          <a:effectLst/>
                          <a:latin typeface="Calibri"/>
                          <a:ea typeface="標楷體"/>
                          <a:cs typeface="Times New Roman"/>
                        </a:rPr>
                        <a:t>：</a:t>
                      </a:r>
                      <a:endParaRPr lang="zh-TW" sz="1600" kern="100" dirty="0">
                        <a:solidFill>
                          <a:schemeClr val="bg2">
                            <a:lumMod val="10000"/>
                          </a:schemeClr>
                        </a:solidFill>
                        <a:effectLst/>
                        <a:latin typeface="Calibri"/>
                        <a:ea typeface="新細明體"/>
                        <a:cs typeface="Times New Roman"/>
                      </a:endParaRPr>
                    </a:p>
                    <a:p>
                      <a:pPr marL="3810" algn="just">
                        <a:lnSpc>
                          <a:spcPct val="150000"/>
                        </a:lnSpc>
                        <a:spcAft>
                          <a:spcPts val="0"/>
                        </a:spcAft>
                      </a:pPr>
                      <a:r>
                        <a:rPr lang="zh-TW" sz="1600" kern="100" dirty="0">
                          <a:solidFill>
                            <a:schemeClr val="bg2">
                              <a:lumMod val="10000"/>
                            </a:schemeClr>
                          </a:solidFill>
                          <a:effectLst/>
                          <a:latin typeface="Calibri"/>
                          <a:ea typeface="標楷體"/>
                          <a:cs typeface="Times New Roman"/>
                        </a:rPr>
                        <a:t>楊麗娜理事長</a:t>
                      </a:r>
                      <a:endParaRPr lang="zh-TW" sz="1600" kern="100" dirty="0">
                        <a:solidFill>
                          <a:schemeClr val="bg2">
                            <a:lumMod val="10000"/>
                          </a:schemeClr>
                        </a:solidFill>
                        <a:effectLst/>
                        <a:latin typeface="Calibri"/>
                        <a:ea typeface="新細明體"/>
                        <a:cs typeface="Times New Roman"/>
                      </a:endParaRPr>
                    </a:p>
                    <a:p>
                      <a:pPr marL="3810" algn="just">
                        <a:lnSpc>
                          <a:spcPct val="150000"/>
                        </a:lnSpc>
                        <a:spcAft>
                          <a:spcPts val="0"/>
                        </a:spcAft>
                      </a:pPr>
                      <a:r>
                        <a:rPr lang="zh-TW" sz="1600" kern="100" dirty="0">
                          <a:solidFill>
                            <a:schemeClr val="bg2">
                              <a:lumMod val="10000"/>
                            </a:schemeClr>
                          </a:solidFill>
                          <a:effectLst/>
                          <a:latin typeface="Calibri"/>
                          <a:ea typeface="標楷體"/>
                          <a:cs typeface="Times New Roman"/>
                        </a:rPr>
                        <a:t>管梅秀理事長</a:t>
                      </a:r>
                      <a:endParaRPr lang="zh-TW" sz="1600" kern="100" dirty="0">
                        <a:solidFill>
                          <a:schemeClr val="bg2">
                            <a:lumMod val="10000"/>
                          </a:schemeClr>
                        </a:solidFill>
                        <a:effectLst/>
                        <a:latin typeface="Calibri"/>
                        <a:ea typeface="新細明體"/>
                        <a:cs typeface="Times New Roman"/>
                      </a:endParaRPr>
                    </a:p>
                    <a:p>
                      <a:pPr algn="ctr">
                        <a:lnSpc>
                          <a:spcPts val="2000"/>
                        </a:lnSpc>
                        <a:spcAft>
                          <a:spcPts val="600"/>
                        </a:spcAft>
                      </a:pPr>
                      <a:r>
                        <a:rPr lang="en-US" sz="1800" kern="0" dirty="0">
                          <a:effectLst/>
                          <a:latin typeface="Arial"/>
                          <a:ea typeface="新細明體"/>
                          <a:cs typeface="Times New Roman"/>
                        </a:rPr>
                        <a:t> </a:t>
                      </a:r>
                      <a:endParaRPr lang="zh-TW" sz="1800" kern="100" dirty="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6453513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95536" y="188640"/>
            <a:ext cx="8382000" cy="563562"/>
          </a:xfrm>
        </p:spPr>
        <p:txBody>
          <a:bodyPr/>
          <a:lstStyle/>
          <a:p>
            <a:pPr lvl="0">
              <a:spcAft>
                <a:spcPts val="0"/>
              </a:spcAft>
              <a:buSzPts val="1600"/>
            </a:pPr>
            <a:r>
              <a:rPr lang="zh-TW" altLang="zh-TW" kern="100" dirty="0">
                <a:latin typeface="Times New Roman"/>
                <a:ea typeface="標楷體"/>
              </a:rPr>
              <a:t>活動內容規劃</a:t>
            </a:r>
            <a:r>
              <a:rPr lang="en-US" altLang="zh-TW" kern="100" dirty="0">
                <a:latin typeface="Times New Roman"/>
                <a:ea typeface="標楷體"/>
              </a:rPr>
              <a:t>(</a:t>
            </a:r>
            <a:r>
              <a:rPr lang="zh-TW" altLang="zh-TW" sz="2400" kern="100" dirty="0">
                <a:latin typeface="Times New Roman"/>
                <a:ea typeface="標楷體"/>
              </a:rPr>
              <a:t>樂齡學堂</a:t>
            </a:r>
            <a:r>
              <a:rPr lang="en-US" altLang="zh-TW" kern="100" dirty="0">
                <a:latin typeface="標楷體"/>
                <a:ea typeface="超研澤粗楷"/>
              </a:rPr>
              <a:t>)</a:t>
            </a:r>
            <a:br>
              <a:rPr lang="zh-TW" altLang="zh-TW" kern="100" dirty="0">
                <a:latin typeface="Times New Roman"/>
                <a:ea typeface="超研澤粗楷"/>
              </a:rPr>
            </a:br>
            <a:endParaRPr lang="zh-TW" altLang="en-US" dirty="0"/>
          </a:p>
        </p:txBody>
      </p:sp>
      <p:graphicFrame>
        <p:nvGraphicFramePr>
          <p:cNvPr id="5" name="內容版面配置區 4"/>
          <p:cNvGraphicFramePr>
            <a:graphicFrameLocks noGrp="1"/>
          </p:cNvGraphicFramePr>
          <p:nvPr>
            <p:ph idx="1"/>
          </p:nvPr>
        </p:nvGraphicFramePr>
        <p:xfrm>
          <a:off x="899592" y="980726"/>
          <a:ext cx="7632848" cy="5112572"/>
        </p:xfrm>
        <a:graphic>
          <a:graphicData uri="http://schemas.openxmlformats.org/drawingml/2006/table">
            <a:tbl>
              <a:tblPr firstRow="1" firstCol="1" bandRow="1"/>
              <a:tblGrid>
                <a:gridCol w="1166989">
                  <a:extLst>
                    <a:ext uri="{9D8B030D-6E8A-4147-A177-3AD203B41FA5}">
                      <a16:colId xmlns:a16="http://schemas.microsoft.com/office/drawing/2014/main" val="20000"/>
                    </a:ext>
                  </a:extLst>
                </a:gridCol>
                <a:gridCol w="3076607">
                  <a:extLst>
                    <a:ext uri="{9D8B030D-6E8A-4147-A177-3AD203B41FA5}">
                      <a16:colId xmlns:a16="http://schemas.microsoft.com/office/drawing/2014/main" val="20001"/>
                    </a:ext>
                  </a:extLst>
                </a:gridCol>
                <a:gridCol w="1138859">
                  <a:extLst>
                    <a:ext uri="{9D8B030D-6E8A-4147-A177-3AD203B41FA5}">
                      <a16:colId xmlns:a16="http://schemas.microsoft.com/office/drawing/2014/main" val="20002"/>
                    </a:ext>
                  </a:extLst>
                </a:gridCol>
                <a:gridCol w="1481241">
                  <a:extLst>
                    <a:ext uri="{9D8B030D-6E8A-4147-A177-3AD203B41FA5}">
                      <a16:colId xmlns:a16="http://schemas.microsoft.com/office/drawing/2014/main" val="20003"/>
                    </a:ext>
                  </a:extLst>
                </a:gridCol>
                <a:gridCol w="769152">
                  <a:extLst>
                    <a:ext uri="{9D8B030D-6E8A-4147-A177-3AD203B41FA5}">
                      <a16:colId xmlns:a16="http://schemas.microsoft.com/office/drawing/2014/main" val="20004"/>
                    </a:ext>
                  </a:extLst>
                </a:gridCol>
              </a:tblGrid>
              <a:tr h="319536">
                <a:tc>
                  <a:txBody>
                    <a:bodyPr/>
                    <a:lstStyle/>
                    <a:p>
                      <a:pPr>
                        <a:spcAft>
                          <a:spcPts val="0"/>
                        </a:spcAft>
                      </a:pPr>
                      <a:r>
                        <a:rPr lang="zh-TW" sz="1800" kern="100" dirty="0">
                          <a:solidFill>
                            <a:schemeClr val="bg2">
                              <a:lumMod val="10000"/>
                            </a:schemeClr>
                          </a:solidFill>
                          <a:effectLst/>
                          <a:latin typeface="Times New Roman"/>
                          <a:ea typeface="標楷體"/>
                        </a:rPr>
                        <a:t>活動期程</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課程內容</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時間安排</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講師</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備註</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278142">
                <a:tc>
                  <a:txBody>
                    <a:bodyPr/>
                    <a:lstStyle/>
                    <a:p>
                      <a:pPr algn="ctr">
                        <a:spcAft>
                          <a:spcPts val="0"/>
                        </a:spcAft>
                      </a:pPr>
                      <a:r>
                        <a:rPr lang="en-US" sz="1800" kern="100" dirty="0">
                          <a:solidFill>
                            <a:schemeClr val="bg2">
                              <a:lumMod val="10000"/>
                            </a:schemeClr>
                          </a:solidFill>
                          <a:effectLst/>
                          <a:latin typeface="標楷體"/>
                          <a:ea typeface="超研澤粗楷"/>
                        </a:rPr>
                        <a:t>30</a:t>
                      </a:r>
                      <a:r>
                        <a:rPr lang="zh-TW" sz="1800" kern="100" dirty="0">
                          <a:solidFill>
                            <a:schemeClr val="bg2">
                              <a:lumMod val="10000"/>
                            </a:schemeClr>
                          </a:solidFill>
                          <a:effectLst/>
                          <a:latin typeface="Times New Roman"/>
                          <a:ea typeface="標楷體"/>
                        </a:rPr>
                        <a:t>堂課</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體適能課程</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30</a:t>
                      </a:r>
                      <a:r>
                        <a:rPr lang="zh-TW" sz="1800" kern="100">
                          <a:solidFill>
                            <a:schemeClr val="bg2">
                              <a:lumMod val="10000"/>
                            </a:schemeClr>
                          </a:solidFill>
                          <a:effectLst/>
                          <a:latin typeface="Times New Roman"/>
                          <a:ea typeface="標楷體"/>
                        </a:rPr>
                        <a:t>小時</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阮登科老師</a:t>
                      </a:r>
                      <a:endParaRPr lang="zh-TW" sz="1800" kern="100">
                        <a:solidFill>
                          <a:schemeClr val="bg2">
                            <a:lumMod val="10000"/>
                          </a:schemeClr>
                        </a:solidFill>
                        <a:effectLst/>
                        <a:latin typeface="Times New Roman"/>
                        <a:ea typeface="超研澤粗楷"/>
                      </a:endParaRPr>
                    </a:p>
                    <a:p>
                      <a:pPr>
                        <a:spcAft>
                          <a:spcPts val="0"/>
                        </a:spcAft>
                      </a:pPr>
                      <a:r>
                        <a:rPr lang="zh-TW" sz="1800" kern="100">
                          <a:solidFill>
                            <a:schemeClr val="bg2">
                              <a:lumMod val="10000"/>
                            </a:schemeClr>
                          </a:solidFill>
                          <a:effectLst/>
                          <a:latin typeface="Times New Roman"/>
                          <a:ea typeface="標楷體"/>
                        </a:rPr>
                        <a:t>蕭淑珍老師</a:t>
                      </a:r>
                      <a:endParaRPr lang="zh-TW" sz="1800" kern="100">
                        <a:solidFill>
                          <a:schemeClr val="bg2">
                            <a:lumMod val="10000"/>
                          </a:schemeClr>
                        </a:solidFill>
                        <a:effectLst/>
                        <a:latin typeface="Times New Roman"/>
                        <a:ea typeface="超研澤粗楷"/>
                      </a:endParaRPr>
                    </a:p>
                    <a:p>
                      <a:pPr>
                        <a:spcAft>
                          <a:spcPts val="0"/>
                        </a:spcAft>
                      </a:pPr>
                      <a:r>
                        <a:rPr lang="zh-TW" sz="1800" kern="100">
                          <a:solidFill>
                            <a:schemeClr val="bg2">
                              <a:lumMod val="10000"/>
                            </a:schemeClr>
                          </a:solidFill>
                          <a:effectLst/>
                          <a:latin typeface="Times New Roman"/>
                          <a:ea typeface="標楷體"/>
                        </a:rPr>
                        <a:t>曾雪芳總幹事</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 </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639072">
                <a:tc>
                  <a:txBody>
                    <a:bodyPr/>
                    <a:lstStyle/>
                    <a:p>
                      <a:pPr algn="ctr">
                        <a:spcAft>
                          <a:spcPts val="0"/>
                        </a:spcAft>
                      </a:pPr>
                      <a:r>
                        <a:rPr lang="en-US" sz="1800" kern="100">
                          <a:solidFill>
                            <a:schemeClr val="bg2">
                              <a:lumMod val="10000"/>
                            </a:schemeClr>
                          </a:solidFill>
                          <a:effectLst/>
                          <a:latin typeface="標楷體"/>
                          <a:ea typeface="超研澤粗楷"/>
                        </a:rPr>
                        <a:t>30</a:t>
                      </a:r>
                      <a:r>
                        <a:rPr lang="zh-TW" sz="1800" kern="100">
                          <a:solidFill>
                            <a:schemeClr val="bg2">
                              <a:lumMod val="10000"/>
                            </a:schemeClr>
                          </a:solidFill>
                          <a:effectLst/>
                          <a:latin typeface="Times New Roman"/>
                          <a:ea typeface="標楷體"/>
                        </a:rPr>
                        <a:t>堂課</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竹工藝課程</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dirty="0">
                          <a:solidFill>
                            <a:schemeClr val="bg2">
                              <a:lumMod val="10000"/>
                            </a:schemeClr>
                          </a:solidFill>
                          <a:effectLst/>
                          <a:latin typeface="標楷體"/>
                          <a:ea typeface="超研澤粗楷"/>
                        </a:rPr>
                        <a:t>60</a:t>
                      </a:r>
                      <a:r>
                        <a:rPr lang="zh-TW" sz="1800" kern="100" dirty="0">
                          <a:solidFill>
                            <a:schemeClr val="bg2">
                              <a:lumMod val="10000"/>
                            </a:schemeClr>
                          </a:solidFill>
                          <a:effectLst/>
                          <a:latin typeface="Times New Roman"/>
                          <a:ea typeface="標楷體"/>
                        </a:rPr>
                        <a:t>小時</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葉梅森老師</a:t>
                      </a:r>
                      <a:endParaRPr lang="zh-TW" sz="1800" kern="100">
                        <a:solidFill>
                          <a:schemeClr val="bg2">
                            <a:lumMod val="10000"/>
                          </a:schemeClr>
                        </a:solidFill>
                        <a:effectLst/>
                        <a:latin typeface="Times New Roman"/>
                        <a:ea typeface="超研澤粗楷"/>
                      </a:endParaRPr>
                    </a:p>
                    <a:p>
                      <a:pPr>
                        <a:spcAft>
                          <a:spcPts val="0"/>
                        </a:spcAft>
                      </a:pPr>
                      <a:r>
                        <a:rPr lang="zh-TW" sz="1800" kern="100">
                          <a:solidFill>
                            <a:schemeClr val="bg2">
                              <a:lumMod val="10000"/>
                            </a:schemeClr>
                          </a:solidFill>
                          <a:effectLst/>
                          <a:latin typeface="Times New Roman"/>
                          <a:ea typeface="標楷體"/>
                        </a:rPr>
                        <a:t>許發成老師</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 </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639072">
                <a:tc>
                  <a:txBody>
                    <a:bodyPr/>
                    <a:lstStyle/>
                    <a:p>
                      <a:pPr algn="ctr">
                        <a:spcAft>
                          <a:spcPts val="0"/>
                        </a:spcAft>
                      </a:pPr>
                      <a:r>
                        <a:rPr lang="en-US" sz="1800" kern="100">
                          <a:solidFill>
                            <a:schemeClr val="bg2">
                              <a:lumMod val="10000"/>
                            </a:schemeClr>
                          </a:solidFill>
                          <a:effectLst/>
                          <a:latin typeface="標楷體"/>
                          <a:ea typeface="超研澤粗楷"/>
                        </a:rPr>
                        <a:t>12</a:t>
                      </a:r>
                      <a:r>
                        <a:rPr lang="zh-TW" sz="1800" kern="100">
                          <a:solidFill>
                            <a:schemeClr val="bg2">
                              <a:lumMod val="10000"/>
                            </a:schemeClr>
                          </a:solidFill>
                          <a:effectLst/>
                          <a:latin typeface="Times New Roman"/>
                          <a:ea typeface="標楷體"/>
                        </a:rPr>
                        <a:t>堂課</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杉林溪茶茶道課程</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dirty="0">
                          <a:solidFill>
                            <a:schemeClr val="bg2">
                              <a:lumMod val="10000"/>
                            </a:schemeClr>
                          </a:solidFill>
                          <a:effectLst/>
                          <a:latin typeface="標楷體"/>
                          <a:ea typeface="超研澤粗楷"/>
                        </a:rPr>
                        <a:t>24</a:t>
                      </a:r>
                      <a:r>
                        <a:rPr lang="zh-TW" sz="1800" kern="100" dirty="0">
                          <a:solidFill>
                            <a:schemeClr val="bg2">
                              <a:lumMod val="10000"/>
                            </a:schemeClr>
                          </a:solidFill>
                          <a:effectLst/>
                          <a:latin typeface="Times New Roman"/>
                          <a:ea typeface="標楷體"/>
                        </a:rPr>
                        <a:t>小時</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管梅秀理事長</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 </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639072">
                <a:tc>
                  <a:txBody>
                    <a:bodyPr/>
                    <a:lstStyle/>
                    <a:p>
                      <a:pPr algn="ctr">
                        <a:spcAft>
                          <a:spcPts val="0"/>
                        </a:spcAft>
                      </a:pPr>
                      <a:r>
                        <a:rPr lang="en-US" sz="1800" kern="100">
                          <a:solidFill>
                            <a:schemeClr val="bg2">
                              <a:lumMod val="10000"/>
                            </a:schemeClr>
                          </a:solidFill>
                          <a:effectLst/>
                          <a:latin typeface="標楷體"/>
                          <a:ea typeface="超研澤粗楷"/>
                        </a:rPr>
                        <a:t>6</a:t>
                      </a:r>
                      <a:r>
                        <a:rPr lang="zh-TW" sz="1800" kern="100">
                          <a:solidFill>
                            <a:schemeClr val="bg2">
                              <a:lumMod val="10000"/>
                            </a:schemeClr>
                          </a:solidFill>
                          <a:effectLst/>
                          <a:latin typeface="Times New Roman"/>
                          <a:ea typeface="標楷體"/>
                        </a:rPr>
                        <a:t>堂課</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茶食製作</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dirty="0">
                          <a:solidFill>
                            <a:schemeClr val="bg2">
                              <a:lumMod val="10000"/>
                            </a:schemeClr>
                          </a:solidFill>
                          <a:effectLst/>
                          <a:latin typeface="標楷體"/>
                          <a:ea typeface="超研澤粗楷"/>
                        </a:rPr>
                        <a:t>12</a:t>
                      </a:r>
                      <a:r>
                        <a:rPr lang="zh-TW" sz="1800" kern="100" dirty="0">
                          <a:solidFill>
                            <a:schemeClr val="bg2">
                              <a:lumMod val="10000"/>
                            </a:schemeClr>
                          </a:solidFill>
                          <a:effectLst/>
                          <a:latin typeface="Times New Roman"/>
                          <a:ea typeface="標楷體"/>
                        </a:rPr>
                        <a:t>小時</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曾鈺琄理事長</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 </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319536">
                <a:tc>
                  <a:txBody>
                    <a:bodyPr/>
                    <a:lstStyle/>
                    <a:p>
                      <a:pPr algn="ctr">
                        <a:spcAft>
                          <a:spcPts val="0"/>
                        </a:spcAft>
                      </a:pPr>
                      <a:r>
                        <a:rPr lang="en-US" sz="1800" kern="100">
                          <a:solidFill>
                            <a:schemeClr val="bg2">
                              <a:lumMod val="10000"/>
                            </a:schemeClr>
                          </a:solidFill>
                          <a:effectLst/>
                          <a:latin typeface="標楷體"/>
                          <a:ea typeface="超研澤粗楷"/>
                        </a:rPr>
                        <a:t>20</a:t>
                      </a:r>
                      <a:r>
                        <a:rPr lang="zh-TW" sz="1800" kern="100">
                          <a:solidFill>
                            <a:schemeClr val="bg2">
                              <a:lumMod val="10000"/>
                            </a:schemeClr>
                          </a:solidFill>
                          <a:effectLst/>
                          <a:latin typeface="Times New Roman"/>
                          <a:ea typeface="標楷體"/>
                        </a:rPr>
                        <a:t>堂課</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懷舊課程</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40</a:t>
                      </a:r>
                      <a:r>
                        <a:rPr lang="zh-TW" sz="1800" kern="100">
                          <a:solidFill>
                            <a:schemeClr val="bg2">
                              <a:lumMod val="10000"/>
                            </a:schemeClr>
                          </a:solidFill>
                          <a:effectLst/>
                          <a:latin typeface="Times New Roman"/>
                          <a:ea typeface="標楷體"/>
                        </a:rPr>
                        <a:t>小時</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羅智容老師</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 </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278142">
                <a:tc>
                  <a:txBody>
                    <a:bodyPr/>
                    <a:lstStyle/>
                    <a:p>
                      <a:pPr algn="ctr">
                        <a:spcAft>
                          <a:spcPts val="0"/>
                        </a:spcAft>
                      </a:pPr>
                      <a:r>
                        <a:rPr lang="en-US" sz="1800" kern="100">
                          <a:solidFill>
                            <a:schemeClr val="bg2">
                              <a:lumMod val="10000"/>
                            </a:schemeClr>
                          </a:solidFill>
                          <a:effectLst/>
                          <a:latin typeface="標楷體"/>
                          <a:ea typeface="超研澤粗楷"/>
                        </a:rPr>
                        <a:t>6</a:t>
                      </a:r>
                      <a:r>
                        <a:rPr lang="zh-TW" sz="1800" kern="100">
                          <a:solidFill>
                            <a:schemeClr val="bg2">
                              <a:lumMod val="10000"/>
                            </a:schemeClr>
                          </a:solidFill>
                          <a:effectLst/>
                          <a:latin typeface="Times New Roman"/>
                          <a:ea typeface="標楷體"/>
                        </a:rPr>
                        <a:t>堂課</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a:solidFill>
                            <a:schemeClr val="bg2">
                              <a:lumMod val="10000"/>
                            </a:schemeClr>
                          </a:solidFill>
                          <a:effectLst/>
                          <a:latin typeface="Times New Roman"/>
                          <a:ea typeface="標楷體"/>
                        </a:rPr>
                        <a:t>成果與展現</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a:solidFill>
                            <a:schemeClr val="bg2">
                              <a:lumMod val="10000"/>
                            </a:schemeClr>
                          </a:solidFill>
                          <a:effectLst/>
                          <a:latin typeface="標楷體"/>
                          <a:ea typeface="超研澤粗楷"/>
                        </a:rPr>
                        <a:t>12</a:t>
                      </a:r>
                      <a:r>
                        <a:rPr lang="zh-TW" sz="1800" kern="100">
                          <a:solidFill>
                            <a:schemeClr val="bg2">
                              <a:lumMod val="10000"/>
                            </a:schemeClr>
                          </a:solidFill>
                          <a:effectLst/>
                          <a:latin typeface="Times New Roman"/>
                          <a:ea typeface="標楷體"/>
                        </a:rPr>
                        <a:t>小時</a:t>
                      </a:r>
                      <a:endParaRPr lang="zh-TW" sz="1800"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kern="100" dirty="0">
                          <a:solidFill>
                            <a:schemeClr val="bg2">
                              <a:lumMod val="10000"/>
                            </a:schemeClr>
                          </a:solidFill>
                          <a:effectLst/>
                          <a:latin typeface="Times New Roman"/>
                          <a:ea typeface="標楷體"/>
                        </a:rPr>
                        <a:t>楊麗娜理事長、管梅秀理事長、楊莉理總幹事</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kern="100" dirty="0">
                          <a:solidFill>
                            <a:schemeClr val="bg2">
                              <a:lumMod val="10000"/>
                            </a:schemeClr>
                          </a:solidFill>
                          <a:effectLst/>
                          <a:latin typeface="標楷體"/>
                          <a:ea typeface="超研澤粗楷"/>
                        </a:rPr>
                        <a:t> </a:t>
                      </a:r>
                      <a:endParaRPr lang="zh-TW" sz="18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pic>
        <p:nvPicPr>
          <p:cNvPr id="9217"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69300" y="5789030"/>
            <a:ext cx="774700" cy="1042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65926" y="6045671"/>
            <a:ext cx="603374" cy="812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圖片 5"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76256" y="6135423"/>
            <a:ext cx="647347" cy="726997"/>
          </a:xfrm>
          <a:prstGeom prst="rect">
            <a:avLst/>
          </a:prstGeom>
          <a:noFill/>
          <a:ln>
            <a:noFill/>
          </a:ln>
        </p:spPr>
      </p:pic>
    </p:spTree>
    <p:extLst>
      <p:ext uri="{BB962C8B-B14F-4D97-AF65-F5344CB8AC3E}">
        <p14:creationId xmlns:p14="http://schemas.microsoft.com/office/powerpoint/2010/main" val="292448251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3" name="內容版面配置區 2"/>
          <p:cNvSpPr>
            <a:spLocks noGrp="1"/>
          </p:cNvSpPr>
          <p:nvPr>
            <p:ph idx="1"/>
          </p:nvPr>
        </p:nvSpPr>
        <p:spPr/>
        <p:txBody>
          <a:bodyPr/>
          <a:lstStyle/>
          <a:p>
            <a:pPr marL="0" indent="0" algn="ctr">
              <a:spcAft>
                <a:spcPts val="0"/>
              </a:spcAft>
              <a:buNone/>
              <a:tabLst>
                <a:tab pos="1171575" algn="l"/>
              </a:tabLst>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二</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zh-TW" sz="2800" b="1" kern="100" dirty="0">
                <a:latin typeface="Times New Roman"/>
                <a:ea typeface="標楷體"/>
              </a:rPr>
              <a:t>婦女福利</a:t>
            </a:r>
            <a:r>
              <a:rPr lang="en-US" altLang="zh-TW" sz="2800" b="1" kern="100" dirty="0">
                <a:latin typeface="標楷體"/>
                <a:ea typeface="超研澤粗楷"/>
              </a:rPr>
              <a:t>(</a:t>
            </a:r>
            <a:r>
              <a:rPr lang="zh-TW" altLang="zh-TW" sz="2800" b="1" kern="100" dirty="0">
                <a:latin typeface="Times New Roman"/>
                <a:ea typeface="標楷體"/>
              </a:rPr>
              <a:t>婦女、新住民</a:t>
            </a:r>
            <a:r>
              <a:rPr lang="en-US" altLang="zh-TW" sz="2800" b="1" kern="100" dirty="0">
                <a:latin typeface="Times New Roman"/>
                <a:ea typeface="標楷體"/>
              </a:rPr>
              <a:t>)-</a:t>
            </a:r>
            <a:r>
              <a:rPr lang="en-US" altLang="zh-TW" sz="2400" b="1" kern="100" dirty="0">
                <a:latin typeface="Times New Roman"/>
                <a:ea typeface="新細明體"/>
              </a:rPr>
              <a:t> </a:t>
            </a:r>
            <a:r>
              <a:rPr lang="zh-TW" altLang="zh-TW" sz="2800" b="1" kern="100" dirty="0">
                <a:latin typeface="Times New Roman"/>
                <a:ea typeface="標楷體"/>
              </a:rPr>
              <a:t>轉動技藝幸福加分</a:t>
            </a:r>
            <a:endParaRPr lang="en-US" altLang="zh-TW" sz="2800" b="1" kern="100" dirty="0">
              <a:latin typeface="Times New Roman"/>
              <a:ea typeface="標楷體"/>
            </a:endParaRPr>
          </a:p>
          <a:p>
            <a:pPr marL="0" indent="0" algn="just">
              <a:spcAft>
                <a:spcPts val="0"/>
              </a:spcAft>
              <a:buNone/>
              <a:tabLst>
                <a:tab pos="1171575" algn="l"/>
              </a:tabLst>
            </a:pPr>
            <a:endParaRPr lang="zh-TW" altLang="zh-TW" sz="3600" kern="100" dirty="0">
              <a:latin typeface="Times New Roman"/>
              <a:ea typeface="超研澤粗楷"/>
            </a:endParaRPr>
          </a:p>
        </p:txBody>
      </p:sp>
      <p:graphicFrame>
        <p:nvGraphicFramePr>
          <p:cNvPr id="4" name="表格 3"/>
          <p:cNvGraphicFramePr>
            <a:graphicFrameLocks noGrp="1"/>
          </p:cNvGraphicFramePr>
          <p:nvPr/>
        </p:nvGraphicFramePr>
        <p:xfrm>
          <a:off x="179512" y="1556792"/>
          <a:ext cx="8784975" cy="4536504"/>
        </p:xfrm>
        <a:graphic>
          <a:graphicData uri="http://schemas.openxmlformats.org/drawingml/2006/table">
            <a:tbl>
              <a:tblPr firstRow="1" bandRow="1"/>
              <a:tblGrid>
                <a:gridCol w="815369">
                  <a:extLst>
                    <a:ext uri="{9D8B030D-6E8A-4147-A177-3AD203B41FA5}">
                      <a16:colId xmlns:a16="http://schemas.microsoft.com/office/drawing/2014/main" val="20000"/>
                    </a:ext>
                  </a:extLst>
                </a:gridCol>
                <a:gridCol w="1270705">
                  <a:extLst>
                    <a:ext uri="{9D8B030D-6E8A-4147-A177-3AD203B41FA5}">
                      <a16:colId xmlns:a16="http://schemas.microsoft.com/office/drawing/2014/main" val="20001"/>
                    </a:ext>
                  </a:extLst>
                </a:gridCol>
                <a:gridCol w="1616078">
                  <a:extLst>
                    <a:ext uri="{9D8B030D-6E8A-4147-A177-3AD203B41FA5}">
                      <a16:colId xmlns:a16="http://schemas.microsoft.com/office/drawing/2014/main" val="20002"/>
                    </a:ext>
                  </a:extLst>
                </a:gridCol>
                <a:gridCol w="2773560">
                  <a:extLst>
                    <a:ext uri="{9D8B030D-6E8A-4147-A177-3AD203B41FA5}">
                      <a16:colId xmlns:a16="http://schemas.microsoft.com/office/drawing/2014/main" val="20003"/>
                    </a:ext>
                  </a:extLst>
                </a:gridCol>
                <a:gridCol w="2309263">
                  <a:extLst>
                    <a:ext uri="{9D8B030D-6E8A-4147-A177-3AD203B41FA5}">
                      <a16:colId xmlns:a16="http://schemas.microsoft.com/office/drawing/2014/main" val="20004"/>
                    </a:ext>
                  </a:extLst>
                </a:gridCol>
              </a:tblGrid>
              <a:tr h="660091">
                <a:tc>
                  <a:txBody>
                    <a:bodyPr/>
                    <a:lstStyle/>
                    <a:p>
                      <a:pPr algn="ctr">
                        <a:lnSpc>
                          <a:spcPts val="1200"/>
                        </a:lnSpc>
                        <a:spcAft>
                          <a:spcPts val="0"/>
                        </a:spcAft>
                        <a:tabLst>
                          <a:tab pos="381000" algn="l"/>
                        </a:tabLst>
                      </a:pPr>
                      <a:r>
                        <a:rPr lang="zh-TW" sz="1600" b="1" kern="100" dirty="0">
                          <a:effectLst/>
                          <a:latin typeface="Calibri"/>
                          <a:ea typeface="標楷體"/>
                          <a:cs typeface="Times New Roman"/>
                        </a:rPr>
                        <a:t>編號</a:t>
                      </a:r>
                      <a:endParaRPr lang="zh-TW" sz="16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600" b="1" kern="100" dirty="0">
                          <a:effectLst/>
                          <a:latin typeface="Calibri"/>
                          <a:ea typeface="標楷體"/>
                          <a:cs typeface="Times New Roman"/>
                        </a:rPr>
                        <a:t>服務項目</a:t>
                      </a:r>
                      <a:endParaRPr lang="zh-TW" sz="16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600" b="1" kern="100">
                          <a:effectLst/>
                          <a:latin typeface="Calibri"/>
                          <a:ea typeface="標楷體"/>
                          <a:cs typeface="Times New Roman"/>
                        </a:rPr>
                        <a:t>服務內容</a:t>
                      </a:r>
                      <a:endParaRPr lang="zh-TW" sz="1600"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600" b="1" kern="100" dirty="0">
                          <a:effectLst/>
                          <a:latin typeface="Calibri"/>
                          <a:ea typeface="標楷體"/>
                          <a:cs typeface="Times New Roman"/>
                        </a:rPr>
                        <a:t>服務方式與規劃</a:t>
                      </a:r>
                      <a:endParaRPr lang="zh-TW" sz="16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600" b="1" kern="100" dirty="0">
                          <a:effectLst/>
                          <a:latin typeface="Calibri"/>
                          <a:ea typeface="標楷體"/>
                          <a:cs typeface="Times New Roman"/>
                        </a:rPr>
                        <a:t>活動講師</a:t>
                      </a:r>
                      <a:endParaRPr lang="zh-TW" sz="1600" kern="100" dirty="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3876413">
                <a:tc>
                  <a:txBody>
                    <a:bodyPr/>
                    <a:lstStyle/>
                    <a:p>
                      <a:pPr algn="ctr">
                        <a:spcAft>
                          <a:spcPts val="0"/>
                        </a:spcAft>
                        <a:tabLst>
                          <a:tab pos="381000" algn="l"/>
                        </a:tabLst>
                      </a:pPr>
                      <a:r>
                        <a:rPr lang="en-US" sz="1600" b="0" kern="100" dirty="0">
                          <a:effectLst/>
                          <a:latin typeface="標楷體"/>
                          <a:ea typeface="新細明體"/>
                          <a:cs typeface="Times New Roman"/>
                        </a:rPr>
                        <a:t>3-10</a:t>
                      </a:r>
                      <a:r>
                        <a:rPr lang="zh-TW" sz="1600" b="0" kern="100" dirty="0">
                          <a:effectLst/>
                          <a:latin typeface="Calibri"/>
                          <a:ea typeface="標楷體"/>
                          <a:cs typeface="Times New Roman"/>
                        </a:rPr>
                        <a:t>月</a:t>
                      </a:r>
                      <a:endParaRPr lang="zh-TW" sz="1600" b="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ctr">
                        <a:spcAft>
                          <a:spcPts val="0"/>
                        </a:spcAft>
                        <a:tabLst>
                          <a:tab pos="381000" algn="l"/>
                        </a:tabLst>
                      </a:pPr>
                      <a:r>
                        <a:rPr lang="zh-TW" sz="1600" b="1" kern="100" dirty="0">
                          <a:effectLst/>
                          <a:latin typeface="Calibri"/>
                          <a:ea typeface="標楷體"/>
                          <a:cs typeface="Times New Roman"/>
                        </a:rPr>
                        <a:t>新住民及社區婦女共融學習班</a:t>
                      </a:r>
                      <a:endParaRPr lang="zh-TW" sz="16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just">
                        <a:lnSpc>
                          <a:spcPct val="150000"/>
                        </a:lnSpc>
                        <a:spcAft>
                          <a:spcPts val="0"/>
                        </a:spcAft>
                      </a:pPr>
                      <a:r>
                        <a:rPr lang="en-US" sz="1600" b="1" kern="100" dirty="0">
                          <a:effectLst/>
                          <a:latin typeface="標楷體"/>
                          <a:ea typeface="新細明體"/>
                          <a:cs typeface="Times New Roman"/>
                        </a:rPr>
                        <a:t>1.</a:t>
                      </a:r>
                      <a:r>
                        <a:rPr lang="zh-TW" sz="1600" b="1" kern="100" dirty="0">
                          <a:effectLst/>
                          <a:latin typeface="Calibri"/>
                          <a:ea typeface="標楷體"/>
                          <a:cs typeface="Times New Roman"/>
                        </a:rPr>
                        <a:t>烏克麗麗</a:t>
                      </a:r>
                      <a:endParaRPr lang="zh-TW" sz="1600" b="1" kern="100" dirty="0">
                        <a:effectLst/>
                        <a:latin typeface="Calibri"/>
                        <a:ea typeface="新細明體"/>
                        <a:cs typeface="Times New Roman"/>
                      </a:endParaRPr>
                    </a:p>
                    <a:p>
                      <a:pPr algn="just">
                        <a:lnSpc>
                          <a:spcPct val="150000"/>
                        </a:lnSpc>
                        <a:spcAft>
                          <a:spcPts val="0"/>
                        </a:spcAft>
                      </a:pPr>
                      <a:r>
                        <a:rPr lang="en-US" sz="1600" b="1" kern="100" dirty="0">
                          <a:effectLst/>
                          <a:latin typeface="標楷體"/>
                          <a:ea typeface="新細明體"/>
                          <a:cs typeface="Times New Roman"/>
                        </a:rPr>
                        <a:t>2.</a:t>
                      </a:r>
                      <a:r>
                        <a:rPr lang="zh-TW" sz="1600" b="1" kern="100" dirty="0">
                          <a:effectLst/>
                          <a:latin typeface="Calibri"/>
                          <a:ea typeface="標楷體"/>
                          <a:cs typeface="Times New Roman"/>
                        </a:rPr>
                        <a:t>特色美食手工</a:t>
                      </a:r>
                      <a:r>
                        <a:rPr lang="zh-TW" altLang="en-US" sz="1600" b="1" kern="100" dirty="0">
                          <a:effectLst/>
                          <a:latin typeface="Calibri"/>
                          <a:ea typeface="標楷體"/>
                          <a:cs typeface="Times New Roman"/>
                        </a:rPr>
                        <a:t>  </a:t>
                      </a:r>
                      <a:endParaRPr lang="en-US" altLang="zh-TW" sz="1600" b="1" kern="100" dirty="0">
                        <a:effectLst/>
                        <a:latin typeface="Calibri"/>
                        <a:ea typeface="標楷體"/>
                        <a:cs typeface="Times New Roman"/>
                      </a:endParaRPr>
                    </a:p>
                    <a:p>
                      <a:pPr algn="just">
                        <a:lnSpc>
                          <a:spcPct val="150000"/>
                        </a:lnSpc>
                        <a:spcAft>
                          <a:spcPts val="0"/>
                        </a:spcAft>
                      </a:pPr>
                      <a:r>
                        <a:rPr lang="zh-TW" altLang="en-US" sz="1600" b="1" kern="100" dirty="0">
                          <a:effectLst/>
                          <a:latin typeface="Calibri"/>
                          <a:ea typeface="標楷體"/>
                          <a:cs typeface="Times New Roman"/>
                        </a:rPr>
                        <a:t>    </a:t>
                      </a:r>
                      <a:r>
                        <a:rPr lang="zh-TW" sz="1600" b="1" kern="100" dirty="0">
                          <a:effectLst/>
                          <a:latin typeface="Calibri"/>
                          <a:ea typeface="標楷體"/>
                          <a:cs typeface="Times New Roman"/>
                        </a:rPr>
                        <a:t>藝及茶道</a:t>
                      </a:r>
                      <a:endParaRPr lang="zh-TW" sz="1600" b="1" kern="100" dirty="0">
                        <a:effectLst/>
                        <a:latin typeface="Calibri"/>
                        <a:ea typeface="新細明體"/>
                        <a:cs typeface="Times New Roman"/>
                      </a:endParaRPr>
                    </a:p>
                    <a:p>
                      <a:pPr algn="just">
                        <a:lnSpc>
                          <a:spcPct val="150000"/>
                        </a:lnSpc>
                        <a:spcAft>
                          <a:spcPts val="0"/>
                        </a:spcAft>
                      </a:pPr>
                      <a:r>
                        <a:rPr lang="en-US" sz="1600" b="1" kern="100" dirty="0">
                          <a:effectLst/>
                          <a:latin typeface="標楷體"/>
                          <a:ea typeface="新細明體"/>
                          <a:cs typeface="Times New Roman"/>
                        </a:rPr>
                        <a:t>3.</a:t>
                      </a:r>
                      <a:r>
                        <a:rPr lang="zh-TW" sz="1600" b="1" kern="100" dirty="0">
                          <a:effectLst/>
                          <a:latin typeface="Calibri"/>
                          <a:ea typeface="標楷體"/>
                          <a:cs typeface="Times New Roman"/>
                        </a:rPr>
                        <a:t>婦女講座</a:t>
                      </a:r>
                      <a:endParaRPr lang="zh-TW" sz="16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42900" lvl="0" indent="-342900" algn="just">
                        <a:spcAft>
                          <a:spcPts val="0"/>
                        </a:spcAft>
                        <a:buFont typeface="+mj-lt"/>
                        <a:buAutoNum type="arabicPeriod"/>
                      </a:pPr>
                      <a:r>
                        <a:rPr lang="zh-TW" sz="1600" b="0" kern="100" dirty="0">
                          <a:effectLst/>
                          <a:latin typeface="Calibri"/>
                          <a:ea typeface="標楷體"/>
                          <a:cs typeface="Times New Roman"/>
                        </a:rPr>
                        <a:t>在竹山社區辦理新住民及社區婦女烏克麗麗共融學習班邀請老師指導。</a:t>
                      </a:r>
                      <a:endParaRPr lang="zh-TW" sz="1600" b="0" kern="100" dirty="0">
                        <a:effectLst/>
                        <a:latin typeface="Calibri"/>
                        <a:ea typeface="新細明體"/>
                        <a:cs typeface="Times New Roman"/>
                      </a:endParaRPr>
                    </a:p>
                    <a:p>
                      <a:pPr marL="342900" lvl="0" indent="-342900" algn="just">
                        <a:spcAft>
                          <a:spcPts val="0"/>
                        </a:spcAft>
                        <a:buFont typeface="+mj-lt"/>
                        <a:buAutoNum type="arabicPeriod"/>
                      </a:pPr>
                      <a:r>
                        <a:rPr lang="zh-TW" sz="1600" b="0" kern="100" dirty="0">
                          <a:effectLst/>
                          <a:latin typeface="Calibri"/>
                          <a:ea typeface="標楷體"/>
                          <a:cs typeface="Times New Roman"/>
                        </a:rPr>
                        <a:t>在山崇社區邀請廖淑梅老師及曾鈺琄理事長指導特色美食及手工藝，管梅秀理事長指導茶道。</a:t>
                      </a:r>
                      <a:endParaRPr lang="zh-TW" sz="1600" b="0" kern="100" dirty="0">
                        <a:effectLst/>
                        <a:latin typeface="Calibri"/>
                        <a:ea typeface="新細明體"/>
                        <a:cs typeface="Times New Roman"/>
                      </a:endParaRPr>
                    </a:p>
                    <a:p>
                      <a:pPr algn="just">
                        <a:spcAft>
                          <a:spcPts val="0"/>
                        </a:spcAft>
                      </a:pPr>
                      <a:r>
                        <a:rPr lang="en-US" sz="1600" b="0" kern="100" dirty="0">
                          <a:effectLst/>
                          <a:latin typeface="標楷體"/>
                          <a:ea typeface="新細明體"/>
                          <a:cs typeface="Times New Roman"/>
                        </a:rPr>
                        <a:t>3.</a:t>
                      </a:r>
                      <a:r>
                        <a:rPr lang="zh-TW" sz="1600" b="0" kern="100" dirty="0">
                          <a:effectLst/>
                          <a:latin typeface="Calibri"/>
                          <a:ea typeface="標楷體"/>
                          <a:cs typeface="Times New Roman"/>
                        </a:rPr>
                        <a:t>邀請詹秀員老師及楊麗娜</a:t>
                      </a:r>
                      <a:endParaRPr lang="en-US" altLang="zh-TW" sz="1600" b="0" kern="100" dirty="0">
                        <a:effectLst/>
                        <a:latin typeface="Calibri"/>
                        <a:ea typeface="標楷體"/>
                        <a:cs typeface="Times New Roman"/>
                      </a:endParaRPr>
                    </a:p>
                    <a:p>
                      <a:pPr algn="just">
                        <a:spcAft>
                          <a:spcPts val="0"/>
                        </a:spcAft>
                      </a:pPr>
                      <a:r>
                        <a:rPr lang="zh-TW" altLang="en-US" sz="1600" b="0" kern="100" dirty="0">
                          <a:effectLst/>
                          <a:latin typeface="Calibri"/>
                          <a:ea typeface="標楷體"/>
                          <a:cs typeface="Times New Roman"/>
                        </a:rPr>
                        <a:t>     </a:t>
                      </a:r>
                      <a:r>
                        <a:rPr lang="zh-TW" sz="1600" b="0" kern="100" dirty="0">
                          <a:effectLst/>
                          <a:latin typeface="Calibri"/>
                          <a:ea typeface="標楷體"/>
                          <a:cs typeface="Times New Roman"/>
                        </a:rPr>
                        <a:t>理事長楊莉理總幹事擔任</a:t>
                      </a:r>
                      <a:endParaRPr lang="en-US" altLang="zh-TW" sz="1600" b="0" kern="100" dirty="0">
                        <a:effectLst/>
                        <a:latin typeface="Calibri"/>
                        <a:ea typeface="標楷體"/>
                        <a:cs typeface="Times New Roman"/>
                      </a:endParaRPr>
                    </a:p>
                    <a:p>
                      <a:pPr algn="just">
                        <a:spcAft>
                          <a:spcPts val="0"/>
                        </a:spcAft>
                      </a:pPr>
                      <a:r>
                        <a:rPr lang="zh-TW" altLang="en-US" sz="1600" b="0" kern="100" dirty="0">
                          <a:effectLst/>
                          <a:latin typeface="Calibri"/>
                          <a:ea typeface="標楷體"/>
                          <a:cs typeface="Times New Roman"/>
                        </a:rPr>
                        <a:t>     </a:t>
                      </a:r>
                      <a:r>
                        <a:rPr lang="zh-TW" sz="1600" b="0" kern="100" dirty="0">
                          <a:effectLst/>
                          <a:latin typeface="Calibri"/>
                          <a:ea typeface="標楷體"/>
                          <a:cs typeface="Times New Roman"/>
                        </a:rPr>
                        <a:t>講座課程老師，倡導婦女</a:t>
                      </a:r>
                      <a:endParaRPr lang="en-US" altLang="zh-TW" sz="1600" b="0" kern="100" dirty="0">
                        <a:effectLst/>
                        <a:latin typeface="Calibri"/>
                        <a:ea typeface="標楷體"/>
                        <a:cs typeface="Times New Roman"/>
                      </a:endParaRPr>
                    </a:p>
                    <a:p>
                      <a:pPr algn="just">
                        <a:spcAft>
                          <a:spcPts val="0"/>
                        </a:spcAft>
                      </a:pPr>
                      <a:r>
                        <a:rPr lang="zh-TW" altLang="en-US" sz="1600" b="0" kern="100" dirty="0">
                          <a:effectLst/>
                          <a:latin typeface="Calibri"/>
                          <a:ea typeface="標楷體"/>
                          <a:cs typeface="Times New Roman"/>
                        </a:rPr>
                        <a:t>     </a:t>
                      </a:r>
                      <a:r>
                        <a:rPr lang="zh-TW" sz="1600" b="0" kern="100" dirty="0">
                          <a:effectLst/>
                          <a:latin typeface="Calibri"/>
                          <a:ea typeface="標楷體"/>
                          <a:cs typeface="Times New Roman"/>
                        </a:rPr>
                        <a:t>權益，推動性別平等，團</a:t>
                      </a:r>
                      <a:endParaRPr lang="en-US" altLang="zh-TW" sz="1600" b="0" kern="100" dirty="0">
                        <a:effectLst/>
                        <a:latin typeface="Calibri"/>
                        <a:ea typeface="標楷體"/>
                        <a:cs typeface="Times New Roman"/>
                      </a:endParaRPr>
                    </a:p>
                    <a:p>
                      <a:pPr algn="just">
                        <a:spcAft>
                          <a:spcPts val="0"/>
                        </a:spcAft>
                      </a:pPr>
                      <a:r>
                        <a:rPr lang="zh-TW" altLang="en-US" sz="1600" b="0" kern="100" dirty="0">
                          <a:effectLst/>
                          <a:latin typeface="Calibri"/>
                          <a:ea typeface="標楷體"/>
                          <a:cs typeface="Times New Roman"/>
                        </a:rPr>
                        <a:t>     </a:t>
                      </a:r>
                      <a:r>
                        <a:rPr lang="zh-TW" sz="1600" b="0" kern="100" dirty="0">
                          <a:effectLst/>
                          <a:latin typeface="Calibri"/>
                          <a:ea typeface="標楷體"/>
                          <a:cs typeface="Times New Roman"/>
                        </a:rPr>
                        <a:t>結婦女力量，參與公共事</a:t>
                      </a:r>
                      <a:endParaRPr lang="en-US" altLang="zh-TW" sz="1600" b="0" kern="100" dirty="0">
                        <a:effectLst/>
                        <a:latin typeface="Calibri"/>
                        <a:ea typeface="標楷體"/>
                        <a:cs typeface="Times New Roman"/>
                      </a:endParaRPr>
                    </a:p>
                    <a:p>
                      <a:pPr algn="just">
                        <a:spcAft>
                          <a:spcPts val="0"/>
                        </a:spcAft>
                      </a:pPr>
                      <a:r>
                        <a:rPr lang="zh-TW" altLang="en-US" sz="1600" b="0" kern="100" dirty="0">
                          <a:effectLst/>
                          <a:latin typeface="Calibri"/>
                          <a:ea typeface="標楷體"/>
                          <a:cs typeface="Times New Roman"/>
                        </a:rPr>
                        <a:t>     </a:t>
                      </a:r>
                      <a:r>
                        <a:rPr lang="zh-TW" sz="1600" b="0" kern="100" dirty="0">
                          <a:effectLst/>
                          <a:latin typeface="Calibri"/>
                          <a:ea typeface="標楷體"/>
                          <a:cs typeface="Times New Roman"/>
                        </a:rPr>
                        <a:t>務。於竹山社區、山崇社</a:t>
                      </a:r>
                      <a:endParaRPr lang="en-US" altLang="zh-TW" sz="1600" b="0" kern="100" dirty="0">
                        <a:effectLst/>
                        <a:latin typeface="Calibri"/>
                        <a:ea typeface="標楷體"/>
                        <a:cs typeface="Times New Roman"/>
                      </a:endParaRPr>
                    </a:p>
                    <a:p>
                      <a:pPr algn="just">
                        <a:spcAft>
                          <a:spcPts val="0"/>
                        </a:spcAft>
                      </a:pPr>
                      <a:r>
                        <a:rPr lang="zh-TW" altLang="en-US" sz="1600" b="0" kern="100" dirty="0">
                          <a:effectLst/>
                          <a:latin typeface="Calibri"/>
                          <a:ea typeface="標楷體"/>
                          <a:cs typeface="Times New Roman"/>
                        </a:rPr>
                        <a:t>     </a:t>
                      </a:r>
                      <a:r>
                        <a:rPr lang="zh-TW" sz="1600" b="0" kern="100" dirty="0">
                          <a:effectLst/>
                          <a:latin typeface="Calibri"/>
                          <a:ea typeface="標楷體"/>
                          <a:cs typeface="Times New Roman"/>
                        </a:rPr>
                        <a:t>區各一場</a:t>
                      </a:r>
                      <a:endParaRPr lang="zh-TW" sz="1600" b="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810" algn="just">
                        <a:spcAft>
                          <a:spcPts val="0"/>
                        </a:spcAft>
                      </a:pPr>
                      <a:r>
                        <a:rPr lang="zh-TW" sz="1600" b="1" kern="100" dirty="0">
                          <a:effectLst/>
                          <a:latin typeface="Calibri"/>
                          <a:ea typeface="標楷體"/>
                          <a:cs typeface="Times New Roman"/>
                        </a:rPr>
                        <a:t>專家老師：</a:t>
                      </a:r>
                      <a:endParaRPr lang="zh-TW" sz="1600" b="1" kern="100" dirty="0">
                        <a:effectLst/>
                        <a:latin typeface="Calibri"/>
                        <a:ea typeface="新細明體"/>
                        <a:cs typeface="Times New Roman"/>
                      </a:endParaRPr>
                    </a:p>
                    <a:p>
                      <a:pPr marL="3810" algn="just">
                        <a:spcAft>
                          <a:spcPts val="0"/>
                        </a:spcAft>
                      </a:pPr>
                      <a:r>
                        <a:rPr lang="zh-TW" sz="1600" b="1" kern="100" dirty="0">
                          <a:effectLst/>
                          <a:latin typeface="Calibri"/>
                          <a:ea typeface="標楷體"/>
                          <a:cs typeface="Times New Roman"/>
                        </a:rPr>
                        <a:t>黃俊華老師、廖淑梅老師、老師、詹秀員老師、袁玉珍老師</a:t>
                      </a:r>
                      <a:endParaRPr lang="zh-TW" sz="1600" b="1" kern="100" dirty="0">
                        <a:effectLst/>
                        <a:latin typeface="Calibri"/>
                        <a:ea typeface="新細明體"/>
                        <a:cs typeface="Times New Roman"/>
                      </a:endParaRPr>
                    </a:p>
                    <a:p>
                      <a:pPr marL="3810" algn="just">
                        <a:spcAft>
                          <a:spcPts val="0"/>
                        </a:spcAft>
                      </a:pPr>
                      <a:r>
                        <a:rPr lang="zh-TW" sz="1600" b="1" kern="100" dirty="0">
                          <a:effectLst/>
                          <a:latin typeface="Calibri"/>
                          <a:ea typeface="標楷體"/>
                          <a:cs typeface="Times New Roman"/>
                        </a:rPr>
                        <a:t>實務老師</a:t>
                      </a:r>
                      <a:r>
                        <a:rPr lang="en-US" sz="1600" b="1" kern="100" dirty="0">
                          <a:effectLst/>
                          <a:latin typeface="Calibri"/>
                          <a:ea typeface="標楷體"/>
                          <a:cs typeface="Times New Roman"/>
                        </a:rPr>
                        <a:t>(</a:t>
                      </a:r>
                      <a:r>
                        <a:rPr lang="zh-TW" sz="1600" b="1" kern="100" dirty="0">
                          <a:effectLst/>
                          <a:latin typeface="Calibri"/>
                          <a:ea typeface="標楷體"/>
                          <a:cs typeface="Times New Roman"/>
                        </a:rPr>
                        <a:t>跨社區</a:t>
                      </a:r>
                      <a:r>
                        <a:rPr lang="en-US" sz="1600" b="1" kern="100" dirty="0">
                          <a:effectLst/>
                          <a:latin typeface="Calibri"/>
                          <a:ea typeface="標楷體"/>
                          <a:cs typeface="Times New Roman"/>
                        </a:rPr>
                        <a:t>)</a:t>
                      </a:r>
                      <a:r>
                        <a:rPr lang="zh-TW" sz="1600" b="1" kern="100" dirty="0">
                          <a:effectLst/>
                          <a:latin typeface="Calibri"/>
                          <a:ea typeface="標楷體"/>
                          <a:cs typeface="Times New Roman"/>
                        </a:rPr>
                        <a:t>：</a:t>
                      </a:r>
                      <a:endParaRPr lang="zh-TW" sz="1600" b="1" kern="100" dirty="0">
                        <a:effectLst/>
                        <a:latin typeface="Calibri"/>
                        <a:ea typeface="新細明體"/>
                        <a:cs typeface="Times New Roman"/>
                      </a:endParaRPr>
                    </a:p>
                    <a:p>
                      <a:pPr marL="3810" algn="just">
                        <a:spcAft>
                          <a:spcPts val="0"/>
                        </a:spcAft>
                      </a:pPr>
                      <a:r>
                        <a:rPr lang="zh-TW" sz="1600" b="1" kern="100" dirty="0">
                          <a:effectLst/>
                          <a:latin typeface="Calibri"/>
                          <a:ea typeface="標楷體"/>
                          <a:cs typeface="Times New Roman"/>
                        </a:rPr>
                        <a:t>楊麗娜理事長</a:t>
                      </a:r>
                      <a:endParaRPr lang="zh-TW" sz="1600" b="1" kern="100" dirty="0">
                        <a:effectLst/>
                        <a:latin typeface="Calibri"/>
                        <a:ea typeface="新細明體"/>
                        <a:cs typeface="Times New Roman"/>
                      </a:endParaRPr>
                    </a:p>
                    <a:p>
                      <a:pPr marL="3810" algn="just">
                        <a:spcAft>
                          <a:spcPts val="0"/>
                        </a:spcAft>
                      </a:pPr>
                      <a:r>
                        <a:rPr lang="zh-TW" sz="1600" b="1" kern="100" dirty="0">
                          <a:effectLst/>
                          <a:latin typeface="Calibri"/>
                          <a:ea typeface="標楷體"/>
                          <a:cs typeface="Times New Roman"/>
                        </a:rPr>
                        <a:t>管梅秀理事長</a:t>
                      </a:r>
                      <a:endParaRPr lang="zh-TW" sz="1600" b="1" kern="100" dirty="0">
                        <a:effectLst/>
                        <a:latin typeface="Calibri"/>
                        <a:ea typeface="新細明體"/>
                        <a:cs typeface="Times New Roman"/>
                      </a:endParaRPr>
                    </a:p>
                    <a:p>
                      <a:pPr marL="3810" algn="just">
                        <a:spcAft>
                          <a:spcPts val="0"/>
                        </a:spcAft>
                      </a:pPr>
                      <a:r>
                        <a:rPr lang="zh-TW" sz="1600" b="1" kern="100" dirty="0">
                          <a:effectLst/>
                          <a:latin typeface="Calibri"/>
                          <a:ea typeface="標楷體"/>
                          <a:cs typeface="Times New Roman"/>
                        </a:rPr>
                        <a:t>楊莉理總幹事</a:t>
                      </a:r>
                      <a:endParaRPr lang="zh-TW" sz="1600" b="1" kern="100" dirty="0">
                        <a:effectLst/>
                        <a:latin typeface="Calibri"/>
                        <a:ea typeface="新細明體"/>
                        <a:cs typeface="Times New Roman"/>
                      </a:endParaRPr>
                    </a:p>
                    <a:p>
                      <a:pPr marL="3810" algn="just">
                        <a:spcAft>
                          <a:spcPts val="0"/>
                        </a:spcAft>
                      </a:pPr>
                      <a:r>
                        <a:rPr lang="zh-TW" sz="1600" b="1" kern="100" dirty="0">
                          <a:effectLst/>
                          <a:latin typeface="Calibri"/>
                          <a:ea typeface="標楷體"/>
                          <a:cs typeface="Times New Roman"/>
                        </a:rPr>
                        <a:t>專業團隊</a:t>
                      </a:r>
                      <a:r>
                        <a:rPr lang="en-US" sz="1600" b="1" kern="100" dirty="0">
                          <a:effectLst/>
                          <a:latin typeface="Calibri"/>
                          <a:ea typeface="標楷體"/>
                          <a:cs typeface="Times New Roman"/>
                        </a:rPr>
                        <a:t>(</a:t>
                      </a:r>
                      <a:r>
                        <a:rPr lang="zh-TW" sz="1600" b="1" kern="100" dirty="0">
                          <a:effectLst/>
                          <a:latin typeface="Calibri"/>
                          <a:ea typeface="標楷體"/>
                          <a:cs typeface="Times New Roman"/>
                        </a:rPr>
                        <a:t>跨部會</a:t>
                      </a:r>
                      <a:r>
                        <a:rPr lang="en-US" sz="1600" b="1" kern="100" dirty="0">
                          <a:effectLst/>
                          <a:latin typeface="Calibri"/>
                          <a:ea typeface="標楷體"/>
                          <a:cs typeface="Times New Roman"/>
                        </a:rPr>
                        <a:t>)</a:t>
                      </a:r>
                      <a:r>
                        <a:rPr lang="zh-TW" sz="1600" b="1" kern="100" dirty="0">
                          <a:effectLst/>
                          <a:latin typeface="Calibri"/>
                          <a:ea typeface="標楷體"/>
                          <a:cs typeface="Times New Roman"/>
                        </a:rPr>
                        <a:t>：大旗艦社區夥伴、南投縣政府、竹山鎮公所、竹山鎮樂齡學習中心</a:t>
                      </a:r>
                      <a:endParaRPr lang="zh-TW" sz="1600" b="1" kern="100" dirty="0">
                        <a:effectLst/>
                        <a:latin typeface="Calibri"/>
                        <a:ea typeface="新細明體"/>
                        <a:cs typeface="Times New Roman"/>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extLst>
                  <a:ext uri="{0D108BD9-81ED-4DB2-BD59-A6C34878D82A}">
                    <a16:rowId xmlns:a16="http://schemas.microsoft.com/office/drawing/2014/main" val="10001"/>
                  </a:ext>
                </a:extLst>
              </a:tr>
            </a:tbl>
          </a:graphicData>
        </a:graphic>
      </p:graphicFrame>
      <p:pic>
        <p:nvPicPr>
          <p:cNvPr id="5121"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8104" y="6103293"/>
            <a:ext cx="3487759" cy="7547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668733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23528" y="260648"/>
            <a:ext cx="8382000" cy="563562"/>
          </a:xfrm>
        </p:spPr>
        <p:txBody>
          <a:bodyPr/>
          <a:lstStyle/>
          <a:p>
            <a:r>
              <a:rPr lang="zh-TW" altLang="en-US" dirty="0"/>
              <a:t>活動內容規劃</a:t>
            </a:r>
            <a:br>
              <a:rPr lang="zh-TW" altLang="en-US" dirty="0"/>
            </a:br>
            <a:endParaRPr lang="zh-TW" altLang="en-US" dirty="0"/>
          </a:p>
        </p:txBody>
      </p:sp>
      <p:graphicFrame>
        <p:nvGraphicFramePr>
          <p:cNvPr id="5" name="表格 4"/>
          <p:cNvGraphicFramePr>
            <a:graphicFrameLocks noGrp="1"/>
          </p:cNvGraphicFramePr>
          <p:nvPr/>
        </p:nvGraphicFramePr>
        <p:xfrm>
          <a:off x="395536" y="1340768"/>
          <a:ext cx="8352928" cy="4778714"/>
        </p:xfrm>
        <a:graphic>
          <a:graphicData uri="http://schemas.openxmlformats.org/drawingml/2006/table">
            <a:tbl>
              <a:tblPr firstRow="1" firstCol="1" bandRow="1"/>
              <a:tblGrid>
                <a:gridCol w="1197134">
                  <a:extLst>
                    <a:ext uri="{9D8B030D-6E8A-4147-A177-3AD203B41FA5}">
                      <a16:colId xmlns:a16="http://schemas.microsoft.com/office/drawing/2014/main" val="20000"/>
                    </a:ext>
                  </a:extLst>
                </a:gridCol>
                <a:gridCol w="2513307">
                  <a:extLst>
                    <a:ext uri="{9D8B030D-6E8A-4147-A177-3AD203B41FA5}">
                      <a16:colId xmlns:a16="http://schemas.microsoft.com/office/drawing/2014/main" val="20001"/>
                    </a:ext>
                  </a:extLst>
                </a:gridCol>
                <a:gridCol w="962436">
                  <a:extLst>
                    <a:ext uri="{9D8B030D-6E8A-4147-A177-3AD203B41FA5}">
                      <a16:colId xmlns:a16="http://schemas.microsoft.com/office/drawing/2014/main" val="20002"/>
                    </a:ext>
                  </a:extLst>
                </a:gridCol>
                <a:gridCol w="1674976">
                  <a:extLst>
                    <a:ext uri="{9D8B030D-6E8A-4147-A177-3AD203B41FA5}">
                      <a16:colId xmlns:a16="http://schemas.microsoft.com/office/drawing/2014/main" val="20003"/>
                    </a:ext>
                  </a:extLst>
                </a:gridCol>
                <a:gridCol w="2005075">
                  <a:extLst>
                    <a:ext uri="{9D8B030D-6E8A-4147-A177-3AD203B41FA5}">
                      <a16:colId xmlns:a16="http://schemas.microsoft.com/office/drawing/2014/main" val="20004"/>
                    </a:ext>
                  </a:extLst>
                </a:gridCol>
              </a:tblGrid>
              <a:tr h="477872">
                <a:tc>
                  <a:txBody>
                    <a:bodyPr/>
                    <a:lstStyle/>
                    <a:p>
                      <a:pPr>
                        <a:spcAft>
                          <a:spcPts val="0"/>
                        </a:spcAft>
                      </a:pPr>
                      <a:r>
                        <a:rPr lang="zh-TW" sz="1800" b="1" kern="100" dirty="0">
                          <a:effectLst/>
                          <a:latin typeface="Times New Roman"/>
                          <a:ea typeface="標楷體"/>
                        </a:rPr>
                        <a:t>活動期程</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課程內容</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時間</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講師</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備註</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77872">
                <a:tc>
                  <a:txBody>
                    <a:bodyPr/>
                    <a:lstStyle/>
                    <a:p>
                      <a:pPr>
                        <a:spcAft>
                          <a:spcPts val="0"/>
                        </a:spcAft>
                      </a:pPr>
                      <a:r>
                        <a:rPr lang="en-US" sz="1800" b="1" kern="100" dirty="0">
                          <a:effectLst/>
                          <a:latin typeface="標楷體"/>
                          <a:ea typeface="超研澤粗楷"/>
                        </a:rPr>
                        <a:t>10</a:t>
                      </a:r>
                      <a:r>
                        <a:rPr lang="zh-TW" sz="1800" b="1" kern="100" dirty="0">
                          <a:effectLst/>
                          <a:latin typeface="Times New Roman"/>
                          <a:ea typeface="標楷體"/>
                        </a:rPr>
                        <a:t>堂課</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effectLst/>
                          <a:latin typeface="Times New Roman"/>
                          <a:ea typeface="標楷體"/>
                        </a:rPr>
                        <a:t>烏克麗麗</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effectLst/>
                          <a:latin typeface="標楷體"/>
                          <a:ea typeface="超研澤粗楷"/>
                        </a:rPr>
                        <a:t>20</a:t>
                      </a:r>
                      <a:r>
                        <a:rPr lang="zh-TW" sz="1800" b="1" kern="100">
                          <a:effectLst/>
                          <a:latin typeface="Times New Roman"/>
                          <a:ea typeface="標楷體"/>
                        </a:rPr>
                        <a:t>小時</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黃俊華老師</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effectLst/>
                          <a:latin typeface="標楷體"/>
                          <a:ea typeface="超研澤粗楷"/>
                        </a:rPr>
                        <a:t> </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77872">
                <a:tc>
                  <a:txBody>
                    <a:bodyPr/>
                    <a:lstStyle/>
                    <a:p>
                      <a:pPr>
                        <a:spcAft>
                          <a:spcPts val="0"/>
                        </a:spcAft>
                      </a:pPr>
                      <a:r>
                        <a:rPr lang="en-US" sz="1800" b="1" kern="100">
                          <a:effectLst/>
                          <a:latin typeface="標楷體"/>
                          <a:ea typeface="超研澤粗楷"/>
                        </a:rPr>
                        <a:t>10</a:t>
                      </a:r>
                      <a:r>
                        <a:rPr lang="zh-TW" sz="1800" b="1" kern="100">
                          <a:effectLst/>
                          <a:latin typeface="Times New Roman"/>
                          <a:ea typeface="標楷體"/>
                        </a:rPr>
                        <a:t>堂課</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effectLst/>
                          <a:latin typeface="Times New Roman"/>
                          <a:ea typeface="標楷體"/>
                        </a:rPr>
                        <a:t>特色美食手工藝</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effectLst/>
                          <a:latin typeface="標楷體"/>
                          <a:ea typeface="超研澤粗楷"/>
                        </a:rPr>
                        <a:t>20</a:t>
                      </a:r>
                      <a:r>
                        <a:rPr lang="zh-TW" sz="1800" b="1" kern="100" dirty="0">
                          <a:effectLst/>
                          <a:latin typeface="Times New Roman"/>
                          <a:ea typeface="標楷體"/>
                        </a:rPr>
                        <a:t>小時</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廖淑梅老師</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effectLst/>
                          <a:latin typeface="標楷體"/>
                          <a:ea typeface="超研澤粗楷"/>
                        </a:rPr>
                        <a:t> </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477872">
                <a:tc>
                  <a:txBody>
                    <a:bodyPr/>
                    <a:lstStyle/>
                    <a:p>
                      <a:pPr>
                        <a:spcAft>
                          <a:spcPts val="0"/>
                        </a:spcAft>
                      </a:pPr>
                      <a:r>
                        <a:rPr lang="en-US" sz="1800" b="1" kern="100">
                          <a:effectLst/>
                          <a:latin typeface="標楷體"/>
                          <a:ea typeface="超研澤粗楷"/>
                        </a:rPr>
                        <a:t>2</a:t>
                      </a:r>
                      <a:r>
                        <a:rPr lang="zh-TW" sz="1800" b="1" kern="100">
                          <a:effectLst/>
                          <a:latin typeface="Times New Roman"/>
                          <a:ea typeface="標楷體"/>
                        </a:rPr>
                        <a:t>堂課</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effectLst/>
                          <a:latin typeface="Times New Roman"/>
                          <a:ea typeface="標楷體"/>
                        </a:rPr>
                        <a:t>茶道</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effectLst/>
                          <a:latin typeface="標楷體"/>
                          <a:ea typeface="超研澤粗楷"/>
                        </a:rPr>
                        <a:t>4</a:t>
                      </a:r>
                      <a:r>
                        <a:rPr lang="zh-TW" sz="1800" b="1" kern="100" dirty="0">
                          <a:effectLst/>
                          <a:latin typeface="Times New Roman"/>
                          <a:ea typeface="標楷體"/>
                        </a:rPr>
                        <a:t>小時</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管梅秀理事長</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effectLst/>
                          <a:latin typeface="標楷體"/>
                          <a:ea typeface="超研澤粗楷"/>
                        </a:rPr>
                        <a:t> </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955742">
                <a:tc>
                  <a:txBody>
                    <a:bodyPr/>
                    <a:lstStyle/>
                    <a:p>
                      <a:pPr>
                        <a:spcAft>
                          <a:spcPts val="0"/>
                        </a:spcAft>
                      </a:pPr>
                      <a:r>
                        <a:rPr lang="en-US" sz="1800" b="1" kern="100">
                          <a:effectLst/>
                          <a:latin typeface="標楷體"/>
                          <a:ea typeface="超研澤粗楷"/>
                        </a:rPr>
                        <a:t>2</a:t>
                      </a:r>
                      <a:r>
                        <a:rPr lang="zh-TW" sz="1800" b="1" kern="100">
                          <a:effectLst/>
                          <a:latin typeface="Times New Roman"/>
                          <a:ea typeface="標楷體"/>
                        </a:rPr>
                        <a:t>堂課</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effectLst/>
                          <a:latin typeface="Times New Roman"/>
                          <a:ea typeface="標楷體"/>
                        </a:rPr>
                        <a:t>婦女權益及性別平等</a:t>
                      </a:r>
                      <a:endParaRPr lang="zh-TW" sz="1800" b="1" kern="100" dirty="0">
                        <a:effectLst/>
                        <a:latin typeface="Times New Roman"/>
                        <a:ea typeface="超研澤粗楷"/>
                      </a:endParaRPr>
                    </a:p>
                    <a:p>
                      <a:pPr>
                        <a:spcAft>
                          <a:spcPts val="0"/>
                        </a:spcAft>
                      </a:pPr>
                      <a:r>
                        <a:rPr lang="en-US" sz="1800" b="1" kern="100" dirty="0">
                          <a:effectLst/>
                          <a:latin typeface="標楷體"/>
                          <a:ea typeface="超研澤粗楷"/>
                        </a:rPr>
                        <a:t> </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effectLst/>
                          <a:latin typeface="標楷體"/>
                          <a:ea typeface="超研澤粗楷"/>
                        </a:rPr>
                        <a:t>4</a:t>
                      </a:r>
                      <a:r>
                        <a:rPr lang="zh-TW" sz="1800" b="1" kern="100" dirty="0">
                          <a:effectLst/>
                          <a:latin typeface="Times New Roman"/>
                          <a:ea typeface="標楷體"/>
                        </a:rPr>
                        <a:t>小時</a:t>
                      </a:r>
                      <a:endParaRPr lang="zh-TW" sz="1800" b="1" kern="100" dirty="0">
                        <a:effectLst/>
                        <a:latin typeface="Times New Roman"/>
                        <a:ea typeface="超研澤粗楷"/>
                      </a:endParaRPr>
                    </a:p>
                    <a:p>
                      <a:pPr>
                        <a:spcAft>
                          <a:spcPts val="0"/>
                        </a:spcAft>
                      </a:pPr>
                      <a:r>
                        <a:rPr lang="en-US" sz="1800" b="1" kern="100" dirty="0">
                          <a:effectLst/>
                          <a:latin typeface="標楷體"/>
                          <a:ea typeface="超研澤粗楷"/>
                        </a:rPr>
                        <a:t> </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effectLst/>
                          <a:latin typeface="Times New Roman"/>
                          <a:ea typeface="標楷體"/>
                        </a:rPr>
                        <a:t>詹秀員老師</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effectLst/>
                          <a:latin typeface="標楷體"/>
                          <a:ea typeface="超研澤粗楷"/>
                        </a:rPr>
                        <a:t> </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955742">
                <a:tc>
                  <a:txBody>
                    <a:bodyPr/>
                    <a:lstStyle/>
                    <a:p>
                      <a:pPr>
                        <a:spcAft>
                          <a:spcPts val="0"/>
                        </a:spcAft>
                      </a:pPr>
                      <a:r>
                        <a:rPr lang="en-US" sz="1800" b="1" kern="100">
                          <a:effectLst/>
                          <a:latin typeface="標楷體"/>
                          <a:ea typeface="超研澤粗楷"/>
                        </a:rPr>
                        <a:t>2</a:t>
                      </a:r>
                      <a:r>
                        <a:rPr lang="zh-TW" sz="1800" b="1" kern="100">
                          <a:effectLst/>
                          <a:latin typeface="Times New Roman"/>
                          <a:ea typeface="標楷體"/>
                        </a:rPr>
                        <a:t>堂課</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新住民講座</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effectLst/>
                          <a:latin typeface="標楷體"/>
                          <a:ea typeface="超研澤粗楷"/>
                        </a:rPr>
                        <a:t>4</a:t>
                      </a:r>
                      <a:r>
                        <a:rPr lang="zh-TW" sz="1800" b="1" kern="100" dirty="0">
                          <a:effectLst/>
                          <a:latin typeface="Times New Roman"/>
                          <a:ea typeface="標楷體"/>
                        </a:rPr>
                        <a:t>小時</a:t>
                      </a:r>
                      <a:endParaRPr lang="zh-TW" sz="1800" b="1" kern="100" dirty="0">
                        <a:effectLst/>
                        <a:latin typeface="Times New Roman"/>
                        <a:ea typeface="超研澤粗楷"/>
                      </a:endParaRPr>
                    </a:p>
                    <a:p>
                      <a:pPr>
                        <a:spcAft>
                          <a:spcPts val="0"/>
                        </a:spcAft>
                      </a:pPr>
                      <a:r>
                        <a:rPr lang="en-US" sz="1800" b="1" kern="100" dirty="0">
                          <a:effectLst/>
                          <a:latin typeface="標楷體"/>
                          <a:ea typeface="超研澤粗楷"/>
                        </a:rPr>
                        <a:t> </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effectLst/>
                          <a:latin typeface="Times New Roman"/>
                          <a:ea typeface="標楷體"/>
                        </a:rPr>
                        <a:t>袁玉珍老師</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effectLst/>
                          <a:latin typeface="標楷體"/>
                          <a:ea typeface="超研澤粗楷"/>
                        </a:rPr>
                        <a:t> </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955742">
                <a:tc>
                  <a:txBody>
                    <a:bodyPr/>
                    <a:lstStyle/>
                    <a:p>
                      <a:pPr>
                        <a:spcAft>
                          <a:spcPts val="0"/>
                        </a:spcAft>
                      </a:pPr>
                      <a:r>
                        <a:rPr lang="en-US" sz="1800" b="1" kern="100">
                          <a:effectLst/>
                          <a:latin typeface="標楷體"/>
                          <a:ea typeface="超研澤粗楷"/>
                        </a:rPr>
                        <a:t>2</a:t>
                      </a:r>
                      <a:r>
                        <a:rPr lang="zh-TW" sz="1800" b="1" kern="100">
                          <a:effectLst/>
                          <a:latin typeface="Times New Roman"/>
                          <a:ea typeface="標楷體"/>
                        </a:rPr>
                        <a:t>堂課</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effectLst/>
                          <a:latin typeface="Times New Roman"/>
                          <a:ea typeface="標楷體"/>
                        </a:rPr>
                        <a:t>婦女志工參與分享</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effectLst/>
                          <a:latin typeface="標楷體"/>
                          <a:ea typeface="超研澤粗楷"/>
                        </a:rPr>
                        <a:t>2</a:t>
                      </a:r>
                      <a:r>
                        <a:rPr lang="zh-TW" sz="1800" b="1" kern="100">
                          <a:effectLst/>
                          <a:latin typeface="Times New Roman"/>
                          <a:ea typeface="標楷體"/>
                        </a:rPr>
                        <a:t>小時</a:t>
                      </a:r>
                      <a:endParaRPr lang="zh-TW" sz="18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effectLst/>
                          <a:latin typeface="Times New Roman"/>
                          <a:ea typeface="標楷體"/>
                        </a:rPr>
                        <a:t>楊莉理總幹事各一小時</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28600">
                        <a:spcAft>
                          <a:spcPts val="0"/>
                        </a:spcAft>
                      </a:pPr>
                      <a:r>
                        <a:rPr lang="en-US" sz="1800" b="1" kern="100" dirty="0">
                          <a:effectLst/>
                          <a:latin typeface="標楷體"/>
                          <a:ea typeface="超研澤粗楷"/>
                        </a:rPr>
                        <a:t> </a:t>
                      </a:r>
                      <a:endParaRPr lang="zh-TW" sz="18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pic>
        <p:nvPicPr>
          <p:cNvPr id="6145"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884368" y="5427233"/>
            <a:ext cx="1062732" cy="1430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20272" y="5815012"/>
            <a:ext cx="774700" cy="1042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圖片 5"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40152" y="6034611"/>
            <a:ext cx="600913" cy="823388"/>
          </a:xfrm>
          <a:prstGeom prst="rect">
            <a:avLst/>
          </a:prstGeom>
          <a:noFill/>
          <a:ln>
            <a:noFill/>
          </a:ln>
        </p:spPr>
      </p:pic>
    </p:spTree>
    <p:extLst>
      <p:ext uri="{BB962C8B-B14F-4D97-AF65-F5344CB8AC3E}">
        <p14:creationId xmlns:p14="http://schemas.microsoft.com/office/powerpoint/2010/main" val="55172317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a:xfrm>
            <a:off x="467544" y="836712"/>
            <a:ext cx="8229600" cy="5410200"/>
          </a:xfrm>
        </p:spPr>
        <p:txBody>
          <a:bodyPr/>
          <a:lstStyle/>
          <a:p>
            <a:pPr marL="0" indent="0">
              <a:buNone/>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三</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zh-TW" sz="2800" kern="100" dirty="0">
                <a:latin typeface="Times New Roman"/>
                <a:ea typeface="標楷體"/>
              </a:rPr>
              <a:t>兒童福利</a:t>
            </a:r>
            <a:r>
              <a:rPr lang="en-US" altLang="zh-TW" sz="2800" kern="100" dirty="0">
                <a:latin typeface="Times New Roman"/>
                <a:ea typeface="標楷體"/>
              </a:rPr>
              <a:t>-</a:t>
            </a:r>
            <a:r>
              <a:rPr lang="zh-TW" altLang="zh-TW" sz="2800" kern="100" dirty="0">
                <a:latin typeface="Times New Roman"/>
                <a:ea typeface="標楷體"/>
              </a:rPr>
              <a:t>轉動才藝幸福無限</a:t>
            </a:r>
            <a:endParaRPr lang="zh-TW" altLang="zh-TW" sz="3200" kern="100" dirty="0">
              <a:latin typeface="Times New Roman"/>
              <a:ea typeface="超研澤粗楷"/>
            </a:endParaRPr>
          </a:p>
        </p:txBody>
      </p:sp>
      <p:graphicFrame>
        <p:nvGraphicFramePr>
          <p:cNvPr id="3" name="表格 2"/>
          <p:cNvGraphicFramePr>
            <a:graphicFrameLocks noGrp="1"/>
          </p:cNvGraphicFramePr>
          <p:nvPr/>
        </p:nvGraphicFramePr>
        <p:xfrm>
          <a:off x="107504" y="1556792"/>
          <a:ext cx="8784974" cy="4891048"/>
        </p:xfrm>
        <a:graphic>
          <a:graphicData uri="http://schemas.openxmlformats.org/drawingml/2006/table">
            <a:tbl>
              <a:tblPr firstRow="1" bandRow="1"/>
              <a:tblGrid>
                <a:gridCol w="815369">
                  <a:extLst>
                    <a:ext uri="{9D8B030D-6E8A-4147-A177-3AD203B41FA5}">
                      <a16:colId xmlns:a16="http://schemas.microsoft.com/office/drawing/2014/main" val="20000"/>
                    </a:ext>
                  </a:extLst>
                </a:gridCol>
                <a:gridCol w="1270705">
                  <a:extLst>
                    <a:ext uri="{9D8B030D-6E8A-4147-A177-3AD203B41FA5}">
                      <a16:colId xmlns:a16="http://schemas.microsoft.com/office/drawing/2014/main" val="20001"/>
                    </a:ext>
                  </a:extLst>
                </a:gridCol>
                <a:gridCol w="1616077">
                  <a:extLst>
                    <a:ext uri="{9D8B030D-6E8A-4147-A177-3AD203B41FA5}">
                      <a16:colId xmlns:a16="http://schemas.microsoft.com/office/drawing/2014/main" val="20002"/>
                    </a:ext>
                  </a:extLst>
                </a:gridCol>
                <a:gridCol w="2773560">
                  <a:extLst>
                    <a:ext uri="{9D8B030D-6E8A-4147-A177-3AD203B41FA5}">
                      <a16:colId xmlns:a16="http://schemas.microsoft.com/office/drawing/2014/main" val="20003"/>
                    </a:ext>
                  </a:extLst>
                </a:gridCol>
                <a:gridCol w="2309263">
                  <a:extLst>
                    <a:ext uri="{9D8B030D-6E8A-4147-A177-3AD203B41FA5}">
                      <a16:colId xmlns:a16="http://schemas.microsoft.com/office/drawing/2014/main" val="20004"/>
                    </a:ext>
                  </a:extLst>
                </a:gridCol>
              </a:tblGrid>
              <a:tr h="625957">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編號</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a:effectLst/>
                          <a:latin typeface="Calibri"/>
                          <a:ea typeface="標楷體"/>
                          <a:cs typeface="Times New Roman"/>
                        </a:rPr>
                        <a:t>服務項目</a:t>
                      </a:r>
                      <a:endParaRPr lang="zh-TW" sz="1800"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a:effectLst/>
                          <a:latin typeface="Calibri"/>
                          <a:ea typeface="標楷體"/>
                          <a:cs typeface="Times New Roman"/>
                        </a:rPr>
                        <a:t>服務內容</a:t>
                      </a:r>
                      <a:endParaRPr lang="zh-TW" sz="1800"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800" b="1" kern="100" dirty="0">
                          <a:effectLst/>
                          <a:latin typeface="Calibri"/>
                          <a:ea typeface="標楷體"/>
                          <a:cs typeface="Times New Roman"/>
                        </a:rPr>
                        <a:t>服務方式與規劃</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活動講師</a:t>
                      </a:r>
                      <a:endParaRPr lang="zh-TW" sz="1800" kern="100" dirty="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4265091">
                <a:tc>
                  <a:txBody>
                    <a:bodyPr/>
                    <a:lstStyle/>
                    <a:p>
                      <a:pPr algn="ctr">
                        <a:lnSpc>
                          <a:spcPts val="2400"/>
                        </a:lnSpc>
                        <a:spcAft>
                          <a:spcPts val="0"/>
                        </a:spcAft>
                        <a:tabLst>
                          <a:tab pos="381000" algn="l"/>
                        </a:tabLst>
                      </a:pPr>
                      <a:r>
                        <a:rPr lang="en-US" sz="1800" kern="100">
                          <a:effectLst/>
                          <a:latin typeface="標楷體"/>
                          <a:ea typeface="新細明體"/>
                          <a:cs typeface="Times New Roman"/>
                        </a:rPr>
                        <a:t>3-11</a:t>
                      </a:r>
                      <a:r>
                        <a:rPr lang="zh-TW" sz="1800" kern="100">
                          <a:effectLst/>
                          <a:latin typeface="Calibri"/>
                          <a:ea typeface="標楷體"/>
                          <a:cs typeface="Times New Roman"/>
                        </a:rPr>
                        <a:t>月</a:t>
                      </a:r>
                      <a:endParaRPr lang="zh-TW" sz="1800"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ctr">
                        <a:lnSpc>
                          <a:spcPts val="2400"/>
                        </a:lnSpc>
                        <a:spcAft>
                          <a:spcPts val="0"/>
                        </a:spcAft>
                        <a:tabLst>
                          <a:tab pos="381000" algn="l"/>
                        </a:tabLst>
                      </a:pPr>
                      <a:r>
                        <a:rPr lang="zh-TW" sz="1800" kern="100" dirty="0">
                          <a:effectLst/>
                          <a:latin typeface="Calibri"/>
                          <a:ea typeface="標楷體"/>
                          <a:cs typeface="Times New Roman"/>
                        </a:rPr>
                        <a:t>課後多元陪伴班</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just">
                        <a:lnSpc>
                          <a:spcPts val="2400"/>
                        </a:lnSpc>
                        <a:spcAft>
                          <a:spcPts val="0"/>
                        </a:spcAft>
                      </a:pPr>
                      <a:r>
                        <a:rPr lang="en-US" sz="1800" kern="100" dirty="0">
                          <a:effectLst/>
                          <a:latin typeface="標楷體"/>
                          <a:ea typeface="新細明體"/>
                          <a:cs typeface="Times New Roman"/>
                        </a:rPr>
                        <a:t>1.</a:t>
                      </a:r>
                      <a:r>
                        <a:rPr lang="zh-TW" sz="1800" kern="100" dirty="0">
                          <a:effectLst/>
                          <a:latin typeface="Calibri"/>
                          <a:ea typeface="標楷體"/>
                          <a:cs typeface="Times New Roman"/>
                        </a:rPr>
                        <a:t>兒童課輔</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2.</a:t>
                      </a:r>
                      <a:r>
                        <a:rPr lang="zh-TW" sz="1800" kern="100" dirty="0">
                          <a:effectLst/>
                          <a:latin typeface="Calibri"/>
                          <a:ea typeface="標楷體"/>
                          <a:cs typeface="Times New Roman"/>
                        </a:rPr>
                        <a:t>體育活動</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3.</a:t>
                      </a:r>
                      <a:r>
                        <a:rPr lang="zh-TW" sz="1800" kern="100" dirty="0">
                          <a:effectLst/>
                          <a:latin typeface="Calibri"/>
                          <a:ea typeface="標楷體"/>
                          <a:cs typeface="Times New Roman"/>
                        </a:rPr>
                        <a:t>書法練習</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4.</a:t>
                      </a:r>
                      <a:r>
                        <a:rPr lang="zh-TW" sz="1800" kern="100" dirty="0">
                          <a:effectLst/>
                          <a:latin typeface="Calibri"/>
                          <a:ea typeface="標楷體"/>
                          <a:cs typeface="Times New Roman"/>
                        </a:rPr>
                        <a:t>美勞手藝</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5.</a:t>
                      </a:r>
                      <a:r>
                        <a:rPr lang="zh-TW" sz="1800" kern="100" dirty="0">
                          <a:effectLst/>
                          <a:latin typeface="Calibri"/>
                          <a:ea typeface="標楷體"/>
                          <a:cs typeface="Times New Roman"/>
                        </a:rPr>
                        <a:t>文史采風</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6.</a:t>
                      </a:r>
                      <a:r>
                        <a:rPr lang="zh-TW" sz="1800" kern="100" dirty="0">
                          <a:effectLst/>
                          <a:latin typeface="Calibri"/>
                          <a:ea typeface="標楷體"/>
                          <a:cs typeface="Times New Roman"/>
                        </a:rPr>
                        <a:t>運動舞蹈</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7.</a:t>
                      </a:r>
                      <a:r>
                        <a:rPr lang="zh-TW" sz="1800" kern="100" dirty="0">
                          <a:effectLst/>
                          <a:latin typeface="Calibri"/>
                          <a:ea typeface="標楷體"/>
                          <a:cs typeface="Times New Roman"/>
                        </a:rPr>
                        <a:t>竹童玩製作</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8.</a:t>
                      </a:r>
                      <a:r>
                        <a:rPr lang="zh-TW" sz="1800" kern="100" dirty="0">
                          <a:effectLst/>
                          <a:latin typeface="Calibri"/>
                          <a:ea typeface="標楷體"/>
                          <a:cs typeface="Times New Roman"/>
                        </a:rPr>
                        <a:t>廟宇故事</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9.</a:t>
                      </a:r>
                      <a:r>
                        <a:rPr lang="zh-TW" sz="1800" kern="100" dirty="0">
                          <a:effectLst/>
                          <a:latin typeface="Calibri"/>
                          <a:ea typeface="標楷體"/>
                          <a:cs typeface="Times New Roman"/>
                        </a:rPr>
                        <a:t>生態探索</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10.</a:t>
                      </a:r>
                      <a:r>
                        <a:rPr lang="zh-TW" sz="1800" kern="100" dirty="0">
                          <a:effectLst/>
                          <a:latin typeface="Calibri"/>
                          <a:ea typeface="標楷體"/>
                          <a:cs typeface="Times New Roman"/>
                        </a:rPr>
                        <a:t>話劇排練</a:t>
                      </a:r>
                      <a:endParaRPr lang="zh-TW" sz="1800" kern="100" dirty="0">
                        <a:effectLst/>
                        <a:latin typeface="Calibri"/>
                        <a:ea typeface="新細明體"/>
                        <a:cs typeface="Times New Roman"/>
                      </a:endParaRPr>
                    </a:p>
                    <a:p>
                      <a:pPr algn="just">
                        <a:lnSpc>
                          <a:spcPts val="2400"/>
                        </a:lnSpc>
                        <a:spcAft>
                          <a:spcPts val="0"/>
                        </a:spcAft>
                      </a:pPr>
                      <a:r>
                        <a:rPr lang="en-US" sz="1800" kern="100" dirty="0">
                          <a:effectLst/>
                          <a:latin typeface="標楷體"/>
                          <a:ea typeface="新細明體"/>
                          <a:cs typeface="Times New Roman"/>
                        </a:rPr>
                        <a:t>11.</a:t>
                      </a:r>
                      <a:r>
                        <a:rPr lang="zh-TW" sz="1800" kern="100" dirty="0">
                          <a:effectLst/>
                          <a:latin typeface="Calibri"/>
                          <a:ea typeface="標楷體"/>
                          <a:cs typeface="Times New Roman"/>
                        </a:rPr>
                        <a:t>社區特色學習</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42900" lvl="0" indent="-342900" algn="just">
                        <a:lnSpc>
                          <a:spcPts val="2400"/>
                        </a:lnSpc>
                        <a:spcAft>
                          <a:spcPts val="0"/>
                        </a:spcAft>
                        <a:buSzPts val="1600"/>
                        <a:buFont typeface="+mj-lt"/>
                        <a:buAutoNum type="arabicPeriod"/>
                      </a:pPr>
                      <a:r>
                        <a:rPr lang="zh-TW" sz="1800" kern="100" dirty="0">
                          <a:effectLst/>
                          <a:latin typeface="Calibri"/>
                          <a:ea typeface="標楷體"/>
                          <a:cs typeface="Times New Roman"/>
                        </a:rPr>
                        <a:t>透過兒童課輔班的舉辦，協助社區學子、弱勢兒童在課業方面，能夠在社區受到協助與提升</a:t>
                      </a:r>
                      <a:endParaRPr lang="zh-TW" sz="1800" kern="100" dirty="0">
                        <a:effectLst/>
                        <a:latin typeface="Calibri"/>
                        <a:ea typeface="新細明體"/>
                        <a:cs typeface="Times New Roman"/>
                      </a:endParaRPr>
                    </a:p>
                    <a:p>
                      <a:pPr marL="342900" lvl="0" indent="-342900" algn="just">
                        <a:lnSpc>
                          <a:spcPts val="2400"/>
                        </a:lnSpc>
                        <a:spcAft>
                          <a:spcPts val="0"/>
                        </a:spcAft>
                        <a:buSzPts val="1600"/>
                        <a:buFont typeface="+mj-lt"/>
                        <a:buAutoNum type="arabicPeriod"/>
                      </a:pPr>
                      <a:r>
                        <a:rPr lang="zh-TW" sz="1800" kern="100" dirty="0">
                          <a:effectLst/>
                          <a:latin typeface="Calibri"/>
                          <a:ea typeface="標楷體"/>
                          <a:cs typeface="Times New Roman"/>
                        </a:rPr>
                        <a:t>透過體育活動班的帶領，提倡運動家精神、品格教與、強健體魄、文化傳承的教育理念</a:t>
                      </a:r>
                      <a:endParaRPr lang="zh-TW" sz="1800" kern="100" dirty="0">
                        <a:effectLst/>
                        <a:latin typeface="Calibri"/>
                        <a:ea typeface="新細明體"/>
                        <a:cs typeface="Times New Roman"/>
                      </a:endParaRPr>
                    </a:p>
                    <a:p>
                      <a:pPr marL="342900" lvl="0" indent="-342900" algn="just">
                        <a:lnSpc>
                          <a:spcPts val="2400"/>
                        </a:lnSpc>
                        <a:spcAft>
                          <a:spcPts val="0"/>
                        </a:spcAft>
                        <a:buSzPts val="1600"/>
                        <a:buFont typeface="+mj-lt"/>
                        <a:buAutoNum type="arabicPeriod"/>
                      </a:pPr>
                      <a:r>
                        <a:rPr lang="zh-TW" sz="1800" kern="100" dirty="0">
                          <a:effectLst/>
                          <a:latin typeface="Calibri"/>
                          <a:ea typeface="標楷體"/>
                          <a:cs typeface="Times New Roman"/>
                        </a:rPr>
                        <a:t>社區文史資源豐富，志工人才濟濟，規劃多元課輔，提攜孩子平安快樂成長</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810" algn="just">
                        <a:lnSpc>
                          <a:spcPts val="2400"/>
                        </a:lnSpc>
                        <a:spcAft>
                          <a:spcPts val="0"/>
                        </a:spcAft>
                      </a:pPr>
                      <a:r>
                        <a:rPr lang="zh-TW" sz="1800" kern="100" dirty="0">
                          <a:effectLst/>
                          <a:latin typeface="Calibri"/>
                          <a:ea typeface="標楷體"/>
                          <a:cs typeface="Times New Roman"/>
                        </a:rPr>
                        <a:t>延平國小教師：陳淑珍老師、張雯婷老師、陳俊峰老師、楊富翔老師等</a:t>
                      </a:r>
                      <a:endParaRPr lang="zh-TW" sz="1800" kern="100" dirty="0">
                        <a:effectLst/>
                        <a:latin typeface="Calibri"/>
                        <a:ea typeface="新細明體"/>
                        <a:cs typeface="Times New Roman"/>
                      </a:endParaRPr>
                    </a:p>
                    <a:p>
                      <a:pPr marL="3810" algn="just">
                        <a:lnSpc>
                          <a:spcPts val="2400"/>
                        </a:lnSpc>
                        <a:spcAft>
                          <a:spcPts val="0"/>
                        </a:spcAft>
                      </a:pPr>
                      <a:r>
                        <a:rPr lang="zh-TW" sz="1800" kern="100" dirty="0">
                          <a:effectLst/>
                          <a:latin typeface="Calibri"/>
                          <a:ea typeface="標楷體"/>
                          <a:cs typeface="Times New Roman"/>
                        </a:rPr>
                        <a:t>中和社區：教師葉如玉老師、葉家閑老師</a:t>
                      </a:r>
                      <a:endParaRPr lang="zh-TW" sz="1800" kern="100" dirty="0">
                        <a:effectLst/>
                        <a:latin typeface="Calibri"/>
                        <a:ea typeface="新細明體"/>
                        <a:cs typeface="Times New Roman"/>
                      </a:endParaRPr>
                    </a:p>
                    <a:p>
                      <a:pPr algn="just">
                        <a:lnSpc>
                          <a:spcPts val="2400"/>
                        </a:lnSpc>
                        <a:spcAft>
                          <a:spcPts val="0"/>
                        </a:spcAft>
                      </a:pPr>
                      <a:r>
                        <a:rPr lang="zh-TW" sz="1800" kern="100" dirty="0">
                          <a:effectLst/>
                          <a:latin typeface="Calibri"/>
                          <a:ea typeface="標楷體"/>
                          <a:cs typeface="Times New Roman"/>
                        </a:rPr>
                        <a:t>中和國小教師群</a:t>
                      </a:r>
                      <a:endParaRPr lang="zh-TW" sz="1800" kern="100" dirty="0">
                        <a:effectLst/>
                        <a:latin typeface="Calibri"/>
                        <a:ea typeface="新細明體"/>
                        <a:cs typeface="Times New Roman"/>
                      </a:endParaRPr>
                    </a:p>
                    <a:p>
                      <a:pPr marL="3810" algn="just">
                        <a:lnSpc>
                          <a:spcPts val="2400"/>
                        </a:lnSpc>
                        <a:spcAft>
                          <a:spcPts val="0"/>
                        </a:spcAft>
                      </a:pPr>
                      <a:r>
                        <a:rPr lang="zh-TW" sz="1800" kern="100" dirty="0">
                          <a:effectLst/>
                          <a:latin typeface="Calibri"/>
                          <a:ea typeface="標楷體"/>
                          <a:cs typeface="Times New Roman"/>
                        </a:rPr>
                        <a:t>社區專長人才：運動舞蹈岳露西老師及游繡鶯女士、竹藝文史大師陳高明、陳碧海等</a:t>
                      </a:r>
                      <a:endParaRPr lang="zh-TW" sz="1800" kern="100" dirty="0">
                        <a:effectLst/>
                        <a:latin typeface="Calibri"/>
                        <a:ea typeface="新細明體"/>
                        <a:cs typeface="Times New Roman"/>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extLst>
                  <a:ext uri="{0D108BD9-81ED-4DB2-BD59-A6C34878D82A}">
                    <a16:rowId xmlns:a16="http://schemas.microsoft.com/office/drawing/2014/main" val="10001"/>
                  </a:ext>
                </a:extLst>
              </a:tr>
            </a:tbl>
          </a:graphicData>
        </a:graphic>
      </p:graphicFrame>
      <p:pic>
        <p:nvPicPr>
          <p:cNvPr id="112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84168" y="6215097"/>
            <a:ext cx="3038265" cy="658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3635595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23528" y="260648"/>
            <a:ext cx="8382000" cy="563562"/>
          </a:xfrm>
        </p:spPr>
        <p:txBody>
          <a:bodyPr/>
          <a:lstStyle/>
          <a:p>
            <a:r>
              <a:rPr lang="zh-TW" altLang="en-US" dirty="0"/>
              <a:t>活動內容規劃</a:t>
            </a:r>
            <a:br>
              <a:rPr lang="zh-TW" altLang="en-US" dirty="0"/>
            </a:br>
            <a:endParaRPr lang="zh-TW" altLang="en-US" dirty="0"/>
          </a:p>
        </p:txBody>
      </p:sp>
      <p:pic>
        <p:nvPicPr>
          <p:cNvPr id="6145"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884368" y="5427233"/>
            <a:ext cx="1062732" cy="1430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20272" y="5815012"/>
            <a:ext cx="774700" cy="1042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3" name="表格 2"/>
          <p:cNvGraphicFramePr>
            <a:graphicFrameLocks noGrp="1"/>
          </p:cNvGraphicFramePr>
          <p:nvPr/>
        </p:nvGraphicFramePr>
        <p:xfrm>
          <a:off x="395536" y="1268760"/>
          <a:ext cx="7488832" cy="4752531"/>
        </p:xfrm>
        <a:graphic>
          <a:graphicData uri="http://schemas.openxmlformats.org/drawingml/2006/table">
            <a:tbl>
              <a:tblPr firstRow="1" firstCol="1" bandRow="1"/>
              <a:tblGrid>
                <a:gridCol w="1115275">
                  <a:extLst>
                    <a:ext uri="{9D8B030D-6E8A-4147-A177-3AD203B41FA5}">
                      <a16:colId xmlns:a16="http://schemas.microsoft.com/office/drawing/2014/main" val="20000"/>
                    </a:ext>
                  </a:extLst>
                </a:gridCol>
                <a:gridCol w="2341109">
                  <a:extLst>
                    <a:ext uri="{9D8B030D-6E8A-4147-A177-3AD203B41FA5}">
                      <a16:colId xmlns:a16="http://schemas.microsoft.com/office/drawing/2014/main" val="20001"/>
                    </a:ext>
                  </a:extLst>
                </a:gridCol>
                <a:gridCol w="4032448">
                  <a:extLst>
                    <a:ext uri="{9D8B030D-6E8A-4147-A177-3AD203B41FA5}">
                      <a16:colId xmlns:a16="http://schemas.microsoft.com/office/drawing/2014/main" val="20002"/>
                    </a:ext>
                  </a:extLst>
                </a:gridCol>
              </a:tblGrid>
              <a:tr h="475151">
                <a:tc rowSpan="9">
                  <a:txBody>
                    <a:bodyPr/>
                    <a:lstStyle/>
                    <a:p>
                      <a:pPr algn="ctr">
                        <a:lnSpc>
                          <a:spcPts val="2400"/>
                        </a:lnSpc>
                        <a:spcAft>
                          <a:spcPts val="0"/>
                        </a:spcAft>
                      </a:pPr>
                      <a:r>
                        <a:rPr lang="zh-TW" sz="1800" b="1" kern="0" dirty="0">
                          <a:effectLst/>
                          <a:latin typeface="Times New Roman"/>
                          <a:ea typeface="標楷體"/>
                        </a:rPr>
                        <a:t>星期三</a:t>
                      </a:r>
                      <a:endParaRPr lang="zh-TW" sz="1800" b="1" kern="100" dirty="0">
                        <a:effectLst/>
                        <a:latin typeface="Times New Roman"/>
                        <a:ea typeface="超研澤粗楷"/>
                      </a:endParaRPr>
                    </a:p>
                  </a:txBody>
                  <a:tcPr marL="56296" marR="5629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2400"/>
                        </a:lnSpc>
                        <a:spcAft>
                          <a:spcPts val="0"/>
                        </a:spcAft>
                      </a:pPr>
                      <a:r>
                        <a:rPr lang="en-US" sz="1800" b="1" kern="0" dirty="0">
                          <a:effectLst/>
                          <a:latin typeface="標楷體"/>
                          <a:ea typeface="超研澤粗楷"/>
                        </a:rPr>
                        <a:t>12:40-13:20</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第一節：作業指導</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75151">
                <a:tc vMerge="1">
                  <a:txBody>
                    <a:bodyPr/>
                    <a:lstStyle/>
                    <a:p>
                      <a:endParaRPr lang="zh-TW" altLang="en-US"/>
                    </a:p>
                  </a:txBody>
                  <a:tcPr/>
                </a:tc>
                <a:tc>
                  <a:txBody>
                    <a:bodyPr/>
                    <a:lstStyle/>
                    <a:p>
                      <a:pPr algn="ctr">
                        <a:lnSpc>
                          <a:spcPts val="2400"/>
                        </a:lnSpc>
                        <a:spcAft>
                          <a:spcPts val="0"/>
                        </a:spcAft>
                      </a:pPr>
                      <a:r>
                        <a:rPr lang="en-US" sz="1800" b="1" kern="0">
                          <a:effectLst/>
                          <a:latin typeface="標楷體"/>
                          <a:ea typeface="超研澤粗楷"/>
                        </a:rPr>
                        <a:t>13:20-14:00</a:t>
                      </a:r>
                      <a:endParaRPr lang="zh-TW" sz="1800" b="1" kern="10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第二節：精熟學習</a:t>
                      </a:r>
                      <a:r>
                        <a:rPr lang="en-US" sz="1800" b="1" kern="0" dirty="0">
                          <a:effectLst/>
                          <a:latin typeface="Times New Roman"/>
                          <a:ea typeface="標楷體"/>
                        </a:rPr>
                        <a:t>/</a:t>
                      </a:r>
                      <a:r>
                        <a:rPr lang="zh-TW" sz="1800" b="1" kern="0" dirty="0">
                          <a:effectLst/>
                          <a:latin typeface="Times New Roman"/>
                          <a:ea typeface="標楷體"/>
                        </a:rPr>
                        <a:t>課程預習</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75151">
                <a:tc vMerge="1">
                  <a:txBody>
                    <a:bodyPr/>
                    <a:lstStyle/>
                    <a:p>
                      <a:endParaRPr lang="zh-TW" altLang="en-US"/>
                    </a:p>
                  </a:txBody>
                  <a:tcPr/>
                </a:tc>
                <a:tc>
                  <a:txBody>
                    <a:bodyPr/>
                    <a:lstStyle/>
                    <a:p>
                      <a:pPr algn="ctr">
                        <a:lnSpc>
                          <a:spcPts val="2400"/>
                        </a:lnSpc>
                        <a:spcAft>
                          <a:spcPts val="0"/>
                        </a:spcAft>
                      </a:pPr>
                      <a:r>
                        <a:rPr lang="en-US" sz="1800" b="1" kern="0">
                          <a:effectLst/>
                          <a:latin typeface="標楷體"/>
                          <a:ea typeface="超研澤粗楷"/>
                        </a:rPr>
                        <a:t>14:00-14:10</a:t>
                      </a:r>
                      <a:endParaRPr lang="zh-TW" sz="1800" b="1" kern="10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下課時間</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594194">
                <a:tc vMerge="1">
                  <a:txBody>
                    <a:bodyPr/>
                    <a:lstStyle/>
                    <a:p>
                      <a:endParaRPr lang="zh-TW" altLang="en-US"/>
                    </a:p>
                  </a:txBody>
                  <a:tcPr/>
                </a:tc>
                <a:tc>
                  <a:txBody>
                    <a:bodyPr/>
                    <a:lstStyle/>
                    <a:p>
                      <a:pPr algn="ctr">
                        <a:lnSpc>
                          <a:spcPts val="2400"/>
                        </a:lnSpc>
                        <a:spcAft>
                          <a:spcPts val="0"/>
                        </a:spcAft>
                      </a:pPr>
                      <a:r>
                        <a:rPr lang="en-US" sz="1800" b="1" kern="0">
                          <a:effectLst/>
                          <a:latin typeface="標楷體"/>
                          <a:ea typeface="超研澤粗楷"/>
                        </a:rPr>
                        <a:t>14:10-15:50</a:t>
                      </a:r>
                      <a:endParaRPr lang="zh-TW" sz="1800" b="1" kern="10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第三節：才藝課程</a:t>
                      </a:r>
                      <a:r>
                        <a:rPr lang="en-US" sz="1800" b="1" kern="0" dirty="0">
                          <a:effectLst/>
                          <a:latin typeface="Times New Roman"/>
                          <a:ea typeface="標楷體"/>
                        </a:rPr>
                        <a:t>/</a:t>
                      </a:r>
                      <a:r>
                        <a:rPr lang="zh-TW" sz="1800" b="1" kern="0" dirty="0">
                          <a:effectLst/>
                          <a:latin typeface="Times New Roman"/>
                          <a:ea typeface="標楷體"/>
                        </a:rPr>
                        <a:t>社區探索</a:t>
                      </a:r>
                      <a:r>
                        <a:rPr lang="en-US" sz="1800" b="1" kern="0" dirty="0">
                          <a:effectLst/>
                          <a:latin typeface="Times New Roman"/>
                          <a:ea typeface="標楷體"/>
                        </a:rPr>
                        <a:t>/</a:t>
                      </a:r>
                      <a:r>
                        <a:rPr lang="zh-TW" sz="1800" b="1" kern="0" dirty="0">
                          <a:effectLst/>
                          <a:latin typeface="Times New Roman"/>
                          <a:ea typeface="標楷體"/>
                        </a:rPr>
                        <a:t>代間互動</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475151">
                <a:tc vMerge="1">
                  <a:txBody>
                    <a:bodyPr/>
                    <a:lstStyle/>
                    <a:p>
                      <a:endParaRPr lang="zh-TW" altLang="en-US"/>
                    </a:p>
                  </a:txBody>
                  <a:tcPr/>
                </a:tc>
                <a:tc>
                  <a:txBody>
                    <a:bodyPr/>
                    <a:lstStyle/>
                    <a:p>
                      <a:pPr algn="ctr">
                        <a:lnSpc>
                          <a:spcPts val="2400"/>
                        </a:lnSpc>
                        <a:spcAft>
                          <a:spcPts val="0"/>
                        </a:spcAft>
                      </a:pPr>
                      <a:r>
                        <a:rPr lang="en-US" sz="1800" b="1" kern="0">
                          <a:effectLst/>
                          <a:latin typeface="標楷體"/>
                          <a:ea typeface="超研澤粗楷"/>
                        </a:rPr>
                        <a:t>15:50-16:20</a:t>
                      </a:r>
                      <a:endParaRPr lang="zh-TW" sz="1800" b="1" kern="10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點心時間</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594194">
                <a:tc vMerge="1">
                  <a:txBody>
                    <a:bodyPr/>
                    <a:lstStyle/>
                    <a:p>
                      <a:endParaRPr lang="zh-TW" altLang="en-US"/>
                    </a:p>
                  </a:txBody>
                  <a:tcPr/>
                </a:tc>
                <a:tc>
                  <a:txBody>
                    <a:bodyPr/>
                    <a:lstStyle/>
                    <a:p>
                      <a:pPr algn="ctr">
                        <a:lnSpc>
                          <a:spcPts val="2400"/>
                        </a:lnSpc>
                        <a:spcAft>
                          <a:spcPts val="0"/>
                        </a:spcAft>
                      </a:pPr>
                      <a:r>
                        <a:rPr lang="en-US" sz="1800" b="1" kern="0">
                          <a:effectLst/>
                          <a:latin typeface="標楷體"/>
                          <a:ea typeface="超研澤粗楷"/>
                        </a:rPr>
                        <a:t>16:20-17:00</a:t>
                      </a:r>
                      <a:endParaRPr lang="zh-TW" sz="1800" b="1" kern="10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第四節：服務學習</a:t>
                      </a:r>
                      <a:r>
                        <a:rPr lang="en-US" sz="1800" b="1" kern="0" dirty="0">
                          <a:effectLst/>
                          <a:latin typeface="Times New Roman"/>
                          <a:ea typeface="標楷體"/>
                        </a:rPr>
                        <a:t>/</a:t>
                      </a:r>
                      <a:r>
                        <a:rPr lang="zh-TW" sz="1800" b="1" kern="0" dirty="0">
                          <a:effectLst/>
                          <a:latin typeface="Times New Roman"/>
                          <a:ea typeface="標楷體"/>
                        </a:rPr>
                        <a:t>才藝課程</a:t>
                      </a:r>
                      <a:r>
                        <a:rPr lang="en-US" sz="1800" b="1" kern="0" dirty="0">
                          <a:effectLst/>
                          <a:latin typeface="Times New Roman"/>
                          <a:ea typeface="標楷體"/>
                        </a:rPr>
                        <a:t>/</a:t>
                      </a:r>
                      <a:r>
                        <a:rPr lang="zh-TW" sz="1800" b="1" kern="0" dirty="0">
                          <a:effectLst/>
                          <a:latin typeface="Times New Roman"/>
                          <a:ea typeface="標楷體"/>
                        </a:rPr>
                        <a:t>社區探索</a:t>
                      </a:r>
                      <a:r>
                        <a:rPr lang="en-US" sz="1800" b="1" kern="0" dirty="0">
                          <a:effectLst/>
                          <a:latin typeface="Times New Roman"/>
                          <a:ea typeface="標楷體"/>
                        </a:rPr>
                        <a:t>/</a:t>
                      </a:r>
                      <a:r>
                        <a:rPr lang="zh-TW" sz="1800" b="1" kern="0" dirty="0">
                          <a:effectLst/>
                          <a:latin typeface="Times New Roman"/>
                          <a:ea typeface="標楷體"/>
                        </a:rPr>
                        <a:t>代間互動</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594194">
                <a:tc vMerge="1">
                  <a:txBody>
                    <a:bodyPr/>
                    <a:lstStyle/>
                    <a:p>
                      <a:endParaRPr lang="zh-TW" altLang="en-US"/>
                    </a:p>
                  </a:txBody>
                  <a:tcPr/>
                </a:tc>
                <a:tc>
                  <a:txBody>
                    <a:bodyPr/>
                    <a:lstStyle/>
                    <a:p>
                      <a:pPr algn="ctr">
                        <a:lnSpc>
                          <a:spcPts val="2400"/>
                        </a:lnSpc>
                        <a:spcAft>
                          <a:spcPts val="0"/>
                        </a:spcAft>
                      </a:pPr>
                      <a:r>
                        <a:rPr lang="en-US" sz="1800" b="1" kern="0">
                          <a:effectLst/>
                          <a:latin typeface="標楷體"/>
                          <a:ea typeface="超研澤粗楷"/>
                        </a:rPr>
                        <a:t>17:00-17:40</a:t>
                      </a:r>
                      <a:endParaRPr lang="zh-TW" sz="1800" b="1" kern="10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第五節：服務學習</a:t>
                      </a:r>
                      <a:r>
                        <a:rPr lang="en-US" sz="1800" b="1" kern="0" dirty="0">
                          <a:effectLst/>
                          <a:latin typeface="Times New Roman"/>
                          <a:ea typeface="標楷體"/>
                        </a:rPr>
                        <a:t>/</a:t>
                      </a:r>
                      <a:r>
                        <a:rPr lang="zh-TW" sz="1800" b="1" kern="0" dirty="0">
                          <a:effectLst/>
                          <a:latin typeface="Times New Roman"/>
                          <a:ea typeface="標楷體"/>
                        </a:rPr>
                        <a:t>才藝課程</a:t>
                      </a:r>
                      <a:r>
                        <a:rPr lang="en-US" sz="1800" b="1" kern="0" dirty="0">
                          <a:effectLst/>
                          <a:latin typeface="Times New Roman"/>
                          <a:ea typeface="標楷體"/>
                        </a:rPr>
                        <a:t>/</a:t>
                      </a:r>
                      <a:r>
                        <a:rPr lang="zh-TW" sz="1800" b="1" kern="0" dirty="0">
                          <a:effectLst/>
                          <a:latin typeface="Times New Roman"/>
                          <a:ea typeface="標楷體"/>
                        </a:rPr>
                        <a:t>社區探索</a:t>
                      </a:r>
                      <a:r>
                        <a:rPr lang="en-US" sz="1800" b="1" kern="0" dirty="0">
                          <a:effectLst/>
                          <a:latin typeface="Times New Roman"/>
                          <a:ea typeface="標楷體"/>
                        </a:rPr>
                        <a:t>/</a:t>
                      </a:r>
                      <a:r>
                        <a:rPr lang="zh-TW" sz="1800" b="1" kern="0" dirty="0">
                          <a:effectLst/>
                          <a:latin typeface="Times New Roman"/>
                          <a:ea typeface="標楷體"/>
                        </a:rPr>
                        <a:t>代間互動</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475151">
                <a:tc vMerge="1">
                  <a:txBody>
                    <a:bodyPr/>
                    <a:lstStyle/>
                    <a:p>
                      <a:endParaRPr lang="zh-TW" altLang="en-US"/>
                    </a:p>
                  </a:txBody>
                  <a:tcPr/>
                </a:tc>
                <a:tc>
                  <a:txBody>
                    <a:bodyPr/>
                    <a:lstStyle/>
                    <a:p>
                      <a:pPr algn="ctr">
                        <a:lnSpc>
                          <a:spcPts val="2400"/>
                        </a:lnSpc>
                        <a:spcAft>
                          <a:spcPts val="0"/>
                        </a:spcAft>
                      </a:pPr>
                      <a:r>
                        <a:rPr lang="en-US" sz="1800" b="1" kern="0">
                          <a:effectLst/>
                          <a:latin typeface="標楷體"/>
                          <a:ea typeface="超研澤粗楷"/>
                        </a:rPr>
                        <a:t>17:40-17:50</a:t>
                      </a:r>
                      <a:endParaRPr lang="zh-TW" sz="1800" b="1" kern="10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下課時間</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594194">
                <a:tc vMerge="1">
                  <a:txBody>
                    <a:bodyPr/>
                    <a:lstStyle/>
                    <a:p>
                      <a:endParaRPr lang="zh-TW" altLang="en-US"/>
                    </a:p>
                  </a:txBody>
                  <a:tcPr/>
                </a:tc>
                <a:tc>
                  <a:txBody>
                    <a:bodyPr/>
                    <a:lstStyle/>
                    <a:p>
                      <a:pPr algn="ctr">
                        <a:lnSpc>
                          <a:spcPts val="2400"/>
                        </a:lnSpc>
                        <a:spcAft>
                          <a:spcPts val="0"/>
                        </a:spcAft>
                      </a:pPr>
                      <a:r>
                        <a:rPr lang="en-US" sz="1800" b="1" kern="0">
                          <a:effectLst/>
                          <a:latin typeface="標楷體"/>
                          <a:ea typeface="超研澤粗楷"/>
                        </a:rPr>
                        <a:t>17:50-18:30</a:t>
                      </a:r>
                      <a:endParaRPr lang="zh-TW" sz="1800" b="1" kern="10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2400"/>
                        </a:lnSpc>
                        <a:spcAft>
                          <a:spcPts val="0"/>
                        </a:spcAft>
                      </a:pPr>
                      <a:r>
                        <a:rPr lang="zh-TW" sz="1800" b="1" kern="0" dirty="0">
                          <a:effectLst/>
                          <a:latin typeface="Times New Roman"/>
                          <a:ea typeface="標楷體"/>
                        </a:rPr>
                        <a:t>第六節：閱讀</a:t>
                      </a:r>
                      <a:r>
                        <a:rPr lang="en-US" sz="1800" b="1" kern="0" dirty="0">
                          <a:effectLst/>
                          <a:latin typeface="Times New Roman"/>
                          <a:ea typeface="標楷體"/>
                        </a:rPr>
                        <a:t>/</a:t>
                      </a:r>
                      <a:r>
                        <a:rPr lang="zh-TW" sz="1800" b="1" kern="0" dirty="0">
                          <a:effectLst/>
                          <a:latin typeface="Times New Roman"/>
                          <a:ea typeface="標楷體"/>
                        </a:rPr>
                        <a:t>樂器</a:t>
                      </a:r>
                      <a:r>
                        <a:rPr lang="en-US" sz="1800" b="1" kern="0" dirty="0">
                          <a:effectLst/>
                          <a:latin typeface="Times New Roman"/>
                          <a:ea typeface="標楷體"/>
                        </a:rPr>
                        <a:t>/</a:t>
                      </a:r>
                      <a:r>
                        <a:rPr lang="zh-TW" sz="1800" b="1" kern="0" dirty="0">
                          <a:effectLst/>
                          <a:latin typeface="Times New Roman"/>
                          <a:ea typeface="標楷體"/>
                        </a:rPr>
                        <a:t>作業指導</a:t>
                      </a:r>
                      <a:r>
                        <a:rPr lang="en-US" sz="1800" b="1" kern="0" dirty="0">
                          <a:effectLst/>
                          <a:latin typeface="Times New Roman"/>
                          <a:ea typeface="標楷體"/>
                        </a:rPr>
                        <a:t>/</a:t>
                      </a:r>
                      <a:r>
                        <a:rPr lang="zh-TW" sz="1800" b="1" kern="0" dirty="0">
                          <a:effectLst/>
                          <a:latin typeface="Times New Roman"/>
                          <a:ea typeface="標楷體"/>
                        </a:rPr>
                        <a:t>評量時間</a:t>
                      </a:r>
                      <a:endParaRPr lang="zh-TW" sz="1800" b="1" kern="100" dirty="0">
                        <a:effectLst/>
                        <a:latin typeface="Times New Roman"/>
                        <a:ea typeface="超研澤粗楷"/>
                      </a:endParaRPr>
                    </a:p>
                  </a:txBody>
                  <a:tcPr marL="56296" marR="5629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pic>
        <p:nvPicPr>
          <p:cNvPr id="1228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1720" y="692696"/>
            <a:ext cx="4419600"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圖片 6" descr="D:\桌面 文件 最愛\桌面\轉動幸福齊步走.jpg"/>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9614" y="4005064"/>
            <a:ext cx="772239" cy="932969"/>
          </a:xfrm>
          <a:prstGeom prst="rect">
            <a:avLst/>
          </a:prstGeom>
          <a:noFill/>
          <a:ln>
            <a:noFill/>
          </a:ln>
        </p:spPr>
      </p:pic>
    </p:spTree>
    <p:extLst>
      <p:ext uri="{BB962C8B-B14F-4D97-AF65-F5344CB8AC3E}">
        <p14:creationId xmlns:p14="http://schemas.microsoft.com/office/powerpoint/2010/main" val="219074103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p:txBody>
          <a:bodyPr/>
          <a:lstStyle/>
          <a:p>
            <a:pPr marL="0" indent="0">
              <a:buNone/>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四</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en-US" sz="2800" kern="100" dirty="0">
                <a:latin typeface="Times New Roman"/>
                <a:ea typeface="標楷體"/>
              </a:rPr>
              <a:t>社區資源調查特色發掘與串聯</a:t>
            </a:r>
            <a:endParaRPr lang="en-US" altLang="zh-TW" sz="2800" kern="100" dirty="0">
              <a:latin typeface="Times New Roman"/>
              <a:ea typeface="標楷體"/>
            </a:endParaRPr>
          </a:p>
          <a:p>
            <a:pPr marL="0" indent="0">
              <a:buNone/>
            </a:pPr>
            <a:r>
              <a:rPr lang="zh-TW" altLang="en-US" sz="2800" kern="100" dirty="0">
                <a:solidFill>
                  <a:srgbClr val="000000"/>
                </a:solidFill>
                <a:latin typeface="Times New Roman"/>
                <a:ea typeface="標楷體"/>
              </a:rPr>
              <a:t>            </a:t>
            </a:r>
            <a:endParaRPr lang="zh-TW" altLang="en-US" dirty="0"/>
          </a:p>
        </p:txBody>
      </p:sp>
      <p:graphicFrame>
        <p:nvGraphicFramePr>
          <p:cNvPr id="3" name="表格 2"/>
          <p:cNvGraphicFramePr>
            <a:graphicFrameLocks noGrp="1"/>
          </p:cNvGraphicFramePr>
          <p:nvPr/>
        </p:nvGraphicFramePr>
        <p:xfrm>
          <a:off x="251520" y="1628801"/>
          <a:ext cx="8640959" cy="4392488"/>
        </p:xfrm>
        <a:graphic>
          <a:graphicData uri="http://schemas.openxmlformats.org/drawingml/2006/table">
            <a:tbl>
              <a:tblPr firstRow="1" bandRow="1"/>
              <a:tblGrid>
                <a:gridCol w="802003">
                  <a:extLst>
                    <a:ext uri="{9D8B030D-6E8A-4147-A177-3AD203B41FA5}">
                      <a16:colId xmlns:a16="http://schemas.microsoft.com/office/drawing/2014/main" val="20000"/>
                    </a:ext>
                  </a:extLst>
                </a:gridCol>
                <a:gridCol w="1249874">
                  <a:extLst>
                    <a:ext uri="{9D8B030D-6E8A-4147-A177-3AD203B41FA5}">
                      <a16:colId xmlns:a16="http://schemas.microsoft.com/office/drawing/2014/main" val="20001"/>
                    </a:ext>
                  </a:extLst>
                </a:gridCol>
                <a:gridCol w="1589584">
                  <a:extLst>
                    <a:ext uri="{9D8B030D-6E8A-4147-A177-3AD203B41FA5}">
                      <a16:colId xmlns:a16="http://schemas.microsoft.com/office/drawing/2014/main" val="20002"/>
                    </a:ext>
                  </a:extLst>
                </a:gridCol>
                <a:gridCol w="2728092">
                  <a:extLst>
                    <a:ext uri="{9D8B030D-6E8A-4147-A177-3AD203B41FA5}">
                      <a16:colId xmlns:a16="http://schemas.microsoft.com/office/drawing/2014/main" val="20003"/>
                    </a:ext>
                  </a:extLst>
                </a:gridCol>
                <a:gridCol w="2271406">
                  <a:extLst>
                    <a:ext uri="{9D8B030D-6E8A-4147-A177-3AD203B41FA5}">
                      <a16:colId xmlns:a16="http://schemas.microsoft.com/office/drawing/2014/main" val="20004"/>
                    </a:ext>
                  </a:extLst>
                </a:gridCol>
              </a:tblGrid>
              <a:tr h="814607">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編號</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服務項目</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服務內容</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800" b="1" kern="100" dirty="0">
                          <a:effectLst/>
                          <a:latin typeface="Calibri"/>
                          <a:ea typeface="標楷體"/>
                          <a:cs typeface="Times New Roman"/>
                        </a:rPr>
                        <a:t>服務方式與規劃</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活動講師</a:t>
                      </a:r>
                      <a:endParaRPr lang="zh-TW" sz="1800" b="1" kern="100" dirty="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3577881">
                <a:tc>
                  <a:txBody>
                    <a:bodyPr/>
                    <a:lstStyle/>
                    <a:p>
                      <a:pPr algn="ctr">
                        <a:spcAft>
                          <a:spcPts val="0"/>
                        </a:spcAft>
                        <a:tabLst>
                          <a:tab pos="381000" algn="l"/>
                        </a:tabLst>
                      </a:pPr>
                      <a:r>
                        <a:rPr lang="en-US" sz="1800" b="1" kern="100">
                          <a:effectLst/>
                          <a:latin typeface="標楷體"/>
                          <a:ea typeface="新細明體"/>
                          <a:cs typeface="Times New Roman"/>
                        </a:rPr>
                        <a:t>3-10</a:t>
                      </a:r>
                      <a:r>
                        <a:rPr lang="zh-TW" sz="1800" b="1" kern="100">
                          <a:effectLst/>
                          <a:latin typeface="Calibri"/>
                          <a:ea typeface="標楷體"/>
                          <a:cs typeface="Times New Roman"/>
                        </a:rPr>
                        <a:t>月</a:t>
                      </a:r>
                      <a:endParaRPr lang="zh-TW" sz="1800" b="1"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algn="ctr">
                        <a:spcAft>
                          <a:spcPts val="0"/>
                        </a:spcAft>
                        <a:tabLst>
                          <a:tab pos="381000" algn="l"/>
                        </a:tabLst>
                      </a:pPr>
                      <a:r>
                        <a:rPr lang="zh-TW" sz="1800" b="1" kern="100">
                          <a:effectLst/>
                          <a:latin typeface="Calibri"/>
                          <a:ea typeface="標楷體"/>
                          <a:cs typeface="Times New Roman"/>
                        </a:rPr>
                        <a:t>社區資源調查特色發掘與串聯</a:t>
                      </a:r>
                      <a:endParaRPr lang="zh-TW" sz="1800" b="1"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marL="228600" algn="just">
                        <a:lnSpc>
                          <a:spcPct val="150000"/>
                        </a:lnSpc>
                        <a:spcAft>
                          <a:spcPts val="0"/>
                        </a:spcAft>
                      </a:pPr>
                      <a:r>
                        <a:rPr lang="en-US" sz="1800" b="1" kern="100" dirty="0">
                          <a:effectLst/>
                          <a:latin typeface="標楷體"/>
                          <a:ea typeface="新細明體"/>
                          <a:cs typeface="Times New Roman"/>
                        </a:rPr>
                        <a:t>1.</a:t>
                      </a:r>
                      <a:r>
                        <a:rPr lang="zh-TW" sz="1800" b="1" kern="100" dirty="0">
                          <a:effectLst/>
                          <a:latin typeface="Calibri"/>
                          <a:ea typeface="標楷體"/>
                          <a:cs typeface="Times New Roman"/>
                        </a:rPr>
                        <a:t>社區人文地產景資源調查</a:t>
                      </a:r>
                      <a:endParaRPr lang="zh-TW" sz="1800" b="1" kern="100" dirty="0">
                        <a:effectLst/>
                        <a:latin typeface="Calibri"/>
                        <a:ea typeface="新細明體"/>
                        <a:cs typeface="Times New Roman"/>
                      </a:endParaRPr>
                    </a:p>
                    <a:p>
                      <a:pPr marL="228600" algn="just">
                        <a:lnSpc>
                          <a:spcPct val="150000"/>
                        </a:lnSpc>
                        <a:spcAft>
                          <a:spcPts val="0"/>
                        </a:spcAft>
                      </a:pPr>
                      <a:r>
                        <a:rPr lang="en-US" sz="1800" b="1" kern="100" dirty="0">
                          <a:effectLst/>
                          <a:latin typeface="標楷體"/>
                          <a:ea typeface="新細明體"/>
                          <a:cs typeface="Times New Roman"/>
                        </a:rPr>
                        <a:t>2. </a:t>
                      </a:r>
                      <a:r>
                        <a:rPr lang="zh-TW" sz="1800" b="1" kern="100" dirty="0">
                          <a:effectLst/>
                          <a:latin typeface="Calibri"/>
                          <a:ea typeface="標楷體"/>
                          <a:cs typeface="Times New Roman"/>
                        </a:rPr>
                        <a:t>福利化需求調查資料統計</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algn="just">
                        <a:spcAft>
                          <a:spcPts val="0"/>
                        </a:spcAft>
                      </a:pPr>
                      <a:r>
                        <a:rPr lang="en-US" sz="1800" b="1" kern="100" dirty="0">
                          <a:effectLst/>
                          <a:latin typeface="標楷體"/>
                          <a:ea typeface="新細明體"/>
                          <a:cs typeface="Times New Roman"/>
                        </a:rPr>
                        <a:t>1.</a:t>
                      </a:r>
                      <a:r>
                        <a:rPr lang="zh-TW" sz="1800" b="1" kern="100" dirty="0">
                          <a:effectLst/>
                          <a:latin typeface="Calibri"/>
                          <a:ea typeface="標楷體"/>
                          <a:cs typeface="Times New Roman"/>
                        </a:rPr>
                        <a:t>邀請老師來講授社區對於人文地產景資源調查如何訪談及整理，再由各社區幹部及志工負責訪談社區耆老及整理資料。</a:t>
                      </a:r>
                      <a:endParaRPr lang="zh-TW" sz="1800" b="1" kern="100" dirty="0">
                        <a:effectLst/>
                        <a:latin typeface="Calibri"/>
                        <a:ea typeface="新細明體"/>
                        <a:cs typeface="Times New Roman"/>
                      </a:endParaRPr>
                    </a:p>
                    <a:p>
                      <a:pPr algn="just">
                        <a:spcAft>
                          <a:spcPts val="0"/>
                        </a:spcAft>
                      </a:pPr>
                      <a:r>
                        <a:rPr lang="en-US" sz="1800" b="1" kern="100" dirty="0">
                          <a:effectLst/>
                          <a:latin typeface="標楷體"/>
                          <a:ea typeface="新細明體"/>
                          <a:cs typeface="Times New Roman"/>
                        </a:rPr>
                        <a:t>2. </a:t>
                      </a:r>
                      <a:r>
                        <a:rPr lang="zh-TW" sz="1800" b="1" kern="100" dirty="0">
                          <a:effectLst/>
                          <a:latin typeface="Calibri"/>
                          <a:ea typeface="標楷體"/>
                          <a:cs typeface="Times New Roman"/>
                        </a:rPr>
                        <a:t>邀請老師來講授社區福利化需求調查，做為日後推動社區發展各項工作依據。</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marL="3810" algn="just">
                        <a:spcAft>
                          <a:spcPts val="0"/>
                        </a:spcAft>
                      </a:pPr>
                      <a:r>
                        <a:rPr lang="zh-TW" sz="1800" b="1" kern="100" dirty="0">
                          <a:effectLst/>
                          <a:latin typeface="Calibri"/>
                          <a:ea typeface="標楷體"/>
                          <a:cs typeface="Times New Roman"/>
                        </a:rPr>
                        <a:t>專家老師：</a:t>
                      </a:r>
                      <a:endParaRPr lang="zh-TW" sz="1800" b="1" kern="100" dirty="0">
                        <a:effectLst/>
                        <a:latin typeface="Calibri"/>
                        <a:ea typeface="新細明體"/>
                        <a:cs typeface="Times New Roman"/>
                      </a:endParaRPr>
                    </a:p>
                    <a:p>
                      <a:pPr marL="3810" algn="just">
                        <a:spcAft>
                          <a:spcPts val="0"/>
                        </a:spcAft>
                      </a:pPr>
                      <a:r>
                        <a:rPr lang="zh-TW" sz="1800" b="1" kern="100" dirty="0">
                          <a:effectLst/>
                          <a:latin typeface="Calibri"/>
                          <a:ea typeface="標楷體"/>
                          <a:cs typeface="Times New Roman"/>
                        </a:rPr>
                        <a:t>詹秀員老師、黃宏謨老師、張昭友老師</a:t>
                      </a:r>
                      <a:endParaRPr lang="zh-TW" sz="1800" b="1" kern="100" dirty="0">
                        <a:effectLst/>
                        <a:latin typeface="Calibri"/>
                        <a:ea typeface="新細明體"/>
                        <a:cs typeface="Times New Roman"/>
                      </a:endParaRPr>
                    </a:p>
                    <a:p>
                      <a:pPr marL="3810" algn="just">
                        <a:spcAft>
                          <a:spcPts val="0"/>
                        </a:spcAft>
                      </a:pPr>
                      <a:r>
                        <a:rPr lang="zh-TW" sz="1800" b="1" kern="100" dirty="0">
                          <a:effectLst/>
                          <a:latin typeface="Calibri"/>
                          <a:ea typeface="標楷體"/>
                          <a:cs typeface="Times New Roman"/>
                        </a:rPr>
                        <a:t>實務老師</a:t>
                      </a:r>
                      <a:r>
                        <a:rPr lang="en-US" sz="1800" b="1" kern="100" dirty="0">
                          <a:effectLst/>
                          <a:latin typeface="Calibri"/>
                          <a:ea typeface="標楷體"/>
                          <a:cs typeface="Times New Roman"/>
                        </a:rPr>
                        <a:t>(</a:t>
                      </a:r>
                      <a:r>
                        <a:rPr lang="zh-TW" sz="1800" b="1" kern="100" dirty="0">
                          <a:effectLst/>
                          <a:latin typeface="Calibri"/>
                          <a:ea typeface="標楷體"/>
                          <a:cs typeface="Times New Roman"/>
                        </a:rPr>
                        <a:t>跨社區</a:t>
                      </a:r>
                      <a:r>
                        <a:rPr lang="en-US" sz="1800" b="1" kern="100" dirty="0">
                          <a:effectLst/>
                          <a:latin typeface="Calibri"/>
                          <a:ea typeface="標楷體"/>
                          <a:cs typeface="Times New Roman"/>
                        </a:rPr>
                        <a:t>)</a:t>
                      </a:r>
                      <a:r>
                        <a:rPr lang="zh-TW" sz="1800" b="1" kern="100" dirty="0">
                          <a:effectLst/>
                          <a:latin typeface="Calibri"/>
                          <a:ea typeface="標楷體"/>
                          <a:cs typeface="Times New Roman"/>
                        </a:rPr>
                        <a:t>：</a:t>
                      </a:r>
                      <a:endParaRPr lang="zh-TW" sz="1800" b="1" kern="100" dirty="0">
                        <a:effectLst/>
                        <a:latin typeface="Calibri"/>
                        <a:ea typeface="新細明體"/>
                        <a:cs typeface="Times New Roman"/>
                      </a:endParaRPr>
                    </a:p>
                    <a:p>
                      <a:pPr marL="3810" algn="just">
                        <a:spcAft>
                          <a:spcPts val="0"/>
                        </a:spcAft>
                      </a:pPr>
                      <a:r>
                        <a:rPr lang="zh-TW" sz="1800" b="1" kern="100" dirty="0">
                          <a:effectLst/>
                          <a:latin typeface="Calibri"/>
                          <a:ea typeface="標楷體"/>
                          <a:cs typeface="Times New Roman"/>
                        </a:rPr>
                        <a:t>楊麗娜理事長</a:t>
                      </a:r>
                      <a:endParaRPr lang="zh-TW" sz="1800" b="1" kern="100" dirty="0">
                        <a:effectLst/>
                        <a:latin typeface="Calibri"/>
                        <a:ea typeface="新細明體"/>
                        <a:cs typeface="Times New Roman"/>
                      </a:endParaRPr>
                    </a:p>
                    <a:p>
                      <a:pPr marL="3810" algn="just">
                        <a:spcAft>
                          <a:spcPts val="0"/>
                        </a:spcAft>
                      </a:pPr>
                      <a:r>
                        <a:rPr lang="zh-TW" sz="1800" b="1" kern="100" dirty="0">
                          <a:effectLst/>
                          <a:latin typeface="Calibri"/>
                          <a:ea typeface="標楷體"/>
                          <a:cs typeface="Times New Roman"/>
                        </a:rPr>
                        <a:t>楊莉理總幹事</a:t>
                      </a:r>
                      <a:endParaRPr lang="zh-TW" sz="1800" b="1" kern="100" dirty="0">
                        <a:effectLst/>
                        <a:latin typeface="Calibri"/>
                        <a:ea typeface="新細明體"/>
                        <a:cs typeface="Times New Roman"/>
                      </a:endParaRPr>
                    </a:p>
                    <a:p>
                      <a:pPr marL="3810" algn="just">
                        <a:spcAft>
                          <a:spcPts val="0"/>
                        </a:spcAft>
                      </a:pPr>
                      <a:r>
                        <a:rPr lang="zh-TW" sz="1800" b="1" kern="100" dirty="0">
                          <a:effectLst/>
                          <a:latin typeface="Calibri"/>
                          <a:ea typeface="標楷體"/>
                          <a:cs typeface="Times New Roman"/>
                        </a:rPr>
                        <a:t>專業團隊</a:t>
                      </a:r>
                      <a:r>
                        <a:rPr lang="en-US" sz="1800" b="1" kern="100" dirty="0">
                          <a:effectLst/>
                          <a:latin typeface="Calibri"/>
                          <a:ea typeface="標楷體"/>
                          <a:cs typeface="Times New Roman"/>
                        </a:rPr>
                        <a:t>(</a:t>
                      </a:r>
                      <a:r>
                        <a:rPr lang="zh-TW" sz="1800" b="1" kern="100" dirty="0">
                          <a:effectLst/>
                          <a:latin typeface="Calibri"/>
                          <a:ea typeface="標楷體"/>
                          <a:cs typeface="Times New Roman"/>
                        </a:rPr>
                        <a:t>跨部會</a:t>
                      </a:r>
                      <a:r>
                        <a:rPr lang="en-US" sz="1800" b="1" kern="100" dirty="0">
                          <a:effectLst/>
                          <a:latin typeface="Calibri"/>
                          <a:ea typeface="標楷體"/>
                          <a:cs typeface="Times New Roman"/>
                        </a:rPr>
                        <a:t>)</a:t>
                      </a:r>
                      <a:r>
                        <a:rPr lang="zh-TW" sz="1800" b="1" kern="100" dirty="0">
                          <a:effectLst/>
                          <a:latin typeface="Calibri"/>
                          <a:ea typeface="標楷體"/>
                          <a:cs typeface="Times New Roman"/>
                        </a:rPr>
                        <a:t>：大旗艦社區夥伴、南投縣政府、竹山鎮公所、文化局、社寮文教基金會、延平國小、中和國小、竹山鎮樂齡學習中心</a:t>
                      </a:r>
                      <a:endParaRPr lang="zh-TW" sz="1800" b="1" kern="100" dirty="0">
                        <a:effectLst/>
                        <a:latin typeface="Calibri"/>
                        <a:ea typeface="新細明體"/>
                        <a:cs typeface="Times New Roman"/>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extLst>
                  <a:ext uri="{0D108BD9-81ED-4DB2-BD59-A6C34878D82A}">
                    <a16:rowId xmlns:a16="http://schemas.microsoft.com/office/drawing/2014/main" val="10001"/>
                  </a:ext>
                </a:extLst>
              </a:tr>
            </a:tbl>
          </a:graphicData>
        </a:graphic>
      </p:graphicFrame>
      <p:pic>
        <p:nvPicPr>
          <p:cNvPr id="17409"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83768" y="6021287"/>
            <a:ext cx="4032448" cy="8736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5480892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23528" y="260648"/>
            <a:ext cx="8382000" cy="563562"/>
          </a:xfrm>
        </p:spPr>
        <p:txBody>
          <a:bodyPr/>
          <a:lstStyle/>
          <a:p>
            <a:r>
              <a:rPr lang="zh-TW" altLang="en-US" dirty="0"/>
              <a:t>活動內容規劃</a:t>
            </a:r>
            <a:br>
              <a:rPr lang="zh-TW" altLang="en-US" dirty="0"/>
            </a:br>
            <a:endParaRPr lang="zh-TW" altLang="en-US" dirty="0"/>
          </a:p>
        </p:txBody>
      </p:sp>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20272" y="5815012"/>
            <a:ext cx="774700" cy="1042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 name="表格 3"/>
          <p:cNvGraphicFramePr>
            <a:graphicFrameLocks noGrp="1"/>
          </p:cNvGraphicFramePr>
          <p:nvPr/>
        </p:nvGraphicFramePr>
        <p:xfrm>
          <a:off x="899593" y="1268761"/>
          <a:ext cx="7416823" cy="4032446"/>
        </p:xfrm>
        <a:graphic>
          <a:graphicData uri="http://schemas.openxmlformats.org/drawingml/2006/table">
            <a:tbl>
              <a:tblPr firstRow="1" firstCol="1" bandRow="1"/>
              <a:tblGrid>
                <a:gridCol w="1248036">
                  <a:extLst>
                    <a:ext uri="{9D8B030D-6E8A-4147-A177-3AD203B41FA5}">
                      <a16:colId xmlns:a16="http://schemas.microsoft.com/office/drawing/2014/main" val="20000"/>
                    </a:ext>
                  </a:extLst>
                </a:gridCol>
                <a:gridCol w="2166645">
                  <a:extLst>
                    <a:ext uri="{9D8B030D-6E8A-4147-A177-3AD203B41FA5}">
                      <a16:colId xmlns:a16="http://schemas.microsoft.com/office/drawing/2014/main" val="20001"/>
                    </a:ext>
                  </a:extLst>
                </a:gridCol>
                <a:gridCol w="829686">
                  <a:extLst>
                    <a:ext uri="{9D8B030D-6E8A-4147-A177-3AD203B41FA5}">
                      <a16:colId xmlns:a16="http://schemas.microsoft.com/office/drawing/2014/main" val="20002"/>
                    </a:ext>
                  </a:extLst>
                </a:gridCol>
                <a:gridCol w="2380369">
                  <a:extLst>
                    <a:ext uri="{9D8B030D-6E8A-4147-A177-3AD203B41FA5}">
                      <a16:colId xmlns:a16="http://schemas.microsoft.com/office/drawing/2014/main" val="20003"/>
                    </a:ext>
                  </a:extLst>
                </a:gridCol>
                <a:gridCol w="792087">
                  <a:extLst>
                    <a:ext uri="{9D8B030D-6E8A-4147-A177-3AD203B41FA5}">
                      <a16:colId xmlns:a16="http://schemas.microsoft.com/office/drawing/2014/main" val="20004"/>
                    </a:ext>
                  </a:extLst>
                </a:gridCol>
              </a:tblGrid>
              <a:tr h="310189">
                <a:tc>
                  <a:txBody>
                    <a:bodyPr/>
                    <a:lstStyle/>
                    <a:p>
                      <a:pPr>
                        <a:spcAft>
                          <a:spcPts val="0"/>
                        </a:spcAft>
                      </a:pPr>
                      <a:r>
                        <a:rPr lang="zh-TW" sz="1800" b="1" kern="100" dirty="0">
                          <a:solidFill>
                            <a:schemeClr val="bg2">
                              <a:lumMod val="10000"/>
                            </a:schemeClr>
                          </a:solidFill>
                          <a:effectLst/>
                          <a:latin typeface="Times New Roman"/>
                          <a:ea typeface="標楷體"/>
                        </a:rPr>
                        <a:t>活動期程</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solidFill>
                            <a:schemeClr val="bg2">
                              <a:lumMod val="10000"/>
                            </a:schemeClr>
                          </a:solidFill>
                          <a:effectLst/>
                          <a:latin typeface="Times New Roman"/>
                          <a:ea typeface="標楷體"/>
                        </a:rPr>
                        <a:t>課程內容</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時間</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講師</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備註</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20376">
                <a:tc>
                  <a:txBody>
                    <a:bodyPr/>
                    <a:lstStyle/>
                    <a:p>
                      <a:pPr>
                        <a:spcAft>
                          <a:spcPts val="0"/>
                        </a:spcAft>
                      </a:pPr>
                      <a:r>
                        <a:rPr lang="en-US" sz="1800" b="1" kern="100">
                          <a:solidFill>
                            <a:schemeClr val="bg2">
                              <a:lumMod val="10000"/>
                            </a:schemeClr>
                          </a:solidFill>
                          <a:effectLst/>
                          <a:latin typeface="標楷體"/>
                          <a:ea typeface="超研澤粗楷"/>
                        </a:rPr>
                        <a:t>1</a:t>
                      </a:r>
                      <a:r>
                        <a:rPr lang="zh-TW" sz="1800" b="1" kern="100">
                          <a:solidFill>
                            <a:schemeClr val="bg2">
                              <a:lumMod val="10000"/>
                            </a:schemeClr>
                          </a:solidFill>
                          <a:effectLst/>
                          <a:latin typeface="Times New Roman"/>
                          <a:ea typeface="標楷體"/>
                        </a:rPr>
                        <a:t>堂課</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solidFill>
                            <a:schemeClr val="bg2">
                              <a:lumMod val="10000"/>
                            </a:schemeClr>
                          </a:solidFill>
                          <a:effectLst/>
                          <a:latin typeface="Times New Roman"/>
                          <a:ea typeface="標楷體"/>
                          <a:cs typeface="Arial"/>
                        </a:rPr>
                        <a:t>福利化社區資源調查與運用</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solidFill>
                            <a:schemeClr val="bg2">
                              <a:lumMod val="10000"/>
                            </a:schemeClr>
                          </a:solidFill>
                          <a:effectLst/>
                          <a:latin typeface="標楷體"/>
                          <a:ea typeface="超研澤粗楷"/>
                        </a:rPr>
                        <a:t>2</a:t>
                      </a:r>
                      <a:r>
                        <a:rPr lang="zh-TW" sz="1800" b="1" kern="100" dirty="0">
                          <a:solidFill>
                            <a:schemeClr val="bg2">
                              <a:lumMod val="10000"/>
                            </a:schemeClr>
                          </a:solidFill>
                          <a:effectLst/>
                          <a:latin typeface="Times New Roman"/>
                          <a:ea typeface="標楷體"/>
                        </a:rPr>
                        <a:t>小時</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solidFill>
                            <a:schemeClr val="bg2">
                              <a:lumMod val="10000"/>
                            </a:schemeClr>
                          </a:solidFill>
                          <a:effectLst/>
                          <a:latin typeface="Times New Roman"/>
                          <a:ea typeface="標楷體"/>
                        </a:rPr>
                        <a:t>詹秀員老師</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solidFill>
                            <a:schemeClr val="bg2">
                              <a:lumMod val="10000"/>
                            </a:schemeClr>
                          </a:solidFill>
                          <a:effectLst/>
                          <a:latin typeface="標楷體"/>
                          <a:ea typeface="超研澤粗楷"/>
                        </a:rPr>
                        <a:t> </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620376">
                <a:tc>
                  <a:txBody>
                    <a:bodyPr/>
                    <a:lstStyle/>
                    <a:p>
                      <a:pPr>
                        <a:spcAft>
                          <a:spcPts val="0"/>
                        </a:spcAft>
                      </a:pPr>
                      <a:r>
                        <a:rPr lang="en-US" sz="1800" b="1" kern="100">
                          <a:solidFill>
                            <a:schemeClr val="bg2">
                              <a:lumMod val="10000"/>
                            </a:schemeClr>
                          </a:solidFill>
                          <a:effectLst/>
                          <a:latin typeface="標楷體"/>
                          <a:ea typeface="超研澤粗楷"/>
                        </a:rPr>
                        <a:t>1</a:t>
                      </a:r>
                      <a:r>
                        <a:rPr lang="zh-TW" sz="1800" b="1" kern="100">
                          <a:solidFill>
                            <a:schemeClr val="bg2">
                              <a:lumMod val="10000"/>
                            </a:schemeClr>
                          </a:solidFill>
                          <a:effectLst/>
                          <a:latin typeface="Times New Roman"/>
                          <a:ea typeface="標楷體"/>
                        </a:rPr>
                        <a:t>堂課</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cs typeface="Arial"/>
                        </a:rPr>
                        <a:t>福利化社區資源調查與運用</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solidFill>
                            <a:schemeClr val="bg2">
                              <a:lumMod val="10000"/>
                            </a:schemeClr>
                          </a:solidFill>
                          <a:effectLst/>
                          <a:latin typeface="標楷體"/>
                          <a:ea typeface="超研澤粗楷"/>
                        </a:rPr>
                        <a:t>2</a:t>
                      </a:r>
                      <a:r>
                        <a:rPr lang="zh-TW" sz="1800" b="1" kern="100">
                          <a:solidFill>
                            <a:schemeClr val="bg2">
                              <a:lumMod val="10000"/>
                            </a:schemeClr>
                          </a:solidFill>
                          <a:effectLst/>
                          <a:latin typeface="Times New Roman"/>
                          <a:ea typeface="標楷體"/>
                        </a:rPr>
                        <a:t>小時</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dirty="0">
                          <a:solidFill>
                            <a:schemeClr val="bg2">
                              <a:lumMod val="10000"/>
                            </a:schemeClr>
                          </a:solidFill>
                          <a:effectLst/>
                          <a:latin typeface="Times New Roman"/>
                          <a:ea typeface="標楷體"/>
                        </a:rPr>
                        <a:t>黃宏謨老師</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solidFill>
                            <a:schemeClr val="bg2">
                              <a:lumMod val="10000"/>
                            </a:schemeClr>
                          </a:solidFill>
                          <a:effectLst/>
                          <a:latin typeface="標楷體"/>
                          <a:ea typeface="超研澤粗楷"/>
                        </a:rPr>
                        <a:t> </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240753">
                <a:tc>
                  <a:txBody>
                    <a:bodyPr/>
                    <a:lstStyle/>
                    <a:p>
                      <a:pPr>
                        <a:spcAft>
                          <a:spcPts val="0"/>
                        </a:spcAft>
                      </a:pPr>
                      <a:r>
                        <a:rPr lang="en-US" sz="1800" b="1" kern="100">
                          <a:solidFill>
                            <a:schemeClr val="bg2">
                              <a:lumMod val="10000"/>
                            </a:schemeClr>
                          </a:solidFill>
                          <a:effectLst/>
                          <a:latin typeface="標楷體"/>
                          <a:ea typeface="超研澤粗楷"/>
                        </a:rPr>
                        <a:t>2</a:t>
                      </a:r>
                      <a:r>
                        <a:rPr lang="zh-TW" sz="1800" b="1" kern="100">
                          <a:solidFill>
                            <a:schemeClr val="bg2">
                              <a:lumMod val="10000"/>
                            </a:schemeClr>
                          </a:solidFill>
                          <a:effectLst/>
                          <a:latin typeface="Times New Roman"/>
                          <a:ea typeface="標楷體"/>
                        </a:rPr>
                        <a:t>堂課</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人文地產景資源調查與運用</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solidFill>
                            <a:schemeClr val="bg2">
                              <a:lumMod val="10000"/>
                            </a:schemeClr>
                          </a:solidFill>
                          <a:effectLst/>
                          <a:latin typeface="標楷體"/>
                          <a:ea typeface="超研澤粗楷"/>
                        </a:rPr>
                        <a:t>4</a:t>
                      </a:r>
                      <a:r>
                        <a:rPr lang="zh-TW" sz="1800" b="1" kern="100">
                          <a:solidFill>
                            <a:schemeClr val="bg2">
                              <a:lumMod val="10000"/>
                            </a:schemeClr>
                          </a:solidFill>
                          <a:effectLst/>
                          <a:latin typeface="Times New Roman"/>
                          <a:ea typeface="標楷體"/>
                        </a:rPr>
                        <a:t>小時</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逢甲大學城鄉文化轉型論壇</a:t>
                      </a:r>
                      <a:endParaRPr lang="zh-TW" sz="1800" b="1" kern="100">
                        <a:solidFill>
                          <a:schemeClr val="bg2">
                            <a:lumMod val="10000"/>
                          </a:schemeClr>
                        </a:solidFill>
                        <a:effectLst/>
                        <a:latin typeface="Times New Roman"/>
                        <a:ea typeface="超研澤粗楷"/>
                      </a:endParaRPr>
                    </a:p>
                    <a:p>
                      <a:pPr>
                        <a:spcAft>
                          <a:spcPts val="0"/>
                        </a:spcAft>
                      </a:pPr>
                      <a:r>
                        <a:rPr lang="zh-TW" sz="1800" b="1" kern="100">
                          <a:solidFill>
                            <a:schemeClr val="bg2">
                              <a:lumMod val="10000"/>
                            </a:schemeClr>
                          </a:solidFill>
                          <a:effectLst/>
                          <a:latin typeface="Times New Roman"/>
                          <a:ea typeface="標楷體"/>
                        </a:rPr>
                        <a:t>執行長張昭友老師</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solidFill>
                            <a:schemeClr val="bg2">
                              <a:lumMod val="10000"/>
                            </a:schemeClr>
                          </a:solidFill>
                          <a:effectLst/>
                          <a:latin typeface="標楷體"/>
                          <a:ea typeface="超研澤粗楷"/>
                        </a:rPr>
                        <a:t> </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620376">
                <a:tc>
                  <a:txBody>
                    <a:bodyPr/>
                    <a:lstStyle/>
                    <a:p>
                      <a:pPr>
                        <a:spcAft>
                          <a:spcPts val="0"/>
                        </a:spcAft>
                      </a:pPr>
                      <a:r>
                        <a:rPr lang="en-US" sz="1800" b="1" kern="100">
                          <a:solidFill>
                            <a:schemeClr val="bg2">
                              <a:lumMod val="10000"/>
                            </a:schemeClr>
                          </a:solidFill>
                          <a:effectLst/>
                          <a:latin typeface="標楷體"/>
                          <a:ea typeface="超研澤粗楷"/>
                        </a:rPr>
                        <a:t>1</a:t>
                      </a:r>
                      <a:r>
                        <a:rPr lang="zh-TW" sz="1800" b="1" kern="100">
                          <a:solidFill>
                            <a:schemeClr val="bg2">
                              <a:lumMod val="10000"/>
                            </a:schemeClr>
                          </a:solidFill>
                          <a:effectLst/>
                          <a:latin typeface="Times New Roman"/>
                          <a:ea typeface="標楷體"/>
                        </a:rPr>
                        <a:t>堂課</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社區資源調查特色實務分享</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solidFill>
                            <a:schemeClr val="bg2">
                              <a:lumMod val="10000"/>
                            </a:schemeClr>
                          </a:solidFill>
                          <a:effectLst/>
                          <a:latin typeface="標楷體"/>
                          <a:ea typeface="超研澤粗楷"/>
                        </a:rPr>
                        <a:t>2</a:t>
                      </a:r>
                      <a:r>
                        <a:rPr lang="zh-TW" sz="1800" b="1" kern="100">
                          <a:solidFill>
                            <a:schemeClr val="bg2">
                              <a:lumMod val="10000"/>
                            </a:schemeClr>
                          </a:solidFill>
                          <a:effectLst/>
                          <a:latin typeface="Times New Roman"/>
                          <a:ea typeface="標楷體"/>
                        </a:rPr>
                        <a:t>小時</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楊麗娜理事長</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solidFill>
                            <a:schemeClr val="bg2">
                              <a:lumMod val="10000"/>
                            </a:schemeClr>
                          </a:solidFill>
                          <a:effectLst/>
                          <a:latin typeface="標楷體"/>
                          <a:ea typeface="超研澤粗楷"/>
                        </a:rPr>
                        <a:t> </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620376">
                <a:tc>
                  <a:txBody>
                    <a:bodyPr/>
                    <a:lstStyle/>
                    <a:p>
                      <a:pPr>
                        <a:spcAft>
                          <a:spcPts val="0"/>
                        </a:spcAft>
                      </a:pPr>
                      <a:r>
                        <a:rPr lang="en-US" sz="1800" b="1" kern="100">
                          <a:solidFill>
                            <a:schemeClr val="bg2">
                              <a:lumMod val="10000"/>
                            </a:schemeClr>
                          </a:solidFill>
                          <a:effectLst/>
                          <a:latin typeface="標楷體"/>
                          <a:ea typeface="超研澤粗楷"/>
                        </a:rPr>
                        <a:t>1</a:t>
                      </a:r>
                      <a:r>
                        <a:rPr lang="zh-TW" sz="1800" b="1" kern="100">
                          <a:solidFill>
                            <a:schemeClr val="bg2">
                              <a:lumMod val="10000"/>
                            </a:schemeClr>
                          </a:solidFill>
                          <a:effectLst/>
                          <a:latin typeface="Times New Roman"/>
                          <a:ea typeface="標楷體"/>
                        </a:rPr>
                        <a:t>堂課</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社區資源調查特色實務分享</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a:solidFill>
                            <a:schemeClr val="bg2">
                              <a:lumMod val="10000"/>
                            </a:schemeClr>
                          </a:solidFill>
                          <a:effectLst/>
                          <a:latin typeface="標楷體"/>
                          <a:ea typeface="超研澤粗楷"/>
                        </a:rPr>
                        <a:t>2</a:t>
                      </a:r>
                      <a:r>
                        <a:rPr lang="zh-TW" sz="1800" b="1" kern="100">
                          <a:solidFill>
                            <a:schemeClr val="bg2">
                              <a:lumMod val="10000"/>
                            </a:schemeClr>
                          </a:solidFill>
                          <a:effectLst/>
                          <a:latin typeface="Times New Roman"/>
                          <a:ea typeface="標楷體"/>
                        </a:rPr>
                        <a:t>小時</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800" b="1" kern="100">
                          <a:solidFill>
                            <a:schemeClr val="bg2">
                              <a:lumMod val="10000"/>
                            </a:schemeClr>
                          </a:solidFill>
                          <a:effectLst/>
                          <a:latin typeface="Times New Roman"/>
                          <a:ea typeface="標楷體"/>
                        </a:rPr>
                        <a:t>楊莉理總幹事</a:t>
                      </a:r>
                      <a:endParaRPr lang="zh-TW" sz="1800" b="1" kern="10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1800" b="1" kern="100" dirty="0">
                          <a:solidFill>
                            <a:schemeClr val="bg2">
                              <a:lumMod val="10000"/>
                            </a:schemeClr>
                          </a:solidFill>
                          <a:effectLst/>
                          <a:latin typeface="標楷體"/>
                          <a:ea typeface="超研澤粗楷"/>
                        </a:rPr>
                        <a:t> </a:t>
                      </a:r>
                      <a:endParaRPr lang="zh-TW" sz="1800" b="1"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pic>
        <p:nvPicPr>
          <p:cNvPr id="18433"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56176" y="6008901"/>
            <a:ext cx="630684" cy="8490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43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56376" y="5426073"/>
            <a:ext cx="1066800" cy="143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7167385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p:txBody>
          <a:bodyPr/>
          <a:lstStyle/>
          <a:p>
            <a:pPr marL="0" indent="0">
              <a:buNone/>
            </a:pPr>
            <a:r>
              <a:rPr lang="en-US" altLang="zh-TW" sz="2800" b="1" kern="2600" dirty="0">
                <a:solidFill>
                  <a:srgbClr val="FF0000"/>
                </a:solidFill>
                <a:latin typeface="標楷體"/>
                <a:ea typeface="超研澤粗楷"/>
              </a:rPr>
              <a:t>(</a:t>
            </a:r>
            <a:r>
              <a:rPr lang="zh-TW" altLang="en-US" sz="2800" b="1" kern="2600" dirty="0">
                <a:solidFill>
                  <a:srgbClr val="FF0000"/>
                </a:solidFill>
                <a:latin typeface="Times New Roman"/>
                <a:ea typeface="標楷體"/>
              </a:rPr>
              <a:t>五</a:t>
            </a:r>
            <a:r>
              <a:rPr lang="en-US" altLang="zh-TW" sz="2800" b="1" kern="2600" dirty="0">
                <a:solidFill>
                  <a:srgbClr val="FF0000"/>
                </a:solidFill>
                <a:latin typeface="Times New Roman"/>
                <a:ea typeface="標楷體"/>
              </a:rPr>
              <a:t>)</a:t>
            </a:r>
            <a:r>
              <a:rPr lang="zh-TW" altLang="zh-TW" sz="2800" b="1" kern="2600" dirty="0">
                <a:solidFill>
                  <a:srgbClr val="FF0000"/>
                </a:solidFill>
                <a:latin typeface="Times New Roman"/>
                <a:ea typeface="標楷體"/>
              </a:rPr>
              <a:t>、</a:t>
            </a:r>
            <a:r>
              <a:rPr lang="zh-TW" altLang="en-US" sz="2800" b="1" kern="100" dirty="0">
                <a:solidFill>
                  <a:srgbClr val="FF0000"/>
                </a:solidFill>
                <a:latin typeface="Times New Roman"/>
                <a:ea typeface="標楷體"/>
              </a:rPr>
              <a:t>志工轉動熱情幸福滿滿</a:t>
            </a:r>
            <a:endParaRPr lang="en-US" altLang="zh-TW" sz="2800" b="1" kern="100" dirty="0">
              <a:solidFill>
                <a:srgbClr val="FF0000"/>
              </a:solidFill>
              <a:latin typeface="Times New Roman"/>
              <a:ea typeface="標楷體"/>
            </a:endParaRPr>
          </a:p>
        </p:txBody>
      </p:sp>
      <p:graphicFrame>
        <p:nvGraphicFramePr>
          <p:cNvPr id="4" name="表格 3"/>
          <p:cNvGraphicFramePr>
            <a:graphicFrameLocks noGrp="1"/>
          </p:cNvGraphicFramePr>
          <p:nvPr/>
        </p:nvGraphicFramePr>
        <p:xfrm>
          <a:off x="539549" y="1628800"/>
          <a:ext cx="8424938" cy="3759212"/>
        </p:xfrm>
        <a:graphic>
          <a:graphicData uri="http://schemas.openxmlformats.org/drawingml/2006/table">
            <a:tbl>
              <a:tblPr firstRow="1" bandRow="1"/>
              <a:tblGrid>
                <a:gridCol w="781953">
                  <a:extLst>
                    <a:ext uri="{9D8B030D-6E8A-4147-A177-3AD203B41FA5}">
                      <a16:colId xmlns:a16="http://schemas.microsoft.com/office/drawing/2014/main" val="20000"/>
                    </a:ext>
                  </a:extLst>
                </a:gridCol>
                <a:gridCol w="1218628">
                  <a:extLst>
                    <a:ext uri="{9D8B030D-6E8A-4147-A177-3AD203B41FA5}">
                      <a16:colId xmlns:a16="http://schemas.microsoft.com/office/drawing/2014/main" val="20001"/>
                    </a:ext>
                  </a:extLst>
                </a:gridCol>
                <a:gridCol w="1549845">
                  <a:extLst>
                    <a:ext uri="{9D8B030D-6E8A-4147-A177-3AD203B41FA5}">
                      <a16:colId xmlns:a16="http://schemas.microsoft.com/office/drawing/2014/main" val="20002"/>
                    </a:ext>
                  </a:extLst>
                </a:gridCol>
                <a:gridCol w="2659890">
                  <a:extLst>
                    <a:ext uri="{9D8B030D-6E8A-4147-A177-3AD203B41FA5}">
                      <a16:colId xmlns:a16="http://schemas.microsoft.com/office/drawing/2014/main" val="20003"/>
                    </a:ext>
                  </a:extLst>
                </a:gridCol>
                <a:gridCol w="2214622">
                  <a:extLst>
                    <a:ext uri="{9D8B030D-6E8A-4147-A177-3AD203B41FA5}">
                      <a16:colId xmlns:a16="http://schemas.microsoft.com/office/drawing/2014/main" val="20004"/>
                    </a:ext>
                  </a:extLst>
                </a:gridCol>
              </a:tblGrid>
              <a:tr h="741692">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編號</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a:effectLst/>
                          <a:latin typeface="Calibri"/>
                          <a:ea typeface="標楷體"/>
                          <a:cs typeface="Times New Roman"/>
                        </a:rPr>
                        <a:t>服務項目</a:t>
                      </a:r>
                      <a:endParaRPr lang="zh-TW" sz="1800"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a:effectLst/>
                          <a:latin typeface="Calibri"/>
                          <a:ea typeface="標楷體"/>
                          <a:cs typeface="Times New Roman"/>
                        </a:rPr>
                        <a:t>服務內容</a:t>
                      </a:r>
                      <a:endParaRPr lang="zh-TW" sz="1800"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800" b="1" kern="100">
                          <a:effectLst/>
                          <a:latin typeface="Calibri"/>
                          <a:ea typeface="標楷體"/>
                          <a:cs typeface="Times New Roman"/>
                        </a:rPr>
                        <a:t>服務方式與規劃</a:t>
                      </a:r>
                      <a:endParaRPr lang="zh-TW" sz="1800"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a:effectLst/>
                          <a:latin typeface="Calibri"/>
                          <a:ea typeface="標楷體"/>
                          <a:cs typeface="Times New Roman"/>
                        </a:rPr>
                        <a:t>活動講師</a:t>
                      </a:r>
                      <a:endParaRPr lang="zh-TW" sz="1800" kern="10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2714692">
                <a:tc>
                  <a:txBody>
                    <a:bodyPr/>
                    <a:lstStyle/>
                    <a:p>
                      <a:pPr algn="ctr">
                        <a:spcAft>
                          <a:spcPts val="0"/>
                        </a:spcAft>
                        <a:tabLst>
                          <a:tab pos="381000" algn="l"/>
                        </a:tabLst>
                      </a:pPr>
                      <a:r>
                        <a:rPr lang="en-US" sz="1800" b="1" kern="100" dirty="0">
                          <a:effectLst/>
                          <a:latin typeface="標楷體"/>
                          <a:ea typeface="新細明體"/>
                          <a:cs typeface="Times New Roman"/>
                        </a:rPr>
                        <a:t>3-9</a:t>
                      </a:r>
                      <a:r>
                        <a:rPr lang="zh-TW" sz="1800" b="1" kern="100" dirty="0">
                          <a:effectLst/>
                          <a:latin typeface="Calibri"/>
                          <a:ea typeface="標楷體"/>
                          <a:cs typeface="Times New Roman"/>
                        </a:rPr>
                        <a:t>月</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ctr">
                        <a:spcAft>
                          <a:spcPts val="0"/>
                        </a:spcAft>
                        <a:tabLst>
                          <a:tab pos="381000" algn="l"/>
                        </a:tabLst>
                      </a:pPr>
                      <a:r>
                        <a:rPr lang="zh-TW" sz="1800" b="1" kern="100" dirty="0">
                          <a:effectLst/>
                          <a:latin typeface="Calibri"/>
                          <a:ea typeface="標楷體"/>
                          <a:cs typeface="Times New Roman"/>
                        </a:rPr>
                        <a:t>志工培訓</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42900" lvl="0" indent="-342900">
                        <a:lnSpc>
                          <a:spcPct val="150000"/>
                        </a:lnSpc>
                        <a:spcAft>
                          <a:spcPts val="0"/>
                        </a:spcAft>
                        <a:buFont typeface="+mj-lt"/>
                        <a:buAutoNum type="arabicPeriod"/>
                      </a:pPr>
                      <a:r>
                        <a:rPr lang="zh-TW" sz="1800" b="1" kern="100" dirty="0">
                          <a:effectLst/>
                          <a:latin typeface="Calibri"/>
                          <a:ea typeface="標楷體"/>
                          <a:cs typeface="Times New Roman"/>
                        </a:rPr>
                        <a:t>完成志工基礎及特殊培訓課程</a:t>
                      </a:r>
                      <a:endParaRPr lang="zh-TW" sz="1800" b="1" kern="100" dirty="0">
                        <a:effectLst/>
                        <a:latin typeface="Calibri"/>
                        <a:ea typeface="新細明體"/>
                        <a:cs typeface="Times New Roman"/>
                      </a:endParaRPr>
                    </a:p>
                    <a:p>
                      <a:pPr marL="342900" lvl="0" indent="-342900">
                        <a:lnSpc>
                          <a:spcPct val="150000"/>
                        </a:lnSpc>
                        <a:spcAft>
                          <a:spcPts val="0"/>
                        </a:spcAft>
                        <a:buFont typeface="+mj-lt"/>
                        <a:buAutoNum type="arabicPeriod"/>
                      </a:pPr>
                      <a:r>
                        <a:rPr lang="zh-TW" sz="1800" b="1" kern="100" dirty="0">
                          <a:effectLst/>
                          <a:latin typeface="Calibri"/>
                          <a:ea typeface="標楷體"/>
                          <a:cs typeface="Times New Roman"/>
                        </a:rPr>
                        <a:t>社福進階培訓課程</a:t>
                      </a:r>
                      <a:endParaRPr lang="zh-TW" sz="1800" b="1" kern="100" dirty="0">
                        <a:effectLst/>
                        <a:latin typeface="Calibri"/>
                        <a:ea typeface="新細明體"/>
                        <a:cs typeface="Times New Roman"/>
                      </a:endParaRPr>
                    </a:p>
                  </a:txBody>
                  <a:tcPr marL="68580" marR="68580" marT="9525"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42900" lvl="0" indent="-342900" algn="just">
                        <a:spcAft>
                          <a:spcPts val="0"/>
                        </a:spcAft>
                        <a:buFont typeface="+mj-lt"/>
                        <a:buAutoNum type="arabicPeriod"/>
                      </a:pPr>
                      <a:r>
                        <a:rPr lang="zh-TW" sz="1800" b="1" kern="100" dirty="0">
                          <a:effectLst/>
                          <a:latin typeface="Calibri"/>
                          <a:ea typeface="標楷體"/>
                          <a:cs typeface="Times New Roman"/>
                        </a:rPr>
                        <a:t>完成志工基礎及進階培訓，並拿到志願服務手冊。</a:t>
                      </a:r>
                      <a:endParaRPr lang="zh-TW" sz="1800" b="1" kern="100" dirty="0">
                        <a:effectLst/>
                        <a:latin typeface="Calibri"/>
                        <a:ea typeface="新細明體"/>
                        <a:cs typeface="Times New Roman"/>
                      </a:endParaRPr>
                    </a:p>
                    <a:p>
                      <a:pPr marL="342900" lvl="0" indent="-342900" algn="just">
                        <a:spcAft>
                          <a:spcPts val="0"/>
                        </a:spcAft>
                        <a:buFont typeface="+mj-lt"/>
                        <a:buAutoNum type="arabicPeriod"/>
                      </a:pPr>
                      <a:r>
                        <a:rPr lang="zh-TW" sz="1800" b="1" kern="100" dirty="0">
                          <a:effectLst/>
                          <a:latin typeface="Calibri"/>
                          <a:ea typeface="標楷體"/>
                          <a:cs typeface="Times New Roman"/>
                        </a:rPr>
                        <a:t>完成志工社福進階培訓課程。</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gn="just">
                        <a:spcAft>
                          <a:spcPts val="0"/>
                        </a:spcAft>
                      </a:pPr>
                      <a:r>
                        <a:rPr lang="zh-TW" sz="1800" b="1" kern="100" dirty="0">
                          <a:effectLst/>
                          <a:latin typeface="Calibri"/>
                          <a:ea typeface="標楷體"/>
                          <a:cs typeface="Times New Roman"/>
                        </a:rPr>
                        <a:t>專業老師</a:t>
                      </a:r>
                      <a:endParaRPr lang="zh-TW" sz="1800" b="1" kern="100" dirty="0">
                        <a:effectLst/>
                        <a:latin typeface="Calibri"/>
                        <a:ea typeface="新細明體"/>
                        <a:cs typeface="Times New Roman"/>
                      </a:endParaRPr>
                    </a:p>
                    <a:p>
                      <a:pPr algn="just">
                        <a:spcAft>
                          <a:spcPts val="0"/>
                        </a:spcAft>
                      </a:pPr>
                      <a:r>
                        <a:rPr lang="en-US" sz="1800" b="1" kern="100" dirty="0">
                          <a:effectLst/>
                          <a:latin typeface="標楷體"/>
                          <a:ea typeface="新細明體"/>
                          <a:cs typeface="Times New Roman"/>
                        </a:rPr>
                        <a:t>(</a:t>
                      </a:r>
                      <a:r>
                        <a:rPr lang="zh-TW" sz="1800" b="1" kern="100" dirty="0">
                          <a:effectLst/>
                          <a:latin typeface="Calibri"/>
                          <a:ea typeface="標楷體"/>
                          <a:cs typeface="Times New Roman"/>
                        </a:rPr>
                        <a:t>跨部會</a:t>
                      </a:r>
                      <a:r>
                        <a:rPr lang="en-US" sz="1800" b="1" kern="100" dirty="0">
                          <a:effectLst/>
                          <a:latin typeface="Calibri"/>
                          <a:ea typeface="標楷體"/>
                          <a:cs typeface="Times New Roman"/>
                        </a:rPr>
                        <a:t>)</a:t>
                      </a:r>
                      <a:r>
                        <a:rPr lang="zh-TW" sz="1800" b="1" kern="100" dirty="0">
                          <a:effectLst/>
                          <a:latin typeface="Calibri"/>
                          <a:ea typeface="標楷體"/>
                          <a:cs typeface="Times New Roman"/>
                        </a:rPr>
                        <a:t>：呂建蒼社工師、朱思美老師、羅智容老師、蕭雨郎社工員、王業老師陳淑珍老師</a:t>
                      </a:r>
                      <a:endParaRPr lang="zh-TW" sz="1800" b="1" kern="100" dirty="0">
                        <a:effectLst/>
                        <a:latin typeface="Calibri"/>
                        <a:ea typeface="新細明體"/>
                        <a:cs typeface="Times New Roman"/>
                      </a:endParaRPr>
                    </a:p>
                    <a:p>
                      <a:pPr algn="just">
                        <a:spcAft>
                          <a:spcPts val="0"/>
                        </a:spcAft>
                      </a:pPr>
                      <a:r>
                        <a:rPr lang="zh-TW" sz="1800" b="1" kern="100" dirty="0">
                          <a:effectLst/>
                          <a:latin typeface="Calibri"/>
                          <a:ea typeface="標楷體"/>
                          <a:cs typeface="Times New Roman"/>
                        </a:rPr>
                        <a:t>實務講師</a:t>
                      </a:r>
                      <a:endParaRPr lang="zh-TW" sz="1800" b="1" kern="100" dirty="0">
                        <a:effectLst/>
                        <a:latin typeface="Calibri"/>
                        <a:ea typeface="新細明體"/>
                        <a:cs typeface="Times New Roman"/>
                      </a:endParaRPr>
                    </a:p>
                    <a:p>
                      <a:pPr algn="just">
                        <a:spcAft>
                          <a:spcPts val="0"/>
                        </a:spcAft>
                      </a:pPr>
                      <a:r>
                        <a:rPr lang="en-US" sz="1800" b="1" kern="100" dirty="0">
                          <a:effectLst/>
                          <a:latin typeface="標楷體"/>
                          <a:ea typeface="新細明體"/>
                          <a:cs typeface="Times New Roman"/>
                        </a:rPr>
                        <a:t>(</a:t>
                      </a:r>
                      <a:r>
                        <a:rPr lang="zh-TW" sz="1800" b="1" kern="100" dirty="0">
                          <a:effectLst/>
                          <a:latin typeface="Calibri"/>
                          <a:ea typeface="標楷體"/>
                          <a:cs typeface="Times New Roman"/>
                        </a:rPr>
                        <a:t>跨社區</a:t>
                      </a:r>
                      <a:r>
                        <a:rPr lang="en-US" sz="1800" b="1" kern="100" dirty="0">
                          <a:effectLst/>
                          <a:latin typeface="Calibri"/>
                          <a:ea typeface="標楷體"/>
                          <a:cs typeface="Times New Roman"/>
                        </a:rPr>
                        <a:t>)</a:t>
                      </a:r>
                      <a:r>
                        <a:rPr lang="zh-TW" sz="1800" b="1" kern="100" dirty="0">
                          <a:effectLst/>
                          <a:latin typeface="Calibri"/>
                          <a:ea typeface="標楷體"/>
                          <a:cs typeface="Times New Roman"/>
                        </a:rPr>
                        <a:t>：楊麗娜理事長</a:t>
                      </a:r>
                      <a:endParaRPr lang="zh-TW" sz="1800" b="1" kern="100" dirty="0">
                        <a:effectLst/>
                        <a:latin typeface="Calibri"/>
                        <a:ea typeface="新細明體"/>
                        <a:cs typeface="Times New Roman"/>
                      </a:endParaRPr>
                    </a:p>
                    <a:p>
                      <a:pPr algn="just">
                        <a:spcAft>
                          <a:spcPts val="0"/>
                        </a:spcAft>
                      </a:pPr>
                      <a:r>
                        <a:rPr lang="zh-TW" sz="1800" b="1" kern="100" dirty="0">
                          <a:effectLst/>
                          <a:latin typeface="Calibri"/>
                          <a:ea typeface="標楷體"/>
                          <a:cs typeface="Times New Roman"/>
                        </a:rPr>
                        <a:t>楊莉理總幹事</a:t>
                      </a:r>
                      <a:endParaRPr lang="zh-TW" sz="1800" b="1" kern="100" dirty="0">
                        <a:effectLst/>
                        <a:latin typeface="Calibri"/>
                        <a:ea typeface="新細明體"/>
                        <a:cs typeface="Times New Roman"/>
                      </a:endParaRPr>
                    </a:p>
                    <a:p>
                      <a:pPr algn="just">
                        <a:spcAft>
                          <a:spcPts val="0"/>
                        </a:spcAft>
                      </a:pPr>
                      <a:r>
                        <a:rPr lang="en-US" sz="1800" b="1" kern="100" dirty="0">
                          <a:effectLst/>
                          <a:latin typeface="標楷體"/>
                          <a:ea typeface="新細明體"/>
                          <a:cs typeface="Times New Roman"/>
                        </a:rPr>
                        <a:t> </a:t>
                      </a:r>
                      <a:endParaRPr lang="zh-TW" sz="1800" b="1" kern="100" dirty="0">
                        <a:effectLst/>
                        <a:latin typeface="Calibri"/>
                        <a:ea typeface="新細明體"/>
                        <a:cs typeface="Times New Roman"/>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extLst>
                  <a:ext uri="{0D108BD9-81ED-4DB2-BD59-A6C34878D82A}">
                    <a16:rowId xmlns:a16="http://schemas.microsoft.com/office/drawing/2014/main" val="10001"/>
                  </a:ext>
                </a:extLst>
              </a:tr>
            </a:tbl>
          </a:graphicData>
        </a:graphic>
      </p:graphicFrame>
      <p:pic>
        <p:nvPicPr>
          <p:cNvPr id="21505"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5373216"/>
            <a:ext cx="6874905" cy="1484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3566249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23528" y="260648"/>
            <a:ext cx="8382000" cy="563562"/>
          </a:xfrm>
        </p:spPr>
        <p:txBody>
          <a:bodyPr/>
          <a:lstStyle/>
          <a:p>
            <a:r>
              <a:rPr lang="zh-TW" altLang="en-US" dirty="0"/>
              <a:t>活動內容規劃－志工基礎及特殊培訓課程：</a:t>
            </a:r>
            <a:br>
              <a:rPr lang="zh-TW" altLang="en-US" dirty="0"/>
            </a:br>
            <a:endParaRPr lang="zh-TW" altLang="en-US" dirty="0"/>
          </a:p>
        </p:txBody>
      </p:sp>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20272" y="5815012"/>
            <a:ext cx="774700" cy="1042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433"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20389" y="4478199"/>
            <a:ext cx="630684" cy="8490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43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56376" y="5286209"/>
            <a:ext cx="1066800" cy="143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3" name="表格 2"/>
          <p:cNvGraphicFramePr>
            <a:graphicFrameLocks noGrp="1"/>
          </p:cNvGraphicFramePr>
          <p:nvPr/>
        </p:nvGraphicFramePr>
        <p:xfrm>
          <a:off x="1475656" y="764698"/>
          <a:ext cx="5400599" cy="6093306"/>
        </p:xfrm>
        <a:graphic>
          <a:graphicData uri="http://schemas.openxmlformats.org/drawingml/2006/table">
            <a:tbl>
              <a:tblPr/>
              <a:tblGrid>
                <a:gridCol w="1209090">
                  <a:extLst>
                    <a:ext uri="{9D8B030D-6E8A-4147-A177-3AD203B41FA5}">
                      <a16:colId xmlns:a16="http://schemas.microsoft.com/office/drawing/2014/main" val="20000"/>
                    </a:ext>
                  </a:extLst>
                </a:gridCol>
                <a:gridCol w="2659996">
                  <a:extLst>
                    <a:ext uri="{9D8B030D-6E8A-4147-A177-3AD203B41FA5}">
                      <a16:colId xmlns:a16="http://schemas.microsoft.com/office/drawing/2014/main" val="20001"/>
                    </a:ext>
                  </a:extLst>
                </a:gridCol>
                <a:gridCol w="1531513">
                  <a:extLst>
                    <a:ext uri="{9D8B030D-6E8A-4147-A177-3AD203B41FA5}">
                      <a16:colId xmlns:a16="http://schemas.microsoft.com/office/drawing/2014/main" val="20002"/>
                    </a:ext>
                  </a:extLst>
                </a:gridCol>
              </a:tblGrid>
              <a:tr h="352668">
                <a:tc>
                  <a:txBody>
                    <a:bodyPr/>
                    <a:lstStyle/>
                    <a:p>
                      <a:pPr indent="10795" algn="ctr">
                        <a:spcAft>
                          <a:spcPts val="0"/>
                        </a:spcAft>
                      </a:pPr>
                      <a:r>
                        <a:rPr lang="zh-TW" sz="1400" b="1" kern="100" spc="-60" dirty="0">
                          <a:solidFill>
                            <a:schemeClr val="bg2">
                              <a:lumMod val="10000"/>
                            </a:schemeClr>
                          </a:solidFill>
                          <a:effectLst/>
                          <a:latin typeface="Times New Roman"/>
                          <a:ea typeface="標楷體"/>
                        </a:rPr>
                        <a:t>時</a:t>
                      </a:r>
                      <a:r>
                        <a:rPr lang="en-US" sz="1400" b="1" kern="100" spc="-60" dirty="0">
                          <a:solidFill>
                            <a:schemeClr val="bg2">
                              <a:lumMod val="10000"/>
                            </a:schemeClr>
                          </a:solidFill>
                          <a:effectLst/>
                          <a:latin typeface="Times New Roman"/>
                          <a:ea typeface="標楷體"/>
                        </a:rPr>
                        <a:t>  </a:t>
                      </a:r>
                      <a:r>
                        <a:rPr lang="zh-TW" sz="1400" b="1" kern="100" spc="-60" dirty="0">
                          <a:solidFill>
                            <a:schemeClr val="bg2">
                              <a:lumMod val="10000"/>
                            </a:schemeClr>
                          </a:solidFill>
                          <a:effectLst/>
                          <a:latin typeface="Times New Roman"/>
                          <a:ea typeface="標楷體"/>
                        </a:rPr>
                        <a:t>間</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76200" algn="ctr">
                        <a:spcAft>
                          <a:spcPts val="0"/>
                        </a:spcAft>
                      </a:pPr>
                      <a:r>
                        <a:rPr lang="zh-TW" sz="1400" b="1" kern="100" dirty="0">
                          <a:solidFill>
                            <a:schemeClr val="bg2">
                              <a:lumMod val="10000"/>
                            </a:schemeClr>
                          </a:solidFill>
                          <a:effectLst/>
                          <a:latin typeface="Times New Roman"/>
                          <a:ea typeface="標楷體"/>
                        </a:rPr>
                        <a:t>課</a:t>
                      </a:r>
                      <a:r>
                        <a:rPr lang="en-US" sz="1400" b="1" kern="100" dirty="0">
                          <a:solidFill>
                            <a:schemeClr val="bg2">
                              <a:lumMod val="10000"/>
                            </a:schemeClr>
                          </a:solidFill>
                          <a:effectLst/>
                          <a:latin typeface="Times New Roman"/>
                          <a:ea typeface="標楷體"/>
                        </a:rPr>
                        <a:t>  </a:t>
                      </a:r>
                      <a:r>
                        <a:rPr lang="zh-TW" sz="1400" b="1" kern="100" dirty="0">
                          <a:solidFill>
                            <a:schemeClr val="bg2">
                              <a:lumMod val="10000"/>
                            </a:schemeClr>
                          </a:solidFill>
                          <a:effectLst/>
                          <a:latin typeface="Times New Roman"/>
                          <a:ea typeface="標楷體"/>
                        </a:rPr>
                        <a:t>程</a:t>
                      </a:r>
                      <a:r>
                        <a:rPr lang="en-US" sz="1400" b="1" kern="100" dirty="0">
                          <a:solidFill>
                            <a:schemeClr val="bg2">
                              <a:lumMod val="10000"/>
                            </a:schemeClr>
                          </a:solidFill>
                          <a:effectLst/>
                          <a:latin typeface="Times New Roman"/>
                          <a:ea typeface="標楷體"/>
                        </a:rPr>
                        <a:t>  </a:t>
                      </a:r>
                      <a:r>
                        <a:rPr lang="zh-TW" sz="1400" b="1" kern="100" dirty="0">
                          <a:solidFill>
                            <a:schemeClr val="bg2">
                              <a:lumMod val="10000"/>
                            </a:schemeClr>
                          </a:solidFill>
                          <a:effectLst/>
                          <a:latin typeface="Times New Roman"/>
                          <a:ea typeface="標楷體"/>
                        </a:rPr>
                        <a:t>內</a:t>
                      </a:r>
                      <a:r>
                        <a:rPr lang="en-US" sz="1400" b="1" kern="100" dirty="0">
                          <a:solidFill>
                            <a:schemeClr val="bg2">
                              <a:lumMod val="10000"/>
                            </a:schemeClr>
                          </a:solidFill>
                          <a:effectLst/>
                          <a:latin typeface="Times New Roman"/>
                          <a:ea typeface="標楷體"/>
                        </a:rPr>
                        <a:t>  </a:t>
                      </a:r>
                      <a:r>
                        <a:rPr lang="zh-TW" sz="1400" b="1" kern="100" dirty="0">
                          <a:solidFill>
                            <a:schemeClr val="bg2">
                              <a:lumMod val="10000"/>
                            </a:schemeClr>
                          </a:solidFill>
                          <a:effectLst/>
                          <a:latin typeface="Times New Roman"/>
                          <a:ea typeface="標楷體"/>
                        </a:rPr>
                        <a:t>容</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3970" algn="ctr">
                        <a:spcAft>
                          <a:spcPts val="0"/>
                        </a:spcAft>
                      </a:pPr>
                      <a:r>
                        <a:rPr lang="zh-TW" sz="1400" b="1" kern="100">
                          <a:solidFill>
                            <a:schemeClr val="bg2">
                              <a:lumMod val="10000"/>
                            </a:schemeClr>
                          </a:solidFill>
                          <a:effectLst/>
                          <a:latin typeface="Times New Roman"/>
                          <a:ea typeface="標楷體"/>
                        </a:rPr>
                        <a:t>講師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52668">
                <a:tc gridSpan="3">
                  <a:txBody>
                    <a:bodyPr/>
                    <a:lstStyle/>
                    <a:p>
                      <a:pPr indent="18415" algn="ctr">
                        <a:spcAft>
                          <a:spcPts val="0"/>
                        </a:spcAft>
                      </a:pPr>
                      <a:r>
                        <a:rPr lang="zh-TW" sz="1400" b="1" kern="100" dirty="0">
                          <a:solidFill>
                            <a:schemeClr val="bg2">
                              <a:lumMod val="10000"/>
                            </a:schemeClr>
                          </a:solidFill>
                          <a:effectLst/>
                          <a:latin typeface="Times New Roman"/>
                          <a:ea typeface="標楷體"/>
                        </a:rPr>
                        <a:t>第一天</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a16="http://schemas.microsoft.com/office/drawing/2014/main" val="10001"/>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08:00 ~ 10:00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dirty="0">
                          <a:solidFill>
                            <a:schemeClr val="bg2">
                              <a:lumMod val="10000"/>
                            </a:schemeClr>
                          </a:solidFill>
                          <a:effectLst/>
                          <a:latin typeface="Times New Roman"/>
                          <a:ea typeface="標楷體"/>
                        </a:rPr>
                        <a:t>志願服務的發展趨勢</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indent="14605" algn="just">
                        <a:spcAft>
                          <a:spcPts val="0"/>
                        </a:spcAft>
                      </a:pPr>
                      <a:r>
                        <a:rPr lang="zh-TW" sz="1400" b="1" kern="100">
                          <a:solidFill>
                            <a:schemeClr val="bg2">
                              <a:lumMod val="10000"/>
                            </a:schemeClr>
                          </a:solidFill>
                          <a:effectLst/>
                          <a:latin typeface="Times New Roman"/>
                          <a:ea typeface="標楷體"/>
                        </a:rPr>
                        <a:t>呂建蒼社工師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10:00 ~ 12:00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dirty="0">
                          <a:solidFill>
                            <a:schemeClr val="bg2">
                              <a:lumMod val="10000"/>
                            </a:schemeClr>
                          </a:solidFill>
                          <a:effectLst/>
                          <a:latin typeface="Times New Roman"/>
                          <a:ea typeface="標楷體"/>
                        </a:rPr>
                        <a:t>志願服務倫理</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indent="16510" algn="just">
                        <a:lnSpc>
                          <a:spcPts val="1500"/>
                        </a:lnSpc>
                        <a:spcAft>
                          <a:spcPts val="0"/>
                        </a:spcAft>
                      </a:pPr>
                      <a:r>
                        <a:rPr lang="zh-TW" sz="1400" b="1" kern="100">
                          <a:solidFill>
                            <a:schemeClr val="bg2">
                              <a:lumMod val="10000"/>
                            </a:schemeClr>
                          </a:solidFill>
                          <a:effectLst/>
                          <a:latin typeface="Times New Roman"/>
                          <a:ea typeface="標楷體"/>
                        </a:rPr>
                        <a:t>呂建蒼社工師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12:10 ~ 13:00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83185" algn="just">
                        <a:spcAft>
                          <a:spcPts val="0"/>
                        </a:spcAft>
                      </a:pPr>
                      <a:r>
                        <a:rPr lang="zh-TW" sz="1400" b="1" kern="100" dirty="0">
                          <a:solidFill>
                            <a:schemeClr val="bg2">
                              <a:lumMod val="10000"/>
                            </a:schemeClr>
                          </a:solidFill>
                          <a:effectLst/>
                          <a:latin typeface="Times New Roman"/>
                          <a:ea typeface="標楷體"/>
                        </a:rPr>
                        <a:t>午</a:t>
                      </a:r>
                      <a:r>
                        <a:rPr lang="en-US" sz="1400" b="1" kern="100" dirty="0">
                          <a:solidFill>
                            <a:schemeClr val="bg2">
                              <a:lumMod val="10000"/>
                            </a:schemeClr>
                          </a:solidFill>
                          <a:effectLst/>
                          <a:latin typeface="Times New Roman"/>
                          <a:ea typeface="標楷體"/>
                        </a:rPr>
                        <a:t>     </a:t>
                      </a:r>
                      <a:r>
                        <a:rPr lang="zh-TW" sz="1400" b="1" kern="100" dirty="0">
                          <a:solidFill>
                            <a:schemeClr val="bg2">
                              <a:lumMod val="10000"/>
                            </a:schemeClr>
                          </a:solidFill>
                          <a:effectLst/>
                          <a:latin typeface="Times New Roman"/>
                          <a:ea typeface="標楷體"/>
                        </a:rPr>
                        <a:t>餐</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a16="http://schemas.microsoft.com/office/drawing/2014/main" val="10004"/>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13:00 ~ 15:00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dirty="0">
                          <a:solidFill>
                            <a:schemeClr val="bg2">
                              <a:lumMod val="10000"/>
                            </a:schemeClr>
                          </a:solidFill>
                          <a:effectLst/>
                          <a:latin typeface="Times New Roman"/>
                          <a:ea typeface="標楷體"/>
                        </a:rPr>
                        <a:t>社會福利概述</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9695" indent="-16510" algn="just">
                        <a:lnSpc>
                          <a:spcPts val="1300"/>
                        </a:lnSpc>
                        <a:spcAft>
                          <a:spcPts val="0"/>
                        </a:spcAft>
                      </a:pPr>
                      <a:r>
                        <a:rPr lang="zh-TW" sz="1400" b="1" kern="100">
                          <a:solidFill>
                            <a:schemeClr val="bg2">
                              <a:lumMod val="10000"/>
                            </a:schemeClr>
                          </a:solidFill>
                          <a:effectLst/>
                          <a:latin typeface="Times New Roman"/>
                          <a:ea typeface="標楷體"/>
                        </a:rPr>
                        <a:t>呂建蒼社工師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15:10 ~ 17:10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dirty="0">
                          <a:solidFill>
                            <a:schemeClr val="bg2">
                              <a:lumMod val="10000"/>
                            </a:schemeClr>
                          </a:solidFill>
                          <a:effectLst/>
                          <a:latin typeface="Times New Roman"/>
                          <a:ea typeface="標楷體"/>
                        </a:rPr>
                        <a:t>志願服務運用單位業務簡介</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indent="16510" algn="just">
                        <a:lnSpc>
                          <a:spcPts val="1300"/>
                        </a:lnSpc>
                        <a:spcAft>
                          <a:spcPts val="0"/>
                        </a:spcAft>
                      </a:pPr>
                      <a:r>
                        <a:rPr lang="zh-TW" sz="1400" b="1" kern="100">
                          <a:solidFill>
                            <a:schemeClr val="bg2">
                              <a:lumMod val="10000"/>
                            </a:schemeClr>
                          </a:solidFill>
                          <a:effectLst/>
                          <a:latin typeface="Times New Roman"/>
                          <a:ea typeface="標楷體"/>
                        </a:rPr>
                        <a:t>楊莉理總幹事</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97751">
                <a:tc gridSpan="3">
                  <a:txBody>
                    <a:bodyPr/>
                    <a:lstStyle/>
                    <a:p>
                      <a:pPr marL="83185" algn="ctr">
                        <a:spcAft>
                          <a:spcPts val="0"/>
                        </a:spcAft>
                      </a:pPr>
                      <a:r>
                        <a:rPr lang="zh-TW" sz="1400" b="1" kern="100" dirty="0">
                          <a:solidFill>
                            <a:schemeClr val="bg2">
                              <a:lumMod val="10000"/>
                            </a:schemeClr>
                          </a:solidFill>
                          <a:effectLst/>
                          <a:latin typeface="Times New Roman"/>
                          <a:ea typeface="標楷體"/>
                        </a:rPr>
                        <a:t>第二天</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a16="http://schemas.microsoft.com/office/drawing/2014/main" val="10007"/>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08:00 ~ 10:00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79070" indent="16510" algn="just">
                        <a:spcAft>
                          <a:spcPts val="0"/>
                        </a:spcAft>
                      </a:pPr>
                      <a:r>
                        <a:rPr lang="zh-TW" sz="1400" b="1" kern="100">
                          <a:solidFill>
                            <a:schemeClr val="bg2">
                              <a:lumMod val="10000"/>
                            </a:schemeClr>
                          </a:solidFill>
                          <a:effectLst/>
                          <a:latin typeface="Times New Roman"/>
                          <a:ea typeface="標楷體"/>
                        </a:rPr>
                        <a:t>志願服務經驗分享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79070" indent="16510" algn="just">
                        <a:spcAft>
                          <a:spcPts val="0"/>
                        </a:spcAft>
                      </a:pPr>
                      <a:r>
                        <a:rPr lang="zh-TW" sz="1400" b="1" kern="100">
                          <a:solidFill>
                            <a:schemeClr val="bg2">
                              <a:lumMod val="10000"/>
                            </a:schemeClr>
                          </a:solidFill>
                          <a:effectLst/>
                          <a:latin typeface="Times New Roman"/>
                          <a:ea typeface="標楷體"/>
                        </a:rPr>
                        <a:t>朱思美老師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10:00 ~ 12:00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dirty="0">
                          <a:solidFill>
                            <a:schemeClr val="bg2">
                              <a:lumMod val="10000"/>
                            </a:schemeClr>
                          </a:solidFill>
                          <a:effectLst/>
                          <a:latin typeface="Times New Roman"/>
                          <a:ea typeface="標楷體"/>
                        </a:rPr>
                        <a:t>綜合討論－集思廣益論方法</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a:solidFill>
                            <a:schemeClr val="bg2">
                              <a:lumMod val="10000"/>
                            </a:schemeClr>
                          </a:solidFill>
                          <a:effectLst/>
                          <a:latin typeface="Times New Roman"/>
                          <a:ea typeface="標楷體"/>
                        </a:rPr>
                        <a:t>朱思美老師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12:10 ~ 13:00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83185" algn="just">
                        <a:spcAft>
                          <a:spcPts val="0"/>
                        </a:spcAft>
                      </a:pPr>
                      <a:r>
                        <a:rPr lang="zh-TW" sz="1400" b="1" kern="100" dirty="0">
                          <a:solidFill>
                            <a:schemeClr val="bg2">
                              <a:lumMod val="10000"/>
                            </a:schemeClr>
                          </a:solidFill>
                          <a:effectLst/>
                          <a:latin typeface="Times New Roman"/>
                          <a:ea typeface="標楷體"/>
                        </a:rPr>
                        <a:t>午</a:t>
                      </a:r>
                      <a:r>
                        <a:rPr lang="en-US" sz="1400" b="1" kern="100" dirty="0">
                          <a:solidFill>
                            <a:schemeClr val="bg2">
                              <a:lumMod val="10000"/>
                            </a:schemeClr>
                          </a:solidFill>
                          <a:effectLst/>
                          <a:latin typeface="Times New Roman"/>
                          <a:ea typeface="標楷體"/>
                        </a:rPr>
                        <a:t>     </a:t>
                      </a:r>
                      <a:r>
                        <a:rPr lang="zh-TW" sz="1400" b="1" kern="100" dirty="0">
                          <a:solidFill>
                            <a:schemeClr val="bg2">
                              <a:lumMod val="10000"/>
                            </a:schemeClr>
                          </a:solidFill>
                          <a:effectLst/>
                          <a:latin typeface="Times New Roman"/>
                          <a:ea typeface="標楷體"/>
                        </a:rPr>
                        <a:t>餐</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a16="http://schemas.microsoft.com/office/drawing/2014/main" val="10010"/>
                  </a:ext>
                </a:extLst>
              </a:tr>
              <a:tr h="623954">
                <a:tc>
                  <a:txBody>
                    <a:bodyPr/>
                    <a:lstStyle/>
                    <a:p>
                      <a:pPr indent="12700" algn="ctr">
                        <a:spcAft>
                          <a:spcPts val="0"/>
                        </a:spcAft>
                      </a:pPr>
                      <a:r>
                        <a:rPr lang="en-US" sz="1400" b="1" kern="100" spc="-60">
                          <a:solidFill>
                            <a:schemeClr val="bg2">
                              <a:lumMod val="10000"/>
                            </a:schemeClr>
                          </a:solidFill>
                          <a:effectLst/>
                          <a:latin typeface="標楷體"/>
                          <a:ea typeface="超研澤粗楷"/>
                        </a:rPr>
                        <a:t>13:00 ~ 15:00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spcAft>
                          <a:spcPts val="0"/>
                        </a:spcAft>
                      </a:pPr>
                      <a:r>
                        <a:rPr lang="zh-TW" sz="1400" b="1" kern="100" dirty="0">
                          <a:solidFill>
                            <a:schemeClr val="bg2">
                              <a:lumMod val="10000"/>
                            </a:schemeClr>
                          </a:solidFill>
                          <a:effectLst/>
                          <a:latin typeface="Times New Roman"/>
                          <a:ea typeface="標楷體"/>
                        </a:rPr>
                        <a:t>說話的藝術</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93980" algn="just">
                        <a:lnSpc>
                          <a:spcPts val="1500"/>
                        </a:lnSpc>
                        <a:spcAft>
                          <a:spcPts val="0"/>
                        </a:spcAft>
                      </a:pPr>
                      <a:r>
                        <a:rPr lang="zh-TW" sz="1400" b="1" kern="100">
                          <a:solidFill>
                            <a:schemeClr val="bg2">
                              <a:lumMod val="10000"/>
                            </a:schemeClr>
                          </a:solidFill>
                          <a:effectLst/>
                          <a:latin typeface="Times New Roman"/>
                          <a:ea typeface="標楷體"/>
                        </a:rPr>
                        <a:t>羅智容老師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15:00 ~ 17:00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79070" marR="274320" indent="635">
                        <a:spcAft>
                          <a:spcPts val="0"/>
                        </a:spcAft>
                      </a:pPr>
                      <a:r>
                        <a:rPr lang="zh-TW" sz="1400" b="1" kern="100" dirty="0">
                          <a:solidFill>
                            <a:schemeClr val="bg2">
                              <a:lumMod val="10000"/>
                            </a:schemeClr>
                          </a:solidFill>
                          <a:effectLst/>
                          <a:latin typeface="Times New Roman"/>
                          <a:ea typeface="標楷體"/>
                        </a:rPr>
                        <a:t>自我了解與自我肯定</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algn="just">
                        <a:spcAft>
                          <a:spcPts val="0"/>
                        </a:spcAft>
                      </a:pPr>
                      <a:r>
                        <a:rPr lang="zh-TW" sz="1400" b="1" kern="100">
                          <a:solidFill>
                            <a:schemeClr val="bg2">
                              <a:lumMod val="10000"/>
                            </a:schemeClr>
                          </a:solidFill>
                          <a:effectLst/>
                          <a:latin typeface="Times New Roman"/>
                          <a:ea typeface="標楷體"/>
                        </a:rPr>
                        <a:t>羅智容老師</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97751">
                <a:tc gridSpan="3">
                  <a:txBody>
                    <a:bodyPr/>
                    <a:lstStyle/>
                    <a:p>
                      <a:pPr marL="83185" algn="ctr">
                        <a:spcAft>
                          <a:spcPts val="0"/>
                        </a:spcAft>
                      </a:pPr>
                      <a:r>
                        <a:rPr lang="zh-TW" sz="1400" b="1" kern="100" dirty="0">
                          <a:solidFill>
                            <a:schemeClr val="bg2">
                              <a:lumMod val="10000"/>
                            </a:schemeClr>
                          </a:solidFill>
                          <a:effectLst/>
                          <a:latin typeface="Times New Roman"/>
                          <a:ea typeface="標楷體"/>
                        </a:rPr>
                        <a:t>第三天</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a16="http://schemas.microsoft.com/office/drawing/2014/main" val="10013"/>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08:00 ~ 10:00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dirty="0">
                          <a:solidFill>
                            <a:schemeClr val="bg2">
                              <a:lumMod val="10000"/>
                            </a:schemeClr>
                          </a:solidFill>
                          <a:effectLst/>
                          <a:latin typeface="Times New Roman"/>
                          <a:ea typeface="標楷體"/>
                        </a:rPr>
                        <a:t>志願服務的內涵</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algn="just">
                        <a:spcAft>
                          <a:spcPts val="0"/>
                        </a:spcAft>
                      </a:pPr>
                      <a:r>
                        <a:rPr lang="zh-TW" sz="1400" b="1" kern="100">
                          <a:solidFill>
                            <a:schemeClr val="bg2">
                              <a:lumMod val="10000"/>
                            </a:schemeClr>
                          </a:solidFill>
                          <a:effectLst/>
                          <a:latin typeface="Times New Roman"/>
                          <a:ea typeface="標楷體"/>
                        </a:rPr>
                        <a:t>蕭雨郎社工員</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10:00 ~ 12:00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a:solidFill>
                            <a:schemeClr val="bg2">
                              <a:lumMod val="10000"/>
                            </a:schemeClr>
                          </a:solidFill>
                          <a:effectLst/>
                          <a:latin typeface="Times New Roman"/>
                          <a:ea typeface="標楷體"/>
                        </a:rPr>
                        <a:t>志願服務法規之認識</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algn="just">
                        <a:spcAft>
                          <a:spcPts val="0"/>
                        </a:spcAft>
                      </a:pPr>
                      <a:r>
                        <a:rPr lang="zh-TW" sz="1400" b="1" kern="100" dirty="0">
                          <a:solidFill>
                            <a:schemeClr val="bg2">
                              <a:lumMod val="10000"/>
                            </a:schemeClr>
                          </a:solidFill>
                          <a:effectLst/>
                          <a:latin typeface="Times New Roman"/>
                          <a:ea typeface="標楷體"/>
                        </a:rPr>
                        <a:t>蕭雨郎社工員</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12:10 ~ 13:00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83185" algn="just">
                        <a:spcAft>
                          <a:spcPts val="0"/>
                        </a:spcAft>
                      </a:pPr>
                      <a:r>
                        <a:rPr lang="zh-TW" sz="1400" b="1" kern="100" dirty="0">
                          <a:solidFill>
                            <a:schemeClr val="bg2">
                              <a:lumMod val="10000"/>
                            </a:schemeClr>
                          </a:solidFill>
                          <a:effectLst/>
                          <a:latin typeface="Times New Roman"/>
                          <a:ea typeface="標楷體"/>
                        </a:rPr>
                        <a:t>午</a:t>
                      </a:r>
                      <a:r>
                        <a:rPr lang="en-US" sz="1400" b="1" kern="100" dirty="0">
                          <a:solidFill>
                            <a:schemeClr val="bg2">
                              <a:lumMod val="10000"/>
                            </a:schemeClr>
                          </a:solidFill>
                          <a:effectLst/>
                          <a:latin typeface="Times New Roman"/>
                          <a:ea typeface="標楷體"/>
                        </a:rPr>
                        <a:t>     </a:t>
                      </a:r>
                      <a:r>
                        <a:rPr lang="zh-TW" sz="1400" b="1" kern="100" dirty="0">
                          <a:solidFill>
                            <a:schemeClr val="bg2">
                              <a:lumMod val="10000"/>
                            </a:schemeClr>
                          </a:solidFill>
                          <a:effectLst/>
                          <a:latin typeface="Times New Roman"/>
                          <a:ea typeface="標楷體"/>
                        </a:rPr>
                        <a:t>餐</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a16="http://schemas.microsoft.com/office/drawing/2014/main" val="10016"/>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13:00 ~ 15:00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400" b="1" kern="100">
                          <a:solidFill>
                            <a:schemeClr val="bg2">
                              <a:lumMod val="10000"/>
                            </a:schemeClr>
                          </a:solidFill>
                          <a:effectLst/>
                          <a:latin typeface="Times New Roman"/>
                          <a:ea typeface="標楷體"/>
                        </a:rPr>
                        <a:t>社會資源與志願服務</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algn="just">
                        <a:spcAft>
                          <a:spcPts val="0"/>
                        </a:spcAft>
                      </a:pPr>
                      <a:r>
                        <a:rPr lang="zh-TW" sz="1400" b="1" kern="100" dirty="0">
                          <a:solidFill>
                            <a:schemeClr val="bg2">
                              <a:lumMod val="10000"/>
                            </a:schemeClr>
                          </a:solidFill>
                          <a:effectLst/>
                          <a:latin typeface="Times New Roman"/>
                          <a:ea typeface="標楷體"/>
                        </a:rPr>
                        <a:t>蕭雨郎社工員</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297751">
                <a:tc>
                  <a:txBody>
                    <a:bodyPr/>
                    <a:lstStyle/>
                    <a:p>
                      <a:pPr indent="12700" algn="ctr">
                        <a:spcAft>
                          <a:spcPts val="0"/>
                        </a:spcAft>
                      </a:pPr>
                      <a:r>
                        <a:rPr lang="en-US" sz="1400" b="1" kern="100" spc="-60">
                          <a:solidFill>
                            <a:schemeClr val="bg2">
                              <a:lumMod val="10000"/>
                            </a:schemeClr>
                          </a:solidFill>
                          <a:effectLst/>
                          <a:latin typeface="標楷體"/>
                          <a:ea typeface="超研澤粗楷"/>
                        </a:rPr>
                        <a:t>15:10 ~ 17:10</a:t>
                      </a:r>
                      <a:endParaRPr lang="zh-TW" sz="1400" b="1" kern="10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705">
                        <a:spcAft>
                          <a:spcPts val="0"/>
                        </a:spcAft>
                      </a:pPr>
                      <a:r>
                        <a:rPr lang="zh-TW" sz="1400" b="1" kern="100" dirty="0">
                          <a:solidFill>
                            <a:schemeClr val="bg2">
                              <a:lumMod val="10000"/>
                            </a:schemeClr>
                          </a:solidFill>
                          <a:effectLst/>
                          <a:latin typeface="Times New Roman"/>
                          <a:ea typeface="標楷體"/>
                        </a:rPr>
                        <a:t>志願服務工作內容說明及實習</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algn="just">
                        <a:spcAft>
                          <a:spcPts val="0"/>
                        </a:spcAft>
                      </a:pPr>
                      <a:r>
                        <a:rPr lang="zh-TW" sz="1400" b="1" kern="100" dirty="0">
                          <a:solidFill>
                            <a:schemeClr val="bg2">
                              <a:lumMod val="10000"/>
                            </a:schemeClr>
                          </a:solidFill>
                          <a:effectLst/>
                          <a:latin typeface="Times New Roman"/>
                          <a:ea typeface="標楷體"/>
                        </a:rPr>
                        <a:t>楊麗娜理事長</a:t>
                      </a:r>
                      <a:endParaRPr lang="zh-TW" sz="1400" b="1" kern="100" dirty="0">
                        <a:solidFill>
                          <a:schemeClr val="bg2">
                            <a:lumMod val="10000"/>
                          </a:schemeClr>
                        </a:solidFill>
                        <a:effectLst/>
                        <a:latin typeface="Times New Roman"/>
                        <a:ea typeface="超研澤粗楷"/>
                      </a:endParaRPr>
                    </a:p>
                  </a:txBody>
                  <a:tcPr marL="16450" marR="16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bl>
          </a:graphicData>
        </a:graphic>
      </p:graphicFrame>
      <p:pic>
        <p:nvPicPr>
          <p:cNvPr id="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277303" y="3782100"/>
            <a:ext cx="641854" cy="861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401367" y="2899792"/>
            <a:ext cx="641854" cy="861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68849" y="1844824"/>
            <a:ext cx="641854" cy="861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8979656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323528" y="260648"/>
            <a:ext cx="8382000" cy="563562"/>
          </a:xfrm>
        </p:spPr>
        <p:txBody>
          <a:bodyPr/>
          <a:lstStyle/>
          <a:p>
            <a:r>
              <a:rPr lang="zh-TW" altLang="en-US" dirty="0"/>
              <a:t>活動內容規劃－社福進階培訓課程：：</a:t>
            </a:r>
            <a:br>
              <a:rPr lang="zh-TW" altLang="en-US" dirty="0"/>
            </a:br>
            <a:endParaRPr lang="zh-TW" altLang="en-US" dirty="0"/>
          </a:p>
        </p:txBody>
      </p:sp>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20272" y="5815012"/>
            <a:ext cx="774700" cy="1042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433"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40152" y="5943175"/>
            <a:ext cx="630684" cy="8490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43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56376" y="5286209"/>
            <a:ext cx="1066800" cy="143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 name="表格 3"/>
          <p:cNvGraphicFramePr>
            <a:graphicFrameLocks noGrp="1"/>
          </p:cNvGraphicFramePr>
          <p:nvPr/>
        </p:nvGraphicFramePr>
        <p:xfrm>
          <a:off x="467544" y="1033619"/>
          <a:ext cx="7488832" cy="4781393"/>
        </p:xfrm>
        <a:graphic>
          <a:graphicData uri="http://schemas.openxmlformats.org/drawingml/2006/table">
            <a:tbl>
              <a:tblPr/>
              <a:tblGrid>
                <a:gridCol w="2487614">
                  <a:extLst>
                    <a:ext uri="{9D8B030D-6E8A-4147-A177-3AD203B41FA5}">
                      <a16:colId xmlns:a16="http://schemas.microsoft.com/office/drawing/2014/main" val="20000"/>
                    </a:ext>
                  </a:extLst>
                </a:gridCol>
                <a:gridCol w="2768970">
                  <a:extLst>
                    <a:ext uri="{9D8B030D-6E8A-4147-A177-3AD203B41FA5}">
                      <a16:colId xmlns:a16="http://schemas.microsoft.com/office/drawing/2014/main" val="20001"/>
                    </a:ext>
                  </a:extLst>
                </a:gridCol>
                <a:gridCol w="2232248">
                  <a:extLst>
                    <a:ext uri="{9D8B030D-6E8A-4147-A177-3AD203B41FA5}">
                      <a16:colId xmlns:a16="http://schemas.microsoft.com/office/drawing/2014/main" val="20002"/>
                    </a:ext>
                  </a:extLst>
                </a:gridCol>
              </a:tblGrid>
              <a:tr h="760404">
                <a:tc>
                  <a:txBody>
                    <a:bodyPr/>
                    <a:lstStyle/>
                    <a:p>
                      <a:pPr indent="10795" algn="ctr">
                        <a:spcAft>
                          <a:spcPts val="0"/>
                        </a:spcAft>
                      </a:pPr>
                      <a:r>
                        <a:rPr lang="zh-TW" sz="1800" b="1" kern="100" spc="-60" dirty="0">
                          <a:effectLst/>
                          <a:latin typeface="Times New Roman"/>
                          <a:ea typeface="標楷體"/>
                        </a:rPr>
                        <a:t>時</a:t>
                      </a:r>
                      <a:r>
                        <a:rPr lang="en-US" sz="1800" b="1" kern="100" spc="-60" dirty="0">
                          <a:effectLst/>
                          <a:latin typeface="Times New Roman"/>
                          <a:ea typeface="標楷體"/>
                        </a:rPr>
                        <a:t>  </a:t>
                      </a:r>
                      <a:r>
                        <a:rPr lang="zh-TW" sz="1800" b="1" kern="100" spc="-60" dirty="0">
                          <a:effectLst/>
                          <a:latin typeface="Times New Roman"/>
                          <a:ea typeface="標楷體"/>
                        </a:rPr>
                        <a:t>間</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76200" algn="ctr">
                        <a:spcAft>
                          <a:spcPts val="0"/>
                        </a:spcAft>
                      </a:pPr>
                      <a:r>
                        <a:rPr lang="zh-TW" sz="1800" b="1" kern="100" dirty="0">
                          <a:effectLst/>
                          <a:latin typeface="Times New Roman"/>
                          <a:ea typeface="標楷體"/>
                        </a:rPr>
                        <a:t>課</a:t>
                      </a:r>
                      <a:r>
                        <a:rPr lang="en-US" sz="1800" b="1" kern="100" dirty="0">
                          <a:effectLst/>
                          <a:latin typeface="Times New Roman"/>
                          <a:ea typeface="標楷體"/>
                        </a:rPr>
                        <a:t>  </a:t>
                      </a:r>
                      <a:r>
                        <a:rPr lang="zh-TW" sz="1800" b="1" kern="100" dirty="0">
                          <a:effectLst/>
                          <a:latin typeface="Times New Roman"/>
                          <a:ea typeface="標楷體"/>
                        </a:rPr>
                        <a:t>程</a:t>
                      </a:r>
                      <a:r>
                        <a:rPr lang="en-US" sz="1800" b="1" kern="100" dirty="0">
                          <a:effectLst/>
                          <a:latin typeface="Times New Roman"/>
                          <a:ea typeface="標楷體"/>
                        </a:rPr>
                        <a:t>  </a:t>
                      </a:r>
                      <a:r>
                        <a:rPr lang="zh-TW" sz="1800" b="1" kern="100" dirty="0">
                          <a:effectLst/>
                          <a:latin typeface="Times New Roman"/>
                          <a:ea typeface="標楷體"/>
                        </a:rPr>
                        <a:t>內</a:t>
                      </a:r>
                      <a:r>
                        <a:rPr lang="en-US" sz="1800" b="1" kern="100" dirty="0">
                          <a:effectLst/>
                          <a:latin typeface="Times New Roman"/>
                          <a:ea typeface="標楷體"/>
                        </a:rPr>
                        <a:t>  </a:t>
                      </a:r>
                      <a:r>
                        <a:rPr lang="zh-TW" sz="1800" b="1" kern="100" dirty="0">
                          <a:effectLst/>
                          <a:latin typeface="Times New Roman"/>
                          <a:ea typeface="標楷體"/>
                        </a:rPr>
                        <a:t>容</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3970" algn="ctr">
                        <a:spcAft>
                          <a:spcPts val="0"/>
                        </a:spcAft>
                      </a:pPr>
                      <a:r>
                        <a:rPr lang="zh-TW" sz="1800" b="1" kern="100">
                          <a:effectLst/>
                          <a:latin typeface="Times New Roman"/>
                          <a:ea typeface="標楷體"/>
                        </a:rPr>
                        <a:t>暫定講師</a:t>
                      </a:r>
                      <a:endParaRPr lang="zh-TW" sz="18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890229">
                <a:tc>
                  <a:txBody>
                    <a:bodyPr/>
                    <a:lstStyle/>
                    <a:p>
                      <a:pPr indent="12700" algn="ctr">
                        <a:spcAft>
                          <a:spcPts val="0"/>
                        </a:spcAft>
                      </a:pPr>
                      <a:r>
                        <a:rPr lang="en-US" sz="1800" b="1" kern="100" spc="-60">
                          <a:effectLst/>
                          <a:latin typeface="標楷體"/>
                          <a:ea typeface="超研澤粗楷"/>
                        </a:rPr>
                        <a:t>09:00 ~ 11:00</a:t>
                      </a:r>
                      <a:endParaRPr lang="zh-TW" sz="18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800" b="1" kern="100" dirty="0">
                          <a:effectLst/>
                          <a:latin typeface="Times New Roman"/>
                          <a:ea typeface="標楷體"/>
                        </a:rPr>
                        <a:t>兒少心理探討</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indent="14605" algn="just">
                        <a:lnSpc>
                          <a:spcPct val="150000"/>
                        </a:lnSpc>
                        <a:spcAft>
                          <a:spcPts val="0"/>
                        </a:spcAft>
                      </a:pPr>
                      <a:r>
                        <a:rPr lang="zh-TW" sz="1800" b="1" kern="100" dirty="0">
                          <a:effectLst/>
                          <a:latin typeface="Times New Roman"/>
                          <a:ea typeface="標楷體"/>
                        </a:rPr>
                        <a:t>延平國小王業老師 </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855989">
                <a:tc>
                  <a:txBody>
                    <a:bodyPr/>
                    <a:lstStyle/>
                    <a:p>
                      <a:pPr indent="12700" algn="ctr">
                        <a:spcAft>
                          <a:spcPts val="0"/>
                        </a:spcAft>
                      </a:pPr>
                      <a:r>
                        <a:rPr lang="en-US" sz="1800" b="1" kern="100" spc="-60">
                          <a:effectLst/>
                          <a:latin typeface="標楷體"/>
                          <a:ea typeface="超研澤粗楷"/>
                        </a:rPr>
                        <a:t>11:00 ~ 12:00</a:t>
                      </a:r>
                      <a:endParaRPr lang="zh-TW" sz="18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800" b="1" kern="100" dirty="0">
                          <a:effectLst/>
                          <a:latin typeface="Times New Roman"/>
                          <a:ea typeface="標楷體"/>
                        </a:rPr>
                        <a:t>國小學童陪伴處遇情形</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indent="16510" algn="just">
                        <a:lnSpc>
                          <a:spcPct val="150000"/>
                        </a:lnSpc>
                        <a:spcAft>
                          <a:spcPts val="0"/>
                        </a:spcAft>
                      </a:pPr>
                      <a:r>
                        <a:rPr lang="zh-TW" sz="1800" b="1" kern="100" dirty="0">
                          <a:effectLst/>
                          <a:latin typeface="Times New Roman"/>
                          <a:ea typeface="標楷體"/>
                        </a:rPr>
                        <a:t>延平國小王業老師</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641991">
                <a:tc>
                  <a:txBody>
                    <a:bodyPr/>
                    <a:lstStyle/>
                    <a:p>
                      <a:pPr indent="12700" algn="ctr">
                        <a:spcAft>
                          <a:spcPts val="0"/>
                        </a:spcAft>
                      </a:pPr>
                      <a:r>
                        <a:rPr lang="en-US" sz="1800" b="1" kern="100" spc="-60">
                          <a:effectLst/>
                          <a:latin typeface="標楷體"/>
                          <a:ea typeface="超研澤粗楷"/>
                        </a:rPr>
                        <a:t>12:10 ~ 13:00</a:t>
                      </a:r>
                      <a:endParaRPr lang="zh-TW" sz="18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83185" algn="just">
                        <a:lnSpc>
                          <a:spcPct val="150000"/>
                        </a:lnSpc>
                        <a:spcAft>
                          <a:spcPts val="0"/>
                        </a:spcAft>
                      </a:pPr>
                      <a:r>
                        <a:rPr lang="zh-TW" sz="1800" b="1" kern="100" dirty="0">
                          <a:effectLst/>
                          <a:latin typeface="Times New Roman"/>
                          <a:ea typeface="標楷體"/>
                        </a:rPr>
                        <a:t>午</a:t>
                      </a:r>
                      <a:r>
                        <a:rPr lang="en-US" sz="1800" b="1" kern="100" dirty="0">
                          <a:effectLst/>
                          <a:latin typeface="Times New Roman"/>
                          <a:ea typeface="標楷體"/>
                        </a:rPr>
                        <a:t>     </a:t>
                      </a:r>
                      <a:r>
                        <a:rPr lang="zh-TW" sz="1800" b="1" kern="100" dirty="0">
                          <a:effectLst/>
                          <a:latin typeface="Times New Roman"/>
                          <a:ea typeface="標楷體"/>
                        </a:rPr>
                        <a:t>餐</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a16="http://schemas.microsoft.com/office/drawing/2014/main" val="10003"/>
                  </a:ext>
                </a:extLst>
              </a:tr>
              <a:tr h="816390">
                <a:tc>
                  <a:txBody>
                    <a:bodyPr/>
                    <a:lstStyle/>
                    <a:p>
                      <a:pPr indent="12700" algn="ctr">
                        <a:spcAft>
                          <a:spcPts val="0"/>
                        </a:spcAft>
                      </a:pPr>
                      <a:r>
                        <a:rPr lang="en-US" sz="1800" b="1" kern="100" spc="-60">
                          <a:effectLst/>
                          <a:latin typeface="標楷體"/>
                          <a:ea typeface="超研澤粗楷"/>
                        </a:rPr>
                        <a:t>13:00 ~ 14:00</a:t>
                      </a:r>
                      <a:endParaRPr lang="zh-TW" sz="18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800" b="1" kern="100">
                          <a:effectLst/>
                          <a:latin typeface="Times New Roman"/>
                          <a:ea typeface="標楷體"/>
                        </a:rPr>
                        <a:t>兒少品格教育養成</a:t>
                      </a:r>
                      <a:endParaRPr lang="zh-TW" sz="18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9695" indent="-16510" algn="just">
                        <a:lnSpc>
                          <a:spcPct val="150000"/>
                        </a:lnSpc>
                        <a:spcAft>
                          <a:spcPts val="0"/>
                        </a:spcAft>
                      </a:pPr>
                      <a:r>
                        <a:rPr lang="zh-TW" sz="1800" b="1" kern="100" dirty="0">
                          <a:effectLst/>
                          <a:latin typeface="Times New Roman"/>
                          <a:ea typeface="標楷體"/>
                        </a:rPr>
                        <a:t>延平國小陳淑珍老師</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816390">
                <a:tc>
                  <a:txBody>
                    <a:bodyPr/>
                    <a:lstStyle/>
                    <a:p>
                      <a:pPr indent="12700" algn="ctr">
                        <a:spcAft>
                          <a:spcPts val="0"/>
                        </a:spcAft>
                      </a:pPr>
                      <a:r>
                        <a:rPr lang="en-US" sz="1800" b="1" kern="100" spc="-60">
                          <a:effectLst/>
                          <a:latin typeface="標楷體"/>
                          <a:ea typeface="超研澤粗楷"/>
                        </a:rPr>
                        <a:t>14:00 ~ 15:00</a:t>
                      </a:r>
                      <a:endParaRPr lang="zh-TW" sz="18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22605" indent="-343535" algn="just">
                        <a:spcAft>
                          <a:spcPts val="0"/>
                        </a:spcAft>
                      </a:pPr>
                      <a:r>
                        <a:rPr lang="zh-TW" sz="1800" b="1" kern="100">
                          <a:effectLst/>
                          <a:latin typeface="Times New Roman"/>
                          <a:ea typeface="標楷體"/>
                        </a:rPr>
                        <a:t>兒少溝通與技巧</a:t>
                      </a:r>
                      <a:endParaRPr lang="zh-TW" sz="1800" b="1" kern="10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3185" indent="16510" algn="just">
                        <a:lnSpc>
                          <a:spcPct val="150000"/>
                        </a:lnSpc>
                        <a:spcAft>
                          <a:spcPts val="0"/>
                        </a:spcAft>
                      </a:pPr>
                      <a:r>
                        <a:rPr lang="zh-TW" sz="1800" b="1" kern="100" dirty="0">
                          <a:effectLst/>
                          <a:latin typeface="Times New Roman"/>
                          <a:ea typeface="標楷體"/>
                        </a:rPr>
                        <a:t>延平國小陳淑珍老師</a:t>
                      </a:r>
                      <a:endParaRPr lang="zh-TW" sz="1800" b="1" kern="100" dirty="0">
                        <a:effectLst/>
                        <a:latin typeface="Times New Roman"/>
                        <a:ea typeface="超研澤粗楷"/>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97028673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p:txBody>
          <a:bodyPr/>
          <a:lstStyle/>
          <a:p>
            <a:pPr marL="0" indent="0">
              <a:buNone/>
            </a:pPr>
            <a:r>
              <a:rPr lang="en-US" altLang="zh-TW" sz="2800" b="1" kern="2600" dirty="0">
                <a:solidFill>
                  <a:schemeClr val="bg2">
                    <a:lumMod val="10000"/>
                  </a:schemeClr>
                </a:solidFill>
                <a:latin typeface="標楷體"/>
                <a:ea typeface="超研澤粗楷"/>
              </a:rPr>
              <a:t>(</a:t>
            </a:r>
            <a:r>
              <a:rPr lang="zh-TW" altLang="en-US" sz="2800" b="1" kern="2600" dirty="0">
                <a:solidFill>
                  <a:schemeClr val="bg2">
                    <a:lumMod val="10000"/>
                  </a:schemeClr>
                </a:solidFill>
                <a:latin typeface="Times New Roman"/>
                <a:ea typeface="標楷體"/>
              </a:rPr>
              <a:t>六</a:t>
            </a:r>
            <a:r>
              <a:rPr lang="en-US" altLang="zh-TW" sz="2800" b="1" kern="2600" dirty="0">
                <a:solidFill>
                  <a:schemeClr val="bg2">
                    <a:lumMod val="10000"/>
                  </a:schemeClr>
                </a:solidFill>
                <a:latin typeface="Times New Roman"/>
                <a:ea typeface="標楷體"/>
              </a:rPr>
              <a:t>)</a:t>
            </a:r>
            <a:r>
              <a:rPr lang="zh-TW" altLang="zh-TW" sz="2800" b="1" kern="2600" dirty="0">
                <a:solidFill>
                  <a:schemeClr val="bg2">
                    <a:lumMod val="10000"/>
                  </a:schemeClr>
                </a:solidFill>
                <a:latin typeface="Times New Roman"/>
                <a:ea typeface="標楷體"/>
              </a:rPr>
              <a:t>、</a:t>
            </a:r>
            <a:r>
              <a:rPr lang="zh-TW" altLang="en-US" sz="2800" b="1" kern="100" dirty="0">
                <a:solidFill>
                  <a:schemeClr val="bg2">
                    <a:lumMod val="10000"/>
                  </a:schemeClr>
                </a:solidFill>
                <a:latin typeface="Times New Roman"/>
                <a:ea typeface="標楷體"/>
              </a:rPr>
              <a:t>幹部培力及社區聯繫會議</a:t>
            </a:r>
            <a:endParaRPr lang="en-US" altLang="zh-TW" sz="2800" b="1" kern="100" dirty="0">
              <a:solidFill>
                <a:schemeClr val="bg2">
                  <a:lumMod val="10000"/>
                </a:schemeClr>
              </a:solidFill>
              <a:latin typeface="Times New Roman"/>
              <a:ea typeface="標楷體"/>
            </a:endParaRPr>
          </a:p>
        </p:txBody>
      </p:sp>
      <p:graphicFrame>
        <p:nvGraphicFramePr>
          <p:cNvPr id="3" name="表格 2"/>
          <p:cNvGraphicFramePr>
            <a:graphicFrameLocks noGrp="1"/>
          </p:cNvGraphicFramePr>
          <p:nvPr/>
        </p:nvGraphicFramePr>
        <p:xfrm>
          <a:off x="323529" y="1628800"/>
          <a:ext cx="8352927" cy="4320480"/>
        </p:xfrm>
        <a:graphic>
          <a:graphicData uri="http://schemas.openxmlformats.org/drawingml/2006/table">
            <a:tbl>
              <a:tblPr firstRow="1" bandRow="1"/>
              <a:tblGrid>
                <a:gridCol w="775268">
                  <a:extLst>
                    <a:ext uri="{9D8B030D-6E8A-4147-A177-3AD203B41FA5}">
                      <a16:colId xmlns:a16="http://schemas.microsoft.com/office/drawing/2014/main" val="20000"/>
                    </a:ext>
                  </a:extLst>
                </a:gridCol>
                <a:gridCol w="1208211">
                  <a:extLst>
                    <a:ext uri="{9D8B030D-6E8A-4147-A177-3AD203B41FA5}">
                      <a16:colId xmlns:a16="http://schemas.microsoft.com/office/drawing/2014/main" val="20001"/>
                    </a:ext>
                  </a:extLst>
                </a:gridCol>
                <a:gridCol w="1536599">
                  <a:extLst>
                    <a:ext uri="{9D8B030D-6E8A-4147-A177-3AD203B41FA5}">
                      <a16:colId xmlns:a16="http://schemas.microsoft.com/office/drawing/2014/main" val="20002"/>
                    </a:ext>
                  </a:extLst>
                </a:gridCol>
                <a:gridCol w="2637156">
                  <a:extLst>
                    <a:ext uri="{9D8B030D-6E8A-4147-A177-3AD203B41FA5}">
                      <a16:colId xmlns:a16="http://schemas.microsoft.com/office/drawing/2014/main" val="20003"/>
                    </a:ext>
                  </a:extLst>
                </a:gridCol>
                <a:gridCol w="2195693">
                  <a:extLst>
                    <a:ext uri="{9D8B030D-6E8A-4147-A177-3AD203B41FA5}">
                      <a16:colId xmlns:a16="http://schemas.microsoft.com/office/drawing/2014/main" val="20004"/>
                    </a:ext>
                  </a:extLst>
                </a:gridCol>
              </a:tblGrid>
              <a:tr h="705107">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編號</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服務項目</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服務內容</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800" b="1" kern="100" dirty="0">
                          <a:effectLst/>
                          <a:latin typeface="Calibri"/>
                          <a:ea typeface="標楷體"/>
                          <a:cs typeface="Times New Roman"/>
                        </a:rPr>
                        <a:t>服務方式與規劃</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a:effectLst/>
                          <a:latin typeface="Calibri"/>
                          <a:ea typeface="標楷體"/>
                          <a:cs typeface="Times New Roman"/>
                        </a:rPr>
                        <a:t>活動講師</a:t>
                      </a:r>
                      <a:endParaRPr lang="zh-TW" sz="1800" b="1" kern="10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3615373">
                <a:tc>
                  <a:txBody>
                    <a:bodyPr/>
                    <a:lstStyle/>
                    <a:p>
                      <a:pPr>
                        <a:spcAft>
                          <a:spcPts val="0"/>
                        </a:spcAft>
                        <a:tabLst>
                          <a:tab pos="381000" algn="l"/>
                        </a:tabLst>
                      </a:pPr>
                      <a:r>
                        <a:rPr lang="en-US" sz="1800" b="1" kern="100" dirty="0">
                          <a:effectLst/>
                          <a:latin typeface="標楷體"/>
                          <a:ea typeface="新細明體"/>
                          <a:cs typeface="Times New Roman"/>
                        </a:rPr>
                        <a:t>2-11</a:t>
                      </a:r>
                      <a:r>
                        <a:rPr lang="zh-TW" sz="1800" b="1" kern="100" dirty="0">
                          <a:effectLst/>
                          <a:latin typeface="Calibri"/>
                          <a:ea typeface="標楷體"/>
                          <a:cs typeface="Times New Roman"/>
                        </a:rPr>
                        <a:t>月</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a:spcAft>
                          <a:spcPts val="0"/>
                        </a:spcAft>
                        <a:tabLst>
                          <a:tab pos="381000" algn="l"/>
                        </a:tabLst>
                      </a:pPr>
                      <a:r>
                        <a:rPr lang="zh-TW" sz="1800" b="1" kern="100">
                          <a:effectLst/>
                          <a:latin typeface="Calibri"/>
                          <a:ea typeface="標楷體"/>
                          <a:cs typeface="Times New Roman"/>
                        </a:rPr>
                        <a:t>旗艦計畫幹部培力聯繫會報</a:t>
                      </a:r>
                      <a:endParaRPr lang="zh-TW" sz="1800" b="1"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marL="342900" lvl="0" indent="-342900">
                        <a:spcAft>
                          <a:spcPts val="0"/>
                        </a:spcAft>
                        <a:buFont typeface="+mj-lt"/>
                        <a:buAutoNum type="arabicPeriod"/>
                      </a:pPr>
                      <a:r>
                        <a:rPr lang="zh-TW" sz="1800" b="1" kern="100">
                          <a:effectLst/>
                          <a:latin typeface="Calibri"/>
                          <a:ea typeface="標楷體"/>
                          <a:cs typeface="Times New Roman"/>
                        </a:rPr>
                        <a:t>社區實務工作分享與報告</a:t>
                      </a:r>
                      <a:endParaRPr lang="zh-TW" sz="1800" b="1" kern="100">
                        <a:effectLst/>
                        <a:latin typeface="Calibri"/>
                        <a:ea typeface="新細明體"/>
                        <a:cs typeface="Times New Roman"/>
                      </a:endParaRPr>
                    </a:p>
                    <a:p>
                      <a:pPr marL="342900" lvl="0" indent="-342900">
                        <a:spcAft>
                          <a:spcPts val="0"/>
                        </a:spcAft>
                        <a:buFont typeface="+mj-lt"/>
                        <a:buAutoNum type="arabicPeriod"/>
                      </a:pPr>
                      <a:r>
                        <a:rPr lang="zh-TW" sz="1800" b="1" kern="100">
                          <a:effectLst/>
                          <a:latin typeface="Calibri"/>
                          <a:ea typeface="標楷體"/>
                          <a:cs typeface="Times New Roman"/>
                        </a:rPr>
                        <a:t>專家出席指導與協助</a:t>
                      </a:r>
                      <a:endParaRPr lang="zh-TW" sz="1800" b="1" kern="100">
                        <a:effectLst/>
                        <a:latin typeface="Calibri"/>
                        <a:ea typeface="新細明體"/>
                        <a:cs typeface="Times New Roman"/>
                      </a:endParaRPr>
                    </a:p>
                    <a:p>
                      <a:pPr marL="342900" lvl="0" indent="-342900">
                        <a:spcAft>
                          <a:spcPts val="0"/>
                        </a:spcAft>
                        <a:buFont typeface="+mj-lt"/>
                        <a:buAutoNum type="arabicPeriod"/>
                      </a:pPr>
                      <a:r>
                        <a:rPr lang="zh-TW" sz="1800" b="1" kern="100">
                          <a:effectLst/>
                          <a:latin typeface="Calibri"/>
                          <a:ea typeface="標楷體"/>
                          <a:cs typeface="Times New Roman"/>
                        </a:rPr>
                        <a:t>邀請老師主題授課</a:t>
                      </a:r>
                      <a:endParaRPr lang="zh-TW" sz="1800" b="1" kern="100">
                        <a:effectLst/>
                        <a:latin typeface="Calibri"/>
                        <a:ea typeface="新細明體"/>
                        <a:cs typeface="Times New Roman"/>
                      </a:endParaRPr>
                    </a:p>
                    <a:p>
                      <a:pPr marL="342900" lvl="0" indent="-342900">
                        <a:spcAft>
                          <a:spcPts val="0"/>
                        </a:spcAft>
                        <a:buFont typeface="+mj-lt"/>
                        <a:buAutoNum type="arabicPeriod"/>
                      </a:pPr>
                      <a:r>
                        <a:rPr lang="zh-TW" sz="1800" b="1" kern="100">
                          <a:effectLst/>
                          <a:latin typeface="Calibri"/>
                          <a:ea typeface="標楷體"/>
                          <a:cs typeface="Times New Roman"/>
                        </a:rPr>
                        <a:t>方案運作檢討與改善</a:t>
                      </a:r>
                      <a:endParaRPr lang="zh-TW" sz="1800" b="1" kern="100">
                        <a:effectLst/>
                        <a:latin typeface="Calibri"/>
                        <a:ea typeface="新細明體"/>
                        <a:cs typeface="Times New Roman"/>
                      </a:endParaRPr>
                    </a:p>
                    <a:p>
                      <a:pPr marL="342900" lvl="0" indent="-342900">
                        <a:spcAft>
                          <a:spcPts val="0"/>
                        </a:spcAft>
                        <a:buFont typeface="+mj-lt"/>
                        <a:buAutoNum type="arabicPeriod"/>
                      </a:pPr>
                      <a:r>
                        <a:rPr lang="zh-TW" sz="1800" b="1" kern="100">
                          <a:effectLst/>
                          <a:latin typeface="Calibri"/>
                          <a:ea typeface="標楷體"/>
                          <a:cs typeface="Times New Roman"/>
                        </a:rPr>
                        <a:t>交流觀摩活動</a:t>
                      </a:r>
                      <a:endParaRPr lang="zh-TW" sz="1800" b="1" kern="10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marL="342900" lvl="0" indent="-342900" algn="just">
                        <a:spcAft>
                          <a:spcPts val="0"/>
                        </a:spcAft>
                        <a:buFont typeface="Wingdings"/>
                        <a:buChar char=""/>
                      </a:pPr>
                      <a:r>
                        <a:rPr lang="zh-TW" sz="1800" b="1" kern="100" dirty="0">
                          <a:effectLst/>
                          <a:latin typeface="Calibri"/>
                          <a:ea typeface="標楷體"/>
                          <a:cs typeface="Times New Roman"/>
                        </a:rPr>
                        <a:t>邀請專家學者出席參加，透過專業性見解來推動計畫運行</a:t>
                      </a:r>
                      <a:endParaRPr lang="zh-TW" sz="1800" b="1" kern="100" dirty="0">
                        <a:effectLst/>
                        <a:latin typeface="Calibri"/>
                        <a:ea typeface="新細明體"/>
                        <a:cs typeface="Times New Roman"/>
                      </a:endParaRPr>
                    </a:p>
                    <a:p>
                      <a:pPr marL="342900" lvl="0" indent="-342900" algn="just">
                        <a:spcAft>
                          <a:spcPts val="0"/>
                        </a:spcAft>
                        <a:buFont typeface="Wingdings"/>
                        <a:buChar char=""/>
                      </a:pPr>
                      <a:r>
                        <a:rPr lang="zh-TW" sz="1800" b="1" kern="100" dirty="0">
                          <a:effectLst/>
                          <a:latin typeface="Calibri"/>
                          <a:ea typeface="標楷體"/>
                          <a:cs typeface="Times New Roman"/>
                        </a:rPr>
                        <a:t>社區實務分享與討論，實際進行方案的檢討</a:t>
                      </a:r>
                      <a:endParaRPr lang="zh-TW" sz="1800" b="1" kern="100" dirty="0">
                        <a:effectLst/>
                        <a:latin typeface="Calibri"/>
                        <a:ea typeface="新細明體"/>
                        <a:cs typeface="Times New Roman"/>
                      </a:endParaRPr>
                    </a:p>
                    <a:p>
                      <a:pPr marL="342900" lvl="0" indent="-342900" algn="just">
                        <a:spcAft>
                          <a:spcPts val="0"/>
                        </a:spcAft>
                        <a:buFont typeface="Wingdings"/>
                        <a:buChar char=""/>
                      </a:pPr>
                      <a:r>
                        <a:rPr lang="zh-TW" sz="1800" b="1" kern="100" dirty="0">
                          <a:effectLst/>
                          <a:latin typeface="Calibri"/>
                          <a:ea typeface="標楷體"/>
                          <a:cs typeface="Times New Roman"/>
                        </a:rPr>
                        <a:t>未來規劃與社區資源分享</a:t>
                      </a:r>
                      <a:r>
                        <a:rPr lang="en-US" sz="1800" b="1" kern="100" dirty="0">
                          <a:effectLst/>
                          <a:latin typeface="Calibri"/>
                          <a:ea typeface="標楷體"/>
                          <a:cs typeface="Times New Roman"/>
                        </a:rPr>
                        <a:t>(</a:t>
                      </a:r>
                      <a:r>
                        <a:rPr lang="zh-TW" sz="1800" b="1" kern="100" dirty="0">
                          <a:effectLst/>
                          <a:latin typeface="Calibri"/>
                          <a:ea typeface="標楷體"/>
                          <a:cs typeface="Times New Roman"/>
                        </a:rPr>
                        <a:t>補助計畫、方案等</a:t>
                      </a:r>
                      <a:r>
                        <a:rPr lang="en-US" sz="1800" b="1" kern="100" dirty="0">
                          <a:effectLst/>
                          <a:latin typeface="Calibri"/>
                          <a:ea typeface="標楷體"/>
                          <a:cs typeface="Times New Roman"/>
                        </a:rPr>
                        <a:t>)</a:t>
                      </a:r>
                      <a:endParaRPr lang="zh-TW" sz="1800" b="1" kern="100" dirty="0">
                        <a:effectLst/>
                        <a:latin typeface="Calibri"/>
                        <a:ea typeface="新細明體"/>
                        <a:cs typeface="Times New Roman"/>
                      </a:endParaRPr>
                    </a:p>
                    <a:p>
                      <a:pPr marL="342900" lvl="0" indent="-342900" algn="just">
                        <a:spcAft>
                          <a:spcPts val="0"/>
                        </a:spcAft>
                        <a:buFont typeface="Wingdings"/>
                        <a:buChar char=""/>
                      </a:pPr>
                      <a:r>
                        <a:rPr lang="zh-TW" sz="1800" b="1" kern="100" dirty="0">
                          <a:effectLst/>
                          <a:latin typeface="Calibri"/>
                          <a:ea typeface="標楷體"/>
                          <a:cs typeface="Times New Roman"/>
                        </a:rPr>
                        <a:t>透過外縣市績優社區經驗交流觀摩活動幫助社區推動業務面向的思考。</a:t>
                      </a:r>
                      <a:endParaRPr lang="zh-TW" sz="1800" b="1"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tc>
                  <a:txBody>
                    <a:bodyPr/>
                    <a:lstStyle/>
                    <a:p>
                      <a:pPr marL="3810" algn="just">
                        <a:spcAft>
                          <a:spcPts val="0"/>
                        </a:spcAft>
                      </a:pPr>
                      <a:r>
                        <a:rPr lang="zh-TW" sz="1800" b="1" kern="100" dirty="0">
                          <a:effectLst/>
                          <a:latin typeface="Calibri"/>
                          <a:ea typeface="標楷體"/>
                          <a:cs typeface="Times New Roman"/>
                        </a:rPr>
                        <a:t>專業老師</a:t>
                      </a:r>
                      <a:endParaRPr lang="zh-TW" sz="1800" b="1" kern="100" dirty="0">
                        <a:effectLst/>
                        <a:latin typeface="Calibri"/>
                        <a:ea typeface="新細明體"/>
                        <a:cs typeface="Times New Roman"/>
                      </a:endParaRPr>
                    </a:p>
                    <a:p>
                      <a:pPr marL="3810" algn="just">
                        <a:spcAft>
                          <a:spcPts val="0"/>
                        </a:spcAft>
                      </a:pPr>
                      <a:r>
                        <a:rPr lang="en-US" sz="1800" b="1" kern="100" dirty="0">
                          <a:effectLst/>
                          <a:latin typeface="標楷體"/>
                          <a:ea typeface="新細明體"/>
                          <a:cs typeface="Times New Roman"/>
                        </a:rPr>
                        <a:t>(</a:t>
                      </a:r>
                      <a:r>
                        <a:rPr lang="zh-TW" sz="1800" b="1" kern="100" dirty="0">
                          <a:effectLst/>
                          <a:latin typeface="Calibri"/>
                          <a:ea typeface="標楷體"/>
                          <a:cs typeface="Times New Roman"/>
                        </a:rPr>
                        <a:t>跨部會</a:t>
                      </a:r>
                      <a:r>
                        <a:rPr lang="en-US" sz="1800" b="1" kern="100" dirty="0">
                          <a:effectLst/>
                          <a:latin typeface="Calibri"/>
                          <a:ea typeface="標楷體"/>
                          <a:cs typeface="Times New Roman"/>
                        </a:rPr>
                        <a:t>)</a:t>
                      </a:r>
                      <a:r>
                        <a:rPr lang="zh-TW" sz="1800" b="1" kern="100" dirty="0">
                          <a:effectLst/>
                          <a:latin typeface="Calibri"/>
                          <a:ea typeface="標楷體"/>
                          <a:cs typeface="Times New Roman"/>
                        </a:rPr>
                        <a:t>：黃宏謨老師、會議主持</a:t>
                      </a:r>
                      <a:r>
                        <a:rPr lang="en-US" sz="1800" b="1" kern="100" dirty="0">
                          <a:effectLst/>
                          <a:latin typeface="Calibri"/>
                          <a:ea typeface="標楷體"/>
                          <a:cs typeface="Times New Roman"/>
                        </a:rPr>
                        <a:t> </a:t>
                      </a:r>
                      <a:endParaRPr lang="zh-TW" sz="1800" b="1" kern="100" dirty="0">
                        <a:effectLst/>
                        <a:latin typeface="Calibri"/>
                        <a:ea typeface="新細明體"/>
                        <a:cs typeface="Times New Roman"/>
                      </a:endParaRPr>
                    </a:p>
                    <a:p>
                      <a:pPr marL="3810" algn="just">
                        <a:spcAft>
                          <a:spcPts val="0"/>
                        </a:spcAft>
                      </a:pPr>
                      <a:r>
                        <a:rPr lang="en-US" sz="1400" b="1" kern="100" dirty="0">
                          <a:effectLst/>
                          <a:latin typeface="標楷體"/>
                          <a:ea typeface="新細明體"/>
                          <a:cs typeface="Times New Roman"/>
                        </a:rPr>
                        <a:t>(</a:t>
                      </a:r>
                      <a:r>
                        <a:rPr lang="zh-TW" sz="1400" b="1" kern="100" dirty="0">
                          <a:effectLst/>
                          <a:latin typeface="Calibri"/>
                          <a:ea typeface="標楷體"/>
                          <a:cs typeface="Times New Roman"/>
                        </a:rPr>
                        <a:t>跨社區</a:t>
                      </a:r>
                      <a:r>
                        <a:rPr lang="en-US" sz="1400" b="1" kern="100" dirty="0">
                          <a:effectLst/>
                          <a:latin typeface="Calibri"/>
                          <a:ea typeface="標楷體"/>
                          <a:cs typeface="Times New Roman"/>
                        </a:rPr>
                        <a:t>)</a:t>
                      </a:r>
                      <a:r>
                        <a:rPr lang="zh-TW" sz="1400" b="1" kern="100" dirty="0">
                          <a:effectLst/>
                          <a:latin typeface="Calibri"/>
                          <a:ea typeface="標楷體"/>
                          <a:cs typeface="Times New Roman"/>
                        </a:rPr>
                        <a:t>：楊麗娜理事長、管梅秀理事長、曾鈺琄理事長、朱崇慕理事長、林志豪理事長</a:t>
                      </a:r>
                      <a:endParaRPr lang="zh-TW" sz="1400" b="1" kern="100" dirty="0">
                        <a:effectLst/>
                        <a:latin typeface="Calibri"/>
                        <a:ea typeface="新細明體"/>
                        <a:cs typeface="Times New Roman"/>
                      </a:endParaRPr>
                    </a:p>
                    <a:p>
                      <a:pPr marL="3810" algn="just">
                        <a:spcAft>
                          <a:spcPts val="0"/>
                        </a:spcAft>
                      </a:pPr>
                      <a:r>
                        <a:rPr lang="zh-TW" sz="1400" b="1" kern="100" dirty="0">
                          <a:effectLst/>
                          <a:latin typeface="Calibri"/>
                          <a:ea typeface="標楷體"/>
                          <a:cs typeface="Times New Roman"/>
                        </a:rPr>
                        <a:t>林鴻義理事長</a:t>
                      </a:r>
                      <a:endParaRPr lang="zh-TW" sz="1400" b="1" kern="100" dirty="0">
                        <a:effectLst/>
                        <a:latin typeface="Calibri"/>
                        <a:ea typeface="新細明體"/>
                        <a:cs typeface="Times New Roman"/>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DE7E8"/>
                    </a:solidFill>
                  </a:tcPr>
                </a:tc>
                <a:extLst>
                  <a:ext uri="{0D108BD9-81ED-4DB2-BD59-A6C34878D82A}">
                    <a16:rowId xmlns:a16="http://schemas.microsoft.com/office/drawing/2014/main" val="10001"/>
                  </a:ext>
                </a:extLst>
              </a:tr>
            </a:tbl>
          </a:graphicData>
        </a:graphic>
      </p:graphicFrame>
      <p:pic>
        <p:nvPicPr>
          <p:cNvPr id="5121" name="Picture 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38629" y="5998424"/>
            <a:ext cx="3974051" cy="859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244269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p:txBody>
          <a:bodyPr/>
          <a:lstStyle/>
          <a:p>
            <a:pPr marL="0" indent="0">
              <a:buNone/>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七</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en-US" sz="2800" b="1" kern="100" dirty="0">
                <a:latin typeface="Times New Roman"/>
                <a:ea typeface="標楷體"/>
              </a:rPr>
              <a:t>轉動幸福</a:t>
            </a:r>
            <a:r>
              <a:rPr lang="en-US" altLang="zh-TW" sz="2800" b="1" kern="100" dirty="0">
                <a:latin typeface="Times New Roman"/>
                <a:ea typeface="標楷體"/>
              </a:rPr>
              <a:t>-</a:t>
            </a:r>
            <a:r>
              <a:rPr lang="zh-TW" altLang="en-US" sz="2800" b="1" kern="100" dirty="0">
                <a:latin typeface="Times New Roman"/>
                <a:ea typeface="標楷體"/>
              </a:rPr>
              <a:t>竹風車入口意象</a:t>
            </a:r>
            <a:endParaRPr lang="en-US" altLang="zh-TW" sz="2800" b="1" kern="100" dirty="0">
              <a:latin typeface="Times New Roman"/>
              <a:ea typeface="標楷體"/>
            </a:endParaRPr>
          </a:p>
        </p:txBody>
      </p:sp>
      <p:graphicFrame>
        <p:nvGraphicFramePr>
          <p:cNvPr id="3" name="表格 2"/>
          <p:cNvGraphicFramePr>
            <a:graphicFrameLocks noGrp="1"/>
          </p:cNvGraphicFramePr>
          <p:nvPr/>
        </p:nvGraphicFramePr>
        <p:xfrm>
          <a:off x="323528" y="1628800"/>
          <a:ext cx="8568951" cy="4093104"/>
        </p:xfrm>
        <a:graphic>
          <a:graphicData uri="http://schemas.openxmlformats.org/drawingml/2006/table">
            <a:tbl>
              <a:tblPr firstRow="1" bandRow="1"/>
              <a:tblGrid>
                <a:gridCol w="795319">
                  <a:extLst>
                    <a:ext uri="{9D8B030D-6E8A-4147-A177-3AD203B41FA5}">
                      <a16:colId xmlns:a16="http://schemas.microsoft.com/office/drawing/2014/main" val="20000"/>
                    </a:ext>
                  </a:extLst>
                </a:gridCol>
                <a:gridCol w="1239458">
                  <a:extLst>
                    <a:ext uri="{9D8B030D-6E8A-4147-A177-3AD203B41FA5}">
                      <a16:colId xmlns:a16="http://schemas.microsoft.com/office/drawing/2014/main" val="20001"/>
                    </a:ext>
                  </a:extLst>
                </a:gridCol>
                <a:gridCol w="1576338">
                  <a:extLst>
                    <a:ext uri="{9D8B030D-6E8A-4147-A177-3AD203B41FA5}">
                      <a16:colId xmlns:a16="http://schemas.microsoft.com/office/drawing/2014/main" val="20002"/>
                    </a:ext>
                  </a:extLst>
                </a:gridCol>
                <a:gridCol w="2705358">
                  <a:extLst>
                    <a:ext uri="{9D8B030D-6E8A-4147-A177-3AD203B41FA5}">
                      <a16:colId xmlns:a16="http://schemas.microsoft.com/office/drawing/2014/main" val="20003"/>
                    </a:ext>
                  </a:extLst>
                </a:gridCol>
                <a:gridCol w="2252478">
                  <a:extLst>
                    <a:ext uri="{9D8B030D-6E8A-4147-A177-3AD203B41FA5}">
                      <a16:colId xmlns:a16="http://schemas.microsoft.com/office/drawing/2014/main" val="20004"/>
                    </a:ext>
                  </a:extLst>
                </a:gridCol>
              </a:tblGrid>
              <a:tr h="928899">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編號</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服務項目</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服務內容</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nSpc>
                          <a:spcPts val="1200"/>
                        </a:lnSpc>
                        <a:spcAft>
                          <a:spcPts val="0"/>
                        </a:spcAft>
                        <a:tabLst>
                          <a:tab pos="381000" algn="l"/>
                        </a:tabLst>
                      </a:pPr>
                      <a:r>
                        <a:rPr lang="zh-TW" sz="1800" b="1" kern="100" dirty="0">
                          <a:effectLst/>
                          <a:latin typeface="Calibri"/>
                          <a:ea typeface="標楷體"/>
                          <a:cs typeface="Times New Roman"/>
                        </a:rPr>
                        <a:t>服務方式與規劃</a:t>
                      </a:r>
                      <a:endParaRPr lang="zh-TW" sz="1800" kern="100" dirty="0">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tc>
                  <a:txBody>
                    <a:bodyPr/>
                    <a:lstStyle/>
                    <a:p>
                      <a:pPr algn="ctr">
                        <a:lnSpc>
                          <a:spcPts val="1200"/>
                        </a:lnSpc>
                        <a:spcAft>
                          <a:spcPts val="0"/>
                        </a:spcAft>
                        <a:tabLst>
                          <a:tab pos="381000" algn="l"/>
                        </a:tabLst>
                      </a:pPr>
                      <a:r>
                        <a:rPr lang="zh-TW" sz="1800" b="1" kern="100" dirty="0">
                          <a:effectLst/>
                          <a:latin typeface="Calibri"/>
                          <a:ea typeface="標楷體"/>
                          <a:cs typeface="Times New Roman"/>
                        </a:rPr>
                        <a:t>活動講師</a:t>
                      </a:r>
                      <a:endParaRPr lang="zh-TW" sz="1800" kern="100" dirty="0">
                        <a:effectLst/>
                        <a:latin typeface="Calibri"/>
                        <a:ea typeface="新細明體"/>
                        <a:cs typeface="Times New Roman"/>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4003A"/>
                    </a:solidFill>
                  </a:tcPr>
                </a:tc>
                <a:extLst>
                  <a:ext uri="{0D108BD9-81ED-4DB2-BD59-A6C34878D82A}">
                    <a16:rowId xmlns:a16="http://schemas.microsoft.com/office/drawing/2014/main" val="10000"/>
                  </a:ext>
                </a:extLst>
              </a:tr>
              <a:tr h="2959533">
                <a:tc>
                  <a:txBody>
                    <a:bodyPr/>
                    <a:lstStyle/>
                    <a:p>
                      <a:pPr>
                        <a:spcAft>
                          <a:spcPts val="0"/>
                        </a:spcAft>
                        <a:tabLst>
                          <a:tab pos="381000" algn="l"/>
                        </a:tabLst>
                      </a:pPr>
                      <a:r>
                        <a:rPr lang="en-US" sz="1800" kern="100" dirty="0">
                          <a:solidFill>
                            <a:schemeClr val="bg2">
                              <a:lumMod val="10000"/>
                            </a:schemeClr>
                          </a:solidFill>
                          <a:effectLst/>
                          <a:latin typeface="標楷體"/>
                          <a:ea typeface="新細明體"/>
                          <a:cs typeface="Times New Roman"/>
                        </a:rPr>
                        <a:t>3-7</a:t>
                      </a:r>
                      <a:r>
                        <a:rPr lang="zh-TW" sz="1800" kern="100" dirty="0">
                          <a:solidFill>
                            <a:schemeClr val="bg2">
                              <a:lumMod val="10000"/>
                            </a:schemeClr>
                          </a:solidFill>
                          <a:effectLst/>
                          <a:latin typeface="Calibri"/>
                          <a:ea typeface="標楷體"/>
                          <a:cs typeface="Times New Roman"/>
                        </a:rPr>
                        <a:t>月</a:t>
                      </a:r>
                      <a:endParaRPr lang="zh-TW" sz="1800" kern="100" dirty="0">
                        <a:solidFill>
                          <a:schemeClr val="bg2">
                            <a:lumMod val="10000"/>
                          </a:schemeClr>
                        </a:solidFill>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spcAft>
                          <a:spcPts val="0"/>
                        </a:spcAft>
                        <a:tabLst>
                          <a:tab pos="381000" algn="l"/>
                        </a:tabLst>
                      </a:pPr>
                      <a:r>
                        <a:rPr lang="zh-TW" sz="1800" kern="100" dirty="0">
                          <a:solidFill>
                            <a:schemeClr val="bg2">
                              <a:lumMod val="10000"/>
                            </a:schemeClr>
                          </a:solidFill>
                          <a:effectLst/>
                          <a:latin typeface="Calibri"/>
                          <a:ea typeface="標楷體"/>
                          <a:cs typeface="Times New Roman"/>
                        </a:rPr>
                        <a:t>轉動幸福</a:t>
                      </a:r>
                      <a:endParaRPr lang="zh-TW" sz="1800" kern="100" dirty="0">
                        <a:solidFill>
                          <a:schemeClr val="bg2">
                            <a:lumMod val="10000"/>
                          </a:schemeClr>
                        </a:solidFill>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a:lnSpc>
                          <a:spcPct val="150000"/>
                        </a:lnSpc>
                        <a:spcAft>
                          <a:spcPts val="0"/>
                        </a:spcAft>
                      </a:pPr>
                      <a:r>
                        <a:rPr lang="zh-TW" sz="1800" kern="100" dirty="0">
                          <a:solidFill>
                            <a:schemeClr val="bg2">
                              <a:lumMod val="10000"/>
                            </a:schemeClr>
                          </a:solidFill>
                          <a:effectLst/>
                          <a:latin typeface="Calibri"/>
                          <a:ea typeface="標楷體"/>
                          <a:cs typeface="Times New Roman"/>
                        </a:rPr>
                        <a:t>竹風車入口意象製作</a:t>
                      </a:r>
                      <a:endParaRPr lang="zh-TW" sz="1800" kern="100" dirty="0">
                        <a:solidFill>
                          <a:schemeClr val="bg2">
                            <a:lumMod val="10000"/>
                          </a:schemeClr>
                        </a:solidFill>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04800" algn="just">
                        <a:lnSpc>
                          <a:spcPct val="150000"/>
                        </a:lnSpc>
                        <a:spcAft>
                          <a:spcPts val="0"/>
                        </a:spcAft>
                      </a:pPr>
                      <a:r>
                        <a:rPr lang="en-US" sz="1800" kern="100" dirty="0">
                          <a:solidFill>
                            <a:schemeClr val="bg2">
                              <a:lumMod val="10000"/>
                            </a:schemeClr>
                          </a:solidFill>
                          <a:effectLst/>
                          <a:latin typeface="標楷體"/>
                          <a:ea typeface="新細明體"/>
                          <a:cs typeface="Times New Roman"/>
                        </a:rPr>
                        <a:t>1.</a:t>
                      </a:r>
                      <a:r>
                        <a:rPr lang="zh-TW" sz="1800" kern="100" dirty="0">
                          <a:solidFill>
                            <a:schemeClr val="bg2">
                              <a:lumMod val="10000"/>
                            </a:schemeClr>
                          </a:solidFill>
                          <a:effectLst/>
                          <a:latin typeface="Calibri"/>
                          <a:ea typeface="標楷體"/>
                          <a:cs typeface="Times New Roman"/>
                        </a:rPr>
                        <a:t>邀請竹藝老師指導</a:t>
                      </a:r>
                      <a:r>
                        <a:rPr lang="en-US" sz="1800" kern="100" dirty="0">
                          <a:solidFill>
                            <a:schemeClr val="bg2">
                              <a:lumMod val="10000"/>
                            </a:schemeClr>
                          </a:solidFill>
                          <a:effectLst/>
                          <a:latin typeface="Calibri"/>
                          <a:ea typeface="標楷體"/>
                          <a:cs typeface="Times New Roman"/>
                        </a:rPr>
                        <a:t>6</a:t>
                      </a:r>
                      <a:r>
                        <a:rPr lang="zh-TW" sz="1800" kern="100" dirty="0">
                          <a:solidFill>
                            <a:schemeClr val="bg2">
                              <a:lumMod val="10000"/>
                            </a:schemeClr>
                          </a:solidFill>
                          <a:effectLst/>
                          <a:latin typeface="Calibri"/>
                          <a:ea typeface="標楷體"/>
                          <a:cs typeface="Times New Roman"/>
                        </a:rPr>
                        <a:t>個社區同時製作。</a:t>
                      </a:r>
                      <a:endParaRPr lang="zh-TW" sz="1800" kern="100" dirty="0">
                        <a:solidFill>
                          <a:schemeClr val="bg2">
                            <a:lumMod val="10000"/>
                          </a:schemeClr>
                        </a:solidFill>
                        <a:effectLst/>
                        <a:latin typeface="Calibri"/>
                        <a:ea typeface="新細明體"/>
                        <a:cs typeface="Times New Roman"/>
                      </a:endParaRPr>
                    </a:p>
                    <a:p>
                      <a:pPr marL="304800" algn="just">
                        <a:lnSpc>
                          <a:spcPct val="150000"/>
                        </a:lnSpc>
                        <a:spcAft>
                          <a:spcPts val="0"/>
                        </a:spcAft>
                      </a:pPr>
                      <a:r>
                        <a:rPr lang="en-US" sz="1800" kern="100" dirty="0">
                          <a:solidFill>
                            <a:schemeClr val="bg2">
                              <a:lumMod val="10000"/>
                            </a:schemeClr>
                          </a:solidFill>
                          <a:effectLst/>
                          <a:latin typeface="標楷體"/>
                          <a:ea typeface="新細明體"/>
                          <a:cs typeface="Times New Roman"/>
                        </a:rPr>
                        <a:t>2. </a:t>
                      </a:r>
                      <a:r>
                        <a:rPr lang="zh-TW" sz="1800" kern="100" dirty="0">
                          <a:solidFill>
                            <a:schemeClr val="bg2">
                              <a:lumMod val="10000"/>
                            </a:schemeClr>
                          </a:solidFill>
                          <a:effectLst/>
                          <a:latin typeface="Calibri"/>
                          <a:ea typeface="標楷體"/>
                          <a:cs typeface="Times New Roman"/>
                        </a:rPr>
                        <a:t>至昨完成竹風車放置各自社區中當成裝置藝術及宣傳【溫暖大竹山˙轉動幸福齊步走】計畫精神</a:t>
                      </a:r>
                      <a:endParaRPr lang="zh-TW" sz="1800" kern="100" dirty="0">
                        <a:solidFill>
                          <a:schemeClr val="bg2">
                            <a:lumMod val="10000"/>
                          </a:schemeClr>
                        </a:solidFill>
                        <a:effectLst/>
                        <a:latin typeface="Calibri"/>
                        <a:ea typeface="新細明體"/>
                        <a:cs typeface="Times New Roman"/>
                      </a:endParaRPr>
                    </a:p>
                    <a:p>
                      <a:pPr marL="304800" algn="just">
                        <a:spcAft>
                          <a:spcPts val="0"/>
                        </a:spcAft>
                      </a:pPr>
                      <a:r>
                        <a:rPr lang="en-US" sz="1800" kern="100" dirty="0">
                          <a:solidFill>
                            <a:schemeClr val="bg2">
                              <a:lumMod val="10000"/>
                            </a:schemeClr>
                          </a:solidFill>
                          <a:effectLst/>
                          <a:latin typeface="標楷體"/>
                          <a:ea typeface="新細明體"/>
                          <a:cs typeface="Times New Roman"/>
                        </a:rPr>
                        <a:t> </a:t>
                      </a:r>
                      <a:endParaRPr lang="zh-TW" sz="1800" kern="100" dirty="0">
                        <a:solidFill>
                          <a:schemeClr val="bg2">
                            <a:lumMod val="10000"/>
                          </a:schemeClr>
                        </a:solidFill>
                        <a:effectLst/>
                        <a:latin typeface="Calibri"/>
                        <a:ea typeface="新細明體"/>
                        <a:cs typeface="Times New Roman"/>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tc>
                  <a:txBody>
                    <a:bodyPr/>
                    <a:lstStyle/>
                    <a:p>
                      <a:pPr marL="3810" algn="just">
                        <a:spcAft>
                          <a:spcPts val="0"/>
                        </a:spcAft>
                      </a:pPr>
                      <a:r>
                        <a:rPr lang="zh-TW" sz="1800" kern="100" dirty="0">
                          <a:solidFill>
                            <a:schemeClr val="bg2">
                              <a:lumMod val="10000"/>
                            </a:schemeClr>
                          </a:solidFill>
                          <a:effectLst/>
                          <a:latin typeface="Calibri"/>
                          <a:ea typeface="標楷體"/>
                          <a:cs typeface="Times New Roman"/>
                        </a:rPr>
                        <a:t>專業老師</a:t>
                      </a:r>
                      <a:endParaRPr lang="zh-TW" sz="1800" kern="100" dirty="0">
                        <a:solidFill>
                          <a:schemeClr val="bg2">
                            <a:lumMod val="10000"/>
                          </a:schemeClr>
                        </a:solidFill>
                        <a:effectLst/>
                        <a:latin typeface="Calibri"/>
                        <a:ea typeface="新細明體"/>
                        <a:cs typeface="Times New Roman"/>
                      </a:endParaRPr>
                    </a:p>
                    <a:p>
                      <a:pPr marL="3810" algn="just">
                        <a:spcAft>
                          <a:spcPts val="0"/>
                        </a:spcAft>
                      </a:pPr>
                      <a:r>
                        <a:rPr lang="en-US" sz="1800" kern="100" dirty="0">
                          <a:solidFill>
                            <a:schemeClr val="bg2">
                              <a:lumMod val="10000"/>
                            </a:schemeClr>
                          </a:solidFill>
                          <a:effectLst/>
                          <a:latin typeface="標楷體"/>
                          <a:ea typeface="新細明體"/>
                          <a:cs typeface="Times New Roman"/>
                        </a:rPr>
                        <a:t>(</a:t>
                      </a:r>
                      <a:r>
                        <a:rPr lang="zh-TW" sz="1800" kern="100" dirty="0">
                          <a:solidFill>
                            <a:schemeClr val="bg2">
                              <a:lumMod val="10000"/>
                            </a:schemeClr>
                          </a:solidFill>
                          <a:effectLst/>
                          <a:latin typeface="Calibri"/>
                          <a:ea typeface="標楷體"/>
                          <a:cs typeface="Times New Roman"/>
                        </a:rPr>
                        <a:t>跨部會</a:t>
                      </a:r>
                      <a:r>
                        <a:rPr lang="en-US" sz="1800" kern="100" dirty="0">
                          <a:solidFill>
                            <a:schemeClr val="bg2">
                              <a:lumMod val="10000"/>
                            </a:schemeClr>
                          </a:solidFill>
                          <a:effectLst/>
                          <a:latin typeface="Calibri"/>
                          <a:ea typeface="標楷體"/>
                          <a:cs typeface="Times New Roman"/>
                        </a:rPr>
                        <a:t>)</a:t>
                      </a:r>
                      <a:r>
                        <a:rPr lang="zh-TW" sz="1800" kern="100" dirty="0">
                          <a:solidFill>
                            <a:schemeClr val="bg2">
                              <a:lumMod val="10000"/>
                            </a:schemeClr>
                          </a:solidFill>
                          <a:effectLst/>
                          <a:latin typeface="Calibri"/>
                          <a:ea typeface="標楷體"/>
                          <a:cs typeface="Times New Roman"/>
                        </a:rPr>
                        <a:t>：許發成老師、</a:t>
                      </a:r>
                      <a:endParaRPr lang="zh-TW" sz="1800" kern="100" dirty="0">
                        <a:solidFill>
                          <a:schemeClr val="bg2">
                            <a:lumMod val="10000"/>
                          </a:schemeClr>
                        </a:solidFill>
                        <a:effectLst/>
                        <a:latin typeface="Calibri"/>
                        <a:ea typeface="新細明體"/>
                        <a:cs typeface="Times New Roman"/>
                      </a:endParaRPr>
                    </a:p>
                    <a:p>
                      <a:pPr marL="3810" algn="just">
                        <a:spcAft>
                          <a:spcPts val="0"/>
                        </a:spcAft>
                      </a:pPr>
                      <a:r>
                        <a:rPr lang="en-US" sz="1400" kern="100" dirty="0">
                          <a:solidFill>
                            <a:schemeClr val="bg2">
                              <a:lumMod val="10000"/>
                            </a:schemeClr>
                          </a:solidFill>
                          <a:effectLst/>
                          <a:latin typeface="標楷體"/>
                          <a:ea typeface="新細明體"/>
                          <a:cs typeface="Times New Roman"/>
                        </a:rPr>
                        <a:t>(</a:t>
                      </a:r>
                      <a:r>
                        <a:rPr lang="zh-TW" sz="1400" kern="100" dirty="0">
                          <a:solidFill>
                            <a:schemeClr val="bg2">
                              <a:lumMod val="10000"/>
                            </a:schemeClr>
                          </a:solidFill>
                          <a:effectLst/>
                          <a:latin typeface="Calibri"/>
                          <a:ea typeface="標楷體"/>
                          <a:cs typeface="Times New Roman"/>
                        </a:rPr>
                        <a:t>跨社區</a:t>
                      </a:r>
                      <a:r>
                        <a:rPr lang="en-US" sz="1400" kern="100" dirty="0">
                          <a:solidFill>
                            <a:schemeClr val="bg2">
                              <a:lumMod val="10000"/>
                            </a:schemeClr>
                          </a:solidFill>
                          <a:effectLst/>
                          <a:latin typeface="Calibri"/>
                          <a:ea typeface="標楷體"/>
                          <a:cs typeface="Times New Roman"/>
                        </a:rPr>
                        <a:t>)</a:t>
                      </a:r>
                      <a:r>
                        <a:rPr lang="zh-TW" sz="1400" kern="100" dirty="0">
                          <a:solidFill>
                            <a:schemeClr val="bg2">
                              <a:lumMod val="10000"/>
                            </a:schemeClr>
                          </a:solidFill>
                          <a:effectLst/>
                          <a:latin typeface="Calibri"/>
                          <a:ea typeface="標楷體"/>
                          <a:cs typeface="Times New Roman"/>
                        </a:rPr>
                        <a:t>：楊麗娜理事長、管梅秀理事長、曾鈺絹理事長、朱崇慕理事長、林志豪理事長</a:t>
                      </a:r>
                      <a:endParaRPr lang="zh-TW" sz="1400" kern="100" dirty="0">
                        <a:solidFill>
                          <a:schemeClr val="bg2">
                            <a:lumMod val="10000"/>
                          </a:schemeClr>
                        </a:solidFill>
                        <a:effectLst/>
                        <a:latin typeface="Calibri"/>
                        <a:ea typeface="新細明體"/>
                        <a:cs typeface="Times New Roman"/>
                      </a:endParaRPr>
                    </a:p>
                    <a:p>
                      <a:pPr marL="3810" algn="just">
                        <a:spcAft>
                          <a:spcPts val="0"/>
                        </a:spcAft>
                      </a:pPr>
                      <a:r>
                        <a:rPr lang="zh-TW" sz="1400" kern="100" dirty="0">
                          <a:solidFill>
                            <a:schemeClr val="bg2">
                              <a:lumMod val="10000"/>
                            </a:schemeClr>
                          </a:solidFill>
                          <a:effectLst/>
                          <a:latin typeface="Calibri"/>
                          <a:ea typeface="標楷體"/>
                          <a:cs typeface="Times New Roman"/>
                        </a:rPr>
                        <a:t>林鴻義理事長</a:t>
                      </a:r>
                      <a:endParaRPr lang="zh-TW" sz="1400" kern="100" dirty="0">
                        <a:solidFill>
                          <a:schemeClr val="bg2">
                            <a:lumMod val="10000"/>
                          </a:schemeClr>
                        </a:solidFill>
                        <a:effectLst/>
                        <a:latin typeface="Calibri"/>
                        <a:ea typeface="新細明體"/>
                        <a:cs typeface="Times New Roman"/>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BCBCE"/>
                    </a:solidFill>
                  </a:tcPr>
                </a:tc>
                <a:extLst>
                  <a:ext uri="{0D108BD9-81ED-4DB2-BD59-A6C34878D82A}">
                    <a16:rowId xmlns:a16="http://schemas.microsoft.com/office/drawing/2014/main" val="10001"/>
                  </a:ext>
                </a:extLst>
              </a:tr>
            </a:tbl>
          </a:graphicData>
        </a:graphic>
      </p:graphicFrame>
      <p:pic>
        <p:nvPicPr>
          <p:cNvPr id="7169"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47664" y="5733256"/>
            <a:ext cx="5205842" cy="1124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741865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p:txBody>
          <a:bodyPr/>
          <a:lstStyle/>
          <a:p>
            <a:pPr marL="0" indent="0">
              <a:buNone/>
            </a:pPr>
            <a:r>
              <a:rPr lang="en-US" altLang="zh-TW" sz="2800" b="1" kern="2600" dirty="0">
                <a:solidFill>
                  <a:srgbClr val="C00000"/>
                </a:solidFill>
                <a:latin typeface="標楷體"/>
                <a:ea typeface="超研澤粗楷"/>
              </a:rPr>
              <a:t>(</a:t>
            </a:r>
            <a:r>
              <a:rPr lang="zh-TW" altLang="en-US" sz="2800" b="1" kern="2600" dirty="0">
                <a:solidFill>
                  <a:srgbClr val="C00000"/>
                </a:solidFill>
                <a:latin typeface="Times New Roman"/>
                <a:ea typeface="標楷體"/>
              </a:rPr>
              <a:t>八</a:t>
            </a:r>
            <a:r>
              <a:rPr lang="en-US" altLang="zh-TW" sz="2800" b="1" kern="2600" dirty="0">
                <a:solidFill>
                  <a:srgbClr val="C00000"/>
                </a:solidFill>
                <a:latin typeface="Times New Roman"/>
                <a:ea typeface="標楷體"/>
              </a:rPr>
              <a:t>)</a:t>
            </a:r>
            <a:r>
              <a:rPr lang="zh-TW" altLang="zh-TW" sz="2800" b="1" kern="2600" dirty="0">
                <a:solidFill>
                  <a:srgbClr val="C00000"/>
                </a:solidFill>
                <a:latin typeface="Times New Roman"/>
                <a:ea typeface="標楷體"/>
              </a:rPr>
              <a:t>、</a:t>
            </a:r>
            <a:r>
              <a:rPr lang="zh-TW" altLang="en-US" sz="2800" b="1" kern="100" dirty="0">
                <a:solidFill>
                  <a:srgbClr val="C00000"/>
                </a:solidFill>
                <a:latin typeface="Times New Roman"/>
                <a:ea typeface="標楷體"/>
              </a:rPr>
              <a:t>幸福旗艦特刊</a:t>
            </a:r>
            <a:endParaRPr lang="en-US" altLang="zh-TW" sz="2800" b="1" kern="100" dirty="0">
              <a:solidFill>
                <a:srgbClr val="C00000"/>
              </a:solidFill>
              <a:latin typeface="Times New Roman"/>
              <a:ea typeface="標楷體"/>
            </a:endParaRPr>
          </a:p>
        </p:txBody>
      </p:sp>
      <p:sp>
        <p:nvSpPr>
          <p:cNvPr id="3" name="矩形 2"/>
          <p:cNvSpPr/>
          <p:nvPr/>
        </p:nvSpPr>
        <p:spPr>
          <a:xfrm>
            <a:off x="323528" y="1556792"/>
            <a:ext cx="8604448" cy="92333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zh-TW" sz="1800" b="1" i="0" u="none" strike="noStrike" kern="100" cap="none" spc="0" normalizeH="0" baseline="0" noProof="0" dirty="0">
                <a:ln>
                  <a:noFill/>
                </a:ln>
                <a:solidFill>
                  <a:srgbClr val="DDDDDD">
                    <a:lumMod val="10000"/>
                  </a:srgbClr>
                </a:solidFill>
                <a:effectLst/>
                <a:uLnTx/>
                <a:uFillTx/>
                <a:latin typeface="Arial"/>
                <a:ea typeface="標楷體"/>
                <a:cs typeface="Times New Roman"/>
              </a:rPr>
              <a:t>籌組旗艦特刊編輯委員會，以聯合社區幹部為主要成員，成立旗艦特刊報導編輯委員會，收集旗艦活動資訊，刊載報導旗艦聯合社區相關活動集錦、志工活動、活動預告、成果報導、政令宣導等紀錄性質之文稿。</a:t>
            </a:r>
            <a:endParaRPr kumimoji="0" lang="zh-TW" altLang="en-US" sz="1800" b="1" i="0" u="none" strike="noStrike" kern="1200" cap="none" spc="0" normalizeH="0" baseline="0" noProof="0" dirty="0">
              <a:ln>
                <a:noFill/>
              </a:ln>
              <a:solidFill>
                <a:srgbClr val="DDDDDD">
                  <a:lumMod val="10000"/>
                </a:srgbClr>
              </a:solidFill>
              <a:effectLst/>
              <a:uLnTx/>
              <a:uFillTx/>
              <a:latin typeface="Arial"/>
              <a:ea typeface="+mn-ea"/>
              <a:cs typeface="+mn-cs"/>
            </a:endParaRPr>
          </a:p>
        </p:txBody>
      </p:sp>
      <p:graphicFrame>
        <p:nvGraphicFramePr>
          <p:cNvPr id="4" name="表格 3"/>
          <p:cNvGraphicFramePr>
            <a:graphicFrameLocks noGrp="1"/>
          </p:cNvGraphicFramePr>
          <p:nvPr/>
        </p:nvGraphicFramePr>
        <p:xfrm>
          <a:off x="611560" y="2686682"/>
          <a:ext cx="8208912" cy="4054687"/>
        </p:xfrm>
        <a:graphic>
          <a:graphicData uri="http://schemas.openxmlformats.org/drawingml/2006/table">
            <a:tbl>
              <a:tblPr firstRow="1" firstCol="1" bandRow="1" bandCol="1"/>
              <a:tblGrid>
                <a:gridCol w="4271803">
                  <a:extLst>
                    <a:ext uri="{9D8B030D-6E8A-4147-A177-3AD203B41FA5}">
                      <a16:colId xmlns:a16="http://schemas.microsoft.com/office/drawing/2014/main" val="20000"/>
                    </a:ext>
                  </a:extLst>
                </a:gridCol>
                <a:gridCol w="3937109">
                  <a:extLst>
                    <a:ext uri="{9D8B030D-6E8A-4147-A177-3AD203B41FA5}">
                      <a16:colId xmlns:a16="http://schemas.microsoft.com/office/drawing/2014/main" val="20001"/>
                    </a:ext>
                  </a:extLst>
                </a:gridCol>
              </a:tblGrid>
              <a:tr h="579241">
                <a:tc>
                  <a:txBody>
                    <a:bodyPr/>
                    <a:lstStyle/>
                    <a:p>
                      <a:pPr algn="ctr">
                        <a:spcAft>
                          <a:spcPts val="0"/>
                        </a:spcAft>
                      </a:pPr>
                      <a:r>
                        <a:rPr lang="zh-TW" sz="2000" b="1" kern="100" dirty="0">
                          <a:solidFill>
                            <a:schemeClr val="tx1"/>
                          </a:solidFill>
                          <a:effectLst/>
                          <a:latin typeface="Times New Roman"/>
                          <a:ea typeface="標楷體"/>
                        </a:rPr>
                        <a:t>所屬社區</a:t>
                      </a:r>
                      <a:endParaRPr lang="zh-TW" sz="2000" b="1" kern="100" dirty="0">
                        <a:solidFill>
                          <a:schemeClr val="tx1"/>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a:solidFill>
                            <a:schemeClr val="tx1"/>
                          </a:solidFill>
                          <a:effectLst/>
                          <a:latin typeface="Times New Roman"/>
                          <a:ea typeface="標楷體"/>
                        </a:rPr>
                        <a:t>委員會委員</a:t>
                      </a:r>
                      <a:endParaRPr lang="zh-TW" sz="2000" b="1" kern="100">
                        <a:solidFill>
                          <a:schemeClr val="tx1"/>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579241">
                <a:tc>
                  <a:txBody>
                    <a:bodyPr/>
                    <a:lstStyle/>
                    <a:p>
                      <a:pPr algn="just">
                        <a:spcAft>
                          <a:spcPts val="0"/>
                        </a:spcAft>
                      </a:pPr>
                      <a:r>
                        <a:rPr lang="zh-TW" sz="2000" b="1" kern="100" dirty="0">
                          <a:solidFill>
                            <a:schemeClr val="tx1"/>
                          </a:solidFill>
                          <a:effectLst/>
                          <a:latin typeface="Times New Roman"/>
                          <a:ea typeface="標楷體"/>
                        </a:rPr>
                        <a:t>南投縣竹山鎮富州社區發展協會</a:t>
                      </a:r>
                      <a:endParaRPr lang="zh-TW" sz="2000" b="1" kern="100" dirty="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solidFill>
                            <a:schemeClr val="tx1"/>
                          </a:solidFill>
                          <a:effectLst/>
                          <a:latin typeface="Times New Roman"/>
                          <a:ea typeface="標楷體"/>
                        </a:rPr>
                        <a:t>楊麗娜、賴玉如、陳朝焚</a:t>
                      </a:r>
                      <a:endParaRPr lang="zh-TW" sz="2000" b="1" kern="100" dirty="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579241">
                <a:tc>
                  <a:txBody>
                    <a:bodyPr/>
                    <a:lstStyle/>
                    <a:p>
                      <a:pPr algn="just">
                        <a:spcAft>
                          <a:spcPts val="0"/>
                        </a:spcAft>
                      </a:pPr>
                      <a:r>
                        <a:rPr lang="zh-TW" sz="2000" b="1" kern="100" dirty="0">
                          <a:solidFill>
                            <a:schemeClr val="tx1"/>
                          </a:solidFill>
                          <a:effectLst/>
                          <a:latin typeface="Times New Roman"/>
                          <a:ea typeface="標楷體"/>
                        </a:rPr>
                        <a:t>南投縣竹山鎮山崇社區發展協會</a:t>
                      </a:r>
                      <a:endParaRPr lang="zh-TW" sz="2000" b="1" kern="100" dirty="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solidFill>
                            <a:schemeClr val="tx1"/>
                          </a:solidFill>
                          <a:effectLst/>
                          <a:latin typeface="Times New Roman"/>
                          <a:ea typeface="標楷體"/>
                        </a:rPr>
                        <a:t>朱崇慕、陳芃蓁</a:t>
                      </a:r>
                      <a:endParaRPr lang="zh-TW" sz="2000" b="1" kern="100" dirty="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579241">
                <a:tc>
                  <a:txBody>
                    <a:bodyPr/>
                    <a:lstStyle/>
                    <a:p>
                      <a:pPr algn="just">
                        <a:spcAft>
                          <a:spcPts val="0"/>
                        </a:spcAft>
                      </a:pPr>
                      <a:r>
                        <a:rPr lang="zh-TW" sz="2000" b="1" kern="100">
                          <a:solidFill>
                            <a:schemeClr val="tx1"/>
                          </a:solidFill>
                          <a:effectLst/>
                          <a:latin typeface="Times New Roman"/>
                          <a:ea typeface="標楷體"/>
                        </a:rPr>
                        <a:t>南投縣竹山鎮延正社區發展協會</a:t>
                      </a:r>
                      <a:endParaRPr lang="zh-TW" sz="2000" b="1" kern="10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solidFill>
                            <a:schemeClr val="tx1"/>
                          </a:solidFill>
                          <a:effectLst/>
                          <a:latin typeface="Times New Roman"/>
                          <a:ea typeface="標楷體"/>
                        </a:rPr>
                        <a:t>管梅秀、楊莉理</a:t>
                      </a:r>
                      <a:endParaRPr lang="zh-TW" sz="2000" b="1" kern="100" dirty="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579241">
                <a:tc>
                  <a:txBody>
                    <a:bodyPr/>
                    <a:lstStyle/>
                    <a:p>
                      <a:pPr algn="just">
                        <a:spcAft>
                          <a:spcPts val="0"/>
                        </a:spcAft>
                      </a:pPr>
                      <a:r>
                        <a:rPr lang="zh-TW" sz="2000" b="1" kern="100">
                          <a:solidFill>
                            <a:schemeClr val="tx1"/>
                          </a:solidFill>
                          <a:effectLst/>
                          <a:latin typeface="Times New Roman"/>
                          <a:ea typeface="標楷體"/>
                        </a:rPr>
                        <a:t>南投縣竹山鎮延平社區發展協會</a:t>
                      </a:r>
                      <a:endParaRPr lang="zh-TW" sz="2000" b="1" kern="10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solidFill>
                            <a:schemeClr val="tx1"/>
                          </a:solidFill>
                          <a:effectLst/>
                          <a:latin typeface="Times New Roman"/>
                          <a:ea typeface="標楷體"/>
                        </a:rPr>
                        <a:t>林鴻義、陳碧海、陳俊峰</a:t>
                      </a:r>
                      <a:endParaRPr lang="zh-TW" sz="2000" b="1" kern="100" dirty="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579241">
                <a:tc>
                  <a:txBody>
                    <a:bodyPr/>
                    <a:lstStyle/>
                    <a:p>
                      <a:pPr algn="just">
                        <a:spcAft>
                          <a:spcPts val="0"/>
                        </a:spcAft>
                      </a:pPr>
                      <a:r>
                        <a:rPr lang="zh-TW" sz="2000" b="1" kern="100">
                          <a:solidFill>
                            <a:schemeClr val="tx1"/>
                          </a:solidFill>
                          <a:effectLst/>
                          <a:latin typeface="Times New Roman"/>
                          <a:ea typeface="標楷體"/>
                        </a:rPr>
                        <a:t>南投縣竹山鎮竹山社區發展協會</a:t>
                      </a:r>
                      <a:endParaRPr lang="zh-TW" sz="2000" b="1" kern="10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solidFill>
                            <a:schemeClr val="tx1"/>
                          </a:solidFill>
                          <a:effectLst/>
                          <a:latin typeface="Times New Roman"/>
                          <a:ea typeface="標楷體"/>
                        </a:rPr>
                        <a:t>曾鈺絹、曾雪芳</a:t>
                      </a:r>
                      <a:endParaRPr lang="zh-TW" sz="2000" b="1" kern="100" dirty="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579241">
                <a:tc>
                  <a:txBody>
                    <a:bodyPr/>
                    <a:lstStyle/>
                    <a:p>
                      <a:pPr algn="just">
                        <a:spcAft>
                          <a:spcPts val="0"/>
                        </a:spcAft>
                      </a:pPr>
                      <a:r>
                        <a:rPr lang="zh-TW" sz="2000" b="1" kern="100">
                          <a:solidFill>
                            <a:schemeClr val="tx1"/>
                          </a:solidFill>
                          <a:effectLst/>
                          <a:latin typeface="Times New Roman"/>
                          <a:ea typeface="標楷體"/>
                        </a:rPr>
                        <a:t>南投縣竹山鎮中崎社區發展協會</a:t>
                      </a:r>
                      <a:endParaRPr lang="zh-TW" sz="2000" b="1" kern="10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solidFill>
                            <a:schemeClr val="tx1"/>
                          </a:solidFill>
                          <a:effectLst/>
                          <a:latin typeface="Times New Roman"/>
                          <a:ea typeface="標楷體"/>
                        </a:rPr>
                        <a:t>林志豪、葉如玉、葉家閑</a:t>
                      </a:r>
                      <a:endParaRPr lang="zh-TW" sz="2000" b="1" kern="100" dirty="0">
                        <a:solidFill>
                          <a:schemeClr val="tx1"/>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372064796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p:txBody>
          <a:bodyPr/>
          <a:lstStyle/>
          <a:p>
            <a:pPr marL="0" indent="0">
              <a:buNone/>
            </a:pPr>
            <a:r>
              <a:rPr lang="en-US" altLang="zh-TW" sz="2800" b="1" kern="2600" dirty="0">
                <a:solidFill>
                  <a:srgbClr val="C00000"/>
                </a:solidFill>
                <a:latin typeface="標楷體"/>
                <a:ea typeface="超研澤粗楷"/>
              </a:rPr>
              <a:t>(</a:t>
            </a:r>
            <a:r>
              <a:rPr lang="zh-TW" altLang="en-US" sz="2800" b="1" kern="2600" dirty="0">
                <a:solidFill>
                  <a:srgbClr val="C00000"/>
                </a:solidFill>
                <a:latin typeface="Times New Roman"/>
                <a:ea typeface="標楷體"/>
              </a:rPr>
              <a:t>九</a:t>
            </a:r>
            <a:r>
              <a:rPr lang="en-US" altLang="zh-TW" sz="2800" b="1" kern="2600" dirty="0">
                <a:solidFill>
                  <a:srgbClr val="C00000"/>
                </a:solidFill>
                <a:latin typeface="Times New Roman"/>
                <a:ea typeface="標楷體"/>
              </a:rPr>
              <a:t>)</a:t>
            </a:r>
            <a:r>
              <a:rPr lang="zh-TW" altLang="zh-TW" sz="2800" b="1" kern="2600" dirty="0">
                <a:solidFill>
                  <a:srgbClr val="C00000"/>
                </a:solidFill>
                <a:latin typeface="Times New Roman"/>
                <a:ea typeface="標楷體"/>
              </a:rPr>
              <a:t>、</a:t>
            </a:r>
            <a:r>
              <a:rPr lang="zh-TW" altLang="en-US" sz="2800" b="1" kern="100" dirty="0">
                <a:solidFill>
                  <a:srgbClr val="C00000"/>
                </a:solidFill>
                <a:latin typeface="Times New Roman"/>
                <a:ea typeface="標楷體"/>
              </a:rPr>
              <a:t>溫暖大竹山</a:t>
            </a:r>
            <a:r>
              <a:rPr lang="zh-TW" altLang="en-US" sz="2800" b="1" kern="100" dirty="0">
                <a:solidFill>
                  <a:srgbClr val="C00000"/>
                </a:solidFill>
                <a:latin typeface="標楷體"/>
                <a:ea typeface="標楷體"/>
              </a:rPr>
              <a:t>˙</a:t>
            </a:r>
            <a:r>
              <a:rPr lang="zh-TW" altLang="en-US" sz="2800" b="1" kern="100" dirty="0">
                <a:solidFill>
                  <a:srgbClr val="C00000"/>
                </a:solidFill>
                <a:latin typeface="Times New Roman"/>
                <a:ea typeface="標楷體"/>
              </a:rPr>
              <a:t>轉動幸福齊步走</a:t>
            </a:r>
            <a:r>
              <a:rPr lang="en-US" altLang="zh-TW" sz="2800" b="1" kern="100" dirty="0">
                <a:solidFill>
                  <a:srgbClr val="C00000"/>
                </a:solidFill>
                <a:latin typeface="Times New Roman"/>
                <a:ea typeface="標楷體"/>
              </a:rPr>
              <a:t>-</a:t>
            </a:r>
            <a:r>
              <a:rPr lang="zh-TW" altLang="en-US" sz="2800" b="1" kern="100" dirty="0">
                <a:solidFill>
                  <a:srgbClr val="C00000"/>
                </a:solidFill>
                <a:latin typeface="Times New Roman"/>
                <a:ea typeface="標楷體"/>
              </a:rPr>
              <a:t>成 果 展</a:t>
            </a:r>
            <a:endParaRPr lang="en-US" altLang="zh-TW" sz="2800" b="1" kern="100" dirty="0">
              <a:solidFill>
                <a:srgbClr val="C00000"/>
              </a:solidFill>
              <a:latin typeface="Times New Roman"/>
              <a:ea typeface="標楷體"/>
            </a:endParaRPr>
          </a:p>
        </p:txBody>
      </p:sp>
      <p:sp>
        <p:nvSpPr>
          <p:cNvPr id="3" name="矩形 2"/>
          <p:cNvSpPr/>
          <p:nvPr/>
        </p:nvSpPr>
        <p:spPr>
          <a:xfrm>
            <a:off x="539552" y="1772816"/>
            <a:ext cx="7848872" cy="3991862"/>
          </a:xfrm>
          <a:prstGeom prst="rect">
            <a:avLst/>
          </a:prstGeom>
        </p:spPr>
        <p:txBody>
          <a:bodyPr wrap="square">
            <a:spAutoFit/>
          </a:bodyPr>
          <a:lstStyle/>
          <a:p>
            <a:pPr marL="203200" marR="0" lvl="0" indent="0" algn="l" defTabSz="914400" rtl="0" eaLnBrk="1" fontAlgn="auto" latinLnBrk="0" hangingPunct="1">
              <a:lnSpc>
                <a:spcPct val="115000"/>
              </a:lnSpc>
              <a:spcBef>
                <a:spcPts val="600"/>
              </a:spcBef>
              <a:spcAft>
                <a:spcPts val="0"/>
              </a:spcAft>
              <a:buClrTx/>
              <a:buSzTx/>
              <a:buFontTx/>
              <a:buNone/>
              <a:tabLst/>
              <a:defRPr/>
            </a:pPr>
            <a:r>
              <a:rPr kumimoji="0" lang="zh-TW" altLang="zh-TW" sz="1800" b="1" i="0" u="none" strike="noStrike" kern="100" cap="none" spc="0" normalizeH="0" baseline="0" noProof="0" dirty="0">
                <a:ln>
                  <a:noFill/>
                </a:ln>
                <a:solidFill>
                  <a:srgbClr val="024631"/>
                </a:solidFill>
                <a:effectLst/>
                <a:uLnTx/>
                <a:uFillTx/>
                <a:latin typeface="Times New Roman"/>
                <a:ea typeface="標楷體"/>
                <a:cs typeface="+mn-cs"/>
              </a:rPr>
              <a:t> </a:t>
            </a:r>
            <a:r>
              <a:rPr kumimoji="0" lang="en-US" altLang="zh-TW" sz="1800" b="1" i="0" u="none" strike="noStrike" kern="100" cap="none" spc="0" normalizeH="0" baseline="0" noProof="0" dirty="0">
                <a:ln>
                  <a:noFill/>
                </a:ln>
                <a:solidFill>
                  <a:srgbClr val="FF0000"/>
                </a:solidFill>
                <a:effectLst/>
                <a:uLnTx/>
                <a:uFillTx/>
                <a:latin typeface="Times New Roman"/>
                <a:ea typeface="標楷體"/>
                <a:cs typeface="+mn-cs"/>
              </a:rPr>
              <a:t>A.</a:t>
            </a:r>
            <a:r>
              <a:rPr kumimoji="0" lang="zh-TW" altLang="zh-TW" sz="1800" b="1" i="0" u="none" strike="noStrike" kern="100" cap="none" spc="0" normalizeH="0" baseline="0" noProof="0" dirty="0">
                <a:ln>
                  <a:noFill/>
                </a:ln>
                <a:solidFill>
                  <a:srgbClr val="FF0000"/>
                </a:solidFill>
                <a:effectLst/>
                <a:uLnTx/>
                <a:uFillTx/>
                <a:latin typeface="Times New Roman"/>
                <a:ea typeface="標楷體"/>
                <a:cs typeface="+mn-cs"/>
              </a:rPr>
              <a:t>靜態展示</a:t>
            </a:r>
            <a:r>
              <a:rPr kumimoji="0" lang="en-US" altLang="zh-TW" sz="1800" b="1" i="0" u="none" strike="noStrike" kern="100" cap="none" spc="0" normalizeH="0" baseline="0" noProof="0" dirty="0">
                <a:ln>
                  <a:noFill/>
                </a:ln>
                <a:solidFill>
                  <a:srgbClr val="FF0000"/>
                </a:solidFill>
                <a:effectLst/>
                <a:uLnTx/>
                <a:uFillTx/>
                <a:latin typeface="Times New Roman"/>
                <a:ea typeface="標楷體"/>
                <a:cs typeface="+mn-cs"/>
              </a:rPr>
              <a:t>-</a:t>
            </a:r>
            <a:r>
              <a:rPr kumimoji="0" lang="zh-TW" altLang="zh-TW" sz="1800" b="1" i="0" u="none" strike="noStrike" kern="100" cap="none" spc="0" normalizeH="0" baseline="0" noProof="0" dirty="0">
                <a:ln>
                  <a:noFill/>
                </a:ln>
                <a:solidFill>
                  <a:srgbClr val="FF0000"/>
                </a:solidFill>
                <a:effectLst/>
                <a:uLnTx/>
                <a:uFillTx/>
                <a:latin typeface="Times New Roman"/>
                <a:ea typeface="標楷體"/>
                <a:cs typeface="+mn-cs"/>
              </a:rPr>
              <a:t>「社區特色展示」</a:t>
            </a:r>
            <a:endParaRPr kumimoji="0" lang="zh-TW" altLang="zh-TW" sz="2000" b="1" i="0" u="none" strike="noStrike" kern="100" cap="none" spc="0" normalizeH="0" baseline="0" noProof="0" dirty="0">
              <a:ln>
                <a:noFill/>
              </a:ln>
              <a:solidFill>
                <a:srgbClr val="FF0000"/>
              </a:solidFill>
              <a:effectLst/>
              <a:uLnTx/>
              <a:uFillTx/>
              <a:latin typeface="Times New Roman"/>
              <a:ea typeface="超研澤粗楷"/>
              <a:cs typeface="+mn-cs"/>
            </a:endParaRPr>
          </a:p>
          <a:p>
            <a:pPr marL="323215" marR="0" lvl="0" indent="0" algn="l" defTabSz="914400" rtl="0" eaLnBrk="1" fontAlgn="auto" latinLnBrk="0" hangingPunct="1">
              <a:lnSpc>
                <a:spcPct val="115000"/>
              </a:lnSpc>
              <a:spcBef>
                <a:spcPts val="0"/>
              </a:spcBef>
              <a:spcAft>
                <a:spcPts val="0"/>
              </a:spcAft>
              <a:buClrTx/>
              <a:buSzTx/>
              <a:buFontTx/>
              <a:buNone/>
              <a:tabLst>
                <a:tab pos="90170" algn="l"/>
              </a:tabLst>
              <a:defRPr/>
            </a:pPr>
            <a:r>
              <a:rPr kumimoji="0" lang="en-US" altLang="zh-TW" sz="1800" b="0" i="0" u="none" strike="noStrike" kern="100" cap="none" spc="0" normalizeH="0" baseline="0" noProof="0" dirty="0">
                <a:ln>
                  <a:noFill/>
                </a:ln>
                <a:solidFill>
                  <a:srgbClr val="024631"/>
                </a:solidFill>
                <a:effectLst/>
                <a:uLnTx/>
                <a:uFillTx/>
                <a:latin typeface="標楷體"/>
                <a:ea typeface="超研澤粗楷"/>
                <a:cs typeface="+mn-cs"/>
              </a:rPr>
              <a:t> (1) </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邀請旗艦各社區，針對其服務特色、推動成果等，設計海報於會場展示，展現成果與其他社區交流分享。</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670560" marR="0" lvl="0" indent="-386080" algn="l" defTabSz="914400" rtl="0" eaLnBrk="1" fontAlgn="auto" latinLnBrk="0" hangingPunct="1">
              <a:lnSpc>
                <a:spcPct val="115000"/>
              </a:lnSpc>
              <a:spcBef>
                <a:spcPts val="0"/>
              </a:spcBef>
              <a:spcAft>
                <a:spcPts val="600"/>
              </a:spcAft>
              <a:buClrTx/>
              <a:buSzTx/>
              <a:buFontTx/>
              <a:buNone/>
              <a:tabLst/>
              <a:defRPr/>
            </a:pPr>
            <a:r>
              <a:rPr kumimoji="0" lang="en-US" altLang="zh-TW" sz="1800" b="0" i="0" u="none" strike="noStrike" kern="100" cap="none" spc="0" normalizeH="0" baseline="0" noProof="0" dirty="0">
                <a:ln>
                  <a:noFill/>
                </a:ln>
                <a:solidFill>
                  <a:srgbClr val="024631"/>
                </a:solidFill>
                <a:effectLst/>
                <a:uLnTx/>
                <a:uFillTx/>
                <a:latin typeface="標楷體"/>
                <a:ea typeface="超研澤粗楷"/>
                <a:cs typeface="+mn-cs"/>
              </a:rPr>
              <a:t> (2) </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請各社區特色分類，挑出較具特色的作品於會場展示。也可自備其他文宣資料、</a:t>
            </a:r>
            <a:r>
              <a:rPr kumimoji="0" lang="en-US" altLang="zh-TW" sz="1800" b="0" i="0" u="none" strike="noStrike" kern="100" cap="none" spc="0" normalizeH="0" baseline="0" noProof="0" dirty="0">
                <a:ln>
                  <a:noFill/>
                </a:ln>
                <a:solidFill>
                  <a:srgbClr val="024631"/>
                </a:solidFill>
                <a:effectLst/>
                <a:uLnTx/>
                <a:uFillTx/>
                <a:latin typeface="Times New Roman"/>
                <a:ea typeface="標楷體"/>
                <a:cs typeface="+mn-cs"/>
              </a:rPr>
              <a:t>CD</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、宣傳品等輔助參展。</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13589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24631"/>
                </a:solidFill>
                <a:effectLst/>
                <a:uLnTx/>
                <a:uFillTx/>
                <a:latin typeface="標楷體"/>
                <a:ea typeface="超研澤粗楷"/>
                <a:cs typeface="+mn-cs"/>
              </a:rPr>
              <a:t>  </a:t>
            </a:r>
            <a:r>
              <a:rPr kumimoji="0" lang="en-US" altLang="zh-TW" sz="1800" b="1" i="0" u="none" strike="noStrike" kern="100" cap="none" spc="0" normalizeH="0" baseline="0" noProof="0" dirty="0">
                <a:ln>
                  <a:noFill/>
                </a:ln>
                <a:solidFill>
                  <a:srgbClr val="FF0000"/>
                </a:solidFill>
                <a:effectLst/>
                <a:uLnTx/>
                <a:uFillTx/>
                <a:latin typeface="標楷體"/>
                <a:ea typeface="超研澤粗楷"/>
                <a:cs typeface="+mn-cs"/>
              </a:rPr>
              <a:t>B.</a:t>
            </a:r>
            <a:r>
              <a:rPr kumimoji="0" lang="zh-TW" altLang="zh-TW" sz="1800" b="1" i="0" u="none" strike="noStrike" kern="100" cap="none" spc="0" normalizeH="0" baseline="0" noProof="0" dirty="0">
                <a:ln>
                  <a:noFill/>
                </a:ln>
                <a:solidFill>
                  <a:srgbClr val="FF0000"/>
                </a:solidFill>
                <a:effectLst/>
                <a:uLnTx/>
                <a:uFillTx/>
                <a:latin typeface="Times New Roman"/>
                <a:ea typeface="標楷體"/>
                <a:cs typeface="+mn-cs"/>
              </a:rPr>
              <a:t>動態活動：</a:t>
            </a:r>
            <a:r>
              <a:rPr kumimoji="0" lang="en-US" altLang="zh-TW" sz="1800" b="1" i="0" u="none" strike="noStrike" kern="100" cap="none" spc="0" normalizeH="0" baseline="0" noProof="0" dirty="0">
                <a:ln>
                  <a:noFill/>
                </a:ln>
                <a:solidFill>
                  <a:srgbClr val="FF0000"/>
                </a:solidFill>
                <a:effectLst/>
                <a:uLnTx/>
                <a:uFillTx/>
                <a:latin typeface="Times New Roman"/>
                <a:ea typeface="標楷體"/>
                <a:cs typeface="+mn-cs"/>
              </a:rPr>
              <a:t>  </a:t>
            </a:r>
            <a:endParaRPr kumimoji="0" lang="zh-TW" altLang="zh-TW" sz="2000" b="1" i="0" u="none" strike="noStrike" kern="100" cap="none" spc="0" normalizeH="0" baseline="0" noProof="0" dirty="0">
              <a:ln>
                <a:noFill/>
              </a:ln>
              <a:solidFill>
                <a:srgbClr val="FF0000"/>
              </a:solidFill>
              <a:effectLst/>
              <a:uLnTx/>
              <a:uFillTx/>
              <a:latin typeface="Times New Roman"/>
              <a:ea typeface="超研澤粗楷"/>
              <a:cs typeface="+mn-cs"/>
            </a:endParaRPr>
          </a:p>
          <a:p>
            <a:pPr marL="580390" marR="0" lvl="0" indent="-44450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24631"/>
                </a:solidFill>
                <a:effectLst/>
                <a:uLnTx/>
                <a:uFillTx/>
                <a:latin typeface="標楷體"/>
                <a:ea typeface="超研澤粗楷"/>
                <a:cs typeface="+mn-cs"/>
              </a:rPr>
              <a:t>  (1) </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邀請本鎮六個社區擺設各社區特色，推廣各據點社區產業，供與會人員</a:t>
            </a:r>
            <a:r>
              <a:rPr kumimoji="0" lang="en-US" altLang="zh-TW" sz="1800" b="0" i="0" u="none" strike="noStrike" kern="100" cap="none" spc="0" normalizeH="0" baseline="0" noProof="0" dirty="0">
                <a:ln>
                  <a:noFill/>
                </a:ln>
                <a:solidFill>
                  <a:srgbClr val="024631"/>
                </a:solidFill>
                <a:effectLst/>
                <a:uLnTx/>
                <a:uFillTx/>
                <a:latin typeface="Times New Roman"/>
                <a:ea typeface="標楷體"/>
                <a:cs typeface="+mn-cs"/>
              </a:rPr>
              <a:t>  </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580390" marR="0" lvl="0" indent="-44450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24631"/>
                </a:solidFill>
                <a:effectLst/>
                <a:uLnTx/>
                <a:uFillTx/>
                <a:latin typeface="標楷體"/>
                <a:ea typeface="超研澤粗楷"/>
                <a:cs typeface="+mn-cs"/>
              </a:rPr>
              <a:t>       </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及鄰近民眾透過展示了解社區特色。</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0" marR="0" lvl="0" indent="8890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24631"/>
                </a:solidFill>
                <a:effectLst/>
                <a:uLnTx/>
                <a:uFillTx/>
                <a:latin typeface="標楷體"/>
                <a:ea typeface="超研澤粗楷"/>
                <a:cs typeface="+mn-cs"/>
              </a:rPr>
              <a:t>   (2) </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社區表演</a:t>
            </a:r>
            <a:r>
              <a:rPr kumimoji="0" lang="en-US" altLang="zh-TW" sz="1800" b="0" i="0" u="none" strike="noStrike" kern="100" cap="none" spc="0" normalizeH="0" baseline="0" noProof="0" dirty="0">
                <a:ln>
                  <a:noFill/>
                </a:ln>
                <a:solidFill>
                  <a:srgbClr val="024631"/>
                </a:solidFill>
                <a:effectLst/>
                <a:uLnTx/>
                <a:uFillTx/>
                <a:latin typeface="Times New Roman"/>
                <a:ea typeface="標楷體"/>
                <a:cs typeface="+mn-cs"/>
              </a:rPr>
              <a:t>-</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「社區活力</a:t>
            </a:r>
            <a:r>
              <a:rPr kumimoji="0" lang="en-US" altLang="zh-TW" sz="1800" b="0" i="0" u="none" strike="noStrike" kern="100" cap="none" spc="0" normalizeH="0" baseline="0" noProof="0" dirty="0">
                <a:ln>
                  <a:noFill/>
                </a:ln>
                <a:solidFill>
                  <a:srgbClr val="024631"/>
                </a:solidFill>
                <a:effectLst/>
                <a:uLnTx/>
                <a:uFillTx/>
                <a:latin typeface="Times New Roman"/>
                <a:ea typeface="標楷體"/>
                <a:cs typeface="+mn-cs"/>
              </a:rPr>
              <a:t>SHOW</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出來」</a:t>
            </a:r>
            <a:r>
              <a:rPr kumimoji="0" lang="en-US" altLang="zh-TW" sz="1800" b="0" i="0" u="none" strike="noStrike" kern="100" cap="none" spc="0" normalizeH="0" baseline="0" noProof="0" dirty="0">
                <a:ln>
                  <a:noFill/>
                </a:ln>
                <a:solidFill>
                  <a:srgbClr val="024631"/>
                </a:solidFill>
                <a:effectLst/>
                <a:uLnTx/>
                <a:uFillTx/>
                <a:latin typeface="Times New Roman"/>
                <a:ea typeface="標楷體"/>
                <a:cs typeface="+mn-cs"/>
              </a:rPr>
              <a:t>(6</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個社區</a:t>
            </a:r>
            <a:r>
              <a:rPr kumimoji="0" lang="en-US" altLang="zh-TW" sz="1800" b="0" i="0" u="none" strike="noStrike" kern="100" cap="none" spc="0" normalizeH="0" baseline="0" noProof="0" dirty="0">
                <a:ln>
                  <a:noFill/>
                </a:ln>
                <a:solidFill>
                  <a:srgbClr val="024631"/>
                </a:solidFill>
                <a:effectLst/>
                <a:uLnTx/>
                <a:uFillTx/>
                <a:latin typeface="Times New Roman"/>
                <a:ea typeface="標楷體"/>
                <a:cs typeface="+mn-cs"/>
              </a:rPr>
              <a:t>)</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74168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24631"/>
                </a:solidFill>
                <a:effectLst/>
                <a:uLnTx/>
                <a:uFillTx/>
                <a:latin typeface="標楷體"/>
                <a:ea typeface="超研澤粗楷"/>
                <a:cs typeface="+mn-cs"/>
              </a:rPr>
              <a:t> </a:t>
            </a:r>
            <a:r>
              <a:rPr kumimoji="0" lang="zh-TW" altLang="zh-TW" sz="1800" b="0" i="0" u="none" strike="noStrike" kern="100" cap="none" spc="0" normalizeH="0" baseline="0" noProof="0" dirty="0">
                <a:ln>
                  <a:noFill/>
                </a:ln>
                <a:solidFill>
                  <a:srgbClr val="024631"/>
                </a:solidFill>
                <a:effectLst/>
                <a:uLnTx/>
                <a:uFillTx/>
                <a:latin typeface="Times New Roman"/>
                <a:ea typeface="標楷體"/>
                <a:cs typeface="+mn-cs"/>
              </a:rPr>
              <a:t>透過動態表演的演出，展現各社區活力，除供秀出社區自信與動力外，也提供其他社區觀摩學習，增進各社區未來帶領活動之豐富性。</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p:txBody>
      </p:sp>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12308" y="5920347"/>
            <a:ext cx="4331692" cy="93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4243858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p:txBody>
          <a:bodyPr/>
          <a:lstStyle/>
          <a:p>
            <a:pPr marL="0" lvl="0" indent="0">
              <a:buClr>
                <a:srgbClr val="69AAB1"/>
              </a:buClr>
              <a:buNone/>
            </a:pPr>
            <a:r>
              <a:rPr lang="en-US" altLang="zh-TW" sz="2800" b="1" kern="2600" dirty="0">
                <a:solidFill>
                  <a:srgbClr val="C00000"/>
                </a:solidFill>
                <a:latin typeface="標楷體"/>
                <a:ea typeface="超研澤粗楷"/>
              </a:rPr>
              <a:t>(</a:t>
            </a:r>
            <a:r>
              <a:rPr lang="zh-TW" altLang="en-US" sz="2800" b="1" kern="2600" dirty="0">
                <a:solidFill>
                  <a:srgbClr val="C00000"/>
                </a:solidFill>
                <a:latin typeface="Times New Roman"/>
                <a:ea typeface="標楷體"/>
              </a:rPr>
              <a:t>九</a:t>
            </a:r>
            <a:r>
              <a:rPr lang="en-US" altLang="zh-TW" sz="2800" b="1" kern="2600" dirty="0">
                <a:solidFill>
                  <a:srgbClr val="C00000"/>
                </a:solidFill>
                <a:latin typeface="Times New Roman"/>
                <a:ea typeface="標楷體"/>
              </a:rPr>
              <a:t>)</a:t>
            </a:r>
            <a:r>
              <a:rPr lang="zh-TW" altLang="zh-TW" sz="2800" b="1" kern="2600" dirty="0">
                <a:solidFill>
                  <a:srgbClr val="C00000"/>
                </a:solidFill>
                <a:latin typeface="Times New Roman"/>
                <a:ea typeface="標楷體"/>
              </a:rPr>
              <a:t>、</a:t>
            </a:r>
            <a:r>
              <a:rPr lang="zh-TW" altLang="en-US" sz="2800" b="1" kern="100" dirty="0">
                <a:solidFill>
                  <a:srgbClr val="C00000"/>
                </a:solidFill>
                <a:latin typeface="Times New Roman"/>
                <a:ea typeface="標楷體"/>
              </a:rPr>
              <a:t>溫暖大竹山</a:t>
            </a:r>
            <a:r>
              <a:rPr lang="zh-TW" altLang="en-US" sz="2800" b="1" kern="100" dirty="0">
                <a:solidFill>
                  <a:srgbClr val="C00000"/>
                </a:solidFill>
                <a:latin typeface="標楷體"/>
                <a:ea typeface="標楷體"/>
              </a:rPr>
              <a:t>˙</a:t>
            </a:r>
            <a:r>
              <a:rPr lang="zh-TW" altLang="en-US" sz="2800" b="1" kern="100" dirty="0">
                <a:solidFill>
                  <a:srgbClr val="C00000"/>
                </a:solidFill>
                <a:latin typeface="Times New Roman"/>
                <a:ea typeface="標楷體"/>
              </a:rPr>
              <a:t>轉動幸福齊步走</a:t>
            </a:r>
            <a:r>
              <a:rPr lang="en-US" altLang="zh-TW" sz="2800" b="1" kern="100" dirty="0">
                <a:solidFill>
                  <a:srgbClr val="C00000"/>
                </a:solidFill>
                <a:latin typeface="Times New Roman"/>
                <a:ea typeface="標楷體"/>
              </a:rPr>
              <a:t>-</a:t>
            </a:r>
            <a:r>
              <a:rPr lang="zh-TW" altLang="en-US" sz="2800" b="1" kern="100" dirty="0">
                <a:solidFill>
                  <a:srgbClr val="C00000"/>
                </a:solidFill>
                <a:latin typeface="Times New Roman"/>
                <a:ea typeface="標楷體"/>
              </a:rPr>
              <a:t>成 果 展</a:t>
            </a:r>
            <a:endParaRPr lang="en-US" altLang="zh-TW" sz="2800" b="1" kern="100" dirty="0">
              <a:solidFill>
                <a:srgbClr val="C00000"/>
              </a:solidFill>
              <a:latin typeface="Times New Roman"/>
              <a:ea typeface="標楷體"/>
            </a:endParaRPr>
          </a:p>
        </p:txBody>
      </p:sp>
      <p:graphicFrame>
        <p:nvGraphicFramePr>
          <p:cNvPr id="4" name="表格 3"/>
          <p:cNvGraphicFramePr>
            <a:graphicFrameLocks noGrp="1"/>
          </p:cNvGraphicFramePr>
          <p:nvPr/>
        </p:nvGraphicFramePr>
        <p:xfrm>
          <a:off x="539551" y="1772814"/>
          <a:ext cx="8136905" cy="4746138"/>
        </p:xfrm>
        <a:graphic>
          <a:graphicData uri="http://schemas.openxmlformats.org/drawingml/2006/table">
            <a:tbl>
              <a:tblPr firstRow="1" firstCol="1" lastRow="1" lastCol="1" bandRow="1" bandCol="1"/>
              <a:tblGrid>
                <a:gridCol w="1650164">
                  <a:extLst>
                    <a:ext uri="{9D8B030D-6E8A-4147-A177-3AD203B41FA5}">
                      <a16:colId xmlns:a16="http://schemas.microsoft.com/office/drawing/2014/main" val="20000"/>
                    </a:ext>
                  </a:extLst>
                </a:gridCol>
                <a:gridCol w="1941465">
                  <a:extLst>
                    <a:ext uri="{9D8B030D-6E8A-4147-A177-3AD203B41FA5}">
                      <a16:colId xmlns:a16="http://schemas.microsoft.com/office/drawing/2014/main" val="20001"/>
                    </a:ext>
                  </a:extLst>
                </a:gridCol>
                <a:gridCol w="1695731">
                  <a:extLst>
                    <a:ext uri="{9D8B030D-6E8A-4147-A177-3AD203B41FA5}">
                      <a16:colId xmlns:a16="http://schemas.microsoft.com/office/drawing/2014/main" val="20002"/>
                    </a:ext>
                  </a:extLst>
                </a:gridCol>
                <a:gridCol w="2849545">
                  <a:extLst>
                    <a:ext uri="{9D8B030D-6E8A-4147-A177-3AD203B41FA5}">
                      <a16:colId xmlns:a16="http://schemas.microsoft.com/office/drawing/2014/main" val="20003"/>
                    </a:ext>
                  </a:extLst>
                </a:gridCol>
              </a:tblGrid>
              <a:tr h="351995">
                <a:tc>
                  <a:txBody>
                    <a:bodyPr/>
                    <a:lstStyle/>
                    <a:p>
                      <a:pPr algn="ctr">
                        <a:lnSpc>
                          <a:spcPts val="1200"/>
                        </a:lnSpc>
                        <a:spcAft>
                          <a:spcPts val="0"/>
                        </a:spcAft>
                      </a:pPr>
                      <a:endParaRPr lang="en-US" altLang="zh-TW" sz="1600" b="1" kern="100" dirty="0">
                        <a:solidFill>
                          <a:schemeClr val="bg2">
                            <a:lumMod val="10000"/>
                          </a:schemeClr>
                        </a:solidFill>
                        <a:effectLst/>
                        <a:latin typeface="Times New Roman"/>
                        <a:ea typeface="標楷體"/>
                      </a:endParaRPr>
                    </a:p>
                    <a:p>
                      <a:pPr algn="ctr">
                        <a:lnSpc>
                          <a:spcPts val="1200"/>
                        </a:lnSpc>
                        <a:spcAft>
                          <a:spcPts val="0"/>
                        </a:spcAft>
                      </a:pPr>
                      <a:r>
                        <a:rPr lang="zh-TW" sz="1600" b="1" kern="100" dirty="0">
                          <a:solidFill>
                            <a:schemeClr val="bg2">
                              <a:lumMod val="10000"/>
                            </a:schemeClr>
                          </a:solidFill>
                          <a:effectLst/>
                          <a:latin typeface="Times New Roman"/>
                          <a:ea typeface="標楷體"/>
                        </a:rPr>
                        <a:t>時間</a:t>
                      </a:r>
                      <a:endParaRPr lang="zh-TW" sz="1600" b="1" kern="100" dirty="0">
                        <a:solidFill>
                          <a:schemeClr val="bg2">
                            <a:lumMod val="10000"/>
                          </a:schemeClr>
                        </a:solidFill>
                        <a:effectLst/>
                        <a:latin typeface="Times New Roman"/>
                        <a:ea typeface="超研澤粗楷"/>
                      </a:endParaRPr>
                    </a:p>
                  </a:txBody>
                  <a:tcPr marL="66235" marR="66235" marT="0" marB="0">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200"/>
                        </a:lnSpc>
                        <a:spcAft>
                          <a:spcPts val="0"/>
                        </a:spcAft>
                      </a:pPr>
                      <a:endParaRPr lang="en-US" altLang="zh-TW" sz="1600" b="1" kern="100" dirty="0">
                        <a:solidFill>
                          <a:schemeClr val="bg2">
                            <a:lumMod val="10000"/>
                          </a:schemeClr>
                        </a:solidFill>
                        <a:effectLst/>
                        <a:latin typeface="Times New Roman"/>
                        <a:ea typeface="標楷體"/>
                      </a:endParaRPr>
                    </a:p>
                    <a:p>
                      <a:pPr algn="ctr">
                        <a:lnSpc>
                          <a:spcPts val="1200"/>
                        </a:lnSpc>
                        <a:spcAft>
                          <a:spcPts val="0"/>
                        </a:spcAft>
                      </a:pPr>
                      <a:r>
                        <a:rPr lang="zh-TW" sz="1600" b="1" kern="100" dirty="0">
                          <a:solidFill>
                            <a:schemeClr val="bg2">
                              <a:lumMod val="10000"/>
                            </a:schemeClr>
                          </a:solidFill>
                          <a:effectLst/>
                          <a:latin typeface="Times New Roman"/>
                          <a:ea typeface="標楷體"/>
                        </a:rPr>
                        <a:t>活動內容</a:t>
                      </a:r>
                      <a:endParaRPr lang="zh-TW" sz="1600" b="1" kern="100" dirty="0">
                        <a:solidFill>
                          <a:schemeClr val="bg2">
                            <a:lumMod val="10000"/>
                          </a:schemeClr>
                        </a:solidFill>
                        <a:effectLst/>
                        <a:latin typeface="Times New Roman"/>
                        <a:ea typeface="超研澤粗楷"/>
                      </a:endParaRPr>
                    </a:p>
                  </a:txBody>
                  <a:tcPr marL="66235" marR="662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200"/>
                        </a:lnSpc>
                        <a:spcAft>
                          <a:spcPts val="0"/>
                        </a:spcAft>
                      </a:pPr>
                      <a:endParaRPr lang="en-US" altLang="zh-TW" sz="1600" b="1" kern="100" dirty="0">
                        <a:solidFill>
                          <a:schemeClr val="bg2">
                            <a:lumMod val="10000"/>
                          </a:schemeClr>
                        </a:solidFill>
                        <a:effectLst/>
                        <a:latin typeface="Times New Roman"/>
                        <a:ea typeface="標楷體"/>
                      </a:endParaRPr>
                    </a:p>
                    <a:p>
                      <a:pPr algn="ctr">
                        <a:lnSpc>
                          <a:spcPts val="1200"/>
                        </a:lnSpc>
                        <a:spcAft>
                          <a:spcPts val="0"/>
                        </a:spcAft>
                      </a:pPr>
                      <a:r>
                        <a:rPr lang="zh-TW" sz="1600" b="1" kern="100" dirty="0">
                          <a:solidFill>
                            <a:schemeClr val="bg2">
                              <a:lumMod val="10000"/>
                            </a:schemeClr>
                          </a:solidFill>
                          <a:effectLst/>
                          <a:latin typeface="Times New Roman"/>
                          <a:ea typeface="標楷體"/>
                        </a:rPr>
                        <a:t>負責人員</a:t>
                      </a:r>
                      <a:r>
                        <a:rPr lang="en-US" sz="1600" b="1" kern="100" dirty="0">
                          <a:solidFill>
                            <a:schemeClr val="bg2">
                              <a:lumMod val="10000"/>
                            </a:schemeClr>
                          </a:solidFill>
                          <a:effectLst/>
                          <a:latin typeface="Times New Roman"/>
                          <a:ea typeface="標楷體"/>
                        </a:rPr>
                        <a:t>/</a:t>
                      </a:r>
                      <a:r>
                        <a:rPr lang="zh-TW" sz="1600" b="1" kern="100" dirty="0">
                          <a:solidFill>
                            <a:schemeClr val="bg2">
                              <a:lumMod val="10000"/>
                            </a:schemeClr>
                          </a:solidFill>
                          <a:effectLst/>
                          <a:latin typeface="Times New Roman"/>
                          <a:ea typeface="標楷體"/>
                        </a:rPr>
                        <a:t>單位</a:t>
                      </a:r>
                      <a:endParaRPr lang="zh-TW" sz="1600" b="1" kern="100" dirty="0">
                        <a:solidFill>
                          <a:schemeClr val="bg2">
                            <a:lumMod val="10000"/>
                          </a:schemeClr>
                        </a:solidFill>
                        <a:effectLst/>
                        <a:latin typeface="Times New Roman"/>
                        <a:ea typeface="超研澤粗楷"/>
                      </a:endParaRPr>
                    </a:p>
                  </a:txBody>
                  <a:tcPr marL="66235" marR="662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R="28575" algn="ctr">
                        <a:lnSpc>
                          <a:spcPts val="1200"/>
                        </a:lnSpc>
                        <a:spcAft>
                          <a:spcPts val="0"/>
                        </a:spcAft>
                      </a:pPr>
                      <a:endParaRPr lang="en-US" altLang="zh-TW" sz="1600" b="1" kern="100" dirty="0">
                        <a:solidFill>
                          <a:schemeClr val="bg2">
                            <a:lumMod val="10000"/>
                          </a:schemeClr>
                        </a:solidFill>
                        <a:effectLst/>
                        <a:latin typeface="Times New Roman"/>
                        <a:ea typeface="標楷體"/>
                      </a:endParaRPr>
                    </a:p>
                    <a:p>
                      <a:pPr marR="28575" algn="ctr">
                        <a:lnSpc>
                          <a:spcPts val="1200"/>
                        </a:lnSpc>
                        <a:spcAft>
                          <a:spcPts val="0"/>
                        </a:spcAft>
                      </a:pPr>
                      <a:r>
                        <a:rPr lang="zh-TW" sz="1600" b="1" kern="100" dirty="0">
                          <a:solidFill>
                            <a:schemeClr val="bg2">
                              <a:lumMod val="10000"/>
                            </a:schemeClr>
                          </a:solidFill>
                          <a:effectLst/>
                          <a:latin typeface="Times New Roman"/>
                          <a:ea typeface="標楷體"/>
                        </a:rPr>
                        <a:t>備註</a:t>
                      </a:r>
                      <a:endParaRPr lang="zh-TW" sz="1600" b="1" kern="100" dirty="0">
                        <a:solidFill>
                          <a:schemeClr val="bg2">
                            <a:lumMod val="10000"/>
                          </a:schemeClr>
                        </a:solidFill>
                        <a:effectLst/>
                        <a:latin typeface="Times New Roman"/>
                        <a:ea typeface="超研澤粗楷"/>
                      </a:endParaRPr>
                    </a:p>
                  </a:txBody>
                  <a:tcPr marL="66235" marR="66235" marT="0" marB="0">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531277">
                <a:tc>
                  <a:txBody>
                    <a:bodyPr/>
                    <a:lstStyle/>
                    <a:p>
                      <a:pPr algn="just">
                        <a:lnSpc>
                          <a:spcPts val="1200"/>
                        </a:lnSpc>
                        <a:spcAft>
                          <a:spcPts val="0"/>
                        </a:spcAft>
                      </a:pPr>
                      <a:r>
                        <a:rPr lang="en-US" sz="1600" b="1" kern="100" dirty="0">
                          <a:solidFill>
                            <a:schemeClr val="bg2">
                              <a:lumMod val="10000"/>
                            </a:schemeClr>
                          </a:solidFill>
                          <a:effectLst/>
                          <a:latin typeface="標楷體"/>
                          <a:ea typeface="超研澤粗楷"/>
                        </a:rPr>
                        <a:t>08</a:t>
                      </a:r>
                      <a:r>
                        <a:rPr lang="zh-TW" sz="1600" b="1" kern="100" dirty="0">
                          <a:solidFill>
                            <a:schemeClr val="bg2">
                              <a:lumMod val="10000"/>
                            </a:schemeClr>
                          </a:solidFill>
                          <a:effectLst/>
                          <a:latin typeface="Times New Roman"/>
                          <a:ea typeface="標楷體"/>
                        </a:rPr>
                        <a:t>：</a:t>
                      </a:r>
                      <a:r>
                        <a:rPr lang="en-US" sz="1600" b="1" kern="100" dirty="0">
                          <a:solidFill>
                            <a:schemeClr val="bg2">
                              <a:lumMod val="10000"/>
                            </a:schemeClr>
                          </a:solidFill>
                          <a:effectLst/>
                          <a:latin typeface="Times New Roman"/>
                          <a:ea typeface="標楷體"/>
                        </a:rPr>
                        <a:t>00</a:t>
                      </a:r>
                      <a:r>
                        <a:rPr lang="zh-TW" sz="1600" b="1" kern="100" dirty="0">
                          <a:solidFill>
                            <a:schemeClr val="bg2">
                              <a:lumMod val="10000"/>
                            </a:schemeClr>
                          </a:solidFill>
                          <a:effectLst/>
                          <a:latin typeface="Times New Roman"/>
                          <a:ea typeface="標楷體"/>
                        </a:rPr>
                        <a:t>－</a:t>
                      </a:r>
                      <a:r>
                        <a:rPr lang="en-US" sz="1600" b="1" kern="100" dirty="0">
                          <a:solidFill>
                            <a:schemeClr val="bg2">
                              <a:lumMod val="10000"/>
                            </a:schemeClr>
                          </a:solidFill>
                          <a:effectLst/>
                          <a:latin typeface="Times New Roman"/>
                          <a:ea typeface="標楷體"/>
                        </a:rPr>
                        <a:t>09</a:t>
                      </a:r>
                      <a:r>
                        <a:rPr lang="zh-TW" sz="1600" b="1" kern="100" dirty="0">
                          <a:solidFill>
                            <a:schemeClr val="bg2">
                              <a:lumMod val="10000"/>
                            </a:schemeClr>
                          </a:solidFill>
                          <a:effectLst/>
                          <a:latin typeface="Times New Roman"/>
                          <a:ea typeface="標楷體"/>
                        </a:rPr>
                        <a:t>：</a:t>
                      </a:r>
                      <a:r>
                        <a:rPr lang="en-US" sz="1600" b="1" kern="100" dirty="0">
                          <a:solidFill>
                            <a:schemeClr val="bg2">
                              <a:lumMod val="10000"/>
                            </a:schemeClr>
                          </a:solidFill>
                          <a:effectLst/>
                          <a:latin typeface="Times New Roman"/>
                          <a:ea typeface="標楷體"/>
                        </a:rPr>
                        <a:t>00</a:t>
                      </a:r>
                      <a:endParaRPr lang="zh-TW" sz="1600" b="1" kern="100" dirty="0">
                        <a:solidFill>
                          <a:schemeClr val="bg2">
                            <a:lumMod val="10000"/>
                          </a:schemeClr>
                        </a:solidFill>
                        <a:effectLst/>
                        <a:latin typeface="Times New Roman"/>
                        <a:ea typeface="超研澤粗楷"/>
                      </a:endParaRPr>
                    </a:p>
                  </a:txBody>
                  <a:tcPr marL="66235" marR="66235"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場佈</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旗艦社區</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00000"/>
                        </a:lnSpc>
                        <a:spcAft>
                          <a:spcPts val="0"/>
                        </a:spcAft>
                      </a:pPr>
                      <a:r>
                        <a:rPr lang="zh-TW" sz="1600" b="1" kern="100" dirty="0">
                          <a:solidFill>
                            <a:schemeClr val="bg2">
                              <a:lumMod val="10000"/>
                            </a:schemeClr>
                          </a:solidFill>
                          <a:effectLst/>
                          <a:latin typeface="Times New Roman"/>
                          <a:ea typeface="標楷體"/>
                        </a:rPr>
                        <a:t>場佈</a:t>
                      </a:r>
                      <a:r>
                        <a:rPr lang="en-US" sz="1600" b="1" kern="100" dirty="0">
                          <a:solidFill>
                            <a:schemeClr val="bg2">
                              <a:lumMod val="10000"/>
                            </a:schemeClr>
                          </a:solidFill>
                          <a:effectLst/>
                          <a:latin typeface="Times New Roman"/>
                          <a:ea typeface="標楷體"/>
                        </a:rPr>
                        <a:t>-</a:t>
                      </a:r>
                      <a:r>
                        <a:rPr lang="zh-TW" sz="1600" b="1" kern="100" dirty="0">
                          <a:solidFill>
                            <a:schemeClr val="bg2">
                              <a:lumMod val="10000"/>
                            </a:schemeClr>
                          </a:solidFill>
                          <a:effectLst/>
                          <a:latin typeface="Times New Roman"/>
                          <a:ea typeface="標楷體"/>
                        </a:rPr>
                        <a:t>靜態展示區</a:t>
                      </a:r>
                      <a:endParaRPr lang="zh-TW" sz="1600" b="1" kern="100" dirty="0">
                        <a:solidFill>
                          <a:schemeClr val="bg2">
                            <a:lumMod val="10000"/>
                          </a:schemeClr>
                        </a:solidFill>
                        <a:effectLst/>
                        <a:latin typeface="Times New Roman"/>
                        <a:ea typeface="超研澤粗楷"/>
                      </a:endParaRPr>
                    </a:p>
                    <a:p>
                      <a:pPr algn="just">
                        <a:lnSpc>
                          <a:spcPct val="100000"/>
                        </a:lnSpc>
                        <a:spcAft>
                          <a:spcPts val="0"/>
                        </a:spcAft>
                      </a:pPr>
                      <a:r>
                        <a:rPr lang="zh-TW" sz="1600" b="1" kern="100" dirty="0">
                          <a:solidFill>
                            <a:schemeClr val="bg2">
                              <a:lumMod val="10000"/>
                            </a:schemeClr>
                          </a:solidFill>
                          <a:effectLst/>
                          <a:latin typeface="Times New Roman"/>
                          <a:ea typeface="標楷體"/>
                        </a:rPr>
                        <a:t>及農村市集</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521891">
                <a:tc>
                  <a:txBody>
                    <a:bodyPr/>
                    <a:lstStyle/>
                    <a:p>
                      <a:pPr algn="just">
                        <a:lnSpc>
                          <a:spcPts val="1200"/>
                        </a:lnSpc>
                        <a:spcAft>
                          <a:spcPts val="0"/>
                        </a:spcAft>
                      </a:pPr>
                      <a:r>
                        <a:rPr lang="en-US" sz="1600" b="1" kern="100">
                          <a:solidFill>
                            <a:schemeClr val="bg2">
                              <a:lumMod val="10000"/>
                            </a:schemeClr>
                          </a:solidFill>
                          <a:effectLst/>
                          <a:latin typeface="標楷體"/>
                          <a:ea typeface="超研澤粗楷"/>
                        </a:rPr>
                        <a:t>09</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00</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09</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30</a:t>
                      </a:r>
                      <a:endParaRPr lang="zh-TW" sz="1600" b="1" kern="100">
                        <a:solidFill>
                          <a:schemeClr val="bg2">
                            <a:lumMod val="10000"/>
                          </a:schemeClr>
                        </a:solidFill>
                        <a:effectLst/>
                        <a:latin typeface="Times New Roman"/>
                        <a:ea typeface="超研澤粗楷"/>
                      </a:endParaRPr>
                    </a:p>
                  </a:txBody>
                  <a:tcPr marL="66235" marR="66235"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與會人員報到</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旗艦社區</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各社區指派志工協助報到</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521891">
                <a:tc>
                  <a:txBody>
                    <a:bodyPr/>
                    <a:lstStyle/>
                    <a:p>
                      <a:pPr algn="just">
                        <a:lnSpc>
                          <a:spcPts val="1200"/>
                        </a:lnSpc>
                        <a:spcAft>
                          <a:spcPts val="0"/>
                        </a:spcAft>
                      </a:pPr>
                      <a:r>
                        <a:rPr lang="en-US" sz="1600" b="1" kern="100">
                          <a:solidFill>
                            <a:schemeClr val="bg2">
                              <a:lumMod val="10000"/>
                            </a:schemeClr>
                          </a:solidFill>
                          <a:effectLst/>
                          <a:latin typeface="標楷體"/>
                          <a:ea typeface="超研澤粗楷"/>
                        </a:rPr>
                        <a:t>09</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30</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09</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45</a:t>
                      </a:r>
                      <a:endParaRPr lang="zh-TW" sz="1600" b="1" kern="100">
                        <a:solidFill>
                          <a:schemeClr val="bg2">
                            <a:lumMod val="10000"/>
                          </a:schemeClr>
                        </a:solidFill>
                        <a:effectLst/>
                        <a:latin typeface="Times New Roman"/>
                        <a:ea typeface="超研澤粗楷"/>
                      </a:endParaRPr>
                    </a:p>
                  </a:txBody>
                  <a:tcPr marL="66235" marR="66235"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健康動一動</a:t>
                      </a:r>
                      <a:r>
                        <a:rPr lang="en-US" sz="1600" b="1" kern="100" dirty="0">
                          <a:solidFill>
                            <a:schemeClr val="bg2">
                              <a:lumMod val="10000"/>
                            </a:schemeClr>
                          </a:solidFill>
                          <a:effectLst/>
                          <a:latin typeface="Times New Roman"/>
                          <a:ea typeface="標楷體"/>
                        </a:rPr>
                        <a:t>~</a:t>
                      </a:r>
                      <a:r>
                        <a:rPr lang="zh-TW" sz="1600" b="1" kern="100" dirty="0">
                          <a:solidFill>
                            <a:schemeClr val="bg2">
                              <a:lumMod val="10000"/>
                            </a:schemeClr>
                          </a:solidFill>
                          <a:effectLst/>
                          <a:latin typeface="Times New Roman"/>
                          <a:ea typeface="標楷體"/>
                        </a:rPr>
                        <a:t>相見歡</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富州社區</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富州社區帶動跳</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521891">
                <a:tc>
                  <a:txBody>
                    <a:bodyPr/>
                    <a:lstStyle/>
                    <a:p>
                      <a:pPr algn="just">
                        <a:lnSpc>
                          <a:spcPts val="1200"/>
                        </a:lnSpc>
                        <a:spcAft>
                          <a:spcPts val="0"/>
                        </a:spcAft>
                      </a:pPr>
                      <a:r>
                        <a:rPr lang="en-US" sz="1600" b="1" kern="100" dirty="0">
                          <a:solidFill>
                            <a:schemeClr val="bg2">
                              <a:lumMod val="10000"/>
                            </a:schemeClr>
                          </a:solidFill>
                          <a:effectLst/>
                          <a:latin typeface="標楷體"/>
                          <a:ea typeface="超研澤粗楷"/>
                        </a:rPr>
                        <a:t>09</a:t>
                      </a:r>
                      <a:r>
                        <a:rPr lang="zh-TW" sz="1600" b="1" kern="100" dirty="0">
                          <a:solidFill>
                            <a:schemeClr val="bg2">
                              <a:lumMod val="10000"/>
                            </a:schemeClr>
                          </a:solidFill>
                          <a:effectLst/>
                          <a:latin typeface="Times New Roman"/>
                          <a:ea typeface="標楷體"/>
                        </a:rPr>
                        <a:t>：</a:t>
                      </a:r>
                      <a:r>
                        <a:rPr lang="en-US" sz="1600" b="1" kern="100" dirty="0">
                          <a:solidFill>
                            <a:schemeClr val="bg2">
                              <a:lumMod val="10000"/>
                            </a:schemeClr>
                          </a:solidFill>
                          <a:effectLst/>
                          <a:latin typeface="Times New Roman"/>
                          <a:ea typeface="標楷體"/>
                        </a:rPr>
                        <a:t>45－10</a:t>
                      </a:r>
                      <a:r>
                        <a:rPr lang="zh-TW" sz="1600" b="1" kern="100" dirty="0">
                          <a:solidFill>
                            <a:schemeClr val="bg2">
                              <a:lumMod val="10000"/>
                            </a:schemeClr>
                          </a:solidFill>
                          <a:effectLst/>
                          <a:latin typeface="Times New Roman"/>
                          <a:ea typeface="標楷體"/>
                        </a:rPr>
                        <a:t>：</a:t>
                      </a:r>
                      <a:r>
                        <a:rPr lang="en-US" sz="1600" b="1" kern="100" dirty="0">
                          <a:solidFill>
                            <a:schemeClr val="bg2">
                              <a:lumMod val="10000"/>
                            </a:schemeClr>
                          </a:solidFill>
                          <a:effectLst/>
                          <a:latin typeface="Times New Roman"/>
                          <a:ea typeface="標楷體"/>
                        </a:rPr>
                        <a:t>00</a:t>
                      </a:r>
                      <a:endParaRPr lang="zh-TW" sz="1600" b="1" kern="100" dirty="0">
                        <a:solidFill>
                          <a:schemeClr val="bg2">
                            <a:lumMod val="10000"/>
                          </a:schemeClr>
                        </a:solidFill>
                        <a:effectLst/>
                        <a:latin typeface="Times New Roman"/>
                        <a:ea typeface="超研澤粗楷"/>
                      </a:endParaRPr>
                    </a:p>
                  </a:txBody>
                  <a:tcPr marL="66235" marR="66235"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00000"/>
                        </a:lnSpc>
                        <a:spcAft>
                          <a:spcPts val="0"/>
                        </a:spcAft>
                      </a:pPr>
                      <a:r>
                        <a:rPr lang="zh-TW" sz="1600" b="1" kern="100" dirty="0">
                          <a:solidFill>
                            <a:schemeClr val="bg2">
                              <a:lumMod val="10000"/>
                            </a:schemeClr>
                          </a:solidFill>
                          <a:effectLst/>
                          <a:latin typeface="Times New Roman"/>
                          <a:ea typeface="標楷體"/>
                        </a:rPr>
                        <a:t>開幕式</a:t>
                      </a:r>
                      <a:r>
                        <a:rPr lang="en-US" sz="1600" b="1" kern="100" dirty="0">
                          <a:solidFill>
                            <a:schemeClr val="bg2">
                              <a:lumMod val="10000"/>
                            </a:schemeClr>
                          </a:solidFill>
                          <a:effectLst/>
                          <a:latin typeface="Times New Roman"/>
                          <a:ea typeface="標楷體"/>
                        </a:rPr>
                        <a:t>-</a:t>
                      </a:r>
                      <a:r>
                        <a:rPr lang="zh-TW" sz="1600" b="1" kern="100" dirty="0">
                          <a:solidFill>
                            <a:schemeClr val="bg2">
                              <a:lumMod val="10000"/>
                            </a:schemeClr>
                          </a:solidFill>
                          <a:effectLst/>
                          <a:latin typeface="Times New Roman"/>
                          <a:ea typeface="標楷體"/>
                        </a:rPr>
                        <a:t>長官、來賓致詞</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00000"/>
                        </a:lnSpc>
                        <a:spcAft>
                          <a:spcPts val="0"/>
                        </a:spcAft>
                      </a:pPr>
                      <a:r>
                        <a:rPr lang="zh-TW" sz="1600" b="1" kern="100" dirty="0">
                          <a:solidFill>
                            <a:schemeClr val="bg2">
                              <a:lumMod val="10000"/>
                            </a:schemeClr>
                          </a:solidFill>
                          <a:effectLst/>
                          <a:latin typeface="Times New Roman"/>
                          <a:ea typeface="標楷體"/>
                        </a:rPr>
                        <a:t>縣政府</a:t>
                      </a:r>
                      <a:endParaRPr lang="zh-TW" sz="1600" b="1" kern="100" dirty="0">
                        <a:solidFill>
                          <a:schemeClr val="bg2">
                            <a:lumMod val="10000"/>
                          </a:schemeClr>
                        </a:solidFill>
                        <a:effectLst/>
                        <a:latin typeface="Times New Roman"/>
                        <a:ea typeface="超研澤粗楷"/>
                      </a:endParaRPr>
                    </a:p>
                    <a:p>
                      <a:pPr algn="just">
                        <a:lnSpc>
                          <a:spcPct val="100000"/>
                        </a:lnSpc>
                        <a:spcAft>
                          <a:spcPts val="0"/>
                        </a:spcAft>
                      </a:pPr>
                      <a:r>
                        <a:rPr lang="zh-TW" sz="1600" b="1" kern="100" dirty="0">
                          <a:solidFill>
                            <a:schemeClr val="bg2">
                              <a:lumMod val="10000"/>
                            </a:schemeClr>
                          </a:solidFill>
                          <a:effectLst/>
                          <a:latin typeface="Times New Roman"/>
                          <a:ea typeface="標楷體"/>
                        </a:rPr>
                        <a:t>社會處</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長官來賓致詞</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521891">
                <a:tc>
                  <a:txBody>
                    <a:bodyPr/>
                    <a:lstStyle/>
                    <a:p>
                      <a:pPr algn="just">
                        <a:lnSpc>
                          <a:spcPts val="1200"/>
                        </a:lnSpc>
                        <a:spcAft>
                          <a:spcPts val="0"/>
                        </a:spcAft>
                      </a:pPr>
                      <a:r>
                        <a:rPr lang="en-US" sz="1600" b="1" kern="100">
                          <a:solidFill>
                            <a:schemeClr val="bg2">
                              <a:lumMod val="10000"/>
                            </a:schemeClr>
                          </a:solidFill>
                          <a:effectLst/>
                          <a:latin typeface="標楷體"/>
                          <a:ea typeface="超研澤粗楷"/>
                        </a:rPr>
                        <a:t>10</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00</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12</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00</a:t>
                      </a:r>
                      <a:endParaRPr lang="zh-TW" sz="1600" b="1" kern="100">
                        <a:solidFill>
                          <a:schemeClr val="bg2">
                            <a:lumMod val="10000"/>
                          </a:schemeClr>
                        </a:solidFill>
                        <a:effectLst/>
                        <a:latin typeface="Times New Roman"/>
                        <a:ea typeface="超研澤粗楷"/>
                      </a:endParaRPr>
                    </a:p>
                  </a:txBody>
                  <a:tcPr marL="66235" marR="66235"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旗艦社區成果表演</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旗艦社區</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00000"/>
                        </a:lnSpc>
                        <a:spcAft>
                          <a:spcPts val="0"/>
                        </a:spcAft>
                      </a:pPr>
                      <a:r>
                        <a:rPr lang="en-US" sz="1600" b="1" kern="100" dirty="0">
                          <a:solidFill>
                            <a:schemeClr val="bg2">
                              <a:lumMod val="10000"/>
                            </a:schemeClr>
                          </a:solidFill>
                          <a:effectLst/>
                          <a:latin typeface="標楷體"/>
                          <a:ea typeface="超研澤粗楷"/>
                        </a:rPr>
                        <a:t>6</a:t>
                      </a:r>
                      <a:r>
                        <a:rPr lang="zh-TW" sz="1600" b="1" kern="100" dirty="0">
                          <a:solidFill>
                            <a:schemeClr val="bg2">
                              <a:lumMod val="10000"/>
                            </a:schemeClr>
                          </a:solidFill>
                          <a:effectLst/>
                          <a:latin typeface="Times New Roman"/>
                          <a:ea typeface="標楷體"/>
                        </a:rPr>
                        <a:t>個社區進行表演、與會人員可自由參與農村市集</a:t>
                      </a:r>
                      <a:r>
                        <a:rPr lang="en-US" sz="1600" b="1" kern="100" dirty="0">
                          <a:solidFill>
                            <a:schemeClr val="bg2">
                              <a:lumMod val="10000"/>
                            </a:schemeClr>
                          </a:solidFill>
                          <a:effectLst/>
                          <a:latin typeface="Times New Roman"/>
                          <a:ea typeface="標楷體"/>
                        </a:rPr>
                        <a:t>DIY</a:t>
                      </a:r>
                      <a:r>
                        <a:rPr lang="zh-TW" sz="1600" b="1" kern="100" dirty="0">
                          <a:solidFill>
                            <a:schemeClr val="bg2">
                              <a:lumMod val="10000"/>
                            </a:schemeClr>
                          </a:solidFill>
                          <a:effectLst/>
                          <a:latin typeface="Times New Roman"/>
                          <a:ea typeface="標楷體"/>
                        </a:rPr>
                        <a:t>及觀賞靜態擺設</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521891">
                <a:tc>
                  <a:txBody>
                    <a:bodyPr/>
                    <a:lstStyle/>
                    <a:p>
                      <a:pPr algn="just">
                        <a:lnSpc>
                          <a:spcPts val="1200"/>
                        </a:lnSpc>
                        <a:spcAft>
                          <a:spcPts val="0"/>
                        </a:spcAft>
                      </a:pPr>
                      <a:r>
                        <a:rPr lang="en-US" sz="1600" b="1" kern="100">
                          <a:solidFill>
                            <a:schemeClr val="bg2">
                              <a:lumMod val="10000"/>
                            </a:schemeClr>
                          </a:solidFill>
                          <a:effectLst/>
                          <a:latin typeface="標楷體"/>
                          <a:ea typeface="超研澤粗楷"/>
                        </a:rPr>
                        <a:t>12</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00</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13</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00</a:t>
                      </a:r>
                      <a:endParaRPr lang="zh-TW" sz="1600" b="1" kern="100">
                        <a:solidFill>
                          <a:schemeClr val="bg2">
                            <a:lumMod val="10000"/>
                          </a:schemeClr>
                        </a:solidFill>
                        <a:effectLst/>
                        <a:latin typeface="Times New Roman"/>
                        <a:ea typeface="超研澤粗楷"/>
                      </a:endParaRPr>
                    </a:p>
                  </a:txBody>
                  <a:tcPr marL="66235" marR="66235"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午餐時間</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旗艦社區</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1600" b="1" kern="100" dirty="0">
                          <a:solidFill>
                            <a:schemeClr val="bg2">
                              <a:lumMod val="10000"/>
                            </a:schemeClr>
                          </a:solidFill>
                          <a:effectLst/>
                          <a:latin typeface="標楷體"/>
                          <a:ea typeface="超研澤粗楷"/>
                        </a:rPr>
                        <a:t> </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521891">
                <a:tc>
                  <a:txBody>
                    <a:bodyPr/>
                    <a:lstStyle/>
                    <a:p>
                      <a:pPr algn="just">
                        <a:lnSpc>
                          <a:spcPts val="1200"/>
                        </a:lnSpc>
                        <a:spcAft>
                          <a:spcPts val="0"/>
                        </a:spcAft>
                      </a:pPr>
                      <a:r>
                        <a:rPr lang="en-US" sz="1600" b="1" kern="100">
                          <a:solidFill>
                            <a:schemeClr val="bg2">
                              <a:lumMod val="10000"/>
                            </a:schemeClr>
                          </a:solidFill>
                          <a:effectLst/>
                          <a:latin typeface="標楷體"/>
                          <a:ea typeface="超研澤粗楷"/>
                        </a:rPr>
                        <a:t>13</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00</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14</a:t>
                      </a:r>
                      <a:r>
                        <a:rPr lang="zh-TW" sz="1600" b="1" kern="100">
                          <a:solidFill>
                            <a:schemeClr val="bg2">
                              <a:lumMod val="10000"/>
                            </a:schemeClr>
                          </a:solidFill>
                          <a:effectLst/>
                          <a:latin typeface="Times New Roman"/>
                          <a:ea typeface="標楷體"/>
                        </a:rPr>
                        <a:t>：</a:t>
                      </a:r>
                      <a:r>
                        <a:rPr lang="en-US" sz="1600" b="1" kern="100">
                          <a:solidFill>
                            <a:schemeClr val="bg2">
                              <a:lumMod val="10000"/>
                            </a:schemeClr>
                          </a:solidFill>
                          <a:effectLst/>
                          <a:latin typeface="Times New Roman"/>
                          <a:ea typeface="標楷體"/>
                        </a:rPr>
                        <a:t>00</a:t>
                      </a:r>
                      <a:endParaRPr lang="zh-TW" sz="1600" b="1" kern="100">
                        <a:solidFill>
                          <a:schemeClr val="bg2">
                            <a:lumMod val="10000"/>
                          </a:schemeClr>
                        </a:solidFill>
                        <a:effectLst/>
                        <a:latin typeface="Times New Roman"/>
                        <a:ea typeface="超研澤粗楷"/>
                      </a:endParaRPr>
                    </a:p>
                  </a:txBody>
                  <a:tcPr marL="66235" marR="66235"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自由參觀</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各社區</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dirty="0">
                          <a:solidFill>
                            <a:schemeClr val="bg2">
                              <a:lumMod val="10000"/>
                            </a:schemeClr>
                          </a:solidFill>
                          <a:effectLst/>
                          <a:latin typeface="Times New Roman"/>
                          <a:ea typeface="標楷體"/>
                        </a:rPr>
                        <a:t>靜態展示</a:t>
                      </a:r>
                      <a:endParaRPr lang="zh-TW" sz="1600" b="1" kern="100" dirty="0">
                        <a:solidFill>
                          <a:schemeClr val="bg2">
                            <a:lumMod val="10000"/>
                          </a:schemeClr>
                        </a:solidFill>
                        <a:effectLst/>
                        <a:latin typeface="Times New Roman"/>
                        <a:ea typeface="超研澤粗楷"/>
                      </a:endParaRPr>
                    </a:p>
                    <a:p>
                      <a:pPr algn="just">
                        <a:lnSpc>
                          <a:spcPts val="1200"/>
                        </a:lnSpc>
                        <a:spcAft>
                          <a:spcPts val="0"/>
                        </a:spcAft>
                      </a:pPr>
                      <a:r>
                        <a:rPr lang="en-US" sz="1600" b="1" kern="100" dirty="0">
                          <a:solidFill>
                            <a:schemeClr val="bg2">
                              <a:lumMod val="10000"/>
                            </a:schemeClr>
                          </a:solidFill>
                          <a:effectLst/>
                          <a:latin typeface="標楷體"/>
                          <a:ea typeface="超研澤粗楷"/>
                        </a:rPr>
                        <a:t> </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521891">
                <a:tc>
                  <a:txBody>
                    <a:bodyPr/>
                    <a:lstStyle/>
                    <a:p>
                      <a:pPr algn="just">
                        <a:lnSpc>
                          <a:spcPts val="1200"/>
                        </a:lnSpc>
                        <a:spcAft>
                          <a:spcPts val="0"/>
                        </a:spcAft>
                      </a:pPr>
                      <a:r>
                        <a:rPr lang="en-US" sz="1600" b="1" kern="100" dirty="0">
                          <a:solidFill>
                            <a:schemeClr val="bg2">
                              <a:lumMod val="10000"/>
                            </a:schemeClr>
                          </a:solidFill>
                          <a:effectLst/>
                          <a:latin typeface="標楷體"/>
                          <a:ea typeface="超研澤粗楷"/>
                        </a:rPr>
                        <a:t>14</a:t>
                      </a:r>
                      <a:r>
                        <a:rPr lang="zh-TW" sz="1600" b="1" kern="100" dirty="0">
                          <a:solidFill>
                            <a:schemeClr val="bg2">
                              <a:lumMod val="10000"/>
                            </a:schemeClr>
                          </a:solidFill>
                          <a:effectLst/>
                          <a:latin typeface="Times New Roman"/>
                          <a:ea typeface="標楷體"/>
                        </a:rPr>
                        <a:t>：</a:t>
                      </a:r>
                      <a:r>
                        <a:rPr lang="en-US" sz="1600" b="1" kern="100" dirty="0">
                          <a:solidFill>
                            <a:schemeClr val="bg2">
                              <a:lumMod val="10000"/>
                            </a:schemeClr>
                          </a:solidFill>
                          <a:effectLst/>
                          <a:latin typeface="Times New Roman"/>
                          <a:ea typeface="標楷體"/>
                        </a:rPr>
                        <a:t>00</a:t>
                      </a:r>
                      <a:endParaRPr lang="zh-TW" sz="1600" b="1" kern="100" dirty="0">
                        <a:solidFill>
                          <a:schemeClr val="bg2">
                            <a:lumMod val="10000"/>
                          </a:schemeClr>
                        </a:solidFill>
                        <a:effectLst/>
                        <a:latin typeface="Times New Roman"/>
                        <a:ea typeface="超研澤粗楷"/>
                      </a:endParaRPr>
                    </a:p>
                  </a:txBody>
                  <a:tcPr marL="66235" marR="66235"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閉幕</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zh-TW" sz="1600" b="1" kern="100">
                          <a:solidFill>
                            <a:schemeClr val="bg2">
                              <a:lumMod val="10000"/>
                            </a:schemeClr>
                          </a:solidFill>
                          <a:effectLst/>
                          <a:latin typeface="Times New Roman"/>
                          <a:ea typeface="標楷體"/>
                        </a:rPr>
                        <a:t>縣政府社會處</a:t>
                      </a:r>
                      <a:endParaRPr lang="zh-TW" sz="1600" b="1" kern="10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1600" b="1" kern="100" dirty="0">
                          <a:solidFill>
                            <a:schemeClr val="bg2">
                              <a:lumMod val="10000"/>
                            </a:schemeClr>
                          </a:solidFill>
                          <a:effectLst/>
                          <a:latin typeface="標楷體"/>
                          <a:ea typeface="超研澤粗楷"/>
                        </a:rPr>
                        <a:t> </a:t>
                      </a:r>
                      <a:endParaRPr lang="zh-TW" sz="1600" b="1" kern="100" dirty="0">
                        <a:solidFill>
                          <a:schemeClr val="bg2">
                            <a:lumMod val="10000"/>
                          </a:schemeClr>
                        </a:solidFill>
                        <a:effectLst/>
                        <a:latin typeface="Times New Roman"/>
                        <a:ea typeface="超研澤粗楷"/>
                      </a:endParaRPr>
                    </a:p>
                  </a:txBody>
                  <a:tcPr marL="66235" marR="66235"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18686059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solidFill>
                  <a:srgbClr val="FFFFFF"/>
                </a:solidFill>
                <a:latin typeface="華康隸書體W7" panose="02010609010101010101" pitchFamily="49" charset="-120"/>
                <a:ea typeface="華康隸書體W7" panose="02010609010101010101" pitchFamily="49" charset="-120"/>
              </a:rPr>
              <a:t>八、計畫內容</a:t>
            </a:r>
            <a:endParaRPr lang="zh-TW" altLang="en-US" dirty="0"/>
          </a:p>
        </p:txBody>
      </p:sp>
      <p:sp>
        <p:nvSpPr>
          <p:cNvPr id="5" name="內容版面配置區 4"/>
          <p:cNvSpPr>
            <a:spLocks noGrp="1"/>
          </p:cNvSpPr>
          <p:nvPr>
            <p:ph idx="1"/>
          </p:nvPr>
        </p:nvSpPr>
        <p:spPr/>
        <p:txBody>
          <a:bodyPr/>
          <a:lstStyle/>
          <a:p>
            <a:pPr marL="0" indent="0">
              <a:buNone/>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十</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zh-TW" sz="2800" b="1" kern="100" dirty="0">
                <a:ea typeface="標楷體"/>
                <a:cs typeface="Times New Roman"/>
              </a:rPr>
              <a:t>旗艦計畫專案經理</a:t>
            </a:r>
            <a:r>
              <a:rPr lang="zh-TW" altLang="en-US" sz="2800" b="1" kern="100" dirty="0">
                <a:ea typeface="標楷體"/>
                <a:cs typeface="Times New Roman"/>
              </a:rPr>
              <a:t>人事費</a:t>
            </a:r>
            <a:endParaRPr lang="en-US" altLang="zh-TW" sz="2800" b="1" kern="100" dirty="0">
              <a:latin typeface="Times New Roman"/>
              <a:ea typeface="標楷體"/>
            </a:endParaRPr>
          </a:p>
        </p:txBody>
      </p:sp>
      <p:graphicFrame>
        <p:nvGraphicFramePr>
          <p:cNvPr id="3" name="表格 2"/>
          <p:cNvGraphicFramePr>
            <a:graphicFrameLocks noGrp="1"/>
          </p:cNvGraphicFramePr>
          <p:nvPr/>
        </p:nvGraphicFramePr>
        <p:xfrm>
          <a:off x="611559" y="1916832"/>
          <a:ext cx="7704856" cy="3168355"/>
        </p:xfrm>
        <a:graphic>
          <a:graphicData uri="http://schemas.openxmlformats.org/drawingml/2006/table">
            <a:tbl>
              <a:tblPr firstRow="1" firstCol="1" lastRow="1" lastCol="1" bandRow="1" bandCol="1"/>
              <a:tblGrid>
                <a:gridCol w="447023">
                  <a:extLst>
                    <a:ext uri="{9D8B030D-6E8A-4147-A177-3AD203B41FA5}">
                      <a16:colId xmlns:a16="http://schemas.microsoft.com/office/drawing/2014/main" val="20000"/>
                    </a:ext>
                  </a:extLst>
                </a:gridCol>
                <a:gridCol w="1333986">
                  <a:extLst>
                    <a:ext uri="{9D8B030D-6E8A-4147-A177-3AD203B41FA5}">
                      <a16:colId xmlns:a16="http://schemas.microsoft.com/office/drawing/2014/main" val="20001"/>
                    </a:ext>
                  </a:extLst>
                </a:gridCol>
                <a:gridCol w="780717">
                  <a:extLst>
                    <a:ext uri="{9D8B030D-6E8A-4147-A177-3AD203B41FA5}">
                      <a16:colId xmlns:a16="http://schemas.microsoft.com/office/drawing/2014/main" val="20002"/>
                    </a:ext>
                  </a:extLst>
                </a:gridCol>
                <a:gridCol w="1038675">
                  <a:extLst>
                    <a:ext uri="{9D8B030D-6E8A-4147-A177-3AD203B41FA5}">
                      <a16:colId xmlns:a16="http://schemas.microsoft.com/office/drawing/2014/main" val="20003"/>
                    </a:ext>
                  </a:extLst>
                </a:gridCol>
                <a:gridCol w="936104">
                  <a:extLst>
                    <a:ext uri="{9D8B030D-6E8A-4147-A177-3AD203B41FA5}">
                      <a16:colId xmlns:a16="http://schemas.microsoft.com/office/drawing/2014/main" val="20004"/>
                    </a:ext>
                  </a:extLst>
                </a:gridCol>
                <a:gridCol w="1222855">
                  <a:extLst>
                    <a:ext uri="{9D8B030D-6E8A-4147-A177-3AD203B41FA5}">
                      <a16:colId xmlns:a16="http://schemas.microsoft.com/office/drawing/2014/main" val="20005"/>
                    </a:ext>
                  </a:extLst>
                </a:gridCol>
                <a:gridCol w="1945496">
                  <a:extLst>
                    <a:ext uri="{9D8B030D-6E8A-4147-A177-3AD203B41FA5}">
                      <a16:colId xmlns:a16="http://schemas.microsoft.com/office/drawing/2014/main" val="20006"/>
                    </a:ext>
                  </a:extLst>
                </a:gridCol>
              </a:tblGrid>
              <a:tr h="633671">
                <a:tc>
                  <a:txBody>
                    <a:bodyPr/>
                    <a:lstStyle/>
                    <a:p>
                      <a:pPr>
                        <a:spcAft>
                          <a:spcPts val="0"/>
                        </a:spcAft>
                      </a:pPr>
                      <a:r>
                        <a:rPr lang="zh-TW" sz="2000" b="1" kern="100" dirty="0">
                          <a:solidFill>
                            <a:srgbClr val="000000"/>
                          </a:solidFill>
                          <a:effectLst/>
                          <a:latin typeface="Times New Roman"/>
                          <a:ea typeface="標楷體"/>
                        </a:rPr>
                        <a:t>序</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solidFill>
                            <a:srgbClr val="000000"/>
                          </a:solidFill>
                          <a:effectLst/>
                          <a:latin typeface="Times New Roman"/>
                          <a:ea typeface="標楷體"/>
                        </a:rPr>
                        <a:t>項目</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dirty="0">
                          <a:solidFill>
                            <a:srgbClr val="000000"/>
                          </a:solidFill>
                          <a:effectLst/>
                          <a:latin typeface="Times New Roman"/>
                          <a:ea typeface="標楷體"/>
                        </a:rPr>
                        <a:t>單位</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a:solidFill>
                            <a:srgbClr val="000000"/>
                          </a:solidFill>
                          <a:effectLst/>
                          <a:latin typeface="Times New Roman"/>
                          <a:ea typeface="標楷體"/>
                        </a:rPr>
                        <a:t>單價</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dirty="0">
                          <a:solidFill>
                            <a:srgbClr val="000000"/>
                          </a:solidFill>
                          <a:effectLst/>
                          <a:latin typeface="Times New Roman"/>
                          <a:ea typeface="標楷體"/>
                        </a:rPr>
                        <a:t>數量</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zh-TW" sz="2000" b="1" kern="100">
                          <a:solidFill>
                            <a:srgbClr val="000000"/>
                          </a:solidFill>
                          <a:effectLst/>
                          <a:latin typeface="Times New Roman"/>
                          <a:ea typeface="標楷體"/>
                        </a:rPr>
                        <a:t>小計</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a:solidFill>
                            <a:srgbClr val="000000"/>
                          </a:solidFill>
                          <a:effectLst/>
                          <a:latin typeface="Times New Roman"/>
                          <a:ea typeface="標楷體"/>
                        </a:rPr>
                        <a:t>說明</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33671">
                <a:tc>
                  <a:txBody>
                    <a:bodyPr/>
                    <a:lstStyle/>
                    <a:p>
                      <a:pPr>
                        <a:spcAft>
                          <a:spcPts val="0"/>
                        </a:spcAft>
                      </a:pPr>
                      <a:r>
                        <a:rPr lang="en-US" sz="2000" b="1" kern="100">
                          <a:solidFill>
                            <a:srgbClr val="000000"/>
                          </a:solidFill>
                          <a:effectLst/>
                          <a:latin typeface="標楷體"/>
                          <a:ea typeface="超研澤粗楷"/>
                        </a:rPr>
                        <a:t>1</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solidFill>
                            <a:srgbClr val="000000"/>
                          </a:solidFill>
                          <a:effectLst/>
                          <a:latin typeface="Times New Roman"/>
                          <a:ea typeface="標楷體"/>
                        </a:rPr>
                        <a:t>薪資</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dirty="0">
                          <a:solidFill>
                            <a:srgbClr val="000000"/>
                          </a:solidFill>
                          <a:effectLst/>
                          <a:latin typeface="Times New Roman"/>
                          <a:ea typeface="標楷體"/>
                        </a:rPr>
                        <a:t>月</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2000" b="1" kern="100" dirty="0">
                          <a:solidFill>
                            <a:srgbClr val="000000"/>
                          </a:solidFill>
                          <a:effectLst/>
                          <a:latin typeface="標楷體"/>
                          <a:ea typeface="超研澤粗楷"/>
                        </a:rPr>
                        <a:t>30,000</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2000" b="1" kern="100" dirty="0">
                          <a:solidFill>
                            <a:srgbClr val="000000"/>
                          </a:solidFill>
                          <a:effectLst/>
                          <a:latin typeface="標楷體"/>
                          <a:ea typeface="超研澤粗楷"/>
                        </a:rPr>
                        <a:t>12</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2000" b="1" kern="100" dirty="0">
                          <a:solidFill>
                            <a:srgbClr val="000000"/>
                          </a:solidFill>
                          <a:effectLst/>
                          <a:latin typeface="標楷體"/>
                          <a:ea typeface="超研澤粗楷"/>
                        </a:rPr>
                        <a:t>360,000</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2000" b="1" kern="100">
                          <a:solidFill>
                            <a:srgbClr val="000000"/>
                          </a:solidFill>
                          <a:effectLst/>
                          <a:latin typeface="標楷體"/>
                          <a:ea typeface="超研澤粗楷"/>
                        </a:rPr>
                        <a:t>1</a:t>
                      </a:r>
                      <a:r>
                        <a:rPr lang="zh-TW" sz="2000" b="1" kern="100">
                          <a:solidFill>
                            <a:srgbClr val="000000"/>
                          </a:solidFill>
                          <a:effectLst/>
                          <a:latin typeface="Times New Roman"/>
                          <a:ea typeface="標楷體"/>
                        </a:rPr>
                        <a:t>月</a:t>
                      </a:r>
                      <a:r>
                        <a:rPr lang="en-US" sz="2000" b="1" kern="100">
                          <a:solidFill>
                            <a:srgbClr val="000000"/>
                          </a:solidFill>
                          <a:effectLst/>
                          <a:latin typeface="Times New Roman"/>
                          <a:ea typeface="標楷體"/>
                        </a:rPr>
                        <a:t>~12</a:t>
                      </a:r>
                      <a:r>
                        <a:rPr lang="zh-TW" sz="2000" b="1" kern="100">
                          <a:solidFill>
                            <a:srgbClr val="000000"/>
                          </a:solidFill>
                          <a:effectLst/>
                          <a:latin typeface="Times New Roman"/>
                          <a:ea typeface="標楷體"/>
                        </a:rPr>
                        <a:t>月</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633671">
                <a:tc>
                  <a:txBody>
                    <a:bodyPr/>
                    <a:lstStyle/>
                    <a:p>
                      <a:pPr>
                        <a:spcAft>
                          <a:spcPts val="0"/>
                        </a:spcAft>
                      </a:pPr>
                      <a:r>
                        <a:rPr lang="en-US" sz="2000" b="1" kern="100">
                          <a:solidFill>
                            <a:srgbClr val="000000"/>
                          </a:solidFill>
                          <a:effectLst/>
                          <a:latin typeface="標楷體"/>
                          <a:ea typeface="超研澤粗楷"/>
                        </a:rPr>
                        <a:t>2</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a:solidFill>
                            <a:srgbClr val="000000"/>
                          </a:solidFill>
                          <a:effectLst/>
                          <a:latin typeface="Times New Roman"/>
                          <a:ea typeface="標楷體"/>
                        </a:rPr>
                        <a:t>獎金</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dirty="0">
                          <a:solidFill>
                            <a:srgbClr val="000000"/>
                          </a:solidFill>
                          <a:effectLst/>
                          <a:latin typeface="Times New Roman"/>
                          <a:ea typeface="標楷體"/>
                        </a:rPr>
                        <a:t>月</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2000" b="1" kern="100" dirty="0">
                          <a:solidFill>
                            <a:srgbClr val="000000"/>
                          </a:solidFill>
                          <a:effectLst/>
                          <a:latin typeface="標楷體"/>
                          <a:ea typeface="超研澤粗楷"/>
                        </a:rPr>
                        <a:t>30,000</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2000" b="1" kern="100" dirty="0">
                          <a:solidFill>
                            <a:srgbClr val="000000"/>
                          </a:solidFill>
                          <a:effectLst/>
                          <a:latin typeface="標楷體"/>
                          <a:ea typeface="超研澤粗楷"/>
                        </a:rPr>
                        <a:t>1.5</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2000" b="1" kern="100" dirty="0">
                          <a:solidFill>
                            <a:srgbClr val="000000"/>
                          </a:solidFill>
                          <a:effectLst/>
                          <a:latin typeface="標楷體"/>
                          <a:ea typeface="超研澤粗楷"/>
                        </a:rPr>
                        <a:t>45,000</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a:solidFill>
                            <a:srgbClr val="000000"/>
                          </a:solidFill>
                          <a:effectLst/>
                          <a:latin typeface="Times New Roman"/>
                          <a:ea typeface="標楷體"/>
                        </a:rPr>
                        <a:t>年終獎金</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633671">
                <a:tc>
                  <a:txBody>
                    <a:bodyPr/>
                    <a:lstStyle/>
                    <a:p>
                      <a:pPr>
                        <a:spcAft>
                          <a:spcPts val="0"/>
                        </a:spcAft>
                      </a:pPr>
                      <a:r>
                        <a:rPr lang="en-US" sz="2000" b="1" kern="100">
                          <a:effectLst/>
                          <a:latin typeface="標楷體"/>
                          <a:ea typeface="超研澤粗楷"/>
                        </a:rPr>
                        <a:t>3</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a:effectLst/>
                          <a:latin typeface="Times New Roman"/>
                          <a:ea typeface="標楷體"/>
                        </a:rPr>
                        <a:t>勞健保</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2000" b="1" kern="100" dirty="0">
                          <a:effectLst/>
                          <a:latin typeface="Times New Roman"/>
                          <a:ea typeface="標楷體"/>
                        </a:rPr>
                        <a:t>月</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2000" b="1" kern="100">
                          <a:effectLst/>
                          <a:latin typeface="標楷體"/>
                          <a:ea typeface="超研澤粗楷"/>
                        </a:rPr>
                        <a:t>2,200</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2000" b="1" kern="100" dirty="0">
                          <a:effectLst/>
                          <a:latin typeface="標楷體"/>
                          <a:ea typeface="超研澤粗楷"/>
                        </a:rPr>
                        <a:t>12</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2000" b="1" kern="100" dirty="0">
                          <a:effectLst/>
                          <a:latin typeface="標楷體"/>
                          <a:ea typeface="超研澤粗楷"/>
                        </a:rPr>
                        <a:t>26,400</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dirty="0">
                          <a:effectLst/>
                          <a:latin typeface="Times New Roman"/>
                          <a:ea typeface="標楷體"/>
                        </a:rPr>
                        <a:t>自籌</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633671">
                <a:tc>
                  <a:txBody>
                    <a:bodyPr/>
                    <a:lstStyle/>
                    <a:p>
                      <a:pPr>
                        <a:spcAft>
                          <a:spcPts val="0"/>
                        </a:spcAft>
                      </a:pPr>
                      <a:r>
                        <a:rPr lang="en-US" sz="2000" b="1" kern="100">
                          <a:solidFill>
                            <a:srgbClr val="000000"/>
                          </a:solidFill>
                          <a:effectLst/>
                          <a:latin typeface="標楷體"/>
                          <a:ea typeface="超研澤粗楷"/>
                        </a:rPr>
                        <a:t> </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2000" b="1" kern="100">
                          <a:solidFill>
                            <a:srgbClr val="000000"/>
                          </a:solidFill>
                          <a:effectLst/>
                          <a:latin typeface="Times New Roman"/>
                          <a:ea typeface="標楷體"/>
                        </a:rPr>
                        <a:t>合計</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2000" b="1" kern="100">
                          <a:solidFill>
                            <a:srgbClr val="000000"/>
                          </a:solidFill>
                          <a:effectLst/>
                          <a:latin typeface="標楷體"/>
                          <a:ea typeface="超研澤粗楷"/>
                        </a:rPr>
                        <a:t> </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2000" b="1" kern="100">
                          <a:solidFill>
                            <a:srgbClr val="000000"/>
                          </a:solidFill>
                          <a:effectLst/>
                          <a:latin typeface="標楷體"/>
                          <a:ea typeface="超研澤粗楷"/>
                        </a:rPr>
                        <a:t> </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2000" b="1" kern="100">
                          <a:solidFill>
                            <a:srgbClr val="000000"/>
                          </a:solidFill>
                          <a:effectLst/>
                          <a:latin typeface="標楷體"/>
                          <a:ea typeface="超研澤粗楷"/>
                        </a:rPr>
                        <a:t> </a:t>
                      </a:r>
                      <a:endParaRPr lang="zh-TW" sz="2000" b="1" kern="10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spcAft>
                          <a:spcPts val="0"/>
                        </a:spcAft>
                      </a:pPr>
                      <a:r>
                        <a:rPr lang="en-US" sz="2000" b="1" kern="100" dirty="0">
                          <a:solidFill>
                            <a:srgbClr val="000000"/>
                          </a:solidFill>
                          <a:effectLst/>
                          <a:latin typeface="標楷體"/>
                          <a:ea typeface="超研澤粗楷"/>
                        </a:rPr>
                        <a:t>405,000</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2000" b="1" kern="100" dirty="0">
                          <a:solidFill>
                            <a:srgbClr val="000000"/>
                          </a:solidFill>
                          <a:effectLst/>
                          <a:latin typeface="標楷體"/>
                          <a:ea typeface="超研澤粗楷"/>
                        </a:rPr>
                        <a:t> </a:t>
                      </a:r>
                      <a:endParaRPr lang="zh-TW" sz="2000" b="1" kern="100" dirty="0">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pic>
        <p:nvPicPr>
          <p:cNvPr id="15361"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298990"/>
            <a:ext cx="7157450" cy="1549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3419942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2" descr="D:\桌面 文件 最愛\桌面\水保局\富州設計\富州人物-小象-2.pn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6170711" y="-26853"/>
            <a:ext cx="1304970" cy="1313063"/>
          </a:xfrm>
          <a:prstGeom prst="rect">
            <a:avLst/>
          </a:prstGeom>
          <a:noFill/>
          <a:extLst>
            <a:ext uri="{909E8E84-426E-40DD-AFC4-6F175D3DCCD1}">
              <a14:hiddenFill xmlns:a14="http://schemas.microsoft.com/office/drawing/2010/main">
                <a:solidFill>
                  <a:srgbClr val="FFFFFF"/>
                </a:solidFill>
              </a14:hiddenFill>
            </a:ext>
          </a:extLst>
        </p:spPr>
      </p:pic>
      <p:sp>
        <p:nvSpPr>
          <p:cNvPr id="3" name="矩形 2"/>
          <p:cNvSpPr/>
          <p:nvPr/>
        </p:nvSpPr>
        <p:spPr>
          <a:xfrm>
            <a:off x="323528" y="275735"/>
            <a:ext cx="5314275"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4000" b="1" i="0" u="none" strike="noStrike" kern="0" cap="none" spc="0" normalizeH="0" baseline="0" noProof="0" dirty="0">
                <a:ln>
                  <a:noFill/>
                </a:ln>
                <a:solidFill>
                  <a:srgbClr val="DDDDDD">
                    <a:lumMod val="10000"/>
                  </a:srgbClr>
                </a:solidFill>
                <a:effectLst/>
                <a:uLnTx/>
                <a:uFillTx/>
                <a:latin typeface="華康楷書體W7" panose="02010609010101010101" pitchFamily="49" charset="-120"/>
                <a:ea typeface="華康楷書體W7" panose="02010609010101010101" pitchFamily="49" charset="-120"/>
                <a:cs typeface="+mn-cs"/>
              </a:rPr>
              <a:t>九、整體計畫執行方式</a:t>
            </a:r>
            <a:endParaRPr kumimoji="0" lang="zh-TW" altLang="en-US" sz="4000" b="0" i="0" u="none" strike="noStrike" kern="0" cap="none" spc="0" normalizeH="0" baseline="0" noProof="0" dirty="0">
              <a:ln>
                <a:noFill/>
              </a:ln>
              <a:solidFill>
                <a:sysClr val="windowText" lastClr="000000"/>
              </a:solidFill>
              <a:effectLst/>
              <a:uLnTx/>
              <a:uFillTx/>
              <a:latin typeface="Arial"/>
              <a:ea typeface="新細明體"/>
              <a:cs typeface="+mn-cs"/>
            </a:endParaRPr>
          </a:p>
        </p:txBody>
      </p:sp>
      <p:sp>
        <p:nvSpPr>
          <p:cNvPr id="4" name="矩形 3"/>
          <p:cNvSpPr/>
          <p:nvPr/>
        </p:nvSpPr>
        <p:spPr>
          <a:xfrm>
            <a:off x="562849" y="1286210"/>
            <a:ext cx="7416824" cy="3717941"/>
          </a:xfrm>
          <a:prstGeom prst="rect">
            <a:avLst/>
          </a:prstGeom>
        </p:spPr>
        <p:txBody>
          <a:bodyPr wrap="square">
            <a:spAutoFit/>
          </a:bodyPr>
          <a:lstStyle/>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en-US" altLang="zh-TW" sz="3200" b="1" i="0" u="none" strike="noStrike" kern="100" cap="none" spc="0" normalizeH="0" baseline="0" noProof="0" dirty="0">
                <a:ln>
                  <a:noFill/>
                </a:ln>
                <a:solidFill>
                  <a:srgbClr val="024631"/>
                </a:solidFill>
                <a:effectLst/>
                <a:uLnTx/>
                <a:uFillTx/>
                <a:latin typeface="標楷體"/>
                <a:ea typeface="超研澤粗楷"/>
                <a:cs typeface="+mn-cs"/>
              </a:rPr>
              <a:t>1.</a:t>
            </a:r>
            <a:r>
              <a:rPr kumimoji="0" lang="zh-TW" altLang="zh-TW" sz="3200" b="1" i="0" u="none" strike="noStrike" kern="100" cap="none" spc="0" normalizeH="0" baseline="0" noProof="0" dirty="0">
                <a:ln>
                  <a:noFill/>
                </a:ln>
                <a:solidFill>
                  <a:srgbClr val="024631"/>
                </a:solidFill>
                <a:effectLst/>
                <a:uLnTx/>
                <a:uFillTx/>
                <a:latin typeface="Times New Roman"/>
                <a:ea typeface="標楷體"/>
                <a:cs typeface="+mn-cs"/>
              </a:rPr>
              <a:t>旗艦開航</a:t>
            </a:r>
            <a:r>
              <a:rPr kumimoji="0" lang="en-US" altLang="zh-TW" sz="3200" b="1" i="0" u="none" strike="noStrike" kern="100" cap="none" spc="0" normalizeH="0" baseline="0" noProof="0" dirty="0">
                <a:ln>
                  <a:noFill/>
                </a:ln>
                <a:solidFill>
                  <a:srgbClr val="024631"/>
                </a:solidFill>
                <a:effectLst/>
                <a:uLnTx/>
                <a:uFillTx/>
                <a:latin typeface="Times New Roman"/>
                <a:ea typeface="標楷體"/>
                <a:cs typeface="+mn-cs"/>
              </a:rPr>
              <a:t>  </a:t>
            </a:r>
            <a:r>
              <a:rPr kumimoji="0" lang="zh-TW" altLang="zh-TW" sz="3200" b="1" i="0" u="none" strike="noStrike" kern="100" cap="none" spc="0" normalizeH="0" baseline="0" noProof="0" dirty="0">
                <a:ln>
                  <a:noFill/>
                </a:ln>
                <a:solidFill>
                  <a:srgbClr val="024631"/>
                </a:solidFill>
                <a:effectLst/>
                <a:uLnTx/>
                <a:uFillTx/>
                <a:latin typeface="Times New Roman"/>
                <a:ea typeface="標楷體"/>
                <a:cs typeface="+mn-cs"/>
              </a:rPr>
              <a:t>福祉永續</a:t>
            </a:r>
            <a:endParaRPr kumimoji="0" lang="zh-TW" altLang="zh-TW" sz="3200" b="0" i="0" u="none" strike="noStrike" kern="100" cap="none" spc="0" normalizeH="0" baseline="0" noProof="0" dirty="0">
              <a:ln>
                <a:noFill/>
              </a:ln>
              <a:solidFill>
                <a:srgbClr val="024631"/>
              </a:solidFill>
              <a:effectLst/>
              <a:uLnTx/>
              <a:uFillTx/>
              <a:latin typeface="Times New Roman"/>
              <a:ea typeface="超研澤粗楷"/>
              <a:cs typeface="+mn-cs"/>
            </a:endParaRPr>
          </a:p>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zh-TW" altLang="zh-TW" sz="2800" b="0" i="0" u="none" strike="noStrike" kern="100" cap="none" spc="0" normalizeH="0" baseline="0" noProof="0" dirty="0">
                <a:ln>
                  <a:noFill/>
                </a:ln>
                <a:solidFill>
                  <a:srgbClr val="024631"/>
                </a:solidFill>
                <a:effectLst/>
                <a:uLnTx/>
                <a:uFillTx/>
                <a:latin typeface="Times New Roman"/>
                <a:ea typeface="標楷體"/>
                <a:cs typeface="+mn-cs"/>
              </a:rPr>
              <a:t>旗艦聯合社區工作之執行，由專家學者定期參與計畫指導與協助，並提供諮詢意見及必要之支援，輔導社區培訓幹部及志工，自主發展成長服務，帶動區域間整體發展，落實社會福利社區化工作，提升社會福利品質及水準。</a:t>
            </a:r>
            <a:endParaRPr kumimoji="0" lang="zh-TW" altLang="zh-TW" sz="3200" b="0" i="0" u="none" strike="noStrike" kern="100" cap="none" spc="0" normalizeH="0" baseline="0" noProof="0" dirty="0">
              <a:ln>
                <a:noFill/>
              </a:ln>
              <a:solidFill>
                <a:srgbClr val="024631"/>
              </a:solidFill>
              <a:effectLst/>
              <a:uLnTx/>
              <a:uFillTx/>
              <a:latin typeface="Times New Roman"/>
              <a:ea typeface="超研澤粗楷"/>
              <a:cs typeface="+mn-cs"/>
            </a:endParaRPr>
          </a:p>
        </p:txBody>
      </p:sp>
      <p:pic>
        <p:nvPicPr>
          <p:cNvPr id="12" name="Picture 2" descr="D:\桌面 文件 最愛\桌面\水保局\富州設計\富州禮盒正面-去除社區名稱.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8575" y="5229200"/>
            <a:ext cx="9172575" cy="226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1391700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2" descr="D:\桌面 文件 最愛\桌面\水保局\富州設計\富州人物-小象-2.pn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6170711" y="-26853"/>
            <a:ext cx="1304970" cy="1313063"/>
          </a:xfrm>
          <a:prstGeom prst="rect">
            <a:avLst/>
          </a:prstGeom>
          <a:noFill/>
          <a:extLst>
            <a:ext uri="{909E8E84-426E-40DD-AFC4-6F175D3DCCD1}">
              <a14:hiddenFill xmlns:a14="http://schemas.microsoft.com/office/drawing/2010/main">
                <a:solidFill>
                  <a:srgbClr val="FFFFFF"/>
                </a:solidFill>
              </a14:hiddenFill>
            </a:ext>
          </a:extLst>
        </p:spPr>
      </p:pic>
      <p:sp>
        <p:nvSpPr>
          <p:cNvPr id="3" name="矩形 2"/>
          <p:cNvSpPr/>
          <p:nvPr/>
        </p:nvSpPr>
        <p:spPr>
          <a:xfrm>
            <a:off x="362348" y="300889"/>
            <a:ext cx="5314275"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4000" b="1" i="0" u="none" strike="noStrike" kern="0" cap="none" spc="0" normalizeH="0" baseline="0" noProof="0" dirty="0">
                <a:ln>
                  <a:noFill/>
                </a:ln>
                <a:solidFill>
                  <a:srgbClr val="DDDDDD">
                    <a:lumMod val="10000"/>
                  </a:srgbClr>
                </a:solidFill>
                <a:effectLst/>
                <a:uLnTx/>
                <a:uFillTx/>
                <a:latin typeface="華康楷書體W7" panose="02010609010101010101" pitchFamily="49" charset="-120"/>
                <a:ea typeface="華康楷書體W7" panose="02010609010101010101" pitchFamily="49" charset="-120"/>
                <a:cs typeface="+mn-cs"/>
              </a:rPr>
              <a:t>九、整體計畫執行方式</a:t>
            </a:r>
            <a:endParaRPr kumimoji="0" lang="zh-TW" altLang="en-US" sz="4000" b="0" i="0" u="none" strike="noStrike" kern="0" cap="none" spc="0" normalizeH="0" baseline="0" noProof="0" dirty="0">
              <a:ln>
                <a:noFill/>
              </a:ln>
              <a:solidFill>
                <a:sysClr val="windowText" lastClr="000000"/>
              </a:solidFill>
              <a:effectLst/>
              <a:uLnTx/>
              <a:uFillTx/>
              <a:latin typeface="Arial"/>
              <a:ea typeface="新細明體"/>
              <a:cs typeface="+mn-cs"/>
            </a:endParaRPr>
          </a:p>
        </p:txBody>
      </p:sp>
      <p:sp>
        <p:nvSpPr>
          <p:cNvPr id="4" name="矩形 3"/>
          <p:cNvSpPr/>
          <p:nvPr/>
        </p:nvSpPr>
        <p:spPr>
          <a:xfrm>
            <a:off x="395536" y="1286210"/>
            <a:ext cx="8064895" cy="3222421"/>
          </a:xfrm>
          <a:prstGeom prst="rect">
            <a:avLst/>
          </a:prstGeom>
        </p:spPr>
        <p:txBody>
          <a:bodyPr wrap="square">
            <a:spAutoFit/>
          </a:bodyPr>
          <a:lstStyle/>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en-US" altLang="zh-TW" sz="3200" b="1" i="0" u="none" strike="noStrike" kern="100" cap="none" spc="0" normalizeH="0" baseline="0" noProof="0" dirty="0">
                <a:ln>
                  <a:noFill/>
                </a:ln>
                <a:solidFill>
                  <a:srgbClr val="024631"/>
                </a:solidFill>
                <a:effectLst/>
                <a:uLnTx/>
                <a:uFillTx/>
                <a:latin typeface="標楷體"/>
                <a:ea typeface="超研澤粗楷"/>
                <a:cs typeface="+mn-cs"/>
              </a:rPr>
              <a:t>2.</a:t>
            </a:r>
            <a:r>
              <a:rPr kumimoji="0" lang="zh-TW" altLang="en-US" sz="3200" b="1" i="0" u="none" strike="noStrike" kern="100" cap="none" spc="0" normalizeH="0" baseline="0" noProof="0" dirty="0">
                <a:ln>
                  <a:noFill/>
                </a:ln>
                <a:solidFill>
                  <a:srgbClr val="024631"/>
                </a:solidFill>
                <a:effectLst/>
                <a:uLnTx/>
                <a:uFillTx/>
                <a:latin typeface="標楷體"/>
                <a:ea typeface="超研澤粗楷"/>
                <a:cs typeface="+mn-cs"/>
              </a:rPr>
              <a:t>歡喜做夥  快樂服務</a:t>
            </a:r>
          </a:p>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zh-TW" altLang="en-US" sz="2800" b="0" i="0" u="none" strike="noStrike" kern="100" cap="none" spc="0" normalizeH="0" baseline="0" noProof="0" dirty="0">
                <a:ln>
                  <a:noFill/>
                </a:ln>
                <a:solidFill>
                  <a:srgbClr val="024631"/>
                </a:solidFill>
                <a:effectLst/>
                <a:uLnTx/>
                <a:uFillTx/>
                <a:latin typeface="標楷體"/>
                <a:ea typeface="超研澤粗楷"/>
                <a:cs typeface="+mn-cs"/>
              </a:rPr>
              <a:t>成立福利社區旗艦會，辦理福利社區幹部成長營、旗艦聯繫會報、實務分享會，以參與旗艦計畫之社區，每單位提報五至六位社區幹部參加訓練，改善人力資源不足，更可提升服務品質。</a:t>
            </a:r>
          </a:p>
        </p:txBody>
      </p:sp>
      <p:pic>
        <p:nvPicPr>
          <p:cNvPr id="5" name="Picture 2" descr="D:\桌面 文件 最愛\桌面\水保局\富州設計\富州禮盒正面-去除社區名稱.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229200"/>
            <a:ext cx="9172575" cy="226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8909458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2" descr="D:\桌面 文件 最愛\桌面\水保局\富州設計\富州人物-小象-2.pn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6170711" y="-26853"/>
            <a:ext cx="1304970" cy="1313063"/>
          </a:xfrm>
          <a:prstGeom prst="rect">
            <a:avLst/>
          </a:prstGeom>
          <a:noFill/>
          <a:extLst>
            <a:ext uri="{909E8E84-426E-40DD-AFC4-6F175D3DCCD1}">
              <a14:hiddenFill xmlns:a14="http://schemas.microsoft.com/office/drawing/2010/main">
                <a:solidFill>
                  <a:srgbClr val="FFFFFF"/>
                </a:solidFill>
              </a14:hiddenFill>
            </a:ext>
          </a:extLst>
        </p:spPr>
      </p:pic>
      <p:sp>
        <p:nvSpPr>
          <p:cNvPr id="3" name="矩形 2"/>
          <p:cNvSpPr/>
          <p:nvPr/>
        </p:nvSpPr>
        <p:spPr>
          <a:xfrm>
            <a:off x="395536" y="275735"/>
            <a:ext cx="5314275"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4000" b="1" i="0" u="none" strike="noStrike" kern="0" cap="none" spc="0" normalizeH="0" baseline="0" noProof="0" dirty="0">
                <a:ln>
                  <a:noFill/>
                </a:ln>
                <a:solidFill>
                  <a:srgbClr val="DDDDDD">
                    <a:lumMod val="10000"/>
                  </a:srgbClr>
                </a:solidFill>
                <a:effectLst/>
                <a:uLnTx/>
                <a:uFillTx/>
                <a:latin typeface="華康楷書體W7" panose="02010609010101010101" pitchFamily="49" charset="-120"/>
                <a:ea typeface="華康楷書體W7" panose="02010609010101010101" pitchFamily="49" charset="-120"/>
                <a:cs typeface="+mn-cs"/>
              </a:rPr>
              <a:t>九、整體計畫執行方式</a:t>
            </a:r>
            <a:endParaRPr kumimoji="0" lang="zh-TW" altLang="en-US" sz="4000" b="0" i="0" u="none" strike="noStrike" kern="0" cap="none" spc="0" normalizeH="0" baseline="0" noProof="0" dirty="0">
              <a:ln>
                <a:noFill/>
              </a:ln>
              <a:solidFill>
                <a:sysClr val="windowText" lastClr="000000"/>
              </a:solidFill>
              <a:effectLst/>
              <a:uLnTx/>
              <a:uFillTx/>
              <a:latin typeface="Arial"/>
              <a:ea typeface="新細明體"/>
              <a:cs typeface="+mn-cs"/>
            </a:endParaRPr>
          </a:p>
        </p:txBody>
      </p:sp>
      <p:sp>
        <p:nvSpPr>
          <p:cNvPr id="4" name="矩形 3"/>
          <p:cNvSpPr/>
          <p:nvPr/>
        </p:nvSpPr>
        <p:spPr>
          <a:xfrm>
            <a:off x="395536" y="1286210"/>
            <a:ext cx="8208911" cy="3588675"/>
          </a:xfrm>
          <a:prstGeom prst="rect">
            <a:avLst/>
          </a:prstGeom>
        </p:spPr>
        <p:txBody>
          <a:bodyPr wrap="square">
            <a:spAutoFit/>
          </a:bodyPr>
          <a:lstStyle/>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en-US" altLang="zh-TW" sz="3200" b="1" i="0" u="none" strike="noStrike" kern="100" cap="none" spc="0" normalizeH="0" baseline="0" noProof="0" dirty="0">
                <a:ln>
                  <a:noFill/>
                </a:ln>
                <a:solidFill>
                  <a:srgbClr val="024631"/>
                </a:solidFill>
                <a:effectLst/>
                <a:uLnTx/>
                <a:uFillTx/>
                <a:latin typeface="標楷體"/>
                <a:ea typeface="超研澤粗楷"/>
                <a:cs typeface="+mn-cs"/>
              </a:rPr>
              <a:t>3.</a:t>
            </a:r>
            <a:r>
              <a:rPr kumimoji="0" lang="zh-TW" altLang="zh-TW" sz="3200" b="1" i="0" u="none" strike="noStrike" kern="100" cap="none" spc="0" normalizeH="0" baseline="0" noProof="0" dirty="0">
                <a:ln>
                  <a:noFill/>
                </a:ln>
                <a:solidFill>
                  <a:srgbClr val="024631"/>
                </a:solidFill>
                <a:effectLst/>
                <a:uLnTx/>
                <a:uFillTx/>
                <a:latin typeface="Times New Roman"/>
                <a:ea typeface="標楷體"/>
                <a:cs typeface="+mn-cs"/>
              </a:rPr>
              <a:t>志工成長</a:t>
            </a:r>
            <a:r>
              <a:rPr kumimoji="0" lang="en-US" altLang="zh-TW" sz="3200" b="1" i="0" u="none" strike="noStrike" kern="100" cap="none" spc="0" normalizeH="0" baseline="0" noProof="0" dirty="0">
                <a:ln>
                  <a:noFill/>
                </a:ln>
                <a:solidFill>
                  <a:srgbClr val="024631"/>
                </a:solidFill>
                <a:effectLst/>
                <a:uLnTx/>
                <a:uFillTx/>
                <a:latin typeface="Times New Roman"/>
                <a:ea typeface="標楷體"/>
                <a:cs typeface="+mn-cs"/>
              </a:rPr>
              <a:t>  </a:t>
            </a:r>
            <a:r>
              <a:rPr kumimoji="0" lang="zh-TW" altLang="zh-TW" sz="3200" b="1" i="0" u="none" strike="noStrike" kern="100" cap="none" spc="0" normalizeH="0" baseline="0" noProof="0" dirty="0">
                <a:ln>
                  <a:noFill/>
                </a:ln>
                <a:solidFill>
                  <a:srgbClr val="024631"/>
                </a:solidFill>
                <a:effectLst/>
                <a:uLnTx/>
                <a:uFillTx/>
                <a:latin typeface="Times New Roman"/>
                <a:ea typeface="標楷體"/>
                <a:cs typeface="+mn-cs"/>
              </a:rPr>
              <a:t>效率加倍</a:t>
            </a:r>
            <a:endParaRPr kumimoji="0" lang="zh-TW" altLang="zh-TW" sz="3200" b="0" i="0" u="none" strike="noStrike" kern="100" cap="none" spc="0" normalizeH="0" baseline="0" noProof="0" dirty="0">
              <a:ln>
                <a:noFill/>
              </a:ln>
              <a:solidFill>
                <a:srgbClr val="024631"/>
              </a:solidFill>
              <a:effectLst/>
              <a:uLnTx/>
              <a:uFillTx/>
              <a:latin typeface="Times New Roman"/>
              <a:ea typeface="超研澤粗楷"/>
              <a:cs typeface="+mn-cs"/>
            </a:endParaRPr>
          </a:p>
          <a:p>
            <a:pPr marL="453390"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zh-TW" altLang="zh-TW" sz="3200" b="0" i="0" u="none" strike="noStrike" kern="100" cap="none" spc="0" normalizeH="0" baseline="0" noProof="0" dirty="0">
                <a:ln>
                  <a:noFill/>
                </a:ln>
                <a:solidFill>
                  <a:srgbClr val="024631"/>
                </a:solidFill>
                <a:effectLst/>
                <a:uLnTx/>
                <a:uFillTx/>
                <a:latin typeface="Times New Roman"/>
                <a:ea typeface="標楷體"/>
                <a:cs typeface="+mn-cs"/>
              </a:rPr>
              <a:t>辦理旗艦社區幹部志工研習，延聘相關專家學者或社福專業老師，辦理二梯次培訓研習、號召參與計畫之社區及其他社區夥伴志工，就近學習在地服務，讓服務效率加倍。</a:t>
            </a:r>
            <a:endParaRPr kumimoji="0" lang="zh-TW" altLang="zh-TW" sz="3200" b="0" i="0" u="none" strike="noStrike" kern="100" cap="none" spc="0" normalizeH="0" baseline="0" noProof="0" dirty="0">
              <a:ln>
                <a:noFill/>
              </a:ln>
              <a:solidFill>
                <a:srgbClr val="024631"/>
              </a:solidFill>
              <a:effectLst/>
              <a:uLnTx/>
              <a:uFillTx/>
              <a:latin typeface="Times New Roman"/>
              <a:ea typeface="超研澤粗楷"/>
              <a:cs typeface="+mn-cs"/>
            </a:endParaRPr>
          </a:p>
        </p:txBody>
      </p:sp>
      <p:pic>
        <p:nvPicPr>
          <p:cNvPr id="5" name="Picture 2" descr="D:\桌面 文件 最愛\桌面\水保局\富州設計\富州禮盒正面-去除社區名稱.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229200"/>
            <a:ext cx="9172575" cy="226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0788734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2" descr="D:\桌面 文件 最愛\桌面\水保局\富州設計\富州人物-小象-2.pn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6170711" y="-26853"/>
            <a:ext cx="1304970" cy="1313063"/>
          </a:xfrm>
          <a:prstGeom prst="rect">
            <a:avLst/>
          </a:prstGeom>
          <a:noFill/>
          <a:extLst>
            <a:ext uri="{909E8E84-426E-40DD-AFC4-6F175D3DCCD1}">
              <a14:hiddenFill xmlns:a14="http://schemas.microsoft.com/office/drawing/2010/main">
                <a:solidFill>
                  <a:srgbClr val="FFFFFF"/>
                </a:solidFill>
              </a14:hiddenFill>
            </a:ext>
          </a:extLst>
        </p:spPr>
      </p:pic>
      <p:sp>
        <p:nvSpPr>
          <p:cNvPr id="3" name="矩形 2"/>
          <p:cNvSpPr/>
          <p:nvPr/>
        </p:nvSpPr>
        <p:spPr>
          <a:xfrm>
            <a:off x="369381" y="275735"/>
            <a:ext cx="5314275"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4000" b="1" i="0" u="none" strike="noStrike" kern="0" cap="none" spc="0" normalizeH="0" baseline="0" noProof="0" dirty="0">
                <a:ln>
                  <a:noFill/>
                </a:ln>
                <a:solidFill>
                  <a:srgbClr val="DDDDDD">
                    <a:lumMod val="10000"/>
                  </a:srgbClr>
                </a:solidFill>
                <a:effectLst/>
                <a:uLnTx/>
                <a:uFillTx/>
                <a:latin typeface="華康楷書體W7" panose="02010609010101010101" pitchFamily="49" charset="-120"/>
                <a:ea typeface="華康楷書體W7" panose="02010609010101010101" pitchFamily="49" charset="-120"/>
                <a:cs typeface="+mn-cs"/>
              </a:rPr>
              <a:t>九、整體計畫執行方式</a:t>
            </a:r>
            <a:endParaRPr kumimoji="0" lang="zh-TW" altLang="en-US" sz="4000" b="0" i="0" u="none" strike="noStrike" kern="0" cap="none" spc="0" normalizeH="0" baseline="0" noProof="0" dirty="0">
              <a:ln>
                <a:noFill/>
              </a:ln>
              <a:solidFill>
                <a:sysClr val="windowText" lastClr="000000"/>
              </a:solidFill>
              <a:effectLst/>
              <a:uLnTx/>
              <a:uFillTx/>
              <a:latin typeface="Arial"/>
              <a:ea typeface="新細明體"/>
              <a:cs typeface="+mn-cs"/>
            </a:endParaRPr>
          </a:p>
        </p:txBody>
      </p:sp>
      <p:sp>
        <p:nvSpPr>
          <p:cNvPr id="4" name="矩形 3"/>
          <p:cNvSpPr/>
          <p:nvPr/>
        </p:nvSpPr>
        <p:spPr>
          <a:xfrm>
            <a:off x="395536" y="1286210"/>
            <a:ext cx="8208911" cy="3954929"/>
          </a:xfrm>
          <a:prstGeom prst="rect">
            <a:avLst/>
          </a:prstGeom>
        </p:spPr>
        <p:txBody>
          <a:bodyPr wrap="square">
            <a:spAutoFit/>
          </a:bodyPr>
          <a:lstStyle/>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en-US" altLang="zh-TW" sz="3600" b="1" i="0" u="none" strike="noStrike" kern="100" cap="none" spc="0" normalizeH="0" baseline="0" noProof="0" dirty="0">
                <a:ln>
                  <a:noFill/>
                </a:ln>
                <a:solidFill>
                  <a:srgbClr val="024631"/>
                </a:solidFill>
                <a:effectLst/>
                <a:uLnTx/>
                <a:uFillTx/>
                <a:latin typeface="標楷體"/>
                <a:ea typeface="超研澤粗楷"/>
                <a:cs typeface="+mn-cs"/>
              </a:rPr>
              <a:t>4.</a:t>
            </a:r>
            <a:r>
              <a:rPr kumimoji="0" lang="zh-TW" altLang="en-US" sz="3600" b="1" i="0" u="none" strike="noStrike" kern="100" cap="none" spc="0" normalizeH="0" baseline="0" noProof="0" dirty="0">
                <a:ln>
                  <a:noFill/>
                </a:ln>
                <a:solidFill>
                  <a:srgbClr val="024631"/>
                </a:solidFill>
                <a:effectLst/>
                <a:uLnTx/>
                <a:uFillTx/>
                <a:latin typeface="標楷體"/>
                <a:ea typeface="超研澤粗楷"/>
                <a:cs typeface="+mn-cs"/>
              </a:rPr>
              <a:t>整合資源  福利展現</a:t>
            </a:r>
          </a:p>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zh-TW" altLang="en-US" sz="3600" b="1" i="0" u="none" strike="noStrike" kern="100" cap="none" spc="0" normalizeH="0" baseline="0" noProof="0" dirty="0">
                <a:ln>
                  <a:noFill/>
                </a:ln>
                <a:solidFill>
                  <a:srgbClr val="024631"/>
                </a:solidFill>
                <a:effectLst/>
                <a:uLnTx/>
                <a:uFillTx/>
                <a:latin typeface="標楷體"/>
                <a:ea typeface="超研澤粗楷"/>
                <a:cs typeface="+mn-cs"/>
              </a:rPr>
              <a:t> </a:t>
            </a:r>
            <a:r>
              <a:rPr kumimoji="0" lang="zh-TW" altLang="en-US" sz="2800" b="0" i="0" u="none" strike="noStrike" kern="100" cap="none" spc="0" normalizeH="0" baseline="0" noProof="0" dirty="0">
                <a:ln>
                  <a:noFill/>
                </a:ln>
                <a:solidFill>
                  <a:srgbClr val="024631"/>
                </a:solidFill>
                <a:effectLst/>
                <a:uLnTx/>
                <a:uFillTx/>
                <a:latin typeface="標楷體"/>
                <a:ea typeface="超研澤粗楷"/>
                <a:cs typeface="+mn-cs"/>
              </a:rPr>
              <a:t>整合旗艦社區、周邊團體、政府部會、在地資源、團體等，充分運用資源與協助，持續辦理社區關懷據點服務工作，規劃設計研習課程，提供老人福利、新住民及婦女福利</a:t>
            </a:r>
            <a:r>
              <a:rPr kumimoji="0" lang="en-US" altLang="zh-TW" sz="2800" b="0" i="0" u="none" strike="noStrike" kern="100" cap="none" spc="0" normalizeH="0" baseline="0" noProof="0" dirty="0">
                <a:ln>
                  <a:noFill/>
                </a:ln>
                <a:solidFill>
                  <a:srgbClr val="024631"/>
                </a:solidFill>
                <a:effectLst/>
                <a:uLnTx/>
                <a:uFillTx/>
                <a:latin typeface="標楷體"/>
                <a:ea typeface="超研澤粗楷"/>
                <a:cs typeface="+mn-cs"/>
              </a:rPr>
              <a:t>(</a:t>
            </a:r>
            <a:r>
              <a:rPr kumimoji="0" lang="zh-TW" altLang="en-US" sz="2800" b="0" i="0" u="none" strike="noStrike" kern="100" cap="none" spc="0" normalizeH="0" baseline="0" noProof="0" dirty="0">
                <a:ln>
                  <a:noFill/>
                </a:ln>
                <a:solidFill>
                  <a:srgbClr val="024631"/>
                </a:solidFill>
                <a:effectLst/>
                <a:uLnTx/>
                <a:uFillTx/>
                <a:latin typeface="標楷體"/>
                <a:ea typeface="超研澤粗楷"/>
                <a:cs typeface="+mn-cs"/>
              </a:rPr>
              <a:t>共融共學班</a:t>
            </a:r>
            <a:r>
              <a:rPr kumimoji="0" lang="en-US" altLang="zh-TW" sz="2800" b="0" i="0" u="none" strike="noStrike" kern="100" cap="none" spc="0" normalizeH="0" baseline="0" noProof="0" dirty="0">
                <a:ln>
                  <a:noFill/>
                </a:ln>
                <a:solidFill>
                  <a:srgbClr val="024631"/>
                </a:solidFill>
                <a:effectLst/>
                <a:uLnTx/>
                <a:uFillTx/>
                <a:latin typeface="標楷體"/>
                <a:ea typeface="超研澤粗楷"/>
                <a:cs typeface="+mn-cs"/>
              </a:rPr>
              <a:t>)</a:t>
            </a:r>
            <a:r>
              <a:rPr kumimoji="0" lang="zh-TW" altLang="en-US" sz="2800" b="0" i="0" u="none" strike="noStrike" kern="100" cap="none" spc="0" normalizeH="0" baseline="0" noProof="0" dirty="0">
                <a:ln>
                  <a:noFill/>
                </a:ln>
                <a:solidFill>
                  <a:srgbClr val="024631"/>
                </a:solidFill>
                <a:effectLst/>
                <a:uLnTx/>
                <a:uFillTx/>
                <a:latin typeface="標楷體"/>
                <a:ea typeface="超研澤粗楷"/>
                <a:cs typeface="+mn-cs"/>
              </a:rPr>
              <a:t>、社區資源調查及運用、兒童福利</a:t>
            </a:r>
            <a:r>
              <a:rPr kumimoji="0" lang="en-US" altLang="zh-TW" sz="2800" b="0" i="0" u="none" strike="noStrike" kern="100" cap="none" spc="0" normalizeH="0" baseline="0" noProof="0" dirty="0">
                <a:ln>
                  <a:noFill/>
                </a:ln>
                <a:solidFill>
                  <a:srgbClr val="024631"/>
                </a:solidFill>
                <a:effectLst/>
                <a:uLnTx/>
                <a:uFillTx/>
                <a:latin typeface="標楷體"/>
                <a:ea typeface="超研澤粗楷"/>
                <a:cs typeface="+mn-cs"/>
              </a:rPr>
              <a:t>(</a:t>
            </a:r>
            <a:r>
              <a:rPr kumimoji="0" lang="zh-TW" altLang="en-US" sz="2800" b="0" i="0" u="none" strike="noStrike" kern="100" cap="none" spc="0" normalizeH="0" baseline="0" noProof="0" dirty="0">
                <a:ln>
                  <a:noFill/>
                </a:ln>
                <a:solidFill>
                  <a:srgbClr val="024631"/>
                </a:solidFill>
                <a:effectLst/>
                <a:uLnTx/>
                <a:uFillTx/>
                <a:latin typeface="標楷體"/>
                <a:ea typeface="超研澤粗楷"/>
                <a:cs typeface="+mn-cs"/>
              </a:rPr>
              <a:t>課後陪伴班</a:t>
            </a:r>
            <a:r>
              <a:rPr kumimoji="0" lang="en-US" altLang="zh-TW" sz="2800" b="0" i="0" u="none" strike="noStrike" kern="100" cap="none" spc="0" normalizeH="0" baseline="0" noProof="0" dirty="0">
                <a:ln>
                  <a:noFill/>
                </a:ln>
                <a:solidFill>
                  <a:srgbClr val="024631"/>
                </a:solidFill>
                <a:effectLst/>
                <a:uLnTx/>
                <a:uFillTx/>
                <a:latin typeface="標楷體"/>
                <a:ea typeface="超研澤粗楷"/>
                <a:cs typeface="+mn-cs"/>
              </a:rPr>
              <a:t>) </a:t>
            </a:r>
            <a:r>
              <a:rPr kumimoji="0" lang="zh-TW" altLang="en-US" sz="2800" b="0" i="0" u="none" strike="noStrike" kern="100" cap="none" spc="0" normalizeH="0" baseline="0" noProof="0" dirty="0">
                <a:ln>
                  <a:noFill/>
                </a:ln>
                <a:solidFill>
                  <a:srgbClr val="024631"/>
                </a:solidFill>
                <a:effectLst/>
                <a:uLnTx/>
                <a:uFillTx/>
                <a:latin typeface="標楷體"/>
                <a:ea typeface="超研澤粗楷"/>
                <a:cs typeface="+mn-cs"/>
              </a:rPr>
              <a:t>、社區能量提升等福利展現。</a:t>
            </a:r>
          </a:p>
        </p:txBody>
      </p:sp>
      <p:pic>
        <p:nvPicPr>
          <p:cNvPr id="5" name="Picture 2" descr="D:\桌面 文件 最愛\桌面\水保局\富州設計\富州禮盒正面-去除社區名稱.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373216"/>
            <a:ext cx="9172575" cy="226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489459"/>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2" descr="D:\桌面 文件 最愛\桌面\水保局\富州設計\富州人物-小象-2.pn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6170711" y="-26853"/>
            <a:ext cx="1304970" cy="1313063"/>
          </a:xfrm>
          <a:prstGeom prst="rect">
            <a:avLst/>
          </a:prstGeom>
          <a:noFill/>
          <a:extLst>
            <a:ext uri="{909E8E84-426E-40DD-AFC4-6F175D3DCCD1}">
              <a14:hiddenFill xmlns:a14="http://schemas.microsoft.com/office/drawing/2010/main">
                <a:solidFill>
                  <a:srgbClr val="FFFFFF"/>
                </a:solidFill>
              </a14:hiddenFill>
            </a:ext>
          </a:extLst>
        </p:spPr>
      </p:pic>
      <p:sp>
        <p:nvSpPr>
          <p:cNvPr id="3" name="矩形 2"/>
          <p:cNvSpPr/>
          <p:nvPr/>
        </p:nvSpPr>
        <p:spPr>
          <a:xfrm>
            <a:off x="251520" y="275735"/>
            <a:ext cx="5314275"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4000" b="1" i="0" u="none" strike="noStrike" kern="0" cap="none" spc="0" normalizeH="0" baseline="0" noProof="0" dirty="0">
                <a:ln>
                  <a:noFill/>
                </a:ln>
                <a:solidFill>
                  <a:srgbClr val="DDDDDD">
                    <a:lumMod val="10000"/>
                  </a:srgbClr>
                </a:solidFill>
                <a:effectLst/>
                <a:uLnTx/>
                <a:uFillTx/>
                <a:latin typeface="華康楷書體W7" panose="02010609010101010101" pitchFamily="49" charset="-120"/>
                <a:ea typeface="華康楷書體W7" panose="02010609010101010101" pitchFamily="49" charset="-120"/>
                <a:cs typeface="+mn-cs"/>
              </a:rPr>
              <a:t>九、整體計畫執行方式</a:t>
            </a:r>
            <a:endParaRPr kumimoji="0" lang="zh-TW" altLang="en-US" sz="4000" b="0" i="0" u="none" strike="noStrike" kern="0" cap="none" spc="0" normalizeH="0" baseline="0" noProof="0" dirty="0">
              <a:ln>
                <a:noFill/>
              </a:ln>
              <a:solidFill>
                <a:sysClr val="windowText" lastClr="000000"/>
              </a:solidFill>
              <a:effectLst/>
              <a:uLnTx/>
              <a:uFillTx/>
              <a:latin typeface="Arial"/>
              <a:ea typeface="新細明體"/>
              <a:cs typeface="+mn-cs"/>
            </a:endParaRPr>
          </a:p>
        </p:txBody>
      </p:sp>
      <p:sp>
        <p:nvSpPr>
          <p:cNvPr id="4" name="矩形 3"/>
          <p:cNvSpPr/>
          <p:nvPr/>
        </p:nvSpPr>
        <p:spPr>
          <a:xfrm>
            <a:off x="395536" y="1286210"/>
            <a:ext cx="8208911" cy="4030334"/>
          </a:xfrm>
          <a:prstGeom prst="rect">
            <a:avLst/>
          </a:prstGeom>
        </p:spPr>
        <p:txBody>
          <a:bodyPr wrap="square">
            <a:spAutoFit/>
          </a:bodyPr>
          <a:lstStyle/>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en-US" altLang="zh-TW" sz="3600" b="1" i="0" u="none" strike="noStrike" kern="100" cap="none" spc="0" normalizeH="0" baseline="0" noProof="0" dirty="0">
                <a:ln>
                  <a:noFill/>
                </a:ln>
                <a:solidFill>
                  <a:srgbClr val="024631"/>
                </a:solidFill>
                <a:effectLst/>
                <a:uLnTx/>
                <a:uFillTx/>
                <a:latin typeface="標楷體"/>
                <a:ea typeface="超研澤粗楷"/>
                <a:cs typeface="+mn-cs"/>
              </a:rPr>
              <a:t>5.</a:t>
            </a:r>
            <a:r>
              <a:rPr kumimoji="0" lang="zh-TW" altLang="en-US" sz="3600" b="1" i="0" u="none" strike="noStrike" kern="100" cap="none" spc="0" normalizeH="0" baseline="0" noProof="0" dirty="0">
                <a:ln>
                  <a:noFill/>
                </a:ln>
                <a:solidFill>
                  <a:srgbClr val="024631"/>
                </a:solidFill>
                <a:effectLst/>
                <a:uLnTx/>
                <a:uFillTx/>
                <a:latin typeface="標楷體"/>
                <a:ea typeface="超研澤粗楷"/>
                <a:cs typeface="+mn-cs"/>
              </a:rPr>
              <a:t>社區齊步走  共同打造溫暖大竹山</a:t>
            </a:r>
          </a:p>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zh-TW" altLang="en-US" sz="2600" b="0" i="0" u="none" strike="noStrike" kern="100" cap="none" spc="0" normalizeH="0" baseline="0" noProof="0" dirty="0">
                <a:ln>
                  <a:noFill/>
                </a:ln>
                <a:solidFill>
                  <a:srgbClr val="024631"/>
                </a:solidFill>
                <a:effectLst/>
                <a:uLnTx/>
                <a:uFillTx/>
                <a:latin typeface="標楷體"/>
                <a:ea typeface="超研澤粗楷"/>
                <a:cs typeface="+mn-cs"/>
              </a:rPr>
              <a:t>富州社區為卓越社區，責無旁貸帶領其他社區一起成長，還有全國甲等社區延正社區為輔，透過本次福利化社區旗艦競爭型計畫，提升六個社區在福利服務工作上之運作能力，一起萌芽茁壯，並兼具實質之福利工作推展，再透過資源整合，區域發展的合作協助，將有限資源，開創無限希望，打造快樂溫暖生活在大竹山的福利幸福好環境。</a:t>
            </a:r>
          </a:p>
        </p:txBody>
      </p:sp>
      <p:pic>
        <p:nvPicPr>
          <p:cNvPr id="7" name="Picture 2" descr="D:\桌面 文件 最愛\桌面\水保局\富州設計\富州禮盒正面-去除社區名稱.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322622"/>
            <a:ext cx="9172575" cy="226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9398285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2" descr="D:\桌面 文件 最愛\桌面\水保局\富州設計\富州人物-小象-2.pn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6170711" y="-26853"/>
            <a:ext cx="1304970" cy="1313063"/>
          </a:xfrm>
          <a:prstGeom prst="rect">
            <a:avLst/>
          </a:prstGeom>
          <a:noFill/>
          <a:extLst>
            <a:ext uri="{909E8E84-426E-40DD-AFC4-6F175D3DCCD1}">
              <a14:hiddenFill xmlns:a14="http://schemas.microsoft.com/office/drawing/2010/main">
                <a:solidFill>
                  <a:srgbClr val="FFFFFF"/>
                </a:solidFill>
              </a14:hiddenFill>
            </a:ext>
          </a:extLst>
        </p:spPr>
      </p:pic>
      <p:sp>
        <p:nvSpPr>
          <p:cNvPr id="3" name="矩形 2"/>
          <p:cNvSpPr/>
          <p:nvPr/>
        </p:nvSpPr>
        <p:spPr>
          <a:xfrm>
            <a:off x="395536" y="378007"/>
            <a:ext cx="5487143"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4000" b="1" i="0" u="none" strike="noStrike" kern="0" cap="none" spc="0" normalizeH="0" baseline="0" noProof="0" dirty="0">
                <a:ln>
                  <a:noFill/>
                </a:ln>
                <a:solidFill>
                  <a:srgbClr val="DDDDDD">
                    <a:lumMod val="10000"/>
                  </a:srgbClr>
                </a:solidFill>
                <a:effectLst/>
                <a:uLnTx/>
                <a:uFillTx/>
                <a:latin typeface="華康楷書體W7" panose="02010609010101010101" pitchFamily="49" charset="-120"/>
                <a:ea typeface="華康楷書體W7" panose="02010609010101010101" pitchFamily="49" charset="-120"/>
                <a:cs typeface="+mn-cs"/>
              </a:rPr>
              <a:t>九、整體計畫執行方式</a:t>
            </a:r>
            <a:endParaRPr kumimoji="0" lang="zh-TW" altLang="en-US" sz="4000" b="0" i="0" u="none" strike="noStrike" kern="0" cap="none" spc="0" normalizeH="0" baseline="0" noProof="0" dirty="0">
              <a:ln>
                <a:noFill/>
              </a:ln>
              <a:solidFill>
                <a:sysClr val="windowText" lastClr="000000"/>
              </a:solidFill>
              <a:effectLst/>
              <a:uLnTx/>
              <a:uFillTx/>
              <a:latin typeface="Arial"/>
              <a:ea typeface="新細明體"/>
              <a:cs typeface="+mn-cs"/>
            </a:endParaRPr>
          </a:p>
        </p:txBody>
      </p:sp>
      <p:sp>
        <p:nvSpPr>
          <p:cNvPr id="4" name="矩形 3"/>
          <p:cNvSpPr/>
          <p:nvPr/>
        </p:nvSpPr>
        <p:spPr>
          <a:xfrm>
            <a:off x="395536" y="1286210"/>
            <a:ext cx="8208911" cy="4225772"/>
          </a:xfrm>
          <a:prstGeom prst="rect">
            <a:avLst/>
          </a:prstGeom>
        </p:spPr>
        <p:txBody>
          <a:bodyPr wrap="square">
            <a:spAutoFit/>
          </a:bodyPr>
          <a:lstStyle/>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en-US" altLang="zh-TW" sz="3600" b="1" i="0" u="none" strike="noStrike" kern="100" cap="none" spc="0" normalizeH="0" baseline="0" noProof="0" dirty="0">
                <a:ln>
                  <a:noFill/>
                </a:ln>
                <a:solidFill>
                  <a:srgbClr val="024631"/>
                </a:solidFill>
                <a:effectLst/>
                <a:uLnTx/>
                <a:uFillTx/>
                <a:latin typeface="標楷體"/>
                <a:ea typeface="超研澤粗楷"/>
                <a:cs typeface="+mn-cs"/>
              </a:rPr>
              <a:t>6.</a:t>
            </a:r>
            <a:r>
              <a:rPr kumimoji="0" lang="zh-TW" altLang="en-US" sz="3600" b="1" i="0" u="none" strike="noStrike" kern="100" cap="none" spc="0" normalizeH="0" baseline="0" noProof="0" dirty="0">
                <a:ln>
                  <a:noFill/>
                </a:ln>
                <a:solidFill>
                  <a:srgbClr val="024631"/>
                </a:solidFill>
                <a:effectLst/>
                <a:uLnTx/>
                <a:uFillTx/>
                <a:latin typeface="標楷體"/>
                <a:ea typeface="超研澤粗楷"/>
                <a:cs typeface="+mn-cs"/>
              </a:rPr>
              <a:t>成果發表  再創高峰</a:t>
            </a:r>
          </a:p>
          <a:p>
            <a:pPr marL="455295" marR="0" lvl="0" indent="0" algn="l" defTabSz="914400" rtl="0" eaLnBrk="0" fontAlgn="base" latinLnBrk="0" hangingPunct="0">
              <a:lnSpc>
                <a:spcPct val="115000"/>
              </a:lnSpc>
              <a:spcBef>
                <a:spcPct val="20000"/>
              </a:spcBef>
              <a:spcAft>
                <a:spcPts val="0"/>
              </a:spcAft>
              <a:buClr>
                <a:srgbClr val="69AAB1"/>
              </a:buClr>
              <a:buSzTx/>
              <a:buFontTx/>
              <a:buNone/>
              <a:tabLst/>
              <a:defRPr/>
            </a:pPr>
            <a:r>
              <a:rPr kumimoji="0" lang="zh-TW" altLang="en-US" sz="3200" b="0" i="0" u="none" strike="noStrike" kern="100" cap="none" spc="0" normalizeH="0" baseline="0" noProof="0" dirty="0">
                <a:ln>
                  <a:noFill/>
                </a:ln>
                <a:solidFill>
                  <a:srgbClr val="024631"/>
                </a:solidFill>
                <a:effectLst/>
                <a:uLnTx/>
                <a:uFillTx/>
                <a:latin typeface="標楷體"/>
                <a:ea typeface="超研澤粗楷"/>
                <a:cs typeface="+mn-cs"/>
              </a:rPr>
              <a:t>計畫每年期結束前，辦理成果發表會，並透過個案之成長紀錄以及志工投入工作心得，進行價值分享研討及評估，針對計畫內容執行策略討論及調整修正，增加社區參與，讓福利化社區旗艦競爭型計畫效益再創高峰。</a:t>
            </a:r>
          </a:p>
        </p:txBody>
      </p:sp>
      <p:pic>
        <p:nvPicPr>
          <p:cNvPr id="5" name="Picture 2" descr="D:\桌面 文件 最愛\桌面\水保局\富州設計\富州禮盒正面-去除社區名稱.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373216"/>
            <a:ext cx="9172575" cy="226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1154661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latin typeface="華康楷書體W7" panose="02010609010101010101" pitchFamily="49" charset="-120"/>
                <a:ea typeface="華康楷書體W7" panose="02010609010101010101" pitchFamily="49" charset="-120"/>
              </a:rPr>
              <a:t>十、</a:t>
            </a:r>
            <a:r>
              <a:rPr lang="zh-TW" altLang="zh-TW" sz="4000" kern="2600" dirty="0">
                <a:ea typeface="標楷體"/>
                <a:cs typeface="Times New Roman"/>
              </a:rPr>
              <a:t>人力配置</a:t>
            </a:r>
            <a:endParaRPr lang="zh-TW" altLang="en-US" sz="4000" dirty="0">
              <a:latin typeface="華康楷書體W7" panose="02010609010101010101" pitchFamily="49" charset="-120"/>
              <a:ea typeface="華康楷書體W7" panose="02010609010101010101" pitchFamily="49" charset="-120"/>
            </a:endParaRPr>
          </a:p>
        </p:txBody>
      </p:sp>
      <p:graphicFrame>
        <p:nvGraphicFramePr>
          <p:cNvPr id="4" name="表格 3"/>
          <p:cNvGraphicFramePr>
            <a:graphicFrameLocks noGrp="1"/>
          </p:cNvGraphicFramePr>
          <p:nvPr/>
        </p:nvGraphicFramePr>
        <p:xfrm>
          <a:off x="611560" y="994177"/>
          <a:ext cx="7632848" cy="5842483"/>
        </p:xfrm>
        <a:graphic>
          <a:graphicData uri="http://schemas.openxmlformats.org/drawingml/2006/table">
            <a:tbl>
              <a:tblPr firstRow="1" firstCol="1" bandRow="1" bandCol="1"/>
              <a:tblGrid>
                <a:gridCol w="1742553">
                  <a:extLst>
                    <a:ext uri="{9D8B030D-6E8A-4147-A177-3AD203B41FA5}">
                      <a16:colId xmlns:a16="http://schemas.microsoft.com/office/drawing/2014/main" val="20000"/>
                    </a:ext>
                  </a:extLst>
                </a:gridCol>
                <a:gridCol w="993749">
                  <a:extLst>
                    <a:ext uri="{9D8B030D-6E8A-4147-A177-3AD203B41FA5}">
                      <a16:colId xmlns:a16="http://schemas.microsoft.com/office/drawing/2014/main" val="20001"/>
                    </a:ext>
                  </a:extLst>
                </a:gridCol>
                <a:gridCol w="792088">
                  <a:extLst>
                    <a:ext uri="{9D8B030D-6E8A-4147-A177-3AD203B41FA5}">
                      <a16:colId xmlns:a16="http://schemas.microsoft.com/office/drawing/2014/main" val="20002"/>
                    </a:ext>
                  </a:extLst>
                </a:gridCol>
                <a:gridCol w="3240362">
                  <a:extLst>
                    <a:ext uri="{9D8B030D-6E8A-4147-A177-3AD203B41FA5}">
                      <a16:colId xmlns:a16="http://schemas.microsoft.com/office/drawing/2014/main" val="20003"/>
                    </a:ext>
                  </a:extLst>
                </a:gridCol>
                <a:gridCol w="864096">
                  <a:extLst>
                    <a:ext uri="{9D8B030D-6E8A-4147-A177-3AD203B41FA5}">
                      <a16:colId xmlns:a16="http://schemas.microsoft.com/office/drawing/2014/main" val="20004"/>
                    </a:ext>
                  </a:extLst>
                </a:gridCol>
              </a:tblGrid>
              <a:tr h="431947">
                <a:tc>
                  <a:txBody>
                    <a:bodyPr/>
                    <a:lstStyle/>
                    <a:p>
                      <a:pPr algn="ctr">
                        <a:spcAft>
                          <a:spcPts val="0"/>
                        </a:spcAft>
                      </a:pPr>
                      <a:r>
                        <a:rPr lang="zh-TW" sz="1400" kern="100" dirty="0">
                          <a:solidFill>
                            <a:schemeClr val="bg2">
                              <a:lumMod val="10000"/>
                            </a:schemeClr>
                          </a:solidFill>
                          <a:effectLst/>
                          <a:latin typeface="Times New Roman"/>
                          <a:ea typeface="標楷體"/>
                        </a:rPr>
                        <a:t>計畫項目</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400" kern="100">
                          <a:solidFill>
                            <a:schemeClr val="bg2">
                              <a:lumMod val="10000"/>
                            </a:schemeClr>
                          </a:solidFill>
                          <a:effectLst/>
                          <a:latin typeface="Times New Roman"/>
                          <a:ea typeface="標楷體"/>
                        </a:rPr>
                        <a:t>負責人</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400" kern="100">
                          <a:solidFill>
                            <a:schemeClr val="bg2">
                              <a:lumMod val="10000"/>
                            </a:schemeClr>
                          </a:solidFill>
                          <a:effectLst/>
                          <a:latin typeface="標楷體"/>
                          <a:ea typeface="超研澤粗楷"/>
                        </a:rPr>
                        <a:t> </a:t>
                      </a:r>
                      <a:r>
                        <a:rPr lang="zh-TW" sz="1400" kern="100">
                          <a:solidFill>
                            <a:schemeClr val="bg2">
                              <a:lumMod val="10000"/>
                            </a:schemeClr>
                          </a:solidFill>
                          <a:effectLst/>
                          <a:latin typeface="Times New Roman"/>
                          <a:ea typeface="標楷體"/>
                        </a:rPr>
                        <a:t>人員</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400" kern="100" dirty="0">
                          <a:solidFill>
                            <a:schemeClr val="bg2">
                              <a:lumMod val="10000"/>
                            </a:schemeClr>
                          </a:solidFill>
                          <a:effectLst/>
                          <a:latin typeface="Times New Roman"/>
                          <a:ea typeface="標楷體"/>
                        </a:rPr>
                        <a:t>負責內容</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備註</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65577">
                <a:tc>
                  <a:txBody>
                    <a:bodyPr/>
                    <a:lstStyle/>
                    <a:p>
                      <a:pPr>
                        <a:spcAft>
                          <a:spcPts val="0"/>
                        </a:spcAft>
                      </a:pPr>
                      <a:r>
                        <a:rPr lang="zh-TW" sz="1400" kern="100" dirty="0">
                          <a:solidFill>
                            <a:schemeClr val="bg2">
                              <a:lumMod val="10000"/>
                            </a:schemeClr>
                          </a:solidFill>
                          <a:effectLst/>
                          <a:latin typeface="Times New Roman"/>
                          <a:ea typeface="標楷體"/>
                        </a:rPr>
                        <a:t>計畫總負責人</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楊麗娜</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各小組</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負責計畫統籌會議召開之職掌</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13">
                  <a:txBody>
                    <a:bodyPr/>
                    <a:lstStyle/>
                    <a:p>
                      <a:pPr>
                        <a:spcAft>
                          <a:spcPts val="0"/>
                        </a:spcAft>
                      </a:pPr>
                      <a:r>
                        <a:rPr lang="en-US" sz="1400" kern="100" dirty="0">
                          <a:solidFill>
                            <a:schemeClr val="bg2">
                              <a:lumMod val="10000"/>
                            </a:schemeClr>
                          </a:solidFill>
                          <a:effectLst/>
                          <a:latin typeface="標楷體"/>
                          <a:ea typeface="超研澤粗楷"/>
                        </a:rPr>
                        <a:t> </a:t>
                      </a:r>
                      <a:endParaRPr lang="zh-TW" sz="1400" kern="100" dirty="0">
                        <a:solidFill>
                          <a:schemeClr val="bg2">
                            <a:lumMod val="10000"/>
                          </a:schemeClr>
                        </a:solidFill>
                        <a:effectLst/>
                        <a:latin typeface="Times New Roman"/>
                        <a:ea typeface="超研澤粗楷"/>
                      </a:endParaRPr>
                    </a:p>
                    <a:p>
                      <a:pPr>
                        <a:spcAft>
                          <a:spcPts val="0"/>
                        </a:spcAft>
                      </a:pPr>
                      <a:r>
                        <a:rPr lang="zh-TW" sz="1400" kern="100" dirty="0">
                          <a:solidFill>
                            <a:schemeClr val="bg2">
                              <a:lumMod val="10000"/>
                            </a:schemeClr>
                          </a:solidFill>
                          <a:effectLst/>
                          <a:latin typeface="Times New Roman"/>
                          <a:ea typeface="標楷體"/>
                        </a:rPr>
                        <a:t>專案經理人業務協助執行</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29029">
                <a:tc>
                  <a:txBody>
                    <a:bodyPr/>
                    <a:lstStyle/>
                    <a:p>
                      <a:pPr>
                        <a:spcAft>
                          <a:spcPts val="0"/>
                        </a:spcAft>
                      </a:pPr>
                      <a:r>
                        <a:rPr lang="zh-TW" sz="1400" kern="100" dirty="0">
                          <a:solidFill>
                            <a:schemeClr val="bg2">
                              <a:lumMod val="10000"/>
                            </a:schemeClr>
                          </a:solidFill>
                          <a:effectLst/>
                          <a:latin typeface="Times New Roman"/>
                          <a:ea typeface="標楷體"/>
                        </a:rPr>
                        <a:t>計畫總幹事</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楊莉理</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各社區</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協調整合及計畫分工業務</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2"/>
                  </a:ext>
                </a:extLst>
              </a:tr>
              <a:tr h="431947">
                <a:tc>
                  <a:txBody>
                    <a:bodyPr/>
                    <a:lstStyle/>
                    <a:p>
                      <a:pPr>
                        <a:spcAft>
                          <a:spcPts val="0"/>
                        </a:spcAft>
                      </a:pPr>
                      <a:r>
                        <a:rPr lang="zh-TW" sz="1400" kern="100">
                          <a:solidFill>
                            <a:schemeClr val="bg2">
                              <a:lumMod val="10000"/>
                            </a:schemeClr>
                          </a:solidFill>
                          <a:effectLst/>
                          <a:latin typeface="Times New Roman"/>
                          <a:ea typeface="標楷體"/>
                        </a:rPr>
                        <a:t>幹部培訓及社區聯繫會報</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楊莉理</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各小組</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福利社區幹部培訓及聯繫會報執行</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3"/>
                  </a:ext>
                </a:extLst>
              </a:tr>
              <a:tr h="461323">
                <a:tc>
                  <a:txBody>
                    <a:bodyPr/>
                    <a:lstStyle/>
                    <a:p>
                      <a:pPr>
                        <a:spcAft>
                          <a:spcPts val="0"/>
                        </a:spcAft>
                      </a:pPr>
                      <a:r>
                        <a:rPr lang="zh-TW" sz="1400" kern="100">
                          <a:solidFill>
                            <a:schemeClr val="bg2">
                              <a:lumMod val="10000"/>
                            </a:schemeClr>
                          </a:solidFill>
                          <a:effectLst/>
                          <a:latin typeface="Times New Roman"/>
                          <a:ea typeface="標楷體"/>
                        </a:rPr>
                        <a:t>社區老人福利</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管梅秀</a:t>
                      </a:r>
                      <a:endParaRPr lang="zh-TW" sz="1400" kern="100" dirty="0">
                        <a:solidFill>
                          <a:schemeClr val="bg2">
                            <a:lumMod val="10000"/>
                          </a:schemeClr>
                        </a:solidFill>
                        <a:effectLst/>
                        <a:latin typeface="Times New Roman"/>
                        <a:ea typeface="超研澤粗楷"/>
                      </a:endParaRPr>
                    </a:p>
                    <a:p>
                      <a:pPr>
                        <a:spcAft>
                          <a:spcPts val="0"/>
                        </a:spcAft>
                      </a:pPr>
                      <a:r>
                        <a:rPr lang="zh-TW" sz="1400" kern="100" dirty="0">
                          <a:solidFill>
                            <a:schemeClr val="bg2">
                              <a:lumMod val="10000"/>
                            </a:schemeClr>
                          </a:solidFill>
                          <a:effectLst/>
                          <a:latin typeface="Times New Roman"/>
                          <a:ea typeface="標楷體"/>
                        </a:rPr>
                        <a:t>楊麗娜</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各社區</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老人福利計畫執行與資料匯整</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4"/>
                  </a:ext>
                </a:extLst>
              </a:tr>
              <a:tr h="431947">
                <a:tc>
                  <a:txBody>
                    <a:bodyPr/>
                    <a:lstStyle/>
                    <a:p>
                      <a:pPr>
                        <a:spcAft>
                          <a:spcPts val="0"/>
                        </a:spcAft>
                      </a:pPr>
                      <a:r>
                        <a:rPr lang="zh-TW" sz="1400" kern="100">
                          <a:solidFill>
                            <a:schemeClr val="bg2">
                              <a:lumMod val="10000"/>
                            </a:schemeClr>
                          </a:solidFill>
                          <a:effectLst/>
                          <a:latin typeface="Times New Roman"/>
                          <a:ea typeface="標楷體"/>
                        </a:rPr>
                        <a:t>新住民及婦女福利</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曾鈺琄</a:t>
                      </a:r>
                      <a:endParaRPr lang="zh-TW" sz="1400" kern="100" dirty="0">
                        <a:solidFill>
                          <a:schemeClr val="bg2">
                            <a:lumMod val="10000"/>
                          </a:schemeClr>
                        </a:solidFill>
                        <a:effectLst/>
                        <a:latin typeface="Times New Roman"/>
                        <a:ea typeface="超研澤粗楷"/>
                      </a:endParaRPr>
                    </a:p>
                    <a:p>
                      <a:pPr>
                        <a:spcAft>
                          <a:spcPts val="0"/>
                        </a:spcAft>
                      </a:pPr>
                      <a:r>
                        <a:rPr lang="zh-TW" sz="1400" kern="100" dirty="0">
                          <a:solidFill>
                            <a:schemeClr val="bg2">
                              <a:lumMod val="10000"/>
                            </a:schemeClr>
                          </a:solidFill>
                          <a:effectLst/>
                          <a:latin typeface="Times New Roman"/>
                          <a:ea typeface="標楷體"/>
                        </a:rPr>
                        <a:t>朱崇慕</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各社區</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新住民婦女福利計畫執行與資料匯整</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5"/>
                  </a:ext>
                </a:extLst>
              </a:tr>
              <a:tr h="481997">
                <a:tc>
                  <a:txBody>
                    <a:bodyPr/>
                    <a:lstStyle/>
                    <a:p>
                      <a:pPr>
                        <a:spcAft>
                          <a:spcPts val="0"/>
                        </a:spcAft>
                      </a:pPr>
                      <a:r>
                        <a:rPr lang="zh-TW" sz="1400" kern="100">
                          <a:solidFill>
                            <a:schemeClr val="bg2">
                              <a:lumMod val="10000"/>
                            </a:schemeClr>
                          </a:solidFill>
                          <a:effectLst/>
                          <a:latin typeface="Times New Roman"/>
                          <a:ea typeface="標楷體"/>
                        </a:rPr>
                        <a:t>兒少課後陪伴福利</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林鴻義</a:t>
                      </a:r>
                      <a:endParaRPr lang="zh-TW" sz="1400" kern="100">
                        <a:solidFill>
                          <a:schemeClr val="bg2">
                            <a:lumMod val="10000"/>
                          </a:schemeClr>
                        </a:solidFill>
                        <a:effectLst/>
                        <a:latin typeface="Times New Roman"/>
                        <a:ea typeface="超研澤粗楷"/>
                      </a:endParaRPr>
                    </a:p>
                    <a:p>
                      <a:pPr>
                        <a:spcAft>
                          <a:spcPts val="0"/>
                        </a:spcAft>
                      </a:pPr>
                      <a:r>
                        <a:rPr lang="zh-TW" sz="1400" kern="100">
                          <a:solidFill>
                            <a:schemeClr val="bg2">
                              <a:lumMod val="10000"/>
                            </a:schemeClr>
                          </a:solidFill>
                          <a:effectLst/>
                          <a:latin typeface="Times New Roman"/>
                          <a:ea typeface="標楷體"/>
                        </a:rPr>
                        <a:t>林志豪</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cs typeface="新細明體"/>
                        </a:rPr>
                        <a:t>各社區</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兒少福利計畫執行與資料匯整</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6"/>
                  </a:ext>
                </a:extLst>
              </a:tr>
              <a:tr h="421066">
                <a:tc>
                  <a:txBody>
                    <a:bodyPr/>
                    <a:lstStyle/>
                    <a:p>
                      <a:pPr>
                        <a:spcAft>
                          <a:spcPts val="0"/>
                        </a:spcAft>
                      </a:pPr>
                      <a:r>
                        <a:rPr lang="zh-TW" sz="1400" kern="100">
                          <a:solidFill>
                            <a:schemeClr val="bg2">
                              <a:lumMod val="10000"/>
                            </a:schemeClr>
                          </a:solidFill>
                          <a:effectLst/>
                          <a:latin typeface="Times New Roman"/>
                          <a:ea typeface="標楷體"/>
                        </a:rPr>
                        <a:t>竹風車入口意象</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林志豪</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各社區</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社區產業計畫執行與資料匯整</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7"/>
                  </a:ext>
                </a:extLst>
              </a:tr>
              <a:tr h="502669">
                <a:tc>
                  <a:txBody>
                    <a:bodyPr/>
                    <a:lstStyle/>
                    <a:p>
                      <a:pPr>
                        <a:spcAft>
                          <a:spcPts val="0"/>
                        </a:spcAft>
                      </a:pPr>
                      <a:r>
                        <a:rPr lang="zh-TW" sz="1400" kern="100">
                          <a:solidFill>
                            <a:schemeClr val="bg2">
                              <a:lumMod val="10000"/>
                            </a:schemeClr>
                          </a:solidFill>
                          <a:effectLst/>
                          <a:latin typeface="Times New Roman"/>
                          <a:ea typeface="標楷體"/>
                        </a:rPr>
                        <a:t>社區資源調查特色發掘與串聯</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陳朝焚</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各社區</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社區資源調查講師與課程安排</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8"/>
                  </a:ext>
                </a:extLst>
              </a:tr>
              <a:tr h="385706">
                <a:tc>
                  <a:txBody>
                    <a:bodyPr/>
                    <a:lstStyle/>
                    <a:p>
                      <a:pPr>
                        <a:spcAft>
                          <a:spcPts val="0"/>
                        </a:spcAft>
                      </a:pPr>
                      <a:r>
                        <a:rPr lang="zh-TW" sz="1400" kern="100">
                          <a:solidFill>
                            <a:schemeClr val="bg2">
                              <a:lumMod val="10000"/>
                            </a:schemeClr>
                          </a:solidFill>
                          <a:effectLst/>
                          <a:latin typeface="Times New Roman"/>
                          <a:ea typeface="標楷體"/>
                        </a:rPr>
                        <a:t>志工培訓</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曾雪芳</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各社區</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志工幹部訓練講師與課程安排</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9"/>
                  </a:ext>
                </a:extLst>
              </a:tr>
              <a:tr h="365577">
                <a:tc>
                  <a:txBody>
                    <a:bodyPr/>
                    <a:lstStyle/>
                    <a:p>
                      <a:pPr>
                        <a:spcAft>
                          <a:spcPts val="0"/>
                        </a:spcAft>
                      </a:pPr>
                      <a:r>
                        <a:rPr lang="zh-TW" sz="1400" kern="100">
                          <a:solidFill>
                            <a:schemeClr val="bg2">
                              <a:lumMod val="10000"/>
                            </a:schemeClr>
                          </a:solidFill>
                          <a:effectLst/>
                          <a:latin typeface="Times New Roman"/>
                          <a:ea typeface="標楷體"/>
                        </a:rPr>
                        <a:t>旗艦特刊報導</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楊莉理</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各社區</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旗艦報導委員會召集、特刊發行</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10"/>
                  </a:ext>
                </a:extLst>
              </a:tr>
              <a:tr h="548366">
                <a:tc>
                  <a:txBody>
                    <a:bodyPr/>
                    <a:lstStyle/>
                    <a:p>
                      <a:pPr>
                        <a:spcAft>
                          <a:spcPts val="0"/>
                        </a:spcAft>
                      </a:pPr>
                      <a:r>
                        <a:rPr lang="zh-TW" sz="1400" kern="100" dirty="0">
                          <a:solidFill>
                            <a:schemeClr val="bg2">
                              <a:lumMod val="10000"/>
                            </a:schemeClr>
                          </a:solidFill>
                          <a:effectLst/>
                          <a:latin typeface="Times New Roman"/>
                          <a:ea typeface="標楷體"/>
                        </a:rPr>
                        <a:t>財務</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陳薰玲</a:t>
                      </a:r>
                      <a:endParaRPr lang="zh-TW" sz="1400" kern="100">
                        <a:solidFill>
                          <a:schemeClr val="bg2">
                            <a:lumMod val="10000"/>
                          </a:schemeClr>
                        </a:solidFill>
                        <a:effectLst/>
                        <a:latin typeface="Times New Roman"/>
                        <a:ea typeface="超研澤粗楷"/>
                      </a:endParaRPr>
                    </a:p>
                    <a:p>
                      <a:pPr>
                        <a:spcAft>
                          <a:spcPts val="0"/>
                        </a:spcAft>
                      </a:pPr>
                      <a:r>
                        <a:rPr lang="zh-TW" sz="1400" kern="100">
                          <a:solidFill>
                            <a:schemeClr val="bg2">
                              <a:lumMod val="10000"/>
                            </a:schemeClr>
                          </a:solidFill>
                          <a:effectLst/>
                          <a:latin typeface="Times New Roman"/>
                          <a:ea typeface="標楷體"/>
                        </a:rPr>
                        <a:t>陳碧貞</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會計</a:t>
                      </a:r>
                      <a:endParaRPr lang="zh-TW" sz="1400" kern="100">
                        <a:solidFill>
                          <a:schemeClr val="bg2">
                            <a:lumMod val="10000"/>
                          </a:schemeClr>
                        </a:solidFill>
                        <a:effectLst/>
                        <a:latin typeface="Times New Roman"/>
                        <a:ea typeface="超研澤粗楷"/>
                      </a:endParaRPr>
                    </a:p>
                    <a:p>
                      <a:pPr>
                        <a:spcAft>
                          <a:spcPts val="0"/>
                        </a:spcAft>
                      </a:pPr>
                      <a:r>
                        <a:rPr lang="zh-TW" sz="1400" kern="100">
                          <a:solidFill>
                            <a:schemeClr val="bg2">
                              <a:lumMod val="10000"/>
                            </a:schemeClr>
                          </a:solidFill>
                          <a:effectLst/>
                          <a:latin typeface="Times New Roman"/>
                          <a:ea typeface="標楷體"/>
                        </a:rPr>
                        <a:t>出納</a:t>
                      </a:r>
                      <a:endParaRPr lang="zh-TW" sz="1400" kern="100">
                        <a:solidFill>
                          <a:schemeClr val="bg2">
                            <a:lumMod val="10000"/>
                          </a:schemeClr>
                        </a:solidFill>
                        <a:effectLst/>
                        <a:latin typeface="Times New Roman"/>
                        <a:ea typeface="超研澤粗楷"/>
                      </a:endParaRPr>
                    </a:p>
                    <a:p>
                      <a:pPr>
                        <a:spcAft>
                          <a:spcPts val="0"/>
                        </a:spcAft>
                      </a:pPr>
                      <a:r>
                        <a:rPr lang="zh-TW" sz="1400" kern="100">
                          <a:solidFill>
                            <a:schemeClr val="bg2">
                              <a:lumMod val="10000"/>
                            </a:schemeClr>
                          </a:solidFill>
                          <a:effectLst/>
                          <a:latin typeface="Times New Roman"/>
                          <a:ea typeface="標楷體"/>
                        </a:rPr>
                        <a:t>紀月琴</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協助財務業務的管理</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11"/>
                  </a:ext>
                </a:extLst>
              </a:tr>
              <a:tr h="261671">
                <a:tc>
                  <a:txBody>
                    <a:bodyPr/>
                    <a:lstStyle/>
                    <a:p>
                      <a:pPr>
                        <a:spcAft>
                          <a:spcPts val="0"/>
                        </a:spcAft>
                      </a:pPr>
                      <a:r>
                        <a:rPr lang="zh-TW" sz="1400" kern="100">
                          <a:solidFill>
                            <a:schemeClr val="bg2">
                              <a:lumMod val="10000"/>
                            </a:schemeClr>
                          </a:solidFill>
                          <a:effectLst/>
                          <a:latin typeface="Times New Roman"/>
                          <a:ea typeface="標楷體"/>
                        </a:rPr>
                        <a:t>進度管理</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楊莉理</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各社區</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監督執行進度</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12"/>
                  </a:ext>
                </a:extLst>
              </a:tr>
              <a:tr h="431947">
                <a:tc>
                  <a:txBody>
                    <a:bodyPr/>
                    <a:lstStyle/>
                    <a:p>
                      <a:pPr>
                        <a:spcAft>
                          <a:spcPts val="0"/>
                        </a:spcAft>
                      </a:pPr>
                      <a:r>
                        <a:rPr lang="zh-TW" sz="1400" kern="100">
                          <a:solidFill>
                            <a:schemeClr val="bg2">
                              <a:lumMod val="10000"/>
                            </a:schemeClr>
                          </a:solidFill>
                          <a:effectLst/>
                          <a:latin typeface="Times New Roman"/>
                          <a:ea typeface="標楷體"/>
                        </a:rPr>
                        <a:t>月專案報告</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楊麗娜</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a:solidFill>
                            <a:schemeClr val="bg2">
                              <a:lumMod val="10000"/>
                            </a:schemeClr>
                          </a:solidFill>
                          <a:effectLst/>
                          <a:latin typeface="Times New Roman"/>
                          <a:ea typeface="標楷體"/>
                        </a:rPr>
                        <a:t>各社區</a:t>
                      </a:r>
                      <a:endParaRPr lang="zh-TW" sz="1400" kern="10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1400" kern="100" dirty="0">
                          <a:solidFill>
                            <a:schemeClr val="bg2">
                              <a:lumMod val="10000"/>
                            </a:schemeClr>
                          </a:solidFill>
                          <a:effectLst/>
                          <a:latin typeface="Times New Roman"/>
                          <a:ea typeface="標楷體"/>
                        </a:rPr>
                        <a:t>聯繫會報</a:t>
                      </a:r>
                      <a:endParaRPr lang="zh-TW" sz="1400" kern="100" dirty="0">
                        <a:solidFill>
                          <a:schemeClr val="bg2">
                            <a:lumMod val="10000"/>
                          </a:schemeClr>
                        </a:solidFill>
                        <a:effectLst/>
                        <a:latin typeface="Times New Roman"/>
                        <a:ea typeface="超研澤粗楷"/>
                      </a:endParaRPr>
                    </a:p>
                  </a:txBody>
                  <a:tcPr marL="55274" marR="5527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59152344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4000" dirty="0">
                <a:latin typeface="華康楷書體W7" panose="02010609010101010101" pitchFamily="49" charset="-120"/>
                <a:ea typeface="華康楷書體W7" panose="02010609010101010101" pitchFamily="49" charset="-120"/>
              </a:rPr>
              <a:t>十一、</a:t>
            </a:r>
            <a:r>
              <a:rPr lang="zh-TW" altLang="zh-TW" sz="4000" kern="2600" dirty="0">
                <a:ea typeface="標楷體"/>
                <a:cs typeface="Times New Roman"/>
              </a:rPr>
              <a:t>計畫期程</a:t>
            </a:r>
            <a:endParaRPr lang="zh-TW" altLang="en-US" sz="4000" dirty="0">
              <a:latin typeface="華康楷書體W7" panose="02010609010101010101" pitchFamily="49" charset="-120"/>
              <a:ea typeface="華康楷書體W7" panose="02010609010101010101" pitchFamily="49" charset="-120"/>
            </a:endParaRPr>
          </a:p>
        </p:txBody>
      </p:sp>
      <p:graphicFrame>
        <p:nvGraphicFramePr>
          <p:cNvPr id="3" name="表格 2"/>
          <p:cNvGraphicFramePr>
            <a:graphicFrameLocks noGrp="1"/>
          </p:cNvGraphicFramePr>
          <p:nvPr/>
        </p:nvGraphicFramePr>
        <p:xfrm>
          <a:off x="611560" y="1096010"/>
          <a:ext cx="7198938" cy="5199380"/>
        </p:xfrm>
        <a:graphic>
          <a:graphicData uri="http://schemas.openxmlformats.org/drawingml/2006/table">
            <a:tbl>
              <a:tblPr firstRow="1" firstCol="1" bandRow="1" bandCol="1"/>
              <a:tblGrid>
                <a:gridCol w="1543703">
                  <a:extLst>
                    <a:ext uri="{9D8B030D-6E8A-4147-A177-3AD203B41FA5}">
                      <a16:colId xmlns:a16="http://schemas.microsoft.com/office/drawing/2014/main" val="20000"/>
                    </a:ext>
                  </a:extLst>
                </a:gridCol>
                <a:gridCol w="376931">
                  <a:extLst>
                    <a:ext uri="{9D8B030D-6E8A-4147-A177-3AD203B41FA5}">
                      <a16:colId xmlns:a16="http://schemas.microsoft.com/office/drawing/2014/main" val="20001"/>
                    </a:ext>
                  </a:extLst>
                </a:gridCol>
                <a:gridCol w="376931">
                  <a:extLst>
                    <a:ext uri="{9D8B030D-6E8A-4147-A177-3AD203B41FA5}">
                      <a16:colId xmlns:a16="http://schemas.microsoft.com/office/drawing/2014/main" val="20002"/>
                    </a:ext>
                  </a:extLst>
                </a:gridCol>
                <a:gridCol w="376931">
                  <a:extLst>
                    <a:ext uri="{9D8B030D-6E8A-4147-A177-3AD203B41FA5}">
                      <a16:colId xmlns:a16="http://schemas.microsoft.com/office/drawing/2014/main" val="20003"/>
                    </a:ext>
                  </a:extLst>
                </a:gridCol>
                <a:gridCol w="376931">
                  <a:extLst>
                    <a:ext uri="{9D8B030D-6E8A-4147-A177-3AD203B41FA5}">
                      <a16:colId xmlns:a16="http://schemas.microsoft.com/office/drawing/2014/main" val="20004"/>
                    </a:ext>
                  </a:extLst>
                </a:gridCol>
                <a:gridCol w="376931">
                  <a:extLst>
                    <a:ext uri="{9D8B030D-6E8A-4147-A177-3AD203B41FA5}">
                      <a16:colId xmlns:a16="http://schemas.microsoft.com/office/drawing/2014/main" val="20005"/>
                    </a:ext>
                  </a:extLst>
                </a:gridCol>
                <a:gridCol w="376931">
                  <a:extLst>
                    <a:ext uri="{9D8B030D-6E8A-4147-A177-3AD203B41FA5}">
                      <a16:colId xmlns:a16="http://schemas.microsoft.com/office/drawing/2014/main" val="20006"/>
                    </a:ext>
                  </a:extLst>
                </a:gridCol>
                <a:gridCol w="376931">
                  <a:extLst>
                    <a:ext uri="{9D8B030D-6E8A-4147-A177-3AD203B41FA5}">
                      <a16:colId xmlns:a16="http://schemas.microsoft.com/office/drawing/2014/main" val="20007"/>
                    </a:ext>
                  </a:extLst>
                </a:gridCol>
                <a:gridCol w="377566">
                  <a:extLst>
                    <a:ext uri="{9D8B030D-6E8A-4147-A177-3AD203B41FA5}">
                      <a16:colId xmlns:a16="http://schemas.microsoft.com/office/drawing/2014/main" val="20008"/>
                    </a:ext>
                  </a:extLst>
                </a:gridCol>
                <a:gridCol w="376931">
                  <a:extLst>
                    <a:ext uri="{9D8B030D-6E8A-4147-A177-3AD203B41FA5}">
                      <a16:colId xmlns:a16="http://schemas.microsoft.com/office/drawing/2014/main" val="20009"/>
                    </a:ext>
                  </a:extLst>
                </a:gridCol>
                <a:gridCol w="376931">
                  <a:extLst>
                    <a:ext uri="{9D8B030D-6E8A-4147-A177-3AD203B41FA5}">
                      <a16:colId xmlns:a16="http://schemas.microsoft.com/office/drawing/2014/main" val="20010"/>
                    </a:ext>
                  </a:extLst>
                </a:gridCol>
                <a:gridCol w="376931">
                  <a:extLst>
                    <a:ext uri="{9D8B030D-6E8A-4147-A177-3AD203B41FA5}">
                      <a16:colId xmlns:a16="http://schemas.microsoft.com/office/drawing/2014/main" val="20011"/>
                    </a:ext>
                  </a:extLst>
                </a:gridCol>
                <a:gridCol w="376931">
                  <a:extLst>
                    <a:ext uri="{9D8B030D-6E8A-4147-A177-3AD203B41FA5}">
                      <a16:colId xmlns:a16="http://schemas.microsoft.com/office/drawing/2014/main" val="20012"/>
                    </a:ext>
                  </a:extLst>
                </a:gridCol>
                <a:gridCol w="376931">
                  <a:extLst>
                    <a:ext uri="{9D8B030D-6E8A-4147-A177-3AD203B41FA5}">
                      <a16:colId xmlns:a16="http://schemas.microsoft.com/office/drawing/2014/main" val="20013"/>
                    </a:ext>
                  </a:extLst>
                </a:gridCol>
                <a:gridCol w="376931">
                  <a:extLst>
                    <a:ext uri="{9D8B030D-6E8A-4147-A177-3AD203B41FA5}">
                      <a16:colId xmlns:a16="http://schemas.microsoft.com/office/drawing/2014/main" val="20014"/>
                    </a:ext>
                  </a:extLst>
                </a:gridCol>
                <a:gridCol w="377566">
                  <a:extLst>
                    <a:ext uri="{9D8B030D-6E8A-4147-A177-3AD203B41FA5}">
                      <a16:colId xmlns:a16="http://schemas.microsoft.com/office/drawing/2014/main" val="20015"/>
                    </a:ext>
                  </a:extLst>
                </a:gridCol>
              </a:tblGrid>
              <a:tr h="675640">
                <a:tc>
                  <a:txBody>
                    <a:bodyPr/>
                    <a:lstStyle/>
                    <a:p>
                      <a:pPr indent="190500">
                        <a:lnSpc>
                          <a:spcPts val="1200"/>
                        </a:lnSpc>
                        <a:spcAft>
                          <a:spcPts val="0"/>
                        </a:spcAft>
                      </a:pPr>
                      <a:r>
                        <a:rPr lang="zh-TW" sz="1200" kern="100" dirty="0">
                          <a:solidFill>
                            <a:schemeClr val="bg2">
                              <a:lumMod val="10000"/>
                            </a:schemeClr>
                          </a:solidFill>
                          <a:effectLst/>
                          <a:latin typeface="Times New Roman"/>
                          <a:ea typeface="標楷體"/>
                        </a:rPr>
                        <a:t>期程</a:t>
                      </a:r>
                      <a:endParaRPr lang="zh-TW" sz="1200" kern="100" dirty="0">
                        <a:solidFill>
                          <a:schemeClr val="bg2">
                            <a:lumMod val="10000"/>
                          </a:schemeClr>
                        </a:solidFill>
                        <a:effectLst/>
                        <a:latin typeface="Times New Roman"/>
                        <a:ea typeface="超研澤粗楷"/>
                      </a:endParaRPr>
                    </a:p>
                    <a:p>
                      <a:pPr>
                        <a:lnSpc>
                          <a:spcPts val="1200"/>
                        </a:lnSpc>
                        <a:spcAft>
                          <a:spcPts val="0"/>
                        </a:spcAft>
                      </a:pPr>
                      <a:r>
                        <a:rPr lang="en-US" sz="1200" kern="100" dirty="0">
                          <a:solidFill>
                            <a:schemeClr val="bg2">
                              <a:lumMod val="10000"/>
                            </a:schemeClr>
                          </a:solidFill>
                          <a:effectLst/>
                          <a:latin typeface="標楷體"/>
                          <a:ea typeface="超研澤粗楷"/>
                        </a:rPr>
                        <a:t> </a:t>
                      </a:r>
                      <a:endParaRPr lang="zh-TW" sz="1200" kern="100" dirty="0">
                        <a:solidFill>
                          <a:schemeClr val="bg2">
                            <a:lumMod val="10000"/>
                          </a:schemeClr>
                        </a:solidFill>
                        <a:effectLst/>
                        <a:latin typeface="Times New Roman"/>
                        <a:ea typeface="超研澤粗楷"/>
                      </a:endParaRPr>
                    </a:p>
                    <a:p>
                      <a:pPr>
                        <a:lnSpc>
                          <a:spcPts val="1200"/>
                        </a:lnSpc>
                        <a:spcAft>
                          <a:spcPts val="0"/>
                        </a:spcAft>
                      </a:pPr>
                      <a:r>
                        <a:rPr lang="zh-TW" sz="1200" kern="100" dirty="0">
                          <a:solidFill>
                            <a:schemeClr val="bg2">
                              <a:lumMod val="10000"/>
                            </a:schemeClr>
                          </a:solidFill>
                          <a:effectLst/>
                          <a:latin typeface="Times New Roman"/>
                          <a:ea typeface="標楷體"/>
                        </a:rPr>
                        <a:t>內容</a:t>
                      </a:r>
                      <a:endParaRPr lang="zh-TW" sz="1200" kern="100" dirty="0">
                        <a:solidFill>
                          <a:schemeClr val="bg2">
                            <a:lumMod val="10000"/>
                          </a:schemeClr>
                        </a:solidFill>
                        <a:effectLst/>
                        <a:latin typeface="Times New Roman"/>
                        <a:ea typeface="超研澤粗楷"/>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105</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11</a:t>
                      </a: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solidFill>
                            <a:schemeClr val="bg2">
                              <a:lumMod val="10000"/>
                            </a:schemeClr>
                          </a:solidFill>
                          <a:effectLst/>
                          <a:latin typeface="標楷體"/>
                          <a:ea typeface="超研澤粗楷"/>
                        </a:rPr>
                        <a:t>105</a:t>
                      </a:r>
                      <a:r>
                        <a:rPr lang="zh-TW" sz="1200" kern="100">
                          <a:solidFill>
                            <a:schemeClr val="bg2">
                              <a:lumMod val="10000"/>
                            </a:schemeClr>
                          </a:solidFill>
                          <a:effectLst/>
                          <a:latin typeface="Times New Roman"/>
                          <a:ea typeface="標楷體"/>
                        </a:rPr>
                        <a:t>年</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en-US" sz="1200" kern="100">
                          <a:solidFill>
                            <a:schemeClr val="bg2">
                              <a:lumMod val="10000"/>
                            </a:schemeClr>
                          </a:solidFill>
                          <a:effectLst/>
                          <a:latin typeface="標楷體"/>
                          <a:ea typeface="超研澤粗楷"/>
                        </a:rPr>
                        <a:t>11</a:t>
                      </a:r>
                      <a:r>
                        <a:rPr lang="zh-TW" sz="1200" kern="100">
                          <a:solidFill>
                            <a:schemeClr val="bg2">
                              <a:lumMod val="10000"/>
                            </a:schemeClr>
                          </a:solidFill>
                          <a:effectLst/>
                          <a:latin typeface="Times New Roman"/>
                          <a:ea typeface="標楷體"/>
                        </a:rPr>
                        <a:t>月</a:t>
                      </a:r>
                      <a:endParaRPr lang="zh-TW" sz="12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105</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11-12</a:t>
                      </a: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solidFill>
                            <a:schemeClr val="bg2">
                              <a:lumMod val="10000"/>
                            </a:schemeClr>
                          </a:solidFill>
                          <a:effectLst/>
                          <a:latin typeface="標楷體"/>
                          <a:ea typeface="超研澤粗楷"/>
                        </a:rPr>
                        <a:t>106</a:t>
                      </a:r>
                      <a:r>
                        <a:rPr lang="zh-TW" sz="1200" kern="100">
                          <a:solidFill>
                            <a:schemeClr val="bg2">
                              <a:lumMod val="10000"/>
                            </a:schemeClr>
                          </a:solidFill>
                          <a:effectLst/>
                          <a:latin typeface="Times New Roman"/>
                          <a:ea typeface="標楷體"/>
                        </a:rPr>
                        <a:t>年</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en-US" sz="1200" kern="100">
                          <a:solidFill>
                            <a:schemeClr val="bg2">
                              <a:lumMod val="10000"/>
                            </a:schemeClr>
                          </a:solidFill>
                          <a:effectLst/>
                          <a:latin typeface="標楷體"/>
                          <a:ea typeface="超研澤粗楷"/>
                        </a:rPr>
                        <a:t>1</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zh-TW" sz="1200" kern="100">
                          <a:solidFill>
                            <a:schemeClr val="bg2">
                              <a:lumMod val="10000"/>
                            </a:schemeClr>
                          </a:solidFill>
                          <a:effectLst/>
                          <a:latin typeface="Times New Roman"/>
                          <a:ea typeface="標楷體"/>
                        </a:rPr>
                        <a:t>月</a:t>
                      </a:r>
                      <a:endParaRPr lang="zh-TW" sz="12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solidFill>
                            <a:schemeClr val="bg2">
                              <a:lumMod val="10000"/>
                            </a:schemeClr>
                          </a:solidFill>
                          <a:effectLst/>
                          <a:latin typeface="標楷體"/>
                          <a:ea typeface="超研澤粗楷"/>
                        </a:rPr>
                        <a:t>106</a:t>
                      </a:r>
                      <a:r>
                        <a:rPr lang="zh-TW" sz="1200" kern="100">
                          <a:solidFill>
                            <a:schemeClr val="bg2">
                              <a:lumMod val="10000"/>
                            </a:schemeClr>
                          </a:solidFill>
                          <a:effectLst/>
                          <a:latin typeface="Times New Roman"/>
                          <a:ea typeface="標楷體"/>
                        </a:rPr>
                        <a:t>年</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en-US" sz="1200" kern="100">
                          <a:solidFill>
                            <a:schemeClr val="bg2">
                              <a:lumMod val="10000"/>
                            </a:schemeClr>
                          </a:solidFill>
                          <a:effectLst/>
                          <a:latin typeface="標楷體"/>
                          <a:ea typeface="超研澤粗楷"/>
                        </a:rPr>
                        <a:t>2</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zh-TW" sz="1200" kern="100">
                          <a:solidFill>
                            <a:schemeClr val="bg2">
                              <a:lumMod val="10000"/>
                            </a:schemeClr>
                          </a:solidFill>
                          <a:effectLst/>
                          <a:latin typeface="Times New Roman"/>
                          <a:ea typeface="標楷體"/>
                        </a:rPr>
                        <a:t>月</a:t>
                      </a:r>
                      <a:endParaRPr lang="zh-TW" sz="12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106</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3</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106</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4</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solidFill>
                            <a:schemeClr val="bg2">
                              <a:lumMod val="10000"/>
                            </a:schemeClr>
                          </a:solidFill>
                          <a:effectLst/>
                          <a:latin typeface="標楷體"/>
                          <a:ea typeface="超研澤粗楷"/>
                        </a:rPr>
                        <a:t>106</a:t>
                      </a:r>
                      <a:r>
                        <a:rPr lang="zh-TW" sz="1200" kern="100">
                          <a:solidFill>
                            <a:schemeClr val="bg2">
                              <a:lumMod val="10000"/>
                            </a:schemeClr>
                          </a:solidFill>
                          <a:effectLst/>
                          <a:latin typeface="Times New Roman"/>
                          <a:ea typeface="標楷體"/>
                        </a:rPr>
                        <a:t>年</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en-US" sz="1200" kern="100">
                          <a:solidFill>
                            <a:schemeClr val="bg2">
                              <a:lumMod val="10000"/>
                            </a:schemeClr>
                          </a:solidFill>
                          <a:effectLst/>
                          <a:latin typeface="標楷體"/>
                          <a:ea typeface="超研澤粗楷"/>
                        </a:rPr>
                        <a:t>5</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zh-TW" sz="1200" kern="100">
                          <a:solidFill>
                            <a:schemeClr val="bg2">
                              <a:lumMod val="10000"/>
                            </a:schemeClr>
                          </a:solidFill>
                          <a:effectLst/>
                          <a:latin typeface="Times New Roman"/>
                          <a:ea typeface="標楷體"/>
                        </a:rPr>
                        <a:t>月</a:t>
                      </a:r>
                      <a:endParaRPr lang="zh-TW" sz="12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solidFill>
                            <a:schemeClr val="bg2">
                              <a:lumMod val="10000"/>
                            </a:schemeClr>
                          </a:solidFill>
                          <a:effectLst/>
                          <a:latin typeface="標楷體"/>
                          <a:ea typeface="超研澤粗楷"/>
                        </a:rPr>
                        <a:t>106</a:t>
                      </a:r>
                      <a:r>
                        <a:rPr lang="zh-TW" sz="1200" kern="100">
                          <a:solidFill>
                            <a:schemeClr val="bg2">
                              <a:lumMod val="10000"/>
                            </a:schemeClr>
                          </a:solidFill>
                          <a:effectLst/>
                          <a:latin typeface="Times New Roman"/>
                          <a:ea typeface="標楷體"/>
                        </a:rPr>
                        <a:t>年</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en-US" sz="1200" kern="100">
                          <a:solidFill>
                            <a:schemeClr val="bg2">
                              <a:lumMod val="10000"/>
                            </a:schemeClr>
                          </a:solidFill>
                          <a:effectLst/>
                          <a:latin typeface="標楷體"/>
                          <a:ea typeface="超研澤粗楷"/>
                        </a:rPr>
                        <a:t>6</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zh-TW" sz="1200" kern="100">
                          <a:solidFill>
                            <a:schemeClr val="bg2">
                              <a:lumMod val="10000"/>
                            </a:schemeClr>
                          </a:solidFill>
                          <a:effectLst/>
                          <a:latin typeface="Times New Roman"/>
                          <a:ea typeface="標楷體"/>
                        </a:rPr>
                        <a:t>月</a:t>
                      </a:r>
                      <a:endParaRPr lang="zh-TW" sz="12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106</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7</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106</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8</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solidFill>
                            <a:schemeClr val="bg2">
                              <a:lumMod val="10000"/>
                            </a:schemeClr>
                          </a:solidFill>
                          <a:effectLst/>
                          <a:latin typeface="標楷體"/>
                          <a:ea typeface="超研澤粗楷"/>
                        </a:rPr>
                        <a:t>106</a:t>
                      </a:r>
                      <a:r>
                        <a:rPr lang="zh-TW" sz="1200" kern="100">
                          <a:solidFill>
                            <a:schemeClr val="bg2">
                              <a:lumMod val="10000"/>
                            </a:schemeClr>
                          </a:solidFill>
                          <a:effectLst/>
                          <a:latin typeface="Times New Roman"/>
                          <a:ea typeface="標楷體"/>
                        </a:rPr>
                        <a:t>年</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en-US" sz="1200" kern="100">
                          <a:solidFill>
                            <a:schemeClr val="bg2">
                              <a:lumMod val="10000"/>
                            </a:schemeClr>
                          </a:solidFill>
                          <a:effectLst/>
                          <a:latin typeface="標楷體"/>
                          <a:ea typeface="超研澤粗楷"/>
                        </a:rPr>
                        <a:t>9</a:t>
                      </a:r>
                      <a:endParaRPr lang="zh-TW" sz="1200" kern="100">
                        <a:solidFill>
                          <a:schemeClr val="bg2">
                            <a:lumMod val="10000"/>
                          </a:schemeClr>
                        </a:solidFill>
                        <a:effectLst/>
                        <a:latin typeface="Times New Roman"/>
                        <a:ea typeface="超研澤粗楷"/>
                      </a:endParaRPr>
                    </a:p>
                    <a:p>
                      <a:pPr algn="ctr">
                        <a:lnSpc>
                          <a:spcPts val="1200"/>
                        </a:lnSpc>
                        <a:spcAft>
                          <a:spcPts val="0"/>
                        </a:spcAft>
                      </a:pPr>
                      <a:r>
                        <a:rPr lang="zh-TW" sz="1200" kern="100">
                          <a:solidFill>
                            <a:schemeClr val="bg2">
                              <a:lumMod val="10000"/>
                            </a:schemeClr>
                          </a:solidFill>
                          <a:effectLst/>
                          <a:latin typeface="Times New Roman"/>
                          <a:ea typeface="標楷體"/>
                        </a:rPr>
                        <a:t>月</a:t>
                      </a:r>
                      <a:endParaRPr lang="zh-TW" sz="12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106</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10</a:t>
                      </a: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106</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11</a:t>
                      </a: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solidFill>
                            <a:schemeClr val="bg2">
                              <a:lumMod val="10000"/>
                            </a:schemeClr>
                          </a:solidFill>
                          <a:effectLst/>
                          <a:latin typeface="標楷體"/>
                          <a:ea typeface="超研澤粗楷"/>
                        </a:rPr>
                        <a:t>106</a:t>
                      </a:r>
                      <a:r>
                        <a:rPr lang="zh-TW" sz="1200" kern="100" dirty="0">
                          <a:solidFill>
                            <a:schemeClr val="bg2">
                              <a:lumMod val="10000"/>
                            </a:schemeClr>
                          </a:solidFill>
                          <a:effectLst/>
                          <a:latin typeface="Times New Roman"/>
                          <a:ea typeface="標楷體"/>
                        </a:rPr>
                        <a:t>年</a:t>
                      </a:r>
                      <a:endParaRPr lang="zh-TW" sz="1200" kern="100" dirty="0">
                        <a:solidFill>
                          <a:schemeClr val="bg2">
                            <a:lumMod val="10000"/>
                          </a:schemeClr>
                        </a:solidFill>
                        <a:effectLst/>
                        <a:latin typeface="Times New Roman"/>
                        <a:ea typeface="超研澤粗楷"/>
                      </a:endParaRPr>
                    </a:p>
                    <a:p>
                      <a:pPr algn="ctr">
                        <a:lnSpc>
                          <a:spcPts val="1200"/>
                        </a:lnSpc>
                        <a:spcAft>
                          <a:spcPts val="0"/>
                        </a:spcAft>
                      </a:pPr>
                      <a:r>
                        <a:rPr lang="en-US" sz="1200" kern="100" dirty="0">
                          <a:solidFill>
                            <a:schemeClr val="bg2">
                              <a:lumMod val="10000"/>
                            </a:schemeClr>
                          </a:solidFill>
                          <a:effectLst/>
                          <a:latin typeface="標楷體"/>
                          <a:ea typeface="超研澤粗楷"/>
                        </a:rPr>
                        <a:t>12</a:t>
                      </a:r>
                      <a:r>
                        <a:rPr lang="zh-TW" sz="1200" kern="100" dirty="0">
                          <a:solidFill>
                            <a:schemeClr val="bg2">
                              <a:lumMod val="10000"/>
                            </a:schemeClr>
                          </a:solidFill>
                          <a:effectLst/>
                          <a:latin typeface="Times New Roman"/>
                          <a:ea typeface="標楷體"/>
                        </a:rPr>
                        <a:t>月</a:t>
                      </a:r>
                      <a:endParaRPr lang="zh-TW" sz="12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89255">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旗艦聯合社區說明會</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697230">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召開第一次及第二次籌備會</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dirty="0">
                          <a:effectLst/>
                          <a:latin typeface="標楷體"/>
                          <a:ea typeface="超研澤粗楷"/>
                        </a:rPr>
                        <a:t> </a:t>
                      </a:r>
                      <a:endParaRPr lang="zh-TW" sz="1600"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79095">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計畫撰寫提報</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57505">
                <a:tc>
                  <a:txBody>
                    <a:bodyPr/>
                    <a:lstStyle/>
                    <a:p>
                      <a:pPr>
                        <a:lnSpc>
                          <a:spcPts val="1200"/>
                        </a:lnSpc>
                        <a:spcAft>
                          <a:spcPts val="0"/>
                        </a:spcAft>
                      </a:pPr>
                      <a:r>
                        <a:rPr lang="zh-TW" sz="1400" kern="100">
                          <a:solidFill>
                            <a:schemeClr val="bg2">
                              <a:lumMod val="10000"/>
                            </a:schemeClr>
                          </a:solidFill>
                          <a:effectLst/>
                          <a:latin typeface="Times New Roman"/>
                          <a:ea typeface="標楷體"/>
                        </a:rPr>
                        <a:t>聯繫會議</a:t>
                      </a:r>
                      <a:endParaRPr lang="zh-TW" sz="14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Times New Roman"/>
                          <a:ea typeface="新細明體"/>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334645">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方案執行</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385445">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特刊出版發行</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94005">
                <a:tc>
                  <a:txBody>
                    <a:bodyPr/>
                    <a:lstStyle/>
                    <a:p>
                      <a:pPr algn="ctr">
                        <a:lnSpc>
                          <a:spcPts val="1200"/>
                        </a:lnSpc>
                        <a:spcAft>
                          <a:spcPts val="0"/>
                        </a:spcAft>
                      </a:pPr>
                      <a:r>
                        <a:rPr lang="zh-TW" sz="1400" kern="100">
                          <a:solidFill>
                            <a:schemeClr val="bg2">
                              <a:lumMod val="10000"/>
                            </a:schemeClr>
                          </a:solidFill>
                          <a:effectLst/>
                          <a:latin typeface="Times New Roman"/>
                          <a:ea typeface="標楷體"/>
                        </a:rPr>
                        <a:t>志工組訓</a:t>
                      </a:r>
                      <a:endParaRPr lang="zh-TW" sz="14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361315">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聯繫會報實務分享</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67335">
                <a:tc>
                  <a:txBody>
                    <a:bodyPr/>
                    <a:lstStyle/>
                    <a:p>
                      <a:pPr algn="ctr">
                        <a:lnSpc>
                          <a:spcPts val="1200"/>
                        </a:lnSpc>
                        <a:spcAft>
                          <a:spcPts val="0"/>
                        </a:spcAft>
                      </a:pPr>
                      <a:r>
                        <a:rPr lang="zh-TW" sz="1400" kern="100">
                          <a:solidFill>
                            <a:schemeClr val="bg2">
                              <a:lumMod val="10000"/>
                            </a:schemeClr>
                          </a:solidFill>
                          <a:effectLst/>
                          <a:latin typeface="Times New Roman"/>
                          <a:ea typeface="標楷體"/>
                        </a:rPr>
                        <a:t>成果展</a:t>
                      </a:r>
                      <a:endParaRPr lang="zh-TW" sz="1400" kern="10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62890">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綜合檢討</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356235">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計畫回顧與未來展望</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352425">
                <a:tc>
                  <a:txBody>
                    <a:bodyPr/>
                    <a:lstStyle/>
                    <a:p>
                      <a:pPr algn="ctr">
                        <a:lnSpc>
                          <a:spcPts val="1200"/>
                        </a:lnSpc>
                        <a:spcAft>
                          <a:spcPts val="0"/>
                        </a:spcAft>
                      </a:pPr>
                      <a:r>
                        <a:rPr lang="zh-TW" sz="1400" kern="100" dirty="0">
                          <a:solidFill>
                            <a:schemeClr val="bg2">
                              <a:lumMod val="10000"/>
                            </a:schemeClr>
                          </a:solidFill>
                          <a:effectLst/>
                          <a:latin typeface="Times New Roman"/>
                          <a:ea typeface="標楷體"/>
                        </a:rPr>
                        <a:t>辦理核銷</a:t>
                      </a:r>
                      <a:endParaRPr lang="zh-TW" sz="1400" kern="100" dirty="0">
                        <a:solidFill>
                          <a:schemeClr val="bg2">
                            <a:lumMod val="10000"/>
                          </a:schemeClr>
                        </a:solidFill>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1200" kern="100">
                          <a:effectLst/>
                          <a:latin typeface="標楷體"/>
                          <a:ea typeface="超研澤粗楷"/>
                        </a:rPr>
                        <a:t> </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標楷體"/>
                          <a:ea typeface="標楷體"/>
                          <a:sym typeface="Wingdings"/>
                        </a:rPr>
                        <a:t></a:t>
                      </a:r>
                      <a:endParaRPr lang="zh-TW" sz="1600" kern="10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標楷體"/>
                          <a:ea typeface="標楷體"/>
                          <a:sym typeface="Wingdings"/>
                        </a:rPr>
                        <a:t></a:t>
                      </a:r>
                      <a:endParaRPr lang="zh-TW" sz="1600" kern="100" dirty="0">
                        <a:effectLst/>
                        <a:latin typeface="Times New Roman"/>
                        <a:ea typeface="超研澤粗楷"/>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pic>
        <p:nvPicPr>
          <p:cNvPr id="4" name="圖片 3"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44408" y="5839699"/>
            <a:ext cx="772239" cy="932969"/>
          </a:xfrm>
          <a:prstGeom prst="rect">
            <a:avLst/>
          </a:prstGeom>
          <a:noFill/>
          <a:ln>
            <a:noFill/>
          </a:ln>
        </p:spPr>
      </p:pic>
      <p:pic>
        <p:nvPicPr>
          <p:cNvPr id="5" name="圖片 4"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100392" y="4509120"/>
            <a:ext cx="772239" cy="932969"/>
          </a:xfrm>
          <a:prstGeom prst="rect">
            <a:avLst/>
          </a:prstGeom>
          <a:noFill/>
          <a:ln>
            <a:noFill/>
          </a:ln>
        </p:spPr>
      </p:pic>
      <p:pic>
        <p:nvPicPr>
          <p:cNvPr id="6" name="圖片 5"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28384" y="2924944"/>
            <a:ext cx="772239" cy="932969"/>
          </a:xfrm>
          <a:prstGeom prst="rect">
            <a:avLst/>
          </a:prstGeom>
          <a:noFill/>
          <a:ln>
            <a:noFill/>
          </a:ln>
        </p:spPr>
      </p:pic>
    </p:spTree>
    <p:extLst>
      <p:ext uri="{BB962C8B-B14F-4D97-AF65-F5344CB8AC3E}">
        <p14:creationId xmlns:p14="http://schemas.microsoft.com/office/powerpoint/2010/main" val="325716136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3200" dirty="0">
                <a:latin typeface="華康楷書體W7" panose="02010609010101010101" pitchFamily="49" charset="-120"/>
                <a:ea typeface="華康楷書體W7" panose="02010609010101010101" pitchFamily="49" charset="-120"/>
              </a:rPr>
              <a:t>十二、</a:t>
            </a:r>
            <a:r>
              <a:rPr lang="en-US" altLang="zh-TW" sz="3200" kern="2600" dirty="0">
                <a:ea typeface="標楷體"/>
                <a:cs typeface="Times New Roman"/>
              </a:rPr>
              <a:t>106</a:t>
            </a:r>
            <a:r>
              <a:rPr lang="zh-TW" altLang="en-US" sz="3200" kern="2600" dirty="0">
                <a:ea typeface="標楷體"/>
                <a:cs typeface="Times New Roman"/>
              </a:rPr>
              <a:t>年度總體計畫預期效益</a:t>
            </a:r>
            <a:endParaRPr lang="zh-TW" altLang="en-US" sz="3200" dirty="0">
              <a:latin typeface="華康楷書體W7" panose="02010609010101010101" pitchFamily="49" charset="-120"/>
              <a:ea typeface="華康楷書體W7" panose="02010609010101010101" pitchFamily="49" charset="-120"/>
            </a:endParaRPr>
          </a:p>
        </p:txBody>
      </p:sp>
      <p:sp>
        <p:nvSpPr>
          <p:cNvPr id="3" name="矩形 2"/>
          <p:cNvSpPr/>
          <p:nvPr/>
        </p:nvSpPr>
        <p:spPr>
          <a:xfrm>
            <a:off x="179512" y="980728"/>
            <a:ext cx="8784976" cy="5047536"/>
          </a:xfrm>
          <a:prstGeom prst="rect">
            <a:avLst/>
          </a:prstGeom>
        </p:spPr>
        <p:txBody>
          <a:bodyPr wrap="squar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00000"/>
                </a:solidFill>
                <a:effectLst/>
                <a:uLnTx/>
                <a:uFillTx/>
                <a:latin typeface="Times New Roman"/>
                <a:ea typeface="標楷體"/>
                <a:cs typeface="Times New Roman"/>
              </a:rPr>
              <a:t>(</a:t>
            </a:r>
            <a:r>
              <a:rPr kumimoji="0" lang="zh-TW" altLang="en-US" sz="1800" b="0" i="0" u="none" strike="noStrike" kern="100" cap="none" spc="0" normalizeH="0" baseline="0" noProof="0" dirty="0">
                <a:ln>
                  <a:noFill/>
                </a:ln>
                <a:solidFill>
                  <a:srgbClr val="000000"/>
                </a:solidFill>
                <a:effectLst/>
                <a:uLnTx/>
                <a:uFillTx/>
                <a:latin typeface="Times New Roman"/>
                <a:ea typeface="標楷體"/>
                <a:cs typeface="Times New Roman"/>
              </a:rPr>
              <a:t>一</a:t>
            </a:r>
            <a:r>
              <a:rPr kumimoji="0" lang="en-US" altLang="zh-TW" sz="1800" b="0" i="0" u="none" strike="noStrike" kern="100" cap="none" spc="0" normalizeH="0" baseline="0" noProof="0" dirty="0">
                <a:ln>
                  <a:noFill/>
                </a:ln>
                <a:solidFill>
                  <a:srgbClr val="000000"/>
                </a:solidFill>
                <a:effectLst/>
                <a:uLnTx/>
                <a:uFillTx/>
                <a:latin typeface="Times New Roman"/>
                <a:ea typeface="標楷體"/>
                <a:cs typeface="Times New Roman"/>
              </a:rPr>
              <a:t>)</a:t>
            </a:r>
            <a:r>
              <a:rPr kumimoji="0" lang="zh-TW" altLang="zh-TW" sz="1800" b="0" i="0" u="none" strike="noStrike" kern="100" cap="none" spc="0" normalizeH="0" baseline="0" noProof="0" dirty="0">
                <a:ln>
                  <a:noFill/>
                </a:ln>
                <a:solidFill>
                  <a:srgbClr val="000000"/>
                </a:solidFill>
                <a:effectLst/>
                <a:uLnTx/>
                <a:uFillTx/>
                <a:latin typeface="Times New Roman"/>
                <a:ea typeface="標楷體"/>
                <a:cs typeface="Times New Roman"/>
              </a:rPr>
              <a:t>福利社區</a:t>
            </a:r>
            <a:r>
              <a:rPr kumimoji="0" lang="zh-TW" altLang="zh-TW" sz="1800" b="0" i="0" u="none" strike="noStrike" kern="100" cap="none" spc="0" normalizeH="0" baseline="0" noProof="0" dirty="0">
                <a:ln>
                  <a:noFill/>
                </a:ln>
                <a:solidFill>
                  <a:srgbClr val="FF0000"/>
                </a:solidFill>
                <a:effectLst/>
                <a:uLnTx/>
                <a:uFillTx/>
                <a:latin typeface="Times New Roman"/>
                <a:ea typeface="標楷體"/>
                <a:cs typeface="Times New Roman"/>
              </a:rPr>
              <a:t>幹部成長營預期訓練</a:t>
            </a:r>
            <a:r>
              <a:rPr kumimoji="0" lang="en-US" altLang="zh-TW" sz="1800" b="0" i="0" u="none" strike="noStrike" kern="100" cap="none" spc="0" normalizeH="0" baseline="0" noProof="0" dirty="0">
                <a:ln>
                  <a:noFill/>
                </a:ln>
                <a:solidFill>
                  <a:srgbClr val="FF0000"/>
                </a:solidFill>
                <a:effectLst/>
                <a:uLnTx/>
                <a:uFillTx/>
                <a:latin typeface="Times New Roman"/>
                <a:ea typeface="標楷體"/>
                <a:cs typeface="Times New Roman"/>
              </a:rPr>
              <a:t>20</a:t>
            </a:r>
            <a:r>
              <a:rPr kumimoji="0" lang="zh-TW" altLang="zh-TW" sz="1800" b="0" i="0" u="none" strike="noStrike" kern="100" cap="none" spc="0" normalizeH="0" baseline="0" noProof="0" dirty="0">
                <a:ln>
                  <a:noFill/>
                </a:ln>
                <a:solidFill>
                  <a:srgbClr val="FF0000"/>
                </a:solidFill>
                <a:effectLst/>
                <a:uLnTx/>
                <a:uFillTx/>
                <a:latin typeface="Times New Roman"/>
                <a:ea typeface="標楷體"/>
                <a:cs typeface="Times New Roman"/>
              </a:rPr>
              <a:t>位</a:t>
            </a:r>
            <a:r>
              <a:rPr kumimoji="0" lang="zh-TW" altLang="zh-TW" sz="1800" b="0" i="0" u="none" strike="noStrike" kern="100" cap="none" spc="0" normalizeH="0" baseline="0" noProof="0" dirty="0">
                <a:ln>
                  <a:noFill/>
                </a:ln>
                <a:solidFill>
                  <a:srgbClr val="000000"/>
                </a:solidFill>
                <a:effectLst/>
                <a:uLnTx/>
                <a:uFillTx/>
                <a:latin typeface="Times New Roman"/>
                <a:ea typeface="標楷體"/>
                <a:cs typeface="Times New Roman"/>
              </a:rPr>
              <a:t>，改善多數社區人才短缺的困境，提升社區自主運作能力，落實推動社會福利社區化政策，均衡發展永續經營。</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Times New Roman"/>
            </a:endParaRPr>
          </a:p>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2000" b="0" i="0" u="none" strike="noStrike" kern="100" cap="none" spc="0" normalizeH="0" baseline="0" noProof="0" dirty="0">
                <a:ln>
                  <a:noFill/>
                </a:ln>
                <a:solidFill>
                  <a:srgbClr val="000000"/>
                </a:solidFill>
                <a:effectLst/>
                <a:uLnTx/>
                <a:uFillTx/>
                <a:latin typeface="標楷體"/>
                <a:ea typeface="超研澤粗楷"/>
                <a:cs typeface="+mn-cs"/>
              </a:rPr>
              <a:t> </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00000"/>
                </a:solidFill>
                <a:effectLst/>
                <a:uLnTx/>
                <a:uFillTx/>
                <a:latin typeface="Times New Roman"/>
                <a:ea typeface="標楷體"/>
                <a:cs typeface="Times New Roman"/>
              </a:rPr>
              <a:t>(</a:t>
            </a:r>
            <a:r>
              <a:rPr kumimoji="0" lang="zh-TW" altLang="en-US" sz="1800" b="0" i="0" u="none" strike="noStrike" kern="100" cap="none" spc="0" normalizeH="0" baseline="0" noProof="0" dirty="0">
                <a:ln>
                  <a:noFill/>
                </a:ln>
                <a:solidFill>
                  <a:srgbClr val="000000"/>
                </a:solidFill>
                <a:effectLst/>
                <a:uLnTx/>
                <a:uFillTx/>
                <a:latin typeface="Times New Roman"/>
                <a:ea typeface="標楷體"/>
                <a:cs typeface="Times New Roman"/>
              </a:rPr>
              <a:t>二</a:t>
            </a:r>
            <a:r>
              <a:rPr kumimoji="0" lang="en-US" altLang="zh-TW" sz="1800" b="0" i="0" u="none" strike="noStrike" kern="100" cap="none" spc="0" normalizeH="0" baseline="0" noProof="0" dirty="0">
                <a:ln>
                  <a:noFill/>
                </a:ln>
                <a:solidFill>
                  <a:srgbClr val="000000"/>
                </a:solidFill>
                <a:effectLst/>
                <a:uLnTx/>
                <a:uFillTx/>
                <a:latin typeface="Times New Roman"/>
                <a:ea typeface="標楷體"/>
                <a:cs typeface="Times New Roman"/>
              </a:rPr>
              <a:t>)</a:t>
            </a:r>
            <a:r>
              <a:rPr kumimoji="0" lang="zh-TW" altLang="zh-TW" sz="1800" b="0" i="0" u="none" strike="noStrike" kern="100" cap="none" spc="0" normalizeH="0" baseline="0" noProof="0" dirty="0">
                <a:ln>
                  <a:noFill/>
                </a:ln>
                <a:solidFill>
                  <a:srgbClr val="FF0000"/>
                </a:solidFill>
                <a:effectLst/>
                <a:uLnTx/>
                <a:uFillTx/>
                <a:latin typeface="Times New Roman"/>
                <a:ea typeface="標楷體"/>
                <a:cs typeface="Times New Roman"/>
              </a:rPr>
              <a:t>志工教育訓練</a:t>
            </a:r>
            <a:r>
              <a:rPr kumimoji="0" lang="en-US" altLang="zh-TW" sz="1800" b="0" i="0" u="none" strike="noStrike" kern="100" cap="none" spc="0" normalizeH="0" baseline="0" noProof="0" dirty="0">
                <a:ln>
                  <a:noFill/>
                </a:ln>
                <a:solidFill>
                  <a:srgbClr val="FF0000"/>
                </a:solidFill>
                <a:effectLst/>
                <a:uLnTx/>
                <a:uFillTx/>
                <a:latin typeface="Times New Roman"/>
                <a:ea typeface="標楷體"/>
                <a:cs typeface="Times New Roman"/>
              </a:rPr>
              <a:t>90</a:t>
            </a:r>
            <a:r>
              <a:rPr kumimoji="0" lang="zh-TW" altLang="zh-TW" sz="1800" b="0" i="0" u="none" strike="noStrike" kern="100" cap="none" spc="0" normalizeH="0" baseline="0" noProof="0" dirty="0">
                <a:ln>
                  <a:noFill/>
                </a:ln>
                <a:solidFill>
                  <a:srgbClr val="FF0000"/>
                </a:solidFill>
                <a:effectLst/>
                <a:uLnTx/>
                <a:uFillTx/>
                <a:latin typeface="Times New Roman"/>
                <a:ea typeface="標楷體"/>
                <a:cs typeface="Times New Roman"/>
              </a:rPr>
              <a:t>人次</a:t>
            </a:r>
            <a:r>
              <a:rPr kumimoji="0" lang="zh-TW" altLang="zh-TW" sz="1800" b="0" i="0" u="none" strike="noStrike" kern="100" cap="none" spc="0" normalizeH="0" baseline="0" noProof="0" dirty="0">
                <a:ln>
                  <a:noFill/>
                </a:ln>
                <a:solidFill>
                  <a:srgbClr val="000000"/>
                </a:solidFill>
                <a:effectLst/>
                <a:uLnTx/>
                <a:uFillTx/>
                <a:latin typeface="Times New Roman"/>
                <a:ea typeface="標楷體"/>
                <a:cs typeface="Times New Roman"/>
              </a:rPr>
              <a:t>，增進社區志工對方案操作的專業能力，讓志工具備服務知識與技能，強化志工服務認知與技巧，發揮在地人服務在地人之精神，落實社區照顧關懷計畫目標。</a:t>
            </a:r>
            <a:endParaRPr kumimoji="0" lang="en-US" altLang="zh-TW" sz="2000" b="0" i="0" u="none" strike="noStrike" kern="100" cap="none" spc="0" normalizeH="0" baseline="0" noProof="0" dirty="0">
              <a:ln>
                <a:noFill/>
              </a:ln>
              <a:solidFill>
                <a:srgbClr val="024631"/>
              </a:solidFill>
              <a:effectLst/>
              <a:uLnTx/>
              <a:uFillTx/>
              <a:latin typeface="Times New Roman"/>
              <a:ea typeface="超研澤粗楷"/>
              <a:cs typeface="Times New Roman"/>
            </a:endParaRPr>
          </a:p>
          <a:p>
            <a:pPr marL="0" marR="0" lvl="0" indent="0" algn="l" defTabSz="914400" rtl="0" eaLnBrk="1" fontAlgn="auto" latinLnBrk="0" hangingPunct="1">
              <a:lnSpc>
                <a:spcPct val="115000"/>
              </a:lnSpc>
              <a:spcBef>
                <a:spcPts val="0"/>
              </a:spcBef>
              <a:spcAft>
                <a:spcPts val="0"/>
              </a:spcAft>
              <a:buClrTx/>
              <a:buSzTx/>
              <a:buFontTx/>
              <a:buNone/>
              <a:tabLst/>
              <a:defRPr/>
            </a:pPr>
            <a:endParaRPr kumimoji="0" lang="en-US" altLang="zh-TW" sz="2000" b="0" i="0" u="none" strike="noStrike" kern="100" cap="none" spc="0" normalizeH="0" baseline="0" noProof="0" dirty="0">
              <a:ln>
                <a:noFill/>
              </a:ln>
              <a:solidFill>
                <a:srgbClr val="000000"/>
              </a:solidFill>
              <a:effectLst/>
              <a:uLnTx/>
              <a:uFillTx/>
              <a:latin typeface="Times New Roman"/>
              <a:ea typeface="超研澤粗楷"/>
              <a:cs typeface="Times New Roman"/>
            </a:endParaRPr>
          </a:p>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2000" b="0" i="0" u="none" strike="noStrike" kern="100" cap="none" spc="0" normalizeH="0" baseline="0" noProof="0" dirty="0">
                <a:ln>
                  <a:noFill/>
                </a:ln>
                <a:solidFill>
                  <a:srgbClr val="000000"/>
                </a:solidFill>
                <a:effectLst/>
                <a:uLnTx/>
                <a:uFillTx/>
                <a:latin typeface="Times New Roman"/>
                <a:ea typeface="標楷體"/>
                <a:cs typeface="+mn-cs"/>
              </a:rPr>
              <a:t>(</a:t>
            </a:r>
            <a:r>
              <a:rPr kumimoji="0" lang="zh-TW" altLang="en-US" sz="2000" b="0" i="0" u="none" strike="noStrike" kern="100" cap="none" spc="0" normalizeH="0" baseline="0" noProof="0" dirty="0">
                <a:ln>
                  <a:noFill/>
                </a:ln>
                <a:solidFill>
                  <a:srgbClr val="000000"/>
                </a:solidFill>
                <a:effectLst/>
                <a:uLnTx/>
                <a:uFillTx/>
                <a:latin typeface="Times New Roman"/>
                <a:ea typeface="標楷體"/>
                <a:cs typeface="+mn-cs"/>
              </a:rPr>
              <a:t>三</a:t>
            </a:r>
            <a:r>
              <a:rPr kumimoji="0" lang="en-US" altLang="zh-TW" sz="2000" b="0" i="0" u="none" strike="noStrike" kern="100" cap="none" spc="0" normalizeH="0" baseline="0" noProof="0" dirty="0">
                <a:ln>
                  <a:noFill/>
                </a:ln>
                <a:solidFill>
                  <a:srgbClr val="000000"/>
                </a:solidFill>
                <a:effectLst/>
                <a:uLnTx/>
                <a:uFillTx/>
                <a:latin typeface="Times New Roman"/>
                <a:ea typeface="標楷體"/>
                <a:cs typeface="+mn-cs"/>
              </a:rPr>
              <a:t>)</a:t>
            </a:r>
            <a:r>
              <a:rPr kumimoji="0" lang="zh-TW" altLang="zh-TW" sz="1800" b="0" i="0" u="none" strike="noStrike" kern="100" cap="none" spc="0" normalizeH="0" baseline="0" noProof="0" dirty="0">
                <a:ln>
                  <a:noFill/>
                </a:ln>
                <a:solidFill>
                  <a:srgbClr val="000000"/>
                </a:solidFill>
                <a:effectLst/>
                <a:uLnTx/>
                <a:uFillTx/>
                <a:latin typeface="Times New Roman"/>
                <a:ea typeface="標楷體"/>
                <a:cs typeface="+mn-cs"/>
              </a:rPr>
              <a:t>強化社區關懷據點服務品質，透過優等據點協助與扶持，</a:t>
            </a:r>
            <a:r>
              <a:rPr kumimoji="0" lang="en-US" altLang="zh-TW" sz="1800" b="0" i="0" u="none" strike="noStrike" kern="100" cap="none" spc="0" normalizeH="0" baseline="0" noProof="0" dirty="0">
                <a:ln>
                  <a:noFill/>
                </a:ln>
                <a:solidFill>
                  <a:srgbClr val="FF0000"/>
                </a:solidFill>
                <a:effectLst/>
                <a:uLnTx/>
                <a:uFillTx/>
                <a:latin typeface="Times New Roman"/>
                <a:ea typeface="標楷體"/>
                <a:cs typeface="+mn-cs"/>
              </a:rPr>
              <a:t>80%</a:t>
            </a:r>
            <a:r>
              <a:rPr kumimoji="0" lang="zh-TW" altLang="zh-TW" sz="1800" b="0" i="0" u="none" strike="noStrike" kern="100" cap="none" spc="0" normalizeH="0" baseline="0" noProof="0" dirty="0">
                <a:ln>
                  <a:noFill/>
                </a:ln>
                <a:solidFill>
                  <a:srgbClr val="FF0000"/>
                </a:solidFill>
                <a:effectLst/>
                <a:uLnTx/>
                <a:uFillTx/>
                <a:latin typeface="Times New Roman"/>
                <a:ea typeface="標楷體"/>
                <a:cs typeface="+mn-cs"/>
              </a:rPr>
              <a:t>以上旗艦社區相繼成立照顧關懷據點，</a:t>
            </a:r>
            <a:r>
              <a:rPr kumimoji="0" lang="zh-TW" altLang="zh-TW" sz="1800" b="0" i="0" u="none" strike="noStrike" kern="100" cap="none" spc="0" normalizeH="0" baseline="0" noProof="0" dirty="0">
                <a:ln>
                  <a:noFill/>
                </a:ln>
                <a:solidFill>
                  <a:srgbClr val="000000"/>
                </a:solidFill>
                <a:effectLst/>
                <a:uLnTx/>
                <a:uFillTx/>
                <a:latin typeface="Times New Roman"/>
                <a:ea typeface="標楷體"/>
                <a:cs typeface="+mn-cs"/>
              </a:rPr>
              <a:t>提升據點質量，且透過各類健康促進活動的培力與辦理，落實快樂生活在南投優質的幸福好環境。</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2000" b="0" i="0" u="none" strike="noStrike" kern="100" cap="none" spc="0" normalizeH="0" baseline="0" noProof="0" dirty="0">
                <a:ln>
                  <a:noFill/>
                </a:ln>
                <a:solidFill>
                  <a:srgbClr val="000000"/>
                </a:solidFill>
                <a:effectLst/>
                <a:uLnTx/>
                <a:uFillTx/>
                <a:latin typeface="標楷體"/>
                <a:ea typeface="超研澤粗楷"/>
                <a:cs typeface="+mn-cs"/>
              </a:rPr>
              <a:t> </a:t>
            </a:r>
            <a:endParaRPr kumimoji="0" lang="en-US"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00000"/>
                </a:solidFill>
                <a:effectLst/>
                <a:uLnTx/>
                <a:uFillTx/>
                <a:latin typeface="Times New Roman"/>
                <a:ea typeface="標楷體"/>
                <a:cs typeface="+mn-cs"/>
              </a:rPr>
              <a:t>(</a:t>
            </a:r>
            <a:r>
              <a:rPr kumimoji="0" lang="zh-TW" altLang="en-US" sz="1800" b="0" i="0" u="none" strike="noStrike" kern="100" cap="none" spc="0" normalizeH="0" baseline="0" noProof="0" dirty="0">
                <a:ln>
                  <a:noFill/>
                </a:ln>
                <a:solidFill>
                  <a:srgbClr val="000000"/>
                </a:solidFill>
                <a:effectLst/>
                <a:uLnTx/>
                <a:uFillTx/>
                <a:latin typeface="Times New Roman"/>
                <a:ea typeface="標楷體"/>
                <a:cs typeface="+mn-cs"/>
              </a:rPr>
              <a:t>四</a:t>
            </a:r>
            <a:r>
              <a:rPr kumimoji="0" lang="en-US" altLang="zh-TW" sz="1800" b="0" i="0" u="none" strike="noStrike" kern="100" cap="none" spc="0" normalizeH="0" baseline="0" noProof="0" dirty="0">
                <a:ln>
                  <a:noFill/>
                </a:ln>
                <a:solidFill>
                  <a:srgbClr val="000000"/>
                </a:solidFill>
                <a:effectLst/>
                <a:uLnTx/>
                <a:uFillTx/>
                <a:latin typeface="Times New Roman"/>
                <a:ea typeface="標楷體"/>
                <a:cs typeface="+mn-cs"/>
              </a:rPr>
              <a:t>)</a:t>
            </a:r>
            <a:r>
              <a:rPr kumimoji="0" lang="zh-TW" altLang="zh-TW" sz="1800" b="0" i="0" u="none" strike="noStrike" kern="100" cap="none" spc="0" normalizeH="0" baseline="0" noProof="0" dirty="0">
                <a:ln>
                  <a:noFill/>
                </a:ln>
                <a:solidFill>
                  <a:srgbClr val="000000"/>
                </a:solidFill>
                <a:effectLst/>
                <a:uLnTx/>
                <a:uFillTx/>
                <a:latin typeface="Times New Roman"/>
                <a:ea typeface="標楷體"/>
                <a:cs typeface="+mn-cs"/>
              </a:rPr>
              <a:t>發行</a:t>
            </a:r>
            <a:r>
              <a:rPr kumimoji="0" lang="zh-TW" altLang="zh-TW" sz="1800" b="0" i="0" u="none" strike="noStrike" kern="100" cap="none" spc="0" normalizeH="0" baseline="0" noProof="0" dirty="0">
                <a:ln>
                  <a:noFill/>
                </a:ln>
                <a:solidFill>
                  <a:srgbClr val="FF0000"/>
                </a:solidFill>
                <a:effectLst/>
                <a:uLnTx/>
                <a:uFillTx/>
                <a:latin typeface="Times New Roman"/>
                <a:ea typeface="標楷體"/>
                <a:cs typeface="+mn-cs"/>
              </a:rPr>
              <a:t>旗艦特刊</a:t>
            </a:r>
            <a:r>
              <a:rPr kumimoji="0" lang="en-US" altLang="zh-TW" sz="1800" b="0" i="0" u="none" strike="noStrike" kern="100" cap="none" spc="0" normalizeH="0" baseline="0" noProof="0" dirty="0">
                <a:ln>
                  <a:noFill/>
                </a:ln>
                <a:solidFill>
                  <a:srgbClr val="FF0000"/>
                </a:solidFill>
                <a:effectLst/>
                <a:uLnTx/>
                <a:uFillTx/>
                <a:latin typeface="Times New Roman"/>
                <a:ea typeface="標楷體"/>
                <a:cs typeface="+mn-cs"/>
              </a:rPr>
              <a:t>4</a:t>
            </a:r>
            <a:r>
              <a:rPr kumimoji="0" lang="zh-TW" altLang="zh-TW" sz="1800" b="0" i="0" u="none" strike="noStrike" kern="100" cap="none" spc="0" normalizeH="0" baseline="0" noProof="0" dirty="0">
                <a:ln>
                  <a:noFill/>
                </a:ln>
                <a:solidFill>
                  <a:srgbClr val="FF0000"/>
                </a:solidFill>
                <a:effectLst/>
                <a:uLnTx/>
                <a:uFillTx/>
                <a:latin typeface="Times New Roman"/>
                <a:ea typeface="標楷體"/>
                <a:cs typeface="+mn-cs"/>
              </a:rPr>
              <a:t>期共</a:t>
            </a:r>
            <a:r>
              <a:rPr kumimoji="0" lang="en-US" altLang="zh-TW" sz="1800" b="0" i="0" u="none" strike="noStrike" kern="100" cap="none" spc="0" normalizeH="0" baseline="0" noProof="0" dirty="0">
                <a:ln>
                  <a:noFill/>
                </a:ln>
                <a:solidFill>
                  <a:srgbClr val="FF0000"/>
                </a:solidFill>
                <a:effectLst/>
                <a:uLnTx/>
                <a:uFillTx/>
                <a:latin typeface="Times New Roman"/>
                <a:ea typeface="標楷體"/>
                <a:cs typeface="+mn-cs"/>
              </a:rPr>
              <a:t>2,400</a:t>
            </a:r>
            <a:r>
              <a:rPr kumimoji="0" lang="zh-TW" altLang="zh-TW" sz="1800" b="0" i="0" u="none" strike="noStrike" kern="100" cap="none" spc="0" normalizeH="0" baseline="0" noProof="0" dirty="0">
                <a:ln>
                  <a:noFill/>
                </a:ln>
                <a:solidFill>
                  <a:srgbClr val="FF0000"/>
                </a:solidFill>
                <a:effectLst/>
                <a:uLnTx/>
                <a:uFillTx/>
                <a:latin typeface="Times New Roman"/>
                <a:ea typeface="標楷體"/>
                <a:cs typeface="+mn-cs"/>
              </a:rPr>
              <a:t>份</a:t>
            </a:r>
            <a:r>
              <a:rPr kumimoji="0" lang="zh-TW" altLang="zh-TW" sz="1800" b="0" i="0" u="none" strike="noStrike" kern="100" cap="none" spc="0" normalizeH="0" baseline="0" noProof="0" dirty="0">
                <a:ln>
                  <a:noFill/>
                </a:ln>
                <a:solidFill>
                  <a:srgbClr val="000000"/>
                </a:solidFill>
                <a:effectLst/>
                <a:uLnTx/>
                <a:uFillTx/>
                <a:latin typeface="Times New Roman"/>
                <a:ea typeface="標楷體"/>
                <a:cs typeface="+mn-cs"/>
              </a:rPr>
              <a:t>，詳實傳遞福利型社區旗艦計畫執行過程點滴，完全紀錄與報導、檢討與改進，互相鼓勵扶持與協助。</a:t>
            </a:r>
            <a:endParaRPr kumimoji="0" lang="en-US" altLang="zh-TW" sz="1800" b="0" i="0" u="none" strike="noStrike" kern="100" cap="none" spc="0" normalizeH="0" baseline="0" noProof="0" dirty="0">
              <a:ln>
                <a:noFill/>
              </a:ln>
              <a:solidFill>
                <a:srgbClr val="000000"/>
              </a:solidFill>
              <a:effectLst/>
              <a:uLnTx/>
              <a:uFillTx/>
              <a:latin typeface="Times New Roman"/>
              <a:ea typeface="標楷體"/>
              <a:cs typeface="+mn-cs"/>
            </a:endParaRPr>
          </a:p>
          <a:p>
            <a:pPr marL="0" marR="0" lvl="0" indent="0" algn="l" defTabSz="914400" rtl="0" eaLnBrk="1" fontAlgn="auto" latinLnBrk="0" hangingPunct="1">
              <a:lnSpc>
                <a:spcPct val="115000"/>
              </a:lnSpc>
              <a:spcBef>
                <a:spcPts val="0"/>
              </a:spcBef>
              <a:spcAft>
                <a:spcPts val="0"/>
              </a:spcAft>
              <a:buClrTx/>
              <a:buSzTx/>
              <a:buFontTx/>
              <a:buNone/>
              <a:tabLst/>
              <a:defRPr/>
            </a:pPr>
            <a:endParaRPr kumimoji="0" lang="en-US"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altLang="zh-TW" sz="1800" b="0" i="0" u="none" strike="noStrike" kern="100" cap="none" spc="0" normalizeH="0" baseline="0" noProof="0" dirty="0">
                <a:ln>
                  <a:noFill/>
                </a:ln>
                <a:solidFill>
                  <a:srgbClr val="000000"/>
                </a:solidFill>
                <a:effectLst/>
                <a:uLnTx/>
                <a:uFillTx/>
                <a:latin typeface="Times New Roman"/>
                <a:ea typeface="標楷體"/>
                <a:cs typeface="+mn-cs"/>
              </a:rPr>
              <a:t>(</a:t>
            </a:r>
            <a:r>
              <a:rPr kumimoji="0" lang="zh-TW" altLang="en-US" sz="1800" b="0" i="0" u="none" strike="noStrike" kern="100" cap="none" spc="0" normalizeH="0" baseline="0" noProof="0" dirty="0">
                <a:ln>
                  <a:noFill/>
                </a:ln>
                <a:solidFill>
                  <a:srgbClr val="000000"/>
                </a:solidFill>
                <a:effectLst/>
                <a:uLnTx/>
                <a:uFillTx/>
                <a:latin typeface="Times New Roman"/>
                <a:ea typeface="標楷體"/>
                <a:cs typeface="+mn-cs"/>
              </a:rPr>
              <a:t>五</a:t>
            </a:r>
            <a:r>
              <a:rPr kumimoji="0" lang="en-US" altLang="zh-TW" sz="1800" b="0" i="0" u="none" strike="noStrike" kern="100" cap="none" spc="0" normalizeH="0" baseline="0" noProof="0" dirty="0">
                <a:ln>
                  <a:noFill/>
                </a:ln>
                <a:solidFill>
                  <a:srgbClr val="000000"/>
                </a:solidFill>
                <a:effectLst/>
                <a:uLnTx/>
                <a:uFillTx/>
                <a:latin typeface="Times New Roman"/>
                <a:ea typeface="標楷體"/>
                <a:cs typeface="+mn-cs"/>
              </a:rPr>
              <a:t>)</a:t>
            </a:r>
            <a:r>
              <a:rPr kumimoji="0" lang="zh-TW" altLang="zh-TW" sz="1800" b="0" i="0" u="none" strike="noStrike" kern="100" cap="none" spc="0" normalizeH="0" baseline="0" noProof="0" dirty="0">
                <a:ln>
                  <a:noFill/>
                </a:ln>
                <a:solidFill>
                  <a:srgbClr val="000000"/>
                </a:solidFill>
                <a:effectLst/>
                <a:uLnTx/>
                <a:uFillTx/>
                <a:latin typeface="Times New Roman"/>
                <a:ea typeface="標楷體"/>
                <a:cs typeface="+mn-cs"/>
              </a:rPr>
              <a:t>旗艦計畫各項方案執行如擬各方案目標執行預期效益。</a:t>
            </a:r>
            <a:endParaRPr kumimoji="0" lang="zh-TW" altLang="zh-TW" sz="2000" b="0" i="0" u="none" strike="noStrike" kern="100" cap="none" spc="0" normalizeH="0" baseline="0" noProof="0" dirty="0">
              <a:ln>
                <a:noFill/>
              </a:ln>
              <a:solidFill>
                <a:srgbClr val="024631"/>
              </a:solidFill>
              <a:effectLst/>
              <a:uLnTx/>
              <a:uFillTx/>
              <a:latin typeface="Times New Roman"/>
              <a:ea typeface="超研澤粗楷"/>
              <a:cs typeface="+mn-cs"/>
            </a:endParaRPr>
          </a:p>
        </p:txBody>
      </p:sp>
      <p:pic>
        <p:nvPicPr>
          <p:cNvPr id="4" name="圖片 3"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96336" y="5085184"/>
            <a:ext cx="1420311" cy="1628799"/>
          </a:xfrm>
          <a:prstGeom prst="rect">
            <a:avLst/>
          </a:prstGeom>
          <a:noFill/>
          <a:ln>
            <a:noFill/>
          </a:ln>
        </p:spPr>
      </p:pic>
      <p:pic>
        <p:nvPicPr>
          <p:cNvPr id="5" name="圖片 4" descr="D:\桌面 文件 最愛\桌面\轉動幸福齊步走.jpg"/>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95366" y="5899583"/>
            <a:ext cx="772239" cy="932969"/>
          </a:xfrm>
          <a:prstGeom prst="rect">
            <a:avLst/>
          </a:prstGeom>
          <a:noFill/>
          <a:ln>
            <a:noFill/>
          </a:ln>
        </p:spPr>
      </p:pic>
    </p:spTree>
    <p:extLst>
      <p:ext uri="{BB962C8B-B14F-4D97-AF65-F5344CB8AC3E}">
        <p14:creationId xmlns:p14="http://schemas.microsoft.com/office/powerpoint/2010/main" val="155598407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z="3200" kern="100" dirty="0">
                <a:ea typeface="標楷體"/>
                <a:cs typeface="Times New Roman"/>
              </a:rPr>
              <a:t>十三、</a:t>
            </a:r>
            <a:r>
              <a:rPr lang="zh-TW" altLang="zh-TW" sz="3200" kern="100" dirty="0">
                <a:ea typeface="標楷體"/>
                <a:cs typeface="Times New Roman"/>
              </a:rPr>
              <a:t>旗艦計畫未來展望</a:t>
            </a:r>
            <a:endParaRPr lang="zh-TW" altLang="en-US" sz="3200" dirty="0"/>
          </a:p>
        </p:txBody>
      </p:sp>
      <p:sp>
        <p:nvSpPr>
          <p:cNvPr id="3" name="內容版面配置區 2"/>
          <p:cNvSpPr>
            <a:spLocks noGrp="1"/>
          </p:cNvSpPr>
          <p:nvPr>
            <p:ph idx="1"/>
          </p:nvPr>
        </p:nvSpPr>
        <p:spPr/>
        <p:txBody>
          <a:bodyPr/>
          <a:lstStyle/>
          <a:p>
            <a:pPr marL="0" lvl="0" indent="0">
              <a:lnSpc>
                <a:spcPct val="115000"/>
              </a:lnSpc>
              <a:spcAft>
                <a:spcPts val="0"/>
              </a:spcAft>
              <a:buSzPts val="1400"/>
              <a:buNone/>
            </a:pPr>
            <a:r>
              <a:rPr lang="en-US" altLang="zh-TW" sz="1800" kern="100" dirty="0">
                <a:solidFill>
                  <a:schemeClr val="bg2">
                    <a:lumMod val="10000"/>
                  </a:schemeClr>
                </a:solidFill>
                <a:latin typeface="Times New Roman"/>
                <a:ea typeface="標楷體"/>
              </a:rPr>
              <a:t>1</a:t>
            </a:r>
            <a:r>
              <a:rPr lang="zh-TW" altLang="en-US" sz="1800" kern="100" dirty="0">
                <a:solidFill>
                  <a:schemeClr val="bg2">
                    <a:lumMod val="10000"/>
                  </a:schemeClr>
                </a:solidFill>
                <a:latin typeface="Times New Roman"/>
                <a:ea typeface="標楷體"/>
              </a:rPr>
              <a:t>、</a:t>
            </a:r>
            <a:r>
              <a:rPr lang="zh-TW" altLang="zh-TW" sz="1800" b="1" kern="100" dirty="0">
                <a:latin typeface="Times New Roman"/>
                <a:ea typeface="標楷體"/>
              </a:rPr>
              <a:t>旗艦計畫第一年整合有意願社區開始，藉由人力培訓、聯合執行方案推展、每月社區參與旗艦計畫聯繫會議，透過區域聯結行動及方案推展，建立在地組織互助學習系統及資源網絡</a:t>
            </a:r>
            <a:r>
              <a:rPr lang="en-US" altLang="zh-TW" sz="1800" b="1" kern="100" dirty="0">
                <a:latin typeface="Times New Roman"/>
                <a:ea typeface="標楷體"/>
              </a:rPr>
              <a:t>(</a:t>
            </a:r>
            <a:r>
              <a:rPr lang="zh-TW" altLang="zh-TW" sz="1800" b="1" kern="100" dirty="0">
                <a:latin typeface="Times New Roman"/>
                <a:ea typeface="標楷體"/>
              </a:rPr>
              <a:t>實務講師與分享</a:t>
            </a:r>
            <a:r>
              <a:rPr lang="en-US" altLang="zh-TW" sz="1800" b="1" kern="100" dirty="0">
                <a:latin typeface="Times New Roman"/>
                <a:ea typeface="標楷體"/>
              </a:rPr>
              <a:t>)</a:t>
            </a:r>
            <a:r>
              <a:rPr lang="zh-TW" altLang="zh-TW" sz="1800" b="1" kern="100" dirty="0">
                <a:latin typeface="Times New Roman"/>
                <a:ea typeface="標楷體"/>
              </a:rPr>
              <a:t>，逐年加強社區參與，由人才培訓</a:t>
            </a:r>
            <a:r>
              <a:rPr lang="en-US" altLang="zh-TW" sz="1800" b="1" kern="100" dirty="0">
                <a:latin typeface="Times New Roman"/>
                <a:ea typeface="標楷體"/>
              </a:rPr>
              <a:t>(</a:t>
            </a:r>
            <a:r>
              <a:rPr lang="zh-TW" altLang="zh-TW" sz="1800" b="1" kern="100" dirty="0">
                <a:latin typeface="Times New Roman"/>
                <a:ea typeface="標楷體"/>
              </a:rPr>
              <a:t>志工幹部訓練</a:t>
            </a:r>
            <a:r>
              <a:rPr lang="en-US" altLang="zh-TW" sz="1800" b="1" kern="100" dirty="0">
                <a:latin typeface="Times New Roman"/>
                <a:ea typeface="標楷體"/>
              </a:rPr>
              <a:t>)</a:t>
            </a:r>
            <a:r>
              <a:rPr lang="zh-TW" altLang="zh-TW" sz="1800" b="1" kern="100" dirty="0">
                <a:latin typeface="Times New Roman"/>
                <a:ea typeface="標楷體"/>
              </a:rPr>
              <a:t>及方案執行</a:t>
            </a:r>
            <a:r>
              <a:rPr lang="en-US" altLang="zh-TW" sz="1800" b="1" kern="100" dirty="0">
                <a:latin typeface="Times New Roman"/>
                <a:ea typeface="標楷體"/>
              </a:rPr>
              <a:t>(</a:t>
            </a:r>
            <a:r>
              <a:rPr lang="zh-TW" altLang="zh-TW" sz="1800" b="1" kern="100" dirty="0">
                <a:latin typeface="Times New Roman"/>
                <a:ea typeface="標楷體"/>
              </a:rPr>
              <a:t>方案撰寫培力與執行</a:t>
            </a:r>
            <a:r>
              <a:rPr lang="en-US" altLang="zh-TW" sz="1800" b="1" kern="100" dirty="0">
                <a:latin typeface="Times New Roman"/>
                <a:ea typeface="標楷體"/>
              </a:rPr>
              <a:t>)</a:t>
            </a:r>
            <a:r>
              <a:rPr lang="zh-TW" altLang="zh-TW" sz="1800" b="1" kern="100" dirty="0">
                <a:latin typeface="Times New Roman"/>
                <a:ea typeface="標楷體"/>
              </a:rPr>
              <a:t>，深化及發展在地社區照顧承載經驗，社區需求資料調查，建構區域性社區照顧關懷體系，且透過</a:t>
            </a:r>
            <a:r>
              <a:rPr lang="en-US" altLang="zh-TW" sz="1800" b="1" kern="100" dirty="0">
                <a:latin typeface="Times New Roman"/>
                <a:ea typeface="標楷體"/>
              </a:rPr>
              <a:t>3</a:t>
            </a:r>
            <a:r>
              <a:rPr lang="zh-TW" altLang="zh-TW" sz="1800" b="1" kern="100" dirty="0">
                <a:latin typeface="Times New Roman"/>
                <a:ea typeface="標楷體"/>
              </a:rPr>
              <a:t>年旗艦計畫的運行，社區間網絡結構穩定，在未來持續運作，進行更進步的合作與推動。</a:t>
            </a:r>
            <a:endParaRPr lang="en-US" altLang="zh-TW" sz="1800" b="1" kern="100" dirty="0">
              <a:latin typeface="Times New Roman"/>
              <a:ea typeface="標楷體"/>
            </a:endParaRPr>
          </a:p>
          <a:p>
            <a:pPr marL="0" lvl="0" indent="0">
              <a:lnSpc>
                <a:spcPct val="115000"/>
              </a:lnSpc>
              <a:spcAft>
                <a:spcPts val="0"/>
              </a:spcAft>
              <a:buSzPts val="1400"/>
              <a:buNone/>
            </a:pPr>
            <a:r>
              <a:rPr lang="en-US" altLang="zh-TW" sz="1800" b="1" kern="100" dirty="0">
                <a:solidFill>
                  <a:srgbClr val="7030A0"/>
                </a:solidFill>
                <a:latin typeface="Times New Roman"/>
                <a:ea typeface="標楷體"/>
              </a:rPr>
              <a:t>2</a:t>
            </a:r>
            <a:r>
              <a:rPr lang="zh-TW" altLang="en-US" sz="1800" b="1" kern="100" dirty="0">
                <a:solidFill>
                  <a:srgbClr val="7030A0"/>
                </a:solidFill>
                <a:latin typeface="Times New Roman"/>
                <a:ea typeface="標楷體"/>
              </a:rPr>
              <a:t>、</a:t>
            </a:r>
            <a:r>
              <a:rPr lang="zh-TW" altLang="zh-TW" sz="1800" b="1" kern="100" dirty="0">
                <a:solidFill>
                  <a:srgbClr val="7030A0"/>
                </a:solidFill>
                <a:latin typeface="Times New Roman"/>
                <a:ea typeface="標楷體"/>
              </a:rPr>
              <a:t>藉由社區自力營造，凝聚社區意識，發展在地特色產業資源及人情文化，使地方人文地產景等資源結合社區推展，得以回饋支撐及支持社區福利照顧工作、社區經濟資源、在地產業發展等，以社區最基層社會組織力量，社區之間的相互扶持與協助，加以政府政策支援，專家學者輔導與加持，持續推動社會福利社區化之理想。</a:t>
            </a:r>
            <a:endParaRPr lang="zh-TW" altLang="zh-TW" sz="1800" b="1" kern="100" dirty="0">
              <a:solidFill>
                <a:srgbClr val="7030A0"/>
              </a:solidFill>
              <a:latin typeface="Times New Roman"/>
              <a:ea typeface="超研澤粗楷"/>
            </a:endParaRPr>
          </a:p>
          <a:p>
            <a:pPr marL="0" lvl="0" indent="0">
              <a:lnSpc>
                <a:spcPct val="115000"/>
              </a:lnSpc>
              <a:spcAft>
                <a:spcPts val="0"/>
              </a:spcAft>
              <a:buSzPts val="1400"/>
              <a:buNone/>
            </a:pPr>
            <a:r>
              <a:rPr lang="en-US" altLang="zh-TW" sz="1800" b="1" kern="100" dirty="0">
                <a:solidFill>
                  <a:srgbClr val="C00000"/>
                </a:solidFill>
                <a:latin typeface="Times New Roman"/>
                <a:ea typeface="標楷體"/>
              </a:rPr>
              <a:t>3</a:t>
            </a:r>
            <a:r>
              <a:rPr lang="zh-TW" altLang="en-US" sz="1800" b="1" kern="100" dirty="0">
                <a:solidFill>
                  <a:srgbClr val="C00000"/>
                </a:solidFill>
                <a:latin typeface="Times New Roman"/>
                <a:ea typeface="標楷體"/>
              </a:rPr>
              <a:t>、</a:t>
            </a:r>
            <a:r>
              <a:rPr lang="zh-TW" altLang="zh-TW" sz="1800" b="1" kern="100" dirty="0">
                <a:solidFill>
                  <a:srgbClr val="C00000"/>
                </a:solidFill>
                <a:latin typeface="Times New Roman"/>
                <a:ea typeface="標楷體"/>
              </a:rPr>
              <a:t>我們生活成長的竹山美麗家園，社區夥伴願意一起打拼，為自己的家鄉及所屬社區奮鬥，我們將社區串在一起，希望以政府做媒介，用最少的資源聯結可用社會力量，創造最大的共同福利願景</a:t>
            </a:r>
            <a:r>
              <a:rPr lang="en-US" altLang="zh-TW" sz="1800" b="1" kern="100" dirty="0">
                <a:solidFill>
                  <a:srgbClr val="C00000"/>
                </a:solidFill>
                <a:latin typeface="Times New Roman"/>
                <a:ea typeface="標楷體"/>
              </a:rPr>
              <a:t>--</a:t>
            </a:r>
            <a:r>
              <a:rPr lang="zh-TW" altLang="zh-TW" sz="1800" b="1" kern="100" dirty="0">
                <a:solidFill>
                  <a:srgbClr val="C00000"/>
                </a:solidFill>
                <a:latin typeface="Times New Roman"/>
                <a:ea typeface="標楷體"/>
              </a:rPr>
              <a:t>老有所養、幼有所學、共榮共進、溫暖竹山，達成福利共享的理想與展望。</a:t>
            </a:r>
            <a:endParaRPr lang="zh-TW" altLang="zh-TW" sz="1800" b="1" kern="100" dirty="0">
              <a:solidFill>
                <a:srgbClr val="C00000"/>
              </a:solidFill>
              <a:latin typeface="Times New Roman"/>
              <a:ea typeface="超研澤粗楷"/>
            </a:endParaRPr>
          </a:p>
          <a:p>
            <a:pPr lvl="0">
              <a:lnSpc>
                <a:spcPct val="115000"/>
              </a:lnSpc>
              <a:spcAft>
                <a:spcPts val="0"/>
              </a:spcAft>
              <a:buSzPts val="1400"/>
              <a:buFont typeface="標楷體"/>
              <a:buAutoNum type="arabicPeriod"/>
            </a:pPr>
            <a:endParaRPr lang="zh-TW" altLang="zh-TW" sz="1800" kern="100" dirty="0">
              <a:latin typeface="Times New Roman"/>
              <a:ea typeface="超研澤粗楷"/>
            </a:endParaRPr>
          </a:p>
          <a:p>
            <a:endParaRPr lang="zh-TW" altLang="en-US" dirty="0"/>
          </a:p>
        </p:txBody>
      </p:sp>
      <p:pic>
        <p:nvPicPr>
          <p:cNvPr id="10" name="圖片 9"/>
          <p:cNvPicPr/>
          <p:nvPr/>
        </p:nvPicPr>
        <p:blipFill rotWithShape="1">
          <a:blip r:embed="rId3">
            <a:extLst>
              <a:ext uri="{28A0092B-C50C-407E-A947-70E740481C1C}">
                <a14:useLocalDpi xmlns:a14="http://schemas.microsoft.com/office/drawing/2010/main" val="0"/>
              </a:ext>
            </a:extLst>
          </a:blip>
          <a:srcRect t="54884" b="16179"/>
          <a:stretch/>
        </p:blipFill>
        <p:spPr bwMode="auto">
          <a:xfrm>
            <a:off x="3900329" y="5877272"/>
            <a:ext cx="5243671" cy="980728"/>
          </a:xfrm>
          <a:prstGeom prst="rect">
            <a:avLst/>
          </a:prstGeom>
          <a:noFill/>
          <a:ln>
            <a:noFill/>
          </a:ln>
          <a:extLst>
            <a:ext uri="{53640926-AAD7-44D8-BBD7-CCE9431645EC}">
              <a14:shadowObscured xmlns:a14="http://schemas.microsoft.com/office/drawing/2010/main"/>
            </a:ext>
          </a:extLst>
        </p:spPr>
      </p:pic>
    </p:spTree>
    <p:extLst>
      <p:ext uri="{BB962C8B-B14F-4D97-AF65-F5344CB8AC3E}">
        <p14:creationId xmlns:p14="http://schemas.microsoft.com/office/powerpoint/2010/main" val="318347544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標題 1"/>
          <p:cNvSpPr>
            <a:spLocks noGrp="1"/>
          </p:cNvSpPr>
          <p:nvPr>
            <p:ph type="title"/>
          </p:nvPr>
        </p:nvSpPr>
        <p:spPr>
          <a:xfrm>
            <a:off x="25400" y="404813"/>
            <a:ext cx="8382000" cy="563562"/>
          </a:xfrm>
        </p:spPr>
        <p:txBody>
          <a:bodyPr/>
          <a:lstStyle/>
          <a:p>
            <a:pPr algn="l" eaLnBrk="1" hangingPunct="1"/>
            <a:r>
              <a:rPr lang="zh-TW" altLang="en-US" sz="4000" b="1">
                <a:latin typeface="標楷體" pitchFamily="65" charset="-120"/>
                <a:ea typeface="標楷體" pitchFamily="65" charset="-120"/>
              </a:rPr>
              <a:t>大旗艦</a:t>
            </a:r>
            <a:r>
              <a:rPr lang="en-US" altLang="zh-TW" sz="4000" b="1">
                <a:latin typeface="標楷體" pitchFamily="65" charset="-120"/>
                <a:ea typeface="標楷體" pitchFamily="65" charset="-120"/>
              </a:rPr>
              <a:t>106</a:t>
            </a:r>
            <a:r>
              <a:rPr lang="zh-TW" altLang="en-US" sz="4000" b="1">
                <a:latin typeface="標楷體" pitchFamily="65" charset="-120"/>
                <a:ea typeface="標楷體" pitchFamily="65" charset="-120"/>
              </a:rPr>
              <a:t>年度執行效益</a:t>
            </a:r>
          </a:p>
        </p:txBody>
      </p:sp>
      <p:graphicFrame>
        <p:nvGraphicFramePr>
          <p:cNvPr id="7" name="內容版面配置區 6"/>
          <p:cNvGraphicFramePr>
            <a:graphicFrameLocks noGrp="1"/>
          </p:cNvGraphicFramePr>
          <p:nvPr>
            <p:ph idx="1"/>
          </p:nvPr>
        </p:nvGraphicFramePr>
        <p:xfrm>
          <a:off x="107950" y="1341438"/>
          <a:ext cx="8928100" cy="5256212"/>
        </p:xfrm>
        <a:graphic>
          <a:graphicData uri="http://schemas.openxmlformats.org/drawingml/2006/table">
            <a:tbl>
              <a:tblPr firstRow="1" firstCol="1" bandRow="1">
                <a:tableStyleId>{5C22544A-7EE6-4342-B048-85BDC9FD1C3A}</a:tableStyleId>
              </a:tblPr>
              <a:tblGrid>
                <a:gridCol w="3805320">
                  <a:extLst>
                    <a:ext uri="{9D8B030D-6E8A-4147-A177-3AD203B41FA5}">
                      <a16:colId xmlns:a16="http://schemas.microsoft.com/office/drawing/2014/main" val="20000"/>
                    </a:ext>
                  </a:extLst>
                </a:gridCol>
                <a:gridCol w="2567432">
                  <a:extLst>
                    <a:ext uri="{9D8B030D-6E8A-4147-A177-3AD203B41FA5}">
                      <a16:colId xmlns:a16="http://schemas.microsoft.com/office/drawing/2014/main" val="20001"/>
                    </a:ext>
                  </a:extLst>
                </a:gridCol>
                <a:gridCol w="1166781">
                  <a:extLst>
                    <a:ext uri="{9D8B030D-6E8A-4147-A177-3AD203B41FA5}">
                      <a16:colId xmlns:a16="http://schemas.microsoft.com/office/drawing/2014/main" val="20002"/>
                    </a:ext>
                  </a:extLst>
                </a:gridCol>
                <a:gridCol w="1388567">
                  <a:extLst>
                    <a:ext uri="{9D8B030D-6E8A-4147-A177-3AD203B41FA5}">
                      <a16:colId xmlns:a16="http://schemas.microsoft.com/office/drawing/2014/main" val="20003"/>
                    </a:ext>
                  </a:extLst>
                </a:gridCol>
              </a:tblGrid>
              <a:tr h="395084">
                <a:tc>
                  <a:txBody>
                    <a:bodyPr/>
                    <a:lstStyle/>
                    <a:p>
                      <a:pPr algn="ctr">
                        <a:lnSpc>
                          <a:spcPts val="2600"/>
                        </a:lnSpc>
                        <a:spcAft>
                          <a:spcPts val="0"/>
                        </a:spcAft>
                      </a:pPr>
                      <a:r>
                        <a:rPr lang="zh-TW" sz="1600" b="1" kern="100" dirty="0">
                          <a:solidFill>
                            <a:srgbClr val="000000"/>
                          </a:solidFill>
                          <a:effectLst/>
                          <a:latin typeface="標楷體" pitchFamily="65" charset="-120"/>
                          <a:ea typeface="標楷體" pitchFamily="65" charset="-120"/>
                        </a:rPr>
                        <a:t>執行方案</a:t>
                      </a: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600"/>
                        </a:lnSpc>
                        <a:spcAft>
                          <a:spcPts val="0"/>
                        </a:spcAft>
                      </a:pPr>
                      <a:r>
                        <a:rPr lang="zh-TW" altLang="en-US" sz="1600" b="1" kern="100" dirty="0">
                          <a:solidFill>
                            <a:srgbClr val="000000"/>
                          </a:solidFill>
                          <a:effectLst/>
                          <a:latin typeface="標楷體" pitchFamily="65" charset="-120"/>
                          <a:ea typeface="標楷體" pitchFamily="65" charset="-120"/>
                        </a:rPr>
                        <a:t>子方案</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ts val="2600"/>
                        </a:lnSpc>
                        <a:spcBef>
                          <a:spcPts val="0"/>
                        </a:spcBef>
                        <a:spcAft>
                          <a:spcPts val="0"/>
                        </a:spcAft>
                        <a:buClrTx/>
                        <a:buSzTx/>
                        <a:buFontTx/>
                        <a:buNone/>
                        <a:tabLst/>
                        <a:defRPr/>
                      </a:pPr>
                      <a:r>
                        <a:rPr lang="zh-TW" altLang="en-US" sz="1600" b="1" kern="100" dirty="0">
                          <a:solidFill>
                            <a:srgbClr val="000000"/>
                          </a:solidFill>
                          <a:effectLst/>
                          <a:latin typeface="標楷體" pitchFamily="65" charset="-120"/>
                          <a:ea typeface="標楷體" pitchFamily="65" charset="-120"/>
                        </a:rPr>
                        <a:t>辦理場次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600"/>
                        </a:lnSpc>
                        <a:spcAft>
                          <a:spcPts val="0"/>
                        </a:spcAft>
                      </a:pPr>
                      <a:r>
                        <a:rPr lang="zh-TW" altLang="en-US" sz="1600" b="1" kern="100" dirty="0">
                          <a:solidFill>
                            <a:srgbClr val="000000"/>
                          </a:solidFill>
                          <a:effectLst/>
                          <a:latin typeface="標楷體" pitchFamily="65" charset="-120"/>
                          <a:ea typeface="標楷體" pitchFamily="65" charset="-120"/>
                        </a:rPr>
                        <a:t>參與人次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36631">
                <a:tc rowSpan="2">
                  <a:txBody>
                    <a:bodyPr/>
                    <a:lstStyle/>
                    <a:p>
                      <a:pPr>
                        <a:lnSpc>
                          <a:spcPts val="2600"/>
                        </a:lnSpc>
                        <a:spcAft>
                          <a:spcPts val="0"/>
                        </a:spcAft>
                        <a:tabLst>
                          <a:tab pos="571500" algn="l"/>
                        </a:tabLst>
                      </a:pPr>
                      <a:r>
                        <a:rPr lang="zh-TW" sz="1600" b="1" kern="100" dirty="0">
                          <a:solidFill>
                            <a:srgbClr val="000000"/>
                          </a:solidFill>
                          <a:effectLst/>
                          <a:latin typeface="標楷體" pitchFamily="65" charset="-120"/>
                          <a:ea typeface="標楷體" pitchFamily="65" charset="-120"/>
                        </a:rPr>
                        <a:t>老人福利－</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571500" algn="l"/>
                        </a:tabLst>
                      </a:pPr>
                      <a:r>
                        <a:rPr lang="zh-TW" sz="1600" b="1" kern="100" dirty="0">
                          <a:solidFill>
                            <a:srgbClr val="000000"/>
                          </a:solidFill>
                          <a:effectLst/>
                          <a:latin typeface="標楷體" pitchFamily="65" charset="-120"/>
                          <a:ea typeface="標楷體" pitchFamily="65" charset="-120"/>
                        </a:rPr>
                        <a:t>金點轉動據點幸福升級</a:t>
                      </a: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績優社區據點經驗分享</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6</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120</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341069">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樂齡學堂</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51</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1,073</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45505">
                <a:tc rowSpan="2">
                  <a:txBody>
                    <a:bodyPr/>
                    <a:lstStyle/>
                    <a:p>
                      <a:pPr>
                        <a:lnSpc>
                          <a:spcPts val="2600"/>
                        </a:lnSpc>
                        <a:spcAft>
                          <a:spcPts val="0"/>
                        </a:spcAft>
                        <a:tabLst>
                          <a:tab pos="1171575" algn="l"/>
                        </a:tabLst>
                      </a:pPr>
                      <a:r>
                        <a:rPr lang="zh-TW" sz="1600" b="1" kern="100" dirty="0">
                          <a:solidFill>
                            <a:srgbClr val="000000"/>
                          </a:solidFill>
                          <a:effectLst/>
                          <a:latin typeface="標楷體" pitchFamily="65" charset="-120"/>
                          <a:ea typeface="標楷體" pitchFamily="65" charset="-120"/>
                        </a:rPr>
                        <a:t>婦女福利</a:t>
                      </a:r>
                      <a:r>
                        <a:rPr lang="en-US" altLang="zh-TW" sz="1600" b="1" kern="100" dirty="0">
                          <a:solidFill>
                            <a:srgbClr val="000000"/>
                          </a:solidFill>
                          <a:effectLst/>
                          <a:latin typeface="標楷體" pitchFamily="65" charset="-120"/>
                          <a:ea typeface="標楷體" pitchFamily="65" charset="-120"/>
                        </a:rPr>
                        <a:t>-</a:t>
                      </a:r>
                      <a:endParaRPr lang="en-US" sz="1600" b="1" kern="100" dirty="0">
                        <a:solidFill>
                          <a:srgbClr val="000000"/>
                        </a:solidFill>
                        <a:effectLst/>
                        <a:latin typeface="標楷體" pitchFamily="65" charset="-120"/>
                        <a:ea typeface="標楷體" pitchFamily="65" charset="-120"/>
                      </a:endParaRPr>
                    </a:p>
                    <a:p>
                      <a:pPr>
                        <a:lnSpc>
                          <a:spcPts val="2600"/>
                        </a:lnSpc>
                        <a:spcAft>
                          <a:spcPts val="0"/>
                        </a:spcAft>
                        <a:tabLst>
                          <a:tab pos="1171575" algn="l"/>
                        </a:tabLst>
                      </a:pPr>
                      <a:r>
                        <a:rPr lang="zh-TW" sz="1600" b="1" kern="100" dirty="0">
                          <a:solidFill>
                            <a:srgbClr val="000000"/>
                          </a:solidFill>
                          <a:effectLst/>
                          <a:latin typeface="標楷體" pitchFamily="65" charset="-120"/>
                          <a:ea typeface="標楷體" pitchFamily="65" charset="-120"/>
                        </a:rPr>
                        <a:t>轉動技藝幸福加分</a:t>
                      </a: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婦女共融學習班</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10</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212</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65856">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婦女權益講座</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6</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222</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362337">
                <a:tc>
                  <a:txBody>
                    <a:bodyPr/>
                    <a:lstStyle/>
                    <a:p>
                      <a:pPr>
                        <a:lnSpc>
                          <a:spcPts val="2600"/>
                        </a:lnSpc>
                        <a:spcAft>
                          <a:spcPts val="0"/>
                        </a:spcAft>
                        <a:tabLst>
                          <a:tab pos="476250" algn="l"/>
                        </a:tabLst>
                      </a:pPr>
                      <a:r>
                        <a:rPr lang="zh-TW" sz="1600" b="1" kern="100" dirty="0">
                          <a:solidFill>
                            <a:srgbClr val="000000"/>
                          </a:solidFill>
                          <a:effectLst/>
                          <a:latin typeface="Times New Roman"/>
                          <a:ea typeface="標楷體"/>
                        </a:rPr>
                        <a:t>兒童福利</a:t>
                      </a:r>
                      <a:r>
                        <a:rPr lang="en-US" sz="1600" b="1" kern="100" dirty="0">
                          <a:solidFill>
                            <a:srgbClr val="000000"/>
                          </a:solidFill>
                          <a:effectLst/>
                          <a:latin typeface="Times New Roman"/>
                          <a:ea typeface="標楷體"/>
                        </a:rPr>
                        <a:t>-</a:t>
                      </a:r>
                      <a:r>
                        <a:rPr lang="zh-TW" sz="1600" b="1" kern="100" dirty="0">
                          <a:solidFill>
                            <a:srgbClr val="000000"/>
                          </a:solidFill>
                          <a:effectLst/>
                          <a:latin typeface="Times New Roman"/>
                          <a:ea typeface="標楷體"/>
                        </a:rPr>
                        <a:t>轉動陪伴幸福無限</a:t>
                      </a:r>
                      <a:endParaRPr lang="zh-TW" sz="1600" b="1" kern="100" dirty="0">
                        <a:solidFill>
                          <a:srgbClr val="000000"/>
                        </a:solidFill>
                        <a:effectLst/>
                        <a:latin typeface="Times New Roman"/>
                        <a:ea typeface="超研澤粗楷"/>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課後陪伴班</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66</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1,479</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341344">
                <a:tc rowSpan="2">
                  <a:txBody>
                    <a:bodyPr/>
                    <a:lstStyle/>
                    <a:p>
                      <a:pPr>
                        <a:lnSpc>
                          <a:spcPts val="2600"/>
                        </a:lnSpc>
                        <a:spcAft>
                          <a:spcPts val="0"/>
                        </a:spcAft>
                      </a:pPr>
                      <a:r>
                        <a:rPr lang="zh-TW" sz="1600" b="1" kern="100" dirty="0">
                          <a:solidFill>
                            <a:srgbClr val="000000"/>
                          </a:solidFill>
                          <a:effectLst/>
                          <a:latin typeface="Times New Roman"/>
                          <a:ea typeface="標楷體"/>
                        </a:rPr>
                        <a:t>志工轉動熱情幸福滿滿</a:t>
                      </a:r>
                      <a:endParaRPr lang="zh-TW" sz="1600" b="1" kern="100" dirty="0">
                        <a:solidFill>
                          <a:srgbClr val="000000"/>
                        </a:solidFill>
                        <a:effectLst/>
                        <a:latin typeface="Times New Roman"/>
                        <a:ea typeface="超研澤粗楷"/>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社福進階志工培訓</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60</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365856">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方案撰寫能力培訓</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81</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335571">
                <a:tc rowSpan="3">
                  <a:txBody>
                    <a:bodyPr/>
                    <a:lstStyle/>
                    <a:p>
                      <a:pPr>
                        <a:lnSpc>
                          <a:spcPts val="2600"/>
                        </a:lnSpc>
                        <a:spcAft>
                          <a:spcPts val="0"/>
                        </a:spcAft>
                      </a:pPr>
                      <a:r>
                        <a:rPr lang="zh-TW" sz="1600" b="1" kern="100" dirty="0">
                          <a:solidFill>
                            <a:srgbClr val="000000"/>
                          </a:solidFill>
                          <a:effectLst/>
                          <a:latin typeface="Times New Roman"/>
                          <a:ea typeface="標楷體"/>
                        </a:rPr>
                        <a:t>幹部與志工培力及旗艦聯繫會議</a:t>
                      </a:r>
                      <a:endParaRPr lang="zh-TW" sz="1600" b="1" kern="100" dirty="0">
                        <a:solidFill>
                          <a:srgbClr val="000000"/>
                        </a:solidFill>
                        <a:effectLst/>
                        <a:latin typeface="Times New Roman"/>
                        <a:ea typeface="超研澤粗楷"/>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旗艦聯繫會議</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11</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158</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8"/>
                  </a:ext>
                </a:extLst>
              </a:tr>
              <a:tr h="335571">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共識交流營</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4</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194</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9"/>
                  </a:ext>
                </a:extLst>
              </a:tr>
              <a:tr h="335571">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外縣市績優社區觀摩活動</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43</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0"/>
                  </a:ext>
                </a:extLst>
              </a:tr>
              <a:tr h="724675">
                <a:tc>
                  <a:txBody>
                    <a:bodyPr/>
                    <a:lstStyle/>
                    <a:p>
                      <a:pPr>
                        <a:lnSpc>
                          <a:spcPts val="2600"/>
                        </a:lnSpc>
                        <a:spcAft>
                          <a:spcPts val="0"/>
                        </a:spcAft>
                      </a:pPr>
                      <a:r>
                        <a:rPr lang="zh-TW" sz="1600" b="1" kern="100" dirty="0">
                          <a:solidFill>
                            <a:srgbClr val="000000"/>
                          </a:solidFill>
                          <a:effectLst/>
                          <a:latin typeface="Times New Roman"/>
                          <a:ea typeface="標楷體"/>
                        </a:rPr>
                        <a:t>轉動幸福˙特色產業啟動</a:t>
                      </a:r>
                      <a:r>
                        <a:rPr lang="en-US" sz="1600" b="1" kern="100" dirty="0">
                          <a:solidFill>
                            <a:srgbClr val="000000"/>
                          </a:solidFill>
                          <a:effectLst/>
                          <a:latin typeface="Times New Roman"/>
                          <a:ea typeface="標楷體"/>
                        </a:rPr>
                        <a:t>-</a:t>
                      </a:r>
                    </a:p>
                    <a:p>
                      <a:pPr>
                        <a:lnSpc>
                          <a:spcPts val="2600"/>
                        </a:lnSpc>
                        <a:spcAft>
                          <a:spcPts val="0"/>
                        </a:spcAft>
                      </a:pPr>
                      <a:r>
                        <a:rPr lang="zh-TW" sz="1600" b="1" kern="100" dirty="0">
                          <a:solidFill>
                            <a:srgbClr val="000000"/>
                          </a:solidFill>
                          <a:effectLst/>
                          <a:latin typeface="Times New Roman"/>
                          <a:ea typeface="標楷體"/>
                        </a:rPr>
                        <a:t>竹風車入口意象</a:t>
                      </a:r>
                      <a:endParaRPr lang="zh-TW" sz="1600" b="1" kern="100" dirty="0">
                        <a:solidFill>
                          <a:srgbClr val="000000"/>
                        </a:solidFill>
                        <a:effectLst/>
                        <a:latin typeface="Times New Roman"/>
                        <a:ea typeface="超研澤粗楷"/>
                      </a:endParaRPr>
                    </a:p>
                  </a:txBody>
                  <a:tcPr marL="68571" marR="6857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竹風車入口意象活動</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2</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114</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1"/>
                  </a:ext>
                </a:extLst>
              </a:tr>
              <a:tr h="335571">
                <a:tc>
                  <a:txBody>
                    <a:bodyPr/>
                    <a:lstStyle/>
                    <a:p>
                      <a:pPr>
                        <a:lnSpc>
                          <a:spcPts val="2600"/>
                        </a:lnSpc>
                        <a:spcAft>
                          <a:spcPts val="0"/>
                        </a:spcAft>
                      </a:pPr>
                      <a:r>
                        <a:rPr lang="zh-TW" sz="1600" b="1" kern="100" dirty="0">
                          <a:solidFill>
                            <a:srgbClr val="000000"/>
                          </a:solidFill>
                          <a:effectLst/>
                          <a:latin typeface="Times New Roman"/>
                          <a:ea typeface="標楷體"/>
                        </a:rPr>
                        <a:t>溫暖大竹山˙轉動幸福齊步走</a:t>
                      </a:r>
                      <a:r>
                        <a:rPr lang="en-US" sz="1600" b="1" kern="100" dirty="0">
                          <a:solidFill>
                            <a:srgbClr val="000000"/>
                          </a:solidFill>
                          <a:effectLst/>
                          <a:latin typeface="Times New Roman"/>
                          <a:ea typeface="標楷體"/>
                        </a:rPr>
                        <a:t>-</a:t>
                      </a:r>
                      <a:r>
                        <a:rPr lang="zh-TW" sz="1600" b="1" kern="100" dirty="0">
                          <a:solidFill>
                            <a:srgbClr val="000000"/>
                          </a:solidFill>
                          <a:effectLst/>
                          <a:latin typeface="Times New Roman"/>
                          <a:ea typeface="標楷體"/>
                        </a:rPr>
                        <a:t>成果展</a:t>
                      </a:r>
                      <a:endParaRPr lang="zh-TW" sz="1600" b="1" kern="100" dirty="0">
                        <a:solidFill>
                          <a:srgbClr val="000000"/>
                        </a:solidFill>
                        <a:effectLst/>
                        <a:latin typeface="Times New Roman"/>
                        <a:ea typeface="超研澤粗楷"/>
                      </a:endParaRPr>
                    </a:p>
                  </a:txBody>
                  <a:tcPr marL="68571" marR="6857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大旗艦成果展</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300</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2"/>
                  </a:ext>
                </a:extLst>
              </a:tr>
              <a:tr h="335571">
                <a:tc gridSpan="2">
                  <a:txBody>
                    <a:bodyPr/>
                    <a:lstStyle/>
                    <a:p>
                      <a:pPr algn="ctr">
                        <a:lnSpc>
                          <a:spcPts val="2600"/>
                        </a:lnSpc>
                        <a:spcAft>
                          <a:spcPts val="0"/>
                        </a:spcAft>
                      </a:pPr>
                      <a:r>
                        <a:rPr lang="zh-TW" altLang="en-US" sz="1600" b="1" kern="100" dirty="0">
                          <a:solidFill>
                            <a:srgbClr val="000000"/>
                          </a:solidFill>
                          <a:effectLst/>
                          <a:latin typeface="標楷體" pitchFamily="65" charset="-120"/>
                          <a:ea typeface="標楷體" pitchFamily="65" charset="-120"/>
                        </a:rPr>
                        <a:t>總   計</a:t>
                      </a:r>
                      <a:endParaRPr lang="zh-TW" sz="1600" b="1" kern="100" dirty="0">
                        <a:solidFill>
                          <a:srgbClr val="000000"/>
                        </a:solidFill>
                        <a:effectLst/>
                        <a:latin typeface="標楷體" pitchFamily="65" charset="-120"/>
                        <a:ea typeface="標楷體" pitchFamily="65" charset="-120"/>
                      </a:endParaRPr>
                    </a:p>
                  </a:txBody>
                  <a:tcPr marL="68571" marR="6857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marL="0" lvl="0" indent="0">
                        <a:lnSpc>
                          <a:spcPts val="2600"/>
                        </a:lnSpc>
                        <a:spcAft>
                          <a:spcPts val="0"/>
                        </a:spcAft>
                        <a:buFont typeface="+mj-lt"/>
                        <a:buNone/>
                      </a:pPr>
                      <a:endParaRPr lang="zh-TW" sz="1400" b="0" kern="100" dirty="0">
                        <a:effectLst/>
                        <a:latin typeface="標楷體" pitchFamily="65" charset="-120"/>
                        <a:ea typeface="標楷體" pitchFamily="65" charset="-120"/>
                      </a:endParaRP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160</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4,056</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86" marR="68586"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381571303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標題 1"/>
          <p:cNvSpPr>
            <a:spLocks noGrp="1"/>
          </p:cNvSpPr>
          <p:nvPr>
            <p:ph type="title"/>
          </p:nvPr>
        </p:nvSpPr>
        <p:spPr>
          <a:xfrm>
            <a:off x="250825" y="260350"/>
            <a:ext cx="8382000" cy="563563"/>
          </a:xfrm>
        </p:spPr>
        <p:txBody>
          <a:bodyPr/>
          <a:lstStyle/>
          <a:p>
            <a:pPr eaLnBrk="1" hangingPunct="1"/>
            <a:r>
              <a:rPr lang="en-US" altLang="zh-TW">
                <a:latin typeface="標楷體" pitchFamily="65" charset="-120"/>
                <a:ea typeface="標楷體" pitchFamily="65" charset="-120"/>
              </a:rPr>
              <a:t>106</a:t>
            </a:r>
            <a:r>
              <a:rPr lang="zh-TW" altLang="en-US">
                <a:latin typeface="標楷體" pitchFamily="65" charset="-120"/>
                <a:ea typeface="標楷體" pitchFamily="65" charset="-120"/>
              </a:rPr>
              <a:t>年度</a:t>
            </a:r>
            <a:r>
              <a:rPr lang="zh-TW" altLang="zh-TW">
                <a:latin typeface="標楷體" pitchFamily="65" charset="-120"/>
                <a:ea typeface="標楷體" pitchFamily="65" charset="-120"/>
              </a:rPr>
              <a:t>幸福旗艦特刊</a:t>
            </a:r>
            <a:br>
              <a:rPr lang="en-US" altLang="zh-TW">
                <a:latin typeface="標楷體" pitchFamily="65" charset="-120"/>
                <a:ea typeface="標楷體" pitchFamily="65" charset="-120"/>
              </a:rPr>
            </a:br>
            <a:r>
              <a:rPr lang="zh-TW" altLang="en-US">
                <a:solidFill>
                  <a:srgbClr val="FF0000"/>
                </a:solidFill>
                <a:latin typeface="標楷體" pitchFamily="65" charset="-120"/>
                <a:ea typeface="標楷體" pitchFamily="65" charset="-120"/>
              </a:rPr>
              <a:t>執行效益</a:t>
            </a:r>
            <a:endParaRPr lang="zh-TW" altLang="en-US">
              <a:solidFill>
                <a:srgbClr val="FF0000"/>
              </a:solidFill>
              <a:ea typeface="新細明體" pitchFamily="18" charset="-120"/>
            </a:endParaRPr>
          </a:p>
        </p:txBody>
      </p:sp>
      <p:pic>
        <p:nvPicPr>
          <p:cNvPr id="56323" name="圖片 3" descr="170420富州社區-旗艦社區特刊-A2十字2摺-01.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9388" y="1341438"/>
            <a:ext cx="4373562" cy="309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324" name="圖片 4" descr="170420富州社區-旗艦社區特刊-A2十字2摺-02.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87900" y="3573463"/>
            <a:ext cx="4068763" cy="2874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25" name="矩形 5"/>
          <p:cNvSpPr>
            <a:spLocks noChangeArrowheads="1"/>
          </p:cNvSpPr>
          <p:nvPr/>
        </p:nvSpPr>
        <p:spPr bwMode="auto">
          <a:xfrm>
            <a:off x="134938" y="4759325"/>
            <a:ext cx="4572000" cy="169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kumimoji="1" lang="zh-TW" altLang="zh-TW" sz="2600">
                <a:solidFill>
                  <a:srgbClr val="024631"/>
                </a:solidFill>
                <a:latin typeface="標楷體" pitchFamily="65" charset="-120"/>
                <a:ea typeface="標楷體" pitchFamily="65" charset="-120"/>
              </a:rPr>
              <a:t>藉此與各社區夥伴、民眾互通資訊，成為旗艦社區學習及居民另一聯絡感情刊物，增進參與擴展旗艦效益。</a:t>
            </a:r>
            <a:endParaRPr kumimoji="1" lang="zh-TW" altLang="en-US" sz="2600">
              <a:solidFill>
                <a:srgbClr val="024631"/>
              </a:solidFill>
              <a:latin typeface="標楷體" pitchFamily="65" charset="-120"/>
              <a:ea typeface="標楷體" pitchFamily="65" charset="-120"/>
            </a:endParaRPr>
          </a:p>
        </p:txBody>
      </p:sp>
      <p:sp>
        <p:nvSpPr>
          <p:cNvPr id="56326" name="矩形 6"/>
          <p:cNvSpPr>
            <a:spLocks noChangeArrowheads="1"/>
          </p:cNvSpPr>
          <p:nvPr/>
        </p:nvSpPr>
        <p:spPr bwMode="auto">
          <a:xfrm>
            <a:off x="4595813" y="1593850"/>
            <a:ext cx="4572000" cy="129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kumimoji="1" lang="zh-TW" altLang="zh-TW" sz="2600">
                <a:solidFill>
                  <a:srgbClr val="024631"/>
                </a:solidFill>
                <a:latin typeface="標楷體" pitchFamily="65" charset="-120"/>
                <a:ea typeface="標楷體" pitchFamily="65" charset="-120"/>
              </a:rPr>
              <a:t>旗艦特刊書寫紀錄旗艦福利活動點滴、成果展現、最新資訊等</a:t>
            </a:r>
            <a:endParaRPr kumimoji="1" lang="en-US" altLang="zh-TW" sz="2600">
              <a:solidFill>
                <a:srgbClr val="024631"/>
              </a:solidFill>
              <a:latin typeface="標楷體" pitchFamily="65" charset="-120"/>
              <a:ea typeface="標楷體" pitchFamily="65" charset="-120"/>
            </a:endParaRPr>
          </a:p>
        </p:txBody>
      </p:sp>
    </p:spTree>
    <p:extLst>
      <p:ext uri="{BB962C8B-B14F-4D97-AF65-F5344CB8AC3E}">
        <p14:creationId xmlns:p14="http://schemas.microsoft.com/office/powerpoint/2010/main" val="281212810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8" name="圖片 1"/>
          <p:cNvPicPr>
            <a:picLocks noChangeAspect="1"/>
          </p:cNvPicPr>
          <p:nvPr/>
        </p:nvPicPr>
        <p:blipFill>
          <a:blip r:embed="rId2">
            <a:extLst>
              <a:ext uri="{28A0092B-C50C-407E-A947-70E740481C1C}">
                <a14:useLocalDpi xmlns:a14="http://schemas.microsoft.com/office/drawing/2010/main" val="0"/>
              </a:ext>
            </a:extLst>
          </a:blip>
          <a:srcRect t="21538"/>
          <a:stretch>
            <a:fillRect/>
          </a:stretch>
        </p:blipFill>
        <p:spPr bwMode="auto">
          <a:xfrm>
            <a:off x="3357563" y="1308100"/>
            <a:ext cx="5480050" cy="242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59" name="標題 1"/>
          <p:cNvSpPr>
            <a:spLocks noGrp="1"/>
          </p:cNvSpPr>
          <p:nvPr>
            <p:ph type="title"/>
          </p:nvPr>
        </p:nvSpPr>
        <p:spPr>
          <a:xfrm>
            <a:off x="179388" y="115888"/>
            <a:ext cx="8229600" cy="1143000"/>
          </a:xfrm>
        </p:spPr>
        <p:txBody>
          <a:bodyPr/>
          <a:lstStyle/>
          <a:p>
            <a:pPr algn="l" eaLnBrk="1" hangingPunct="1"/>
            <a:r>
              <a:rPr lang="zh-TW" altLang="zh-TW" sz="3000" b="1" dirty="0">
                <a:latin typeface="標楷體" pitchFamily="65" charset="-120"/>
                <a:ea typeface="標楷體" pitchFamily="65" charset="-120"/>
              </a:rPr>
              <a:t>溫暖大竹山˙轉動幸福齊步走</a:t>
            </a:r>
            <a:r>
              <a:rPr lang="zh-TW" altLang="en-US" sz="3000" b="1" dirty="0">
                <a:latin typeface="標楷體" pitchFamily="65" charset="-120"/>
                <a:ea typeface="標楷體" pitchFamily="65" charset="-120"/>
              </a:rPr>
              <a:t>－成</a:t>
            </a:r>
            <a:r>
              <a:rPr lang="zh-TW" altLang="zh-TW" sz="3000" b="1" dirty="0">
                <a:latin typeface="標楷體" pitchFamily="65" charset="-120"/>
                <a:ea typeface="標楷體" pitchFamily="65" charset="-120"/>
              </a:rPr>
              <a:t>果展</a:t>
            </a:r>
            <a:endParaRPr lang="zh-TW" altLang="en-US" sz="3000" b="1" dirty="0"/>
          </a:p>
        </p:txBody>
      </p:sp>
      <p:sp>
        <p:nvSpPr>
          <p:cNvPr id="96260" name="內容版面配置區 2"/>
          <p:cNvSpPr>
            <a:spLocks noGrp="1"/>
          </p:cNvSpPr>
          <p:nvPr>
            <p:ph idx="1"/>
          </p:nvPr>
        </p:nvSpPr>
        <p:spPr>
          <a:xfrm>
            <a:off x="733425" y="1287463"/>
            <a:ext cx="2736850" cy="1512887"/>
          </a:xfrm>
        </p:spPr>
        <p:txBody>
          <a:bodyPr/>
          <a:lstStyle/>
          <a:p>
            <a:pPr eaLnBrk="1" hangingPunct="1">
              <a:buFont typeface="Arial" pitchFamily="34" charset="0"/>
              <a:buNone/>
            </a:pPr>
            <a:r>
              <a:rPr lang="zh-TW" altLang="en-US">
                <a:latin typeface="標楷體" pitchFamily="65" charset="-120"/>
                <a:ea typeface="標楷體" pitchFamily="65" charset="-120"/>
              </a:rPr>
              <a:t>  </a:t>
            </a:r>
            <a:r>
              <a:rPr lang="en-US" altLang="zh-TW">
                <a:latin typeface="標楷體" pitchFamily="65" charset="-120"/>
                <a:ea typeface="標楷體" pitchFamily="65" charset="-120"/>
              </a:rPr>
              <a:t>106</a:t>
            </a:r>
            <a:r>
              <a:rPr lang="zh-TW" altLang="zh-TW">
                <a:latin typeface="標楷體" pitchFamily="65" charset="-120"/>
                <a:ea typeface="標楷體" pitchFamily="65" charset="-120"/>
              </a:rPr>
              <a:t>年</a:t>
            </a:r>
            <a:endParaRPr lang="en-US" altLang="zh-TW">
              <a:latin typeface="標楷體" pitchFamily="65" charset="-120"/>
              <a:ea typeface="標楷體" pitchFamily="65" charset="-120"/>
            </a:endParaRPr>
          </a:p>
          <a:p>
            <a:pPr eaLnBrk="1" hangingPunct="1">
              <a:buFont typeface="Arial" pitchFamily="34" charset="0"/>
              <a:buNone/>
            </a:pPr>
            <a:r>
              <a:rPr lang="zh-TW" altLang="en-US">
                <a:latin typeface="標楷體" pitchFamily="65" charset="-120"/>
                <a:ea typeface="標楷體" pitchFamily="65" charset="-120"/>
              </a:rPr>
              <a:t>  前置作業</a:t>
            </a:r>
            <a:endParaRPr lang="en-US" altLang="zh-TW">
              <a:latin typeface="標楷體" pitchFamily="65" charset="-120"/>
              <a:ea typeface="標楷體" pitchFamily="65" charset="-120"/>
            </a:endParaRPr>
          </a:p>
          <a:p>
            <a:pPr eaLnBrk="1" hangingPunct="1">
              <a:buFont typeface="Arial" pitchFamily="34" charset="0"/>
              <a:buNone/>
            </a:pPr>
            <a:r>
              <a:rPr lang="zh-TW" altLang="en-US">
                <a:latin typeface="標楷體" pitchFamily="65" charset="-120"/>
                <a:ea typeface="標楷體" pitchFamily="65" charset="-120"/>
              </a:rPr>
              <a:t> </a:t>
            </a:r>
            <a:endParaRPr lang="en-US" altLang="zh-TW">
              <a:latin typeface="標楷體" pitchFamily="65" charset="-120"/>
              <a:ea typeface="標楷體" pitchFamily="65" charset="-120"/>
            </a:endParaRPr>
          </a:p>
          <a:p>
            <a:pPr eaLnBrk="1" hangingPunct="1"/>
            <a:endParaRPr lang="zh-TW" altLang="en-US"/>
          </a:p>
        </p:txBody>
      </p:sp>
      <p:pic>
        <p:nvPicPr>
          <p:cNvPr id="96261" name="圖片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2088" y="2517775"/>
            <a:ext cx="3140075" cy="1766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2" name="圖片 5"/>
          <p:cNvPicPr>
            <a:picLocks noChangeAspect="1"/>
          </p:cNvPicPr>
          <p:nvPr/>
        </p:nvPicPr>
        <p:blipFill>
          <a:blip r:embed="rId4">
            <a:extLst>
              <a:ext uri="{28A0092B-C50C-407E-A947-70E740481C1C}">
                <a14:useLocalDpi xmlns:a14="http://schemas.microsoft.com/office/drawing/2010/main" val="0"/>
              </a:ext>
            </a:extLst>
          </a:blip>
          <a:srcRect l="25938" r="16325" b="5310"/>
          <a:stretch>
            <a:fillRect/>
          </a:stretch>
        </p:blipFill>
        <p:spPr bwMode="auto">
          <a:xfrm>
            <a:off x="3498850" y="4014788"/>
            <a:ext cx="2249488"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3" name="圖片 6"/>
          <p:cNvPicPr>
            <a:picLocks noChangeAspect="1"/>
          </p:cNvPicPr>
          <p:nvPr/>
        </p:nvPicPr>
        <p:blipFill>
          <a:blip r:embed="rId5">
            <a:extLst>
              <a:ext uri="{28A0092B-C50C-407E-A947-70E740481C1C}">
                <a14:useLocalDpi xmlns:a14="http://schemas.microsoft.com/office/drawing/2010/main" val="0"/>
              </a:ext>
            </a:extLst>
          </a:blip>
          <a:srcRect t="10323" r="11984" b="15875"/>
          <a:stretch>
            <a:fillRect/>
          </a:stretch>
        </p:blipFill>
        <p:spPr bwMode="auto">
          <a:xfrm>
            <a:off x="14288" y="4403725"/>
            <a:ext cx="3357562" cy="158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4" name="圖片 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5940425" y="3873500"/>
            <a:ext cx="1323975" cy="2355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5" name="圖片 9"/>
          <p:cNvPicPr>
            <a:picLocks noChangeAspect="1"/>
          </p:cNvPicPr>
          <p:nvPr/>
        </p:nvPicPr>
        <p:blipFill>
          <a:blip r:embed="rId7">
            <a:extLst>
              <a:ext uri="{28A0092B-C50C-407E-A947-70E740481C1C}">
                <a14:useLocalDpi xmlns:a14="http://schemas.microsoft.com/office/drawing/2010/main" val="0"/>
              </a:ext>
            </a:extLst>
          </a:blip>
          <a:srcRect l="49588" t="13387" r="19585"/>
          <a:stretch>
            <a:fillRect/>
          </a:stretch>
        </p:blipFill>
        <p:spPr bwMode="auto">
          <a:xfrm>
            <a:off x="7451725" y="3884613"/>
            <a:ext cx="1558925" cy="2465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22467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106</a:t>
            </a:r>
            <a:r>
              <a:rPr lang="zh-TW" altLang="en-US" dirty="0"/>
              <a:t>年成果展</a:t>
            </a:r>
            <a:r>
              <a:rPr lang="en-US" altLang="zh-TW" dirty="0"/>
              <a:t>-</a:t>
            </a:r>
            <a:r>
              <a:rPr lang="zh-TW" altLang="en-US" dirty="0"/>
              <a:t>展現活力</a:t>
            </a:r>
          </a:p>
        </p:txBody>
      </p:sp>
      <p:pic>
        <p:nvPicPr>
          <p:cNvPr id="6148" name="Picture 4" descr="D:\桌面 文件 最愛\桌面\大旗艦計畫\成果展照片\1061105旗艦行銷聯合成果展_171113_014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504" y="1121288"/>
            <a:ext cx="3672407" cy="2755858"/>
          </a:xfrm>
          <a:prstGeom prst="rect">
            <a:avLst/>
          </a:prstGeom>
          <a:noFill/>
          <a:extLst>
            <a:ext uri="{909E8E84-426E-40DD-AFC4-6F175D3DCCD1}">
              <a14:hiddenFill xmlns:a14="http://schemas.microsoft.com/office/drawing/2010/main">
                <a:solidFill>
                  <a:srgbClr val="FFFFFF"/>
                </a:solidFill>
              </a14:hiddenFill>
            </a:ext>
          </a:extLst>
        </p:spPr>
      </p:pic>
      <p:pic>
        <p:nvPicPr>
          <p:cNvPr id="6149" name="Picture 5" descr="D:\桌面 文件 最愛\桌面\大旗艦計畫\成果展照片\1061105旗艦行銷聯合成果展_171113_013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23928" y="1076518"/>
            <a:ext cx="5056510" cy="2845398"/>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D:\桌面 文件 最愛\桌面\大旗艦計畫\成果展照片\1061105旗艦行銷聯合成果展_171113_0135_0.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05" y="4053290"/>
            <a:ext cx="3672407" cy="2755859"/>
          </a:xfrm>
          <a:prstGeom prst="rect">
            <a:avLst/>
          </a:prstGeom>
          <a:noFill/>
          <a:extLst>
            <a:ext uri="{909E8E84-426E-40DD-AFC4-6F175D3DCCD1}">
              <a14:hiddenFill xmlns:a14="http://schemas.microsoft.com/office/drawing/2010/main">
                <a:solidFill>
                  <a:srgbClr val="FFFFFF"/>
                </a:solidFill>
              </a14:hiddenFill>
            </a:ext>
          </a:extLst>
        </p:spPr>
      </p:pic>
      <p:pic>
        <p:nvPicPr>
          <p:cNvPr id="6152" name="Picture 8" descr="D:\桌面 文件 最愛\桌面\大旗艦計畫\成果展照片\1061105旗艦行銷聯合成果展_171113_0139.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3599" t="4592" r="3599" b="19614"/>
          <a:stretch/>
        </p:blipFill>
        <p:spPr bwMode="auto">
          <a:xfrm>
            <a:off x="3770758" y="4024690"/>
            <a:ext cx="5209679" cy="296311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0429159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標題 1"/>
          <p:cNvSpPr>
            <a:spLocks noGrp="1"/>
          </p:cNvSpPr>
          <p:nvPr>
            <p:ph type="title"/>
          </p:nvPr>
        </p:nvSpPr>
        <p:spPr>
          <a:xfrm>
            <a:off x="395288" y="0"/>
            <a:ext cx="8382000" cy="563563"/>
          </a:xfrm>
        </p:spPr>
        <p:txBody>
          <a:bodyPr/>
          <a:lstStyle/>
          <a:p>
            <a:r>
              <a:rPr lang="zh-TW" altLang="en-US" b="0">
                <a:latin typeface="標楷體" pitchFamily="65" charset="-120"/>
                <a:ea typeface="標楷體" pitchFamily="65" charset="-120"/>
              </a:rPr>
              <a:t>富州社區</a:t>
            </a:r>
            <a:r>
              <a:rPr lang="en-US" altLang="zh-TW" b="0">
                <a:latin typeface="標楷體" pitchFamily="65" charset="-120"/>
                <a:ea typeface="標楷體" pitchFamily="65" charset="-120"/>
              </a:rPr>
              <a:t>106</a:t>
            </a:r>
            <a:r>
              <a:rPr lang="zh-TW" altLang="en-US" b="0">
                <a:latin typeface="標楷體" pitchFamily="65" charset="-120"/>
                <a:ea typeface="標楷體" pitchFamily="65" charset="-120"/>
              </a:rPr>
              <a:t>年度執行社區發展工作情形</a:t>
            </a:r>
          </a:p>
        </p:txBody>
      </p:sp>
      <p:sp>
        <p:nvSpPr>
          <p:cNvPr id="61443" name="內容版面配置區 2"/>
          <p:cNvSpPr>
            <a:spLocks noGrp="1"/>
          </p:cNvSpPr>
          <p:nvPr>
            <p:ph idx="1"/>
          </p:nvPr>
        </p:nvSpPr>
        <p:spPr>
          <a:xfrm>
            <a:off x="11113" y="765175"/>
            <a:ext cx="8712200" cy="5391150"/>
          </a:xfrm>
        </p:spPr>
        <p:txBody>
          <a:bodyPr/>
          <a:lstStyle/>
          <a:p>
            <a:pPr marL="438150" indent="-319088" eaLnBrk="1" hangingPunct="1">
              <a:lnSpc>
                <a:spcPct val="150000"/>
              </a:lnSpc>
              <a:spcBef>
                <a:spcPct val="0"/>
              </a:spcBef>
              <a:buClrTx/>
              <a:buFont typeface="Wingdings 2" pitchFamily="18" charset="2"/>
              <a:buChar char=""/>
            </a:pPr>
            <a:r>
              <a:rPr lang="zh-TW" altLang="en-US" sz="2200" b="1">
                <a:solidFill>
                  <a:srgbClr val="FF0000"/>
                </a:solidFill>
                <a:latin typeface="標楷體" pitchFamily="65" charset="-120"/>
                <a:ea typeface="標楷體" pitchFamily="65" charset="-120"/>
              </a:rPr>
              <a:t>富州</a:t>
            </a:r>
          </a:p>
          <a:p>
            <a:pPr marL="438150" indent="-319088" eaLnBrk="1" hangingPunct="1">
              <a:lnSpc>
                <a:spcPct val="150000"/>
              </a:lnSpc>
              <a:spcBef>
                <a:spcPct val="0"/>
              </a:spcBef>
              <a:buClrTx/>
              <a:buFont typeface="Wingdings 2" pitchFamily="18" charset="2"/>
              <a:buChar char=""/>
            </a:pPr>
            <a:endParaRPr lang="zh-TW" altLang="en-US" sz="2200" b="1">
              <a:solidFill>
                <a:srgbClr val="FF0000"/>
              </a:solidFill>
              <a:latin typeface="標楷體" pitchFamily="65" charset="-120"/>
              <a:ea typeface="標楷體" pitchFamily="65" charset="-120"/>
            </a:endParaRPr>
          </a:p>
          <a:p>
            <a:pPr marL="438150" indent="-319088" eaLnBrk="1" hangingPunct="1">
              <a:lnSpc>
                <a:spcPct val="150000"/>
              </a:lnSpc>
              <a:spcBef>
                <a:spcPct val="0"/>
              </a:spcBef>
              <a:buClrTx/>
              <a:buFont typeface="Wingdings 2" pitchFamily="18" charset="2"/>
              <a:buChar char=""/>
            </a:pPr>
            <a:endParaRPr lang="zh-TW" altLang="en-US" sz="2200" b="1">
              <a:solidFill>
                <a:srgbClr val="FF0000"/>
              </a:solidFill>
              <a:latin typeface="標楷體" pitchFamily="65" charset="-120"/>
              <a:ea typeface="標楷體" pitchFamily="65" charset="-120"/>
            </a:endParaRPr>
          </a:p>
          <a:p>
            <a:pPr marL="438150" indent="-319088">
              <a:buFont typeface="Wingdings" pitchFamily="2" charset="2"/>
              <a:buNone/>
            </a:pPr>
            <a:endParaRPr lang="zh-TW" altLang="en-US">
              <a:ea typeface="新細明體" pitchFamily="18" charset="-120"/>
            </a:endParaRPr>
          </a:p>
        </p:txBody>
      </p:sp>
      <p:graphicFrame>
        <p:nvGraphicFramePr>
          <p:cNvPr id="5" name="表格 4"/>
          <p:cNvGraphicFramePr>
            <a:graphicFrameLocks noGrp="1"/>
          </p:cNvGraphicFramePr>
          <p:nvPr/>
        </p:nvGraphicFramePr>
        <p:xfrm>
          <a:off x="684213" y="1341438"/>
          <a:ext cx="8131175" cy="5418236"/>
        </p:xfrm>
        <a:graphic>
          <a:graphicData uri="http://schemas.openxmlformats.org/drawingml/2006/table">
            <a:tbl>
              <a:tblPr firstRow="1" firstCol="1" bandRow="1">
                <a:tableStyleId>{5C22544A-7EE6-4342-B048-85BDC9FD1C3A}</a:tableStyleId>
              </a:tblPr>
              <a:tblGrid>
                <a:gridCol w="1634359">
                  <a:extLst>
                    <a:ext uri="{9D8B030D-6E8A-4147-A177-3AD203B41FA5}">
                      <a16:colId xmlns:a16="http://schemas.microsoft.com/office/drawing/2014/main" val="20000"/>
                    </a:ext>
                  </a:extLst>
                </a:gridCol>
                <a:gridCol w="4917835">
                  <a:extLst>
                    <a:ext uri="{9D8B030D-6E8A-4147-A177-3AD203B41FA5}">
                      <a16:colId xmlns:a16="http://schemas.microsoft.com/office/drawing/2014/main" val="20001"/>
                    </a:ext>
                  </a:extLst>
                </a:gridCol>
                <a:gridCol w="1578981">
                  <a:extLst>
                    <a:ext uri="{9D8B030D-6E8A-4147-A177-3AD203B41FA5}">
                      <a16:colId xmlns:a16="http://schemas.microsoft.com/office/drawing/2014/main" val="20002"/>
                    </a:ext>
                  </a:extLst>
                </a:gridCol>
              </a:tblGrid>
              <a:tr h="272604">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TW" altLang="en-US" sz="1400" kern="100" dirty="0">
                          <a:solidFill>
                            <a:srgbClr val="000000"/>
                          </a:solidFill>
                          <a:effectLst/>
                          <a:latin typeface="標楷體" pitchFamily="65" charset="-120"/>
                          <a:ea typeface="標楷體" pitchFamily="65" charset="-120"/>
                          <a:cs typeface="Times New Roman"/>
                        </a:rPr>
                        <a:t>補助單位</a:t>
                      </a:r>
                      <a:endParaRPr lang="zh-TW" altLang="zh-TW" sz="1400" kern="100" dirty="0">
                        <a:solidFill>
                          <a:srgbClr val="000000"/>
                        </a:solidFill>
                        <a:effectLst/>
                        <a:latin typeface="標楷體" pitchFamily="65" charset="-120"/>
                        <a:ea typeface="標楷體" pitchFamily="65" charset="-120"/>
                        <a:cs typeface="Times New Roman"/>
                      </a:endParaRP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400" kern="100" dirty="0">
                          <a:solidFill>
                            <a:srgbClr val="000000"/>
                          </a:solidFill>
                          <a:effectLst/>
                          <a:latin typeface="標楷體" pitchFamily="65" charset="-120"/>
                          <a:ea typeface="標楷體" pitchFamily="65" charset="-120"/>
                          <a:cs typeface="Times New Roman"/>
                        </a:rPr>
                        <a:t>計畫名稱</a:t>
                      </a:r>
                      <a:endParaRPr lang="zh-TW" sz="1400" kern="100" dirty="0">
                        <a:solidFill>
                          <a:srgbClr val="000000"/>
                        </a:solidFill>
                        <a:effectLst/>
                        <a:latin typeface="標楷體" pitchFamily="65" charset="-120"/>
                        <a:ea typeface="標楷體" pitchFamily="65" charset="-120"/>
                        <a:cs typeface="Times New Roman"/>
                      </a:endParaRP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400" kern="100" dirty="0">
                          <a:solidFill>
                            <a:srgbClr val="000000"/>
                          </a:solidFill>
                          <a:effectLst/>
                          <a:latin typeface="標楷體" pitchFamily="65" charset="-120"/>
                          <a:ea typeface="標楷體" pitchFamily="65" charset="-120"/>
                          <a:cs typeface="Times New Roman"/>
                        </a:rPr>
                        <a:t>補助經費</a:t>
                      </a:r>
                      <a:endParaRPr lang="zh-TW" sz="1400" kern="100" dirty="0">
                        <a:solidFill>
                          <a:srgbClr val="000000"/>
                        </a:solidFill>
                        <a:effectLst/>
                        <a:latin typeface="標楷體" pitchFamily="65" charset="-120"/>
                        <a:ea typeface="標楷體" pitchFamily="65" charset="-120"/>
                        <a:cs typeface="Times New Roman"/>
                      </a:endParaRP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400" b="0" i="0" u="none" strike="noStrike" dirty="0">
                          <a:solidFill>
                            <a:srgbClr val="000000"/>
                          </a:solidFill>
                          <a:effectLst/>
                          <a:latin typeface="標楷體"/>
                        </a:rPr>
                        <a:t>社區意識凝聚活動</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社區刊物及民俗技藝</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32,000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400" b="0" i="0" u="none" strike="noStrike" dirty="0">
                          <a:solidFill>
                            <a:srgbClr val="000000"/>
                          </a:solidFill>
                          <a:effectLst/>
                          <a:latin typeface="標楷體"/>
                        </a:rPr>
                        <a:t>績優社區觀摩</a:t>
                      </a:r>
                      <a:r>
                        <a:rPr lang="en-US" altLang="zh-TW" sz="1400" b="0" i="0" u="none" strike="noStrike" dirty="0">
                          <a:solidFill>
                            <a:srgbClr val="000000"/>
                          </a:solidFill>
                          <a:effectLst/>
                          <a:latin typeface="標楷體"/>
                        </a:rPr>
                        <a:t>2017</a:t>
                      </a:r>
                      <a:r>
                        <a:rPr lang="zh-TW" altLang="en-US" sz="1400" b="0" i="0" u="none" strike="noStrike" dirty="0">
                          <a:solidFill>
                            <a:srgbClr val="000000"/>
                          </a:solidFill>
                          <a:effectLst/>
                          <a:latin typeface="標楷體"/>
                        </a:rPr>
                        <a:t>台灣燈會展示活動</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46,000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400" b="0" i="0" u="none" strike="noStrike" dirty="0">
                          <a:solidFill>
                            <a:srgbClr val="000000"/>
                          </a:solidFill>
                          <a:effectLst/>
                          <a:latin typeface="標楷體"/>
                        </a:rPr>
                        <a:t>106</a:t>
                      </a:r>
                      <a:r>
                        <a:rPr lang="zh-TW" altLang="en-US" sz="1400" b="0" i="0" u="none" strike="noStrike" dirty="0">
                          <a:solidFill>
                            <a:srgbClr val="000000"/>
                          </a:solidFill>
                          <a:effectLst/>
                          <a:latin typeface="標楷體"/>
                        </a:rPr>
                        <a:t>年度樂齡學習中心計畫</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423,600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38122">
                <a:tc>
                  <a:txBody>
                    <a:bodyPr/>
                    <a:lstStyle/>
                    <a:p>
                      <a:pPr algn="l" fontAlgn="ctr"/>
                      <a:r>
                        <a:rPr lang="zh-TW" altLang="en-US" sz="1400" b="0" i="0" u="none" strike="noStrike" dirty="0">
                          <a:solidFill>
                            <a:srgbClr val="000000"/>
                          </a:solidFill>
                          <a:effectLst/>
                          <a:latin typeface="標楷體"/>
                        </a:rPr>
                        <a:t>衛生福利部</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400" b="0" i="0" u="none" strike="noStrike" dirty="0">
                          <a:solidFill>
                            <a:srgbClr val="000000"/>
                          </a:solidFill>
                          <a:effectLst/>
                          <a:latin typeface="標楷體"/>
                        </a:rPr>
                        <a:t>旗艦永續</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溫暖大竹山˙轉動幸福齊步走</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820,000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400" b="0" i="0" u="none" strike="noStrike" dirty="0">
                          <a:solidFill>
                            <a:srgbClr val="000000"/>
                          </a:solidFill>
                          <a:effectLst/>
                          <a:latin typeface="標楷體"/>
                        </a:rPr>
                        <a:t>106</a:t>
                      </a:r>
                      <a:r>
                        <a:rPr lang="zh-TW" altLang="en-US" sz="1400" b="0" i="0" u="none" strike="noStrike" dirty="0">
                          <a:solidFill>
                            <a:srgbClr val="000000"/>
                          </a:solidFill>
                          <a:effectLst/>
                          <a:latin typeface="標楷體"/>
                        </a:rPr>
                        <a:t>年度兒童及青少年太極拳班活動</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20,000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400" b="0" i="0" u="none" strike="noStrike" dirty="0">
                          <a:solidFill>
                            <a:srgbClr val="000000"/>
                          </a:solidFill>
                          <a:effectLst/>
                          <a:latin typeface="標楷體"/>
                        </a:rPr>
                        <a:t>竹山幸福滋味傳˙社區產業行銷通</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300,000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220976">
                <a:tc>
                  <a:txBody>
                    <a:bodyPr/>
                    <a:lstStyle/>
                    <a:p>
                      <a:pPr algn="l" fontAlgn="ctr"/>
                      <a:r>
                        <a:rPr lang="zh-TW" altLang="en-US" sz="1400" b="0" i="0" u="none" strike="noStrike" dirty="0">
                          <a:solidFill>
                            <a:srgbClr val="000000"/>
                          </a:solidFill>
                          <a:effectLst/>
                          <a:latin typeface="標楷體"/>
                        </a:rPr>
                        <a:t>衛生福利部</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400" b="0" i="0" u="none" strike="noStrike" dirty="0">
                          <a:solidFill>
                            <a:srgbClr val="000000"/>
                          </a:solidFill>
                          <a:effectLst/>
                          <a:latin typeface="標楷體"/>
                        </a:rPr>
                        <a:t>社區意識凝聚活動</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民俗技藝</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竹特色舞蹈及竹仔鼓</a:t>
                      </a:r>
                      <a:r>
                        <a:rPr lang="en-US" altLang="zh-TW" sz="1400" b="0" i="0" u="none" strike="noStrike" dirty="0">
                          <a:solidFill>
                            <a:srgbClr val="000000"/>
                          </a:solidFill>
                          <a:effectLst/>
                          <a:latin typeface="標楷體"/>
                        </a:rPr>
                        <a:t>)</a:t>
                      </a:r>
                      <a:endParaRPr lang="zh-TW" altLang="en-US"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25,000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220976">
                <a:tc>
                  <a:txBody>
                    <a:bodyPr/>
                    <a:lstStyle/>
                    <a:p>
                      <a:pPr algn="l" fontAlgn="ctr"/>
                      <a:r>
                        <a:rPr lang="zh-TW" altLang="en-US" sz="1400" b="0" i="0" u="none" strike="noStrike" dirty="0">
                          <a:solidFill>
                            <a:srgbClr val="000000"/>
                          </a:solidFill>
                          <a:effectLst/>
                          <a:latin typeface="標楷體"/>
                        </a:rPr>
                        <a:t>竹山鎮公所</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400" b="0" i="0" u="none" strike="noStrike" dirty="0">
                          <a:solidFill>
                            <a:srgbClr val="000000"/>
                          </a:solidFill>
                          <a:effectLst/>
                          <a:latin typeface="標楷體"/>
                        </a:rPr>
                        <a:t>105</a:t>
                      </a:r>
                      <a:r>
                        <a:rPr lang="zh-TW" altLang="en-US" sz="1400" b="0" i="0" u="none" strike="noStrike" dirty="0">
                          <a:solidFill>
                            <a:srgbClr val="000000"/>
                          </a:solidFill>
                          <a:effectLst/>
                          <a:latin typeface="標楷體"/>
                        </a:rPr>
                        <a:t>年度資源回收工作計畫</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推動社區辦理資源回收工作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10,000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220976">
                <a:tc>
                  <a:txBody>
                    <a:bodyPr/>
                    <a:lstStyle/>
                    <a:p>
                      <a:pPr algn="l" fontAlgn="ctr"/>
                      <a:r>
                        <a:rPr lang="zh-TW" altLang="en-US" sz="1400" b="0" i="0" u="none" strike="noStrike" dirty="0">
                          <a:solidFill>
                            <a:srgbClr val="000000"/>
                          </a:solidFill>
                          <a:effectLst/>
                          <a:latin typeface="標楷體"/>
                        </a:rPr>
                        <a:t>衛生福利部</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400" b="0" i="0" u="none" strike="noStrike" dirty="0">
                          <a:solidFill>
                            <a:srgbClr val="000000"/>
                          </a:solidFill>
                          <a:effectLst/>
                          <a:latin typeface="標楷體"/>
                        </a:rPr>
                        <a:t>106</a:t>
                      </a:r>
                      <a:r>
                        <a:rPr lang="zh-TW" altLang="en-US" sz="1400" b="0" i="0" u="none" strike="noStrike" dirty="0">
                          <a:solidFill>
                            <a:srgbClr val="000000"/>
                          </a:solidFill>
                          <a:effectLst/>
                          <a:latin typeface="標楷體"/>
                        </a:rPr>
                        <a:t>年度建立社區照顧關懷據點計畫</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131,800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旗艦永續</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溫暖大竹山˙轉動幸福齊步走</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341,000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0"/>
                  </a:ext>
                </a:extLst>
              </a:tr>
              <a:tr h="220976">
                <a:tc>
                  <a:txBody>
                    <a:bodyPr/>
                    <a:lstStyle/>
                    <a:p>
                      <a:pPr algn="l" fontAlgn="ctr"/>
                      <a:r>
                        <a:rPr lang="zh-TW" altLang="en-US" sz="1400" b="0" i="0" u="none" strike="noStrike" dirty="0">
                          <a:solidFill>
                            <a:srgbClr val="000000"/>
                          </a:solidFill>
                          <a:effectLst/>
                          <a:latin typeface="標楷體"/>
                        </a:rPr>
                        <a:t>南投林管處</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400" b="0" i="0" u="none" strike="noStrike" dirty="0">
                          <a:solidFill>
                            <a:srgbClr val="000000"/>
                          </a:solidFill>
                          <a:effectLst/>
                          <a:latin typeface="標楷體"/>
                        </a:rPr>
                        <a:t>象鼻群山及八通關古道、各聯絡道路維護與資源調查</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150,000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1"/>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日托據點交通接送服務</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1,253,520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世代融合活動</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重陽敬老活動</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牽起三代情</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18,900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r h="236725">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南投縣</a:t>
                      </a:r>
                      <a:r>
                        <a:rPr lang="en-US" altLang="zh-TW" sz="1400" b="0" i="0" u="none" strike="noStrike" dirty="0">
                          <a:solidFill>
                            <a:srgbClr val="000000"/>
                          </a:solidFill>
                          <a:effectLst/>
                          <a:latin typeface="標楷體"/>
                        </a:rPr>
                        <a:t>106</a:t>
                      </a:r>
                      <a:r>
                        <a:rPr lang="zh-TW" altLang="en-US" sz="1400" b="0" i="0" u="none" strike="noStrike" dirty="0">
                          <a:solidFill>
                            <a:srgbClr val="000000"/>
                          </a:solidFill>
                          <a:effectLst/>
                          <a:latin typeface="標楷體"/>
                        </a:rPr>
                        <a:t>年度高齡志工服務方案</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13,440</a:t>
                      </a:r>
                      <a:r>
                        <a:rPr lang="zh-TW" altLang="en-US" sz="1400" b="0" i="0" u="none" strike="noStrike" dirty="0">
                          <a:solidFill>
                            <a:srgbClr val="000000"/>
                          </a:solidFill>
                          <a:effectLst/>
                          <a:latin typeface="標楷體"/>
                        </a:rPr>
                        <a:t>元</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4"/>
                  </a:ext>
                </a:extLst>
              </a:tr>
              <a:tr h="220976">
                <a:tc>
                  <a:txBody>
                    <a:bodyPr/>
                    <a:lstStyle/>
                    <a:p>
                      <a:pPr algn="l" fontAlgn="ctr"/>
                      <a:r>
                        <a:rPr lang="zh-TW" altLang="en-US" sz="1400" b="0" i="0" u="none" strike="noStrike" dirty="0">
                          <a:solidFill>
                            <a:srgbClr val="000000"/>
                          </a:solidFill>
                          <a:effectLst/>
                          <a:latin typeface="標楷體"/>
                        </a:rPr>
                        <a:t>衛生福利部</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社區照顧關懷據點佈建日間托老服務計畫</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866,000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5"/>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400" b="0" i="0" u="none" strike="noStrike" dirty="0">
                          <a:solidFill>
                            <a:srgbClr val="000000"/>
                          </a:solidFill>
                          <a:effectLst/>
                          <a:latin typeface="標楷體"/>
                        </a:rPr>
                        <a:t>2018</a:t>
                      </a:r>
                      <a:r>
                        <a:rPr lang="zh-TW" altLang="en-US" sz="1400" b="0" i="0" u="none" strike="noStrike" dirty="0">
                          <a:solidFill>
                            <a:srgbClr val="000000"/>
                          </a:solidFill>
                          <a:effectLst/>
                          <a:latin typeface="標楷體"/>
                        </a:rPr>
                        <a:t>南投燈會「在地風情畫」燈區</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社區花燈製作及展示計畫</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60,000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6"/>
                  </a:ext>
                </a:extLst>
              </a:tr>
              <a:tr h="220976">
                <a:tc>
                  <a:txBody>
                    <a:bodyPr/>
                    <a:lstStyle/>
                    <a:p>
                      <a:pPr algn="l" fontAlgn="ctr"/>
                      <a:r>
                        <a:rPr lang="zh-TW" altLang="en-US" sz="1400" b="0" i="0" u="none" strike="noStrike" dirty="0">
                          <a:solidFill>
                            <a:srgbClr val="000000"/>
                          </a:solidFill>
                          <a:effectLst/>
                          <a:latin typeface="標楷體"/>
                        </a:rPr>
                        <a:t>竹山鎮公所</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旗艦型社區研討交流培力活動</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15,000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7"/>
                  </a:ext>
                </a:extLst>
              </a:tr>
              <a:tr h="220976">
                <a:tc>
                  <a:txBody>
                    <a:bodyPr/>
                    <a:lstStyle/>
                    <a:p>
                      <a:pPr algn="l" fontAlgn="ctr"/>
                      <a:r>
                        <a:rPr lang="zh-TW" altLang="en-US" sz="1400" b="0" i="0" u="none" strike="noStrike" dirty="0">
                          <a:solidFill>
                            <a:srgbClr val="000000"/>
                          </a:solidFill>
                          <a:effectLst/>
                          <a:latin typeface="標楷體"/>
                        </a:rPr>
                        <a:t>竹山鎮公所</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400" b="0" i="0" u="none" strike="noStrike" dirty="0">
                          <a:solidFill>
                            <a:srgbClr val="000000"/>
                          </a:solidFill>
                          <a:effectLst/>
                          <a:latin typeface="標楷體"/>
                        </a:rPr>
                        <a:t>106</a:t>
                      </a:r>
                      <a:r>
                        <a:rPr lang="zh-TW" altLang="en-US" sz="1400" b="0" i="0" u="none" strike="noStrike" dirty="0">
                          <a:solidFill>
                            <a:srgbClr val="000000"/>
                          </a:solidFill>
                          <a:effectLst/>
                          <a:latin typeface="標楷體"/>
                        </a:rPr>
                        <a:t>年度全國社區發展福利社區化觀摩會活動</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20,000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8"/>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社區培力及績優社區觀摩研習活動</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20,000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9"/>
                  </a:ext>
                </a:extLst>
              </a:tr>
              <a:tr h="229215">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400" b="0" i="0" u="none" strike="noStrike" dirty="0">
                          <a:solidFill>
                            <a:srgbClr val="000000"/>
                          </a:solidFill>
                          <a:effectLst/>
                          <a:latin typeface="標楷體"/>
                        </a:rPr>
                        <a:t>106</a:t>
                      </a:r>
                      <a:r>
                        <a:rPr lang="zh-TW" altLang="en-US" sz="1400" b="0" i="0" u="none" strike="noStrike" dirty="0">
                          <a:solidFill>
                            <a:srgbClr val="000000"/>
                          </a:solidFill>
                          <a:effectLst/>
                          <a:latin typeface="標楷體"/>
                        </a:rPr>
                        <a:t>年度全國社區民俗育樂活動觀摩會加強練習計畫</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22,000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20"/>
                  </a:ext>
                </a:extLst>
              </a:tr>
              <a:tr h="242931">
                <a:tc>
                  <a:txBody>
                    <a:bodyPr/>
                    <a:lstStyle/>
                    <a:p>
                      <a:pPr algn="l" fontAlgn="ctr"/>
                      <a:r>
                        <a:rPr lang="zh-TW" altLang="en-US" sz="1400" b="0" i="0" u="none" strike="noStrike" dirty="0">
                          <a:solidFill>
                            <a:srgbClr val="000000"/>
                          </a:solidFill>
                          <a:effectLst/>
                          <a:latin typeface="標楷體"/>
                        </a:rPr>
                        <a:t>南投縣政府文化局</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400" b="0" i="0" u="none" strike="noStrike" dirty="0">
                          <a:solidFill>
                            <a:srgbClr val="000000"/>
                          </a:solidFill>
                          <a:effectLst/>
                          <a:latin typeface="標楷體"/>
                        </a:rPr>
                        <a:t>106</a:t>
                      </a:r>
                      <a:r>
                        <a:rPr lang="zh-TW" altLang="en-US" sz="1400" b="0" i="0" u="none" strike="noStrike" dirty="0">
                          <a:solidFill>
                            <a:srgbClr val="000000"/>
                          </a:solidFill>
                          <a:effectLst/>
                          <a:latin typeface="標楷體"/>
                        </a:rPr>
                        <a:t>年度村落文化發展計畫</a:t>
                      </a:r>
                      <a:r>
                        <a:rPr lang="en-US" altLang="zh-TW" sz="1400" b="0" i="0" u="none" strike="noStrike" dirty="0">
                          <a:solidFill>
                            <a:srgbClr val="000000"/>
                          </a:solidFill>
                          <a:effectLst/>
                          <a:latin typeface="標楷體"/>
                        </a:rPr>
                        <a:t>-</a:t>
                      </a:r>
                      <a:r>
                        <a:rPr lang="zh-TW" altLang="en-US" sz="1400" b="0" i="0" u="none" strike="noStrike" dirty="0">
                          <a:solidFill>
                            <a:srgbClr val="000000"/>
                          </a:solidFill>
                          <a:effectLst/>
                          <a:latin typeface="標楷體"/>
                        </a:rPr>
                        <a:t>竹鼓竹舞在竹山</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50,000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21"/>
                  </a:ext>
                </a:extLst>
              </a:tr>
              <a:tr h="220976">
                <a:tc>
                  <a:txBody>
                    <a:bodyPr/>
                    <a:lstStyle/>
                    <a:p>
                      <a:pPr algn="l" fontAlgn="ctr"/>
                      <a:r>
                        <a:rPr lang="zh-TW" altLang="en-US" sz="1400" b="0" i="0" u="none" strike="noStrike" dirty="0">
                          <a:solidFill>
                            <a:srgbClr val="000000"/>
                          </a:solidFill>
                          <a:effectLst/>
                          <a:latin typeface="標楷體"/>
                        </a:rPr>
                        <a:t>竹山鎮公所</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社區培力及績優社區觀摩研習</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20,000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22"/>
                  </a:ext>
                </a:extLst>
              </a:tr>
              <a:tr h="220976">
                <a:tc>
                  <a:txBody>
                    <a:bodyPr/>
                    <a:lstStyle/>
                    <a:p>
                      <a:pPr algn="l" fontAlgn="ctr"/>
                      <a:r>
                        <a:rPr lang="zh-TW" altLang="en-US" sz="1400" b="0" i="0" u="none" strike="noStrike" dirty="0">
                          <a:solidFill>
                            <a:srgbClr val="000000"/>
                          </a:solidFill>
                          <a:effectLst/>
                          <a:latin typeface="標楷體"/>
                        </a:rPr>
                        <a:t>南投縣政府</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400" b="0" i="0" u="none" strike="noStrike" dirty="0">
                          <a:solidFill>
                            <a:srgbClr val="000000"/>
                          </a:solidFill>
                          <a:effectLst/>
                          <a:latin typeface="標楷體"/>
                        </a:rPr>
                        <a:t>快樂廚房集中用餐</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400" b="0" i="0" u="none" strike="noStrike" dirty="0">
                          <a:solidFill>
                            <a:srgbClr val="000000"/>
                          </a:solidFill>
                          <a:effectLst/>
                          <a:latin typeface="標楷體"/>
                        </a:rPr>
                        <a:t>153,000</a:t>
                      </a:r>
                      <a:r>
                        <a:rPr lang="zh-TW" altLang="en-US" sz="1400" b="0" i="0" u="none" strike="noStrike" dirty="0">
                          <a:solidFill>
                            <a:srgbClr val="000000"/>
                          </a:solidFill>
                          <a:effectLst/>
                          <a:latin typeface="標楷體"/>
                        </a:rPr>
                        <a:t>元</a:t>
                      </a:r>
                      <a:endParaRPr lang="en-US" altLang="zh-TW" sz="1400" b="0" i="0" u="none" strike="noStrike" dirty="0">
                        <a:solidFill>
                          <a:srgbClr val="000000"/>
                        </a:solidFill>
                        <a:effectLst/>
                        <a:latin typeface="標楷體"/>
                      </a:endParaRP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23"/>
                  </a:ext>
                </a:extLst>
              </a:tr>
            </a:tbl>
          </a:graphicData>
        </a:graphic>
      </p:graphicFrame>
    </p:spTree>
    <p:extLst>
      <p:ext uri="{BB962C8B-B14F-4D97-AF65-F5344CB8AC3E}">
        <p14:creationId xmlns:p14="http://schemas.microsoft.com/office/powerpoint/2010/main" val="104716369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標題 1"/>
          <p:cNvSpPr>
            <a:spLocks noGrp="1"/>
          </p:cNvSpPr>
          <p:nvPr>
            <p:ph type="title"/>
          </p:nvPr>
        </p:nvSpPr>
        <p:spPr>
          <a:xfrm>
            <a:off x="395288" y="0"/>
            <a:ext cx="8382000" cy="563563"/>
          </a:xfrm>
        </p:spPr>
        <p:txBody>
          <a:bodyPr/>
          <a:lstStyle/>
          <a:p>
            <a:r>
              <a:rPr lang="zh-TW" altLang="en-US" b="0">
                <a:latin typeface="標楷體" pitchFamily="65" charset="-120"/>
                <a:ea typeface="標楷體" pitchFamily="65" charset="-120"/>
              </a:rPr>
              <a:t>延正社區</a:t>
            </a:r>
            <a:r>
              <a:rPr lang="en-US" altLang="zh-TW" b="0">
                <a:latin typeface="標楷體" pitchFamily="65" charset="-120"/>
                <a:ea typeface="標楷體" pitchFamily="65" charset="-120"/>
              </a:rPr>
              <a:t>106</a:t>
            </a:r>
            <a:r>
              <a:rPr lang="zh-TW" altLang="en-US" b="0">
                <a:latin typeface="標楷體" pitchFamily="65" charset="-120"/>
                <a:ea typeface="標楷體" pitchFamily="65" charset="-120"/>
              </a:rPr>
              <a:t>年度執行社區發展工作情形</a:t>
            </a:r>
          </a:p>
        </p:txBody>
      </p:sp>
      <p:sp>
        <p:nvSpPr>
          <p:cNvPr id="62467" name="內容版面配置區 2"/>
          <p:cNvSpPr>
            <a:spLocks noGrp="1"/>
          </p:cNvSpPr>
          <p:nvPr>
            <p:ph idx="1"/>
          </p:nvPr>
        </p:nvSpPr>
        <p:spPr>
          <a:xfrm>
            <a:off x="31750" y="765175"/>
            <a:ext cx="8712200" cy="5391150"/>
          </a:xfrm>
        </p:spPr>
        <p:txBody>
          <a:bodyPr/>
          <a:lstStyle/>
          <a:p>
            <a:pPr marL="438150" indent="-319088" eaLnBrk="1" hangingPunct="1">
              <a:lnSpc>
                <a:spcPct val="150000"/>
              </a:lnSpc>
              <a:spcBef>
                <a:spcPct val="0"/>
              </a:spcBef>
              <a:buClrTx/>
              <a:buFont typeface="Wingdings 2" pitchFamily="18" charset="2"/>
              <a:buChar char=""/>
            </a:pPr>
            <a:r>
              <a:rPr lang="zh-TW" altLang="en-US" sz="2200" b="1">
                <a:solidFill>
                  <a:srgbClr val="FF0000"/>
                </a:solidFill>
                <a:latin typeface="標楷體" pitchFamily="65" charset="-120"/>
                <a:ea typeface="標楷體" pitchFamily="65" charset="-120"/>
              </a:rPr>
              <a:t>延正</a:t>
            </a:r>
          </a:p>
          <a:p>
            <a:pPr marL="438150" indent="-319088" eaLnBrk="1" hangingPunct="1">
              <a:lnSpc>
                <a:spcPct val="150000"/>
              </a:lnSpc>
              <a:spcBef>
                <a:spcPct val="0"/>
              </a:spcBef>
              <a:buClrTx/>
              <a:buFont typeface="Wingdings 2" pitchFamily="18" charset="2"/>
              <a:buChar char=""/>
            </a:pPr>
            <a:endParaRPr lang="zh-TW" altLang="en-US" sz="2200" b="1">
              <a:solidFill>
                <a:srgbClr val="FF0000"/>
              </a:solidFill>
              <a:latin typeface="標楷體" pitchFamily="65" charset="-120"/>
              <a:ea typeface="標楷體" pitchFamily="65" charset="-120"/>
            </a:endParaRPr>
          </a:p>
          <a:p>
            <a:pPr marL="438150" indent="-319088" eaLnBrk="1" hangingPunct="1">
              <a:lnSpc>
                <a:spcPct val="150000"/>
              </a:lnSpc>
              <a:spcBef>
                <a:spcPct val="0"/>
              </a:spcBef>
              <a:buClrTx/>
              <a:buFont typeface="Wingdings 2" pitchFamily="18" charset="2"/>
              <a:buChar char=""/>
            </a:pPr>
            <a:endParaRPr lang="zh-TW" altLang="en-US" sz="2200" b="1">
              <a:solidFill>
                <a:srgbClr val="FF0000"/>
              </a:solidFill>
              <a:latin typeface="標楷體" pitchFamily="65" charset="-120"/>
              <a:ea typeface="標楷體" pitchFamily="65" charset="-120"/>
            </a:endParaRPr>
          </a:p>
          <a:p>
            <a:pPr marL="438150" indent="-319088">
              <a:buFont typeface="Wingdings" pitchFamily="2" charset="2"/>
              <a:buNone/>
            </a:pPr>
            <a:endParaRPr lang="zh-TW" altLang="en-US">
              <a:ea typeface="新細明體" pitchFamily="18" charset="-120"/>
            </a:endParaRPr>
          </a:p>
        </p:txBody>
      </p:sp>
      <p:graphicFrame>
        <p:nvGraphicFramePr>
          <p:cNvPr id="5" name="表格 4"/>
          <p:cNvGraphicFramePr>
            <a:graphicFrameLocks noGrp="1"/>
          </p:cNvGraphicFramePr>
          <p:nvPr/>
        </p:nvGraphicFramePr>
        <p:xfrm>
          <a:off x="1331913" y="1057275"/>
          <a:ext cx="6877050" cy="5800867"/>
        </p:xfrm>
        <a:graphic>
          <a:graphicData uri="http://schemas.openxmlformats.org/drawingml/2006/table">
            <a:tbl>
              <a:tblPr firstRow="1" firstCol="1" bandRow="1">
                <a:tableStyleId>{5C22544A-7EE6-4342-B048-85BDC9FD1C3A}</a:tableStyleId>
              </a:tblPr>
              <a:tblGrid>
                <a:gridCol w="1634604">
                  <a:extLst>
                    <a:ext uri="{9D8B030D-6E8A-4147-A177-3AD203B41FA5}">
                      <a16:colId xmlns:a16="http://schemas.microsoft.com/office/drawing/2014/main" val="20000"/>
                    </a:ext>
                  </a:extLst>
                </a:gridCol>
                <a:gridCol w="3658161">
                  <a:extLst>
                    <a:ext uri="{9D8B030D-6E8A-4147-A177-3AD203B41FA5}">
                      <a16:colId xmlns:a16="http://schemas.microsoft.com/office/drawing/2014/main" val="20001"/>
                    </a:ext>
                  </a:extLst>
                </a:gridCol>
                <a:gridCol w="1584285">
                  <a:extLst>
                    <a:ext uri="{9D8B030D-6E8A-4147-A177-3AD203B41FA5}">
                      <a16:colId xmlns:a16="http://schemas.microsoft.com/office/drawing/2014/main" val="20002"/>
                    </a:ext>
                  </a:extLst>
                </a:gridCol>
              </a:tblGrid>
              <a:tr h="314864">
                <a:tc>
                  <a:txBody>
                    <a:bodyPr/>
                    <a:lstStyle/>
                    <a:p>
                      <a:pPr algn="ctr">
                        <a:spcAft>
                          <a:spcPts val="0"/>
                        </a:spcAft>
                      </a:pPr>
                      <a:r>
                        <a:rPr lang="zh-TW" altLang="en-US" sz="1500" kern="100" dirty="0">
                          <a:solidFill>
                            <a:srgbClr val="000000"/>
                          </a:solidFill>
                          <a:effectLst/>
                          <a:latin typeface="標楷體" pitchFamily="65" charset="-120"/>
                          <a:ea typeface="標楷體" pitchFamily="65" charset="-120"/>
                          <a:cs typeface="Times New Roman"/>
                        </a:rPr>
                        <a:t>補助單位</a:t>
                      </a:r>
                      <a:endParaRPr lang="zh-TW" sz="15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500" kern="100" dirty="0">
                          <a:solidFill>
                            <a:srgbClr val="000000"/>
                          </a:solidFill>
                          <a:effectLst/>
                          <a:latin typeface="標楷體" pitchFamily="65" charset="-120"/>
                          <a:ea typeface="標楷體" pitchFamily="65" charset="-120"/>
                          <a:cs typeface="Times New Roman"/>
                        </a:rPr>
                        <a:t>計畫名稱</a:t>
                      </a:r>
                      <a:endParaRPr lang="zh-TW" sz="15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500" kern="100" dirty="0">
                          <a:solidFill>
                            <a:srgbClr val="000000"/>
                          </a:solidFill>
                          <a:effectLst/>
                          <a:latin typeface="標楷體" pitchFamily="65" charset="-120"/>
                          <a:ea typeface="標楷體" pitchFamily="65" charset="-120"/>
                          <a:cs typeface="Times New Roman"/>
                        </a:rPr>
                        <a:t>補助經費</a:t>
                      </a:r>
                      <a:endParaRPr lang="zh-TW" sz="15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竹山幸福滋味傳˙社區產業行銷通</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300,000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36214">
                <a:tc>
                  <a:txBody>
                    <a:bodyPr/>
                    <a:lstStyle/>
                    <a:p>
                      <a:pPr algn="l" fontAlgn="ctr"/>
                      <a:r>
                        <a:rPr lang="zh-TW" altLang="en-US" sz="1500" b="0" i="0" u="none" strike="noStrike" dirty="0">
                          <a:solidFill>
                            <a:srgbClr val="000000"/>
                          </a:solidFill>
                          <a:effectLst/>
                          <a:latin typeface="標楷體"/>
                        </a:rPr>
                        <a:t>台大實驗林</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花現˙茶鄉˙心幸福</a:t>
                      </a:r>
                      <a:r>
                        <a:rPr lang="en-US" altLang="zh-TW" sz="1500" b="0" i="0" u="none" strike="noStrike" dirty="0">
                          <a:solidFill>
                            <a:srgbClr val="000000"/>
                          </a:solidFill>
                          <a:effectLst/>
                          <a:latin typeface="標楷體"/>
                        </a:rPr>
                        <a:t>(</a:t>
                      </a:r>
                      <a:r>
                        <a:rPr lang="zh-TW" altLang="en-US" sz="1500" b="0" i="0" u="none" strike="noStrike" dirty="0">
                          <a:solidFill>
                            <a:srgbClr val="000000"/>
                          </a:solidFill>
                          <a:effectLst/>
                          <a:latin typeface="標楷體"/>
                        </a:rPr>
                        <a:t>第一期</a:t>
                      </a:r>
                      <a:r>
                        <a:rPr lang="en-US" altLang="zh-TW" sz="1500" b="0" i="0" u="none" strike="noStrike" dirty="0">
                          <a:solidFill>
                            <a:srgbClr val="000000"/>
                          </a:solidFill>
                          <a:effectLst/>
                          <a:latin typeface="標楷體"/>
                        </a:rPr>
                        <a:t>)</a:t>
                      </a:r>
                      <a:endParaRPr lang="zh-TW" altLang="en-US"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75,000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236214">
                <a:tc>
                  <a:txBody>
                    <a:bodyPr/>
                    <a:lstStyle/>
                    <a:p>
                      <a:pPr algn="l" fontAlgn="ctr"/>
                      <a:r>
                        <a:rPr lang="zh-TW" altLang="en-US" sz="1500" b="0" i="0" u="none" strike="noStrike" dirty="0">
                          <a:solidFill>
                            <a:srgbClr val="000000"/>
                          </a:solidFill>
                          <a:effectLst/>
                          <a:latin typeface="標楷體"/>
                        </a:rPr>
                        <a:t>衛生福利部</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旗艦永續</a:t>
                      </a:r>
                      <a:r>
                        <a:rPr lang="en-US" altLang="zh-TW" sz="1500" b="0" i="0" u="none" strike="noStrike" dirty="0">
                          <a:solidFill>
                            <a:srgbClr val="000000"/>
                          </a:solidFill>
                          <a:effectLst/>
                          <a:latin typeface="標楷體"/>
                        </a:rPr>
                        <a:t>-</a:t>
                      </a:r>
                      <a:r>
                        <a:rPr lang="zh-TW" altLang="en-US" sz="1500" b="0" i="0" u="none" strike="noStrike" dirty="0">
                          <a:solidFill>
                            <a:srgbClr val="000000"/>
                          </a:solidFill>
                          <a:effectLst/>
                          <a:latin typeface="標楷體"/>
                        </a:rPr>
                        <a:t>溫暖大竹山˙轉動幸福齊步走</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820,000</a:t>
                      </a: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38109">
                <a:tc>
                  <a:txBody>
                    <a:bodyPr/>
                    <a:lstStyle/>
                    <a:p>
                      <a:pPr algn="l" fontAlgn="ctr"/>
                      <a:r>
                        <a:rPr lang="zh-TW" altLang="en-US" sz="1500" b="0" i="0" u="none" strike="noStrike" dirty="0">
                          <a:solidFill>
                            <a:srgbClr val="000000"/>
                          </a:solidFill>
                          <a:effectLst/>
                          <a:latin typeface="標楷體"/>
                        </a:rPr>
                        <a:t>竹山鎮公所</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南投縣潛力社區培力及檔案建置計畫</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20,000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社區檔案建置及宣傳計畫</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15,000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36214">
                <a:tc>
                  <a:txBody>
                    <a:bodyPr/>
                    <a:lstStyle/>
                    <a:p>
                      <a:pPr algn="l" fontAlgn="ctr"/>
                      <a:r>
                        <a:rPr lang="zh-TW" altLang="en-US" sz="1500" b="0" i="0" u="none" strike="noStrike" dirty="0">
                          <a:solidFill>
                            <a:srgbClr val="000000"/>
                          </a:solidFill>
                          <a:effectLst/>
                          <a:latin typeface="標楷體"/>
                        </a:rPr>
                        <a:t>台大實驗林</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照鏡山脈生物資源調查計畫</a:t>
                      </a:r>
                      <a:r>
                        <a:rPr lang="en-US" altLang="zh-TW" sz="1500" b="0" i="0" u="none" strike="noStrike" dirty="0">
                          <a:solidFill>
                            <a:srgbClr val="000000"/>
                          </a:solidFill>
                          <a:effectLst/>
                          <a:latin typeface="標楷體"/>
                        </a:rPr>
                        <a:t>(</a:t>
                      </a:r>
                      <a:r>
                        <a:rPr lang="zh-TW" altLang="en-US" sz="1500" b="0" i="0" u="none" strike="noStrike" dirty="0">
                          <a:solidFill>
                            <a:srgbClr val="000000"/>
                          </a:solidFill>
                          <a:effectLst/>
                          <a:latin typeface="標楷體"/>
                        </a:rPr>
                        <a:t>第二期</a:t>
                      </a:r>
                      <a:r>
                        <a:rPr lang="en-US" altLang="zh-TW" sz="1500" b="0" i="0" u="none" strike="noStrike" dirty="0">
                          <a:solidFill>
                            <a:srgbClr val="000000"/>
                          </a:solidFill>
                          <a:effectLst/>
                          <a:latin typeface="標楷體"/>
                        </a:rPr>
                        <a:t>)</a:t>
                      </a:r>
                      <a:endParaRPr lang="zh-TW" altLang="en-US"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66,864</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快樂廚房集中用餐</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140,000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500" b="0" i="0" u="none" strike="noStrike" dirty="0">
                          <a:solidFill>
                            <a:srgbClr val="000000"/>
                          </a:solidFill>
                          <a:effectLst/>
                          <a:latin typeface="標楷體"/>
                        </a:rPr>
                        <a:t>2017</a:t>
                      </a:r>
                      <a:r>
                        <a:rPr lang="zh-TW" altLang="en-US" sz="1500" b="0" i="0" u="none" strike="noStrike" dirty="0">
                          <a:solidFill>
                            <a:srgbClr val="000000"/>
                          </a:solidFill>
                          <a:effectLst/>
                          <a:latin typeface="標楷體"/>
                        </a:rPr>
                        <a:t>南投燈會「同心創未來」</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60,000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竹山鎮延正里活動中心監視系統改善工程</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44,000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500" b="0" i="0" u="none" strike="noStrike" dirty="0">
                          <a:solidFill>
                            <a:srgbClr val="000000"/>
                          </a:solidFill>
                          <a:effectLst/>
                          <a:latin typeface="標楷體"/>
                        </a:rPr>
                        <a:t>106</a:t>
                      </a:r>
                      <a:r>
                        <a:rPr lang="zh-TW" altLang="en-US" sz="1500" b="0" i="0" u="none" strike="noStrike" dirty="0">
                          <a:solidFill>
                            <a:srgbClr val="000000"/>
                          </a:solidFill>
                          <a:effectLst/>
                          <a:latin typeface="標楷體"/>
                        </a:rPr>
                        <a:t>年度手工茶鄉粽製作研習活動</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20,000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0"/>
                  </a:ext>
                </a:extLst>
              </a:tr>
              <a:tr h="236214">
                <a:tc>
                  <a:txBody>
                    <a:bodyPr/>
                    <a:lstStyle/>
                    <a:p>
                      <a:pPr algn="l" fontAlgn="ctr"/>
                      <a:r>
                        <a:rPr lang="zh-TW" altLang="en-US" sz="1500" b="0" i="0" u="none" strike="noStrike" dirty="0">
                          <a:solidFill>
                            <a:srgbClr val="000000"/>
                          </a:solidFill>
                          <a:effectLst/>
                          <a:latin typeface="標楷體"/>
                        </a:rPr>
                        <a:t>南投縣文化局</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500" b="0" i="0" u="none" strike="noStrike" dirty="0">
                          <a:solidFill>
                            <a:srgbClr val="000000"/>
                          </a:solidFill>
                          <a:effectLst/>
                          <a:latin typeface="標楷體"/>
                        </a:rPr>
                        <a:t>看見南投地方生活力</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100,000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1"/>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500" b="0" i="0" u="none" strike="noStrike" dirty="0">
                          <a:solidFill>
                            <a:srgbClr val="000000"/>
                          </a:solidFill>
                          <a:effectLst/>
                          <a:latin typeface="標楷體"/>
                        </a:rPr>
                        <a:t>旗艦永續</a:t>
                      </a:r>
                      <a:r>
                        <a:rPr lang="en-US" altLang="zh-TW" sz="1500" b="0" i="0" u="none" strike="noStrike" dirty="0">
                          <a:solidFill>
                            <a:srgbClr val="000000"/>
                          </a:solidFill>
                          <a:effectLst/>
                          <a:latin typeface="標楷體"/>
                        </a:rPr>
                        <a:t>-</a:t>
                      </a:r>
                      <a:r>
                        <a:rPr lang="zh-TW" altLang="en-US" sz="1500" b="0" i="0" u="none" strike="noStrike" dirty="0">
                          <a:solidFill>
                            <a:srgbClr val="000000"/>
                          </a:solidFill>
                          <a:effectLst/>
                          <a:latin typeface="標楷體"/>
                        </a:rPr>
                        <a:t>溫暖大竹山˙轉動幸福齊步走</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341,000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r h="236713">
                <a:tc>
                  <a:txBody>
                    <a:bodyPr/>
                    <a:lstStyle/>
                    <a:p>
                      <a:pPr algn="l" fontAlgn="ctr"/>
                      <a:r>
                        <a:rPr lang="zh-TW" altLang="en-US" sz="1500" b="0" i="0" u="none" strike="noStrike" dirty="0">
                          <a:solidFill>
                            <a:srgbClr val="000000"/>
                          </a:solidFill>
                          <a:effectLst/>
                          <a:latin typeface="標楷體"/>
                        </a:rPr>
                        <a:t>竹山鎮公所</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500" b="0" i="0" u="none" strike="noStrike" dirty="0">
                          <a:solidFill>
                            <a:srgbClr val="000000"/>
                          </a:solidFill>
                          <a:effectLst/>
                          <a:latin typeface="標楷體"/>
                        </a:rPr>
                        <a:t>粽橫天下幸福傳</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20,000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r h="236713">
                <a:tc>
                  <a:txBody>
                    <a:bodyPr/>
                    <a:lstStyle/>
                    <a:p>
                      <a:pPr algn="l" fontAlgn="ctr"/>
                      <a:r>
                        <a:rPr lang="zh-TW" altLang="en-US" sz="1500" b="0" i="0" u="none" strike="noStrike" dirty="0">
                          <a:solidFill>
                            <a:srgbClr val="000000"/>
                          </a:solidFill>
                          <a:effectLst/>
                          <a:latin typeface="標楷體"/>
                        </a:rPr>
                        <a:t>竹山鎮公所</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500" b="0" i="0" u="none" strike="noStrike" dirty="0">
                          <a:solidFill>
                            <a:srgbClr val="000000"/>
                          </a:solidFill>
                          <a:effectLst/>
                          <a:latin typeface="標楷體"/>
                        </a:rPr>
                        <a:t>竹山鎮延正社區申請活動中心增購設備</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80,900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4"/>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500" b="0" i="0" u="none" strike="noStrike" dirty="0">
                          <a:solidFill>
                            <a:srgbClr val="000000"/>
                          </a:solidFill>
                          <a:effectLst/>
                          <a:latin typeface="標楷體"/>
                        </a:rPr>
                        <a:t>106</a:t>
                      </a:r>
                      <a:r>
                        <a:rPr lang="zh-TW" altLang="en-US" sz="1500" b="0" i="0" u="none" strike="noStrike" dirty="0">
                          <a:solidFill>
                            <a:srgbClr val="000000"/>
                          </a:solidFill>
                          <a:effectLst/>
                          <a:latin typeface="標楷體"/>
                        </a:rPr>
                        <a:t>年度手工茶鄉粽製作研習活動</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20,000</a:t>
                      </a:r>
                      <a:r>
                        <a:rPr lang="zh-TW" altLang="en-US" sz="1500" b="0" i="0" u="none" strike="noStrike" dirty="0">
                          <a:solidFill>
                            <a:srgbClr val="000000"/>
                          </a:solidFill>
                          <a:effectLst/>
                          <a:latin typeface="標楷體"/>
                        </a:rPr>
                        <a:t>元</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5"/>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500" b="0" i="0" u="none" strike="noStrike" dirty="0">
                          <a:solidFill>
                            <a:srgbClr val="000000"/>
                          </a:solidFill>
                          <a:effectLst/>
                          <a:latin typeface="標楷體"/>
                        </a:rPr>
                        <a:t>家庭暴力暨性騷擾防治</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20,000</a:t>
                      </a: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6"/>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500" b="0" i="0" u="none" strike="noStrike" dirty="0">
                          <a:solidFill>
                            <a:srgbClr val="000000"/>
                          </a:solidFill>
                          <a:effectLst/>
                          <a:latin typeface="標楷體"/>
                        </a:rPr>
                        <a:t>2017</a:t>
                      </a:r>
                      <a:r>
                        <a:rPr lang="zh-TW" altLang="en-US" sz="1500" b="0" i="0" u="none" strike="noStrike" dirty="0">
                          <a:solidFill>
                            <a:srgbClr val="000000"/>
                          </a:solidFill>
                          <a:effectLst/>
                          <a:latin typeface="標楷體"/>
                        </a:rPr>
                        <a:t>南投燈會「在地風情畫」燈區</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60,000</a:t>
                      </a: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7"/>
                  </a:ext>
                </a:extLst>
              </a:tr>
              <a:tr h="236214">
                <a:tc>
                  <a:txBody>
                    <a:bodyPr/>
                    <a:lstStyle/>
                    <a:p>
                      <a:pPr algn="l" fontAlgn="ctr"/>
                      <a:r>
                        <a:rPr lang="zh-TW" altLang="en-US" sz="1500" b="0" i="0" u="none" strike="noStrike" dirty="0">
                          <a:solidFill>
                            <a:srgbClr val="000000"/>
                          </a:solidFill>
                          <a:effectLst/>
                          <a:latin typeface="標楷體"/>
                        </a:rPr>
                        <a:t>竹山鎮公所</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500" b="0" i="0" u="none" strike="noStrike" dirty="0">
                          <a:solidFill>
                            <a:srgbClr val="000000"/>
                          </a:solidFill>
                          <a:effectLst/>
                          <a:latin typeface="標楷體"/>
                        </a:rPr>
                        <a:t>106</a:t>
                      </a:r>
                      <a:r>
                        <a:rPr lang="zh-TW" altLang="en-US" sz="1500" b="0" i="0" u="none" strike="noStrike" dirty="0">
                          <a:solidFill>
                            <a:srgbClr val="000000"/>
                          </a:solidFill>
                          <a:effectLst/>
                          <a:latin typeface="標楷體"/>
                        </a:rPr>
                        <a:t>年度全國社區發展福利社區化觀摩活動</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20,000</a:t>
                      </a: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8"/>
                  </a:ext>
                </a:extLst>
              </a:tr>
              <a:tr h="236214">
                <a:tc>
                  <a:txBody>
                    <a:bodyPr/>
                    <a:lstStyle/>
                    <a:p>
                      <a:pPr algn="l" fontAlgn="ctr"/>
                      <a:r>
                        <a:rPr lang="zh-TW" altLang="en-US" sz="1500" b="0" i="0" u="none" strike="noStrike" dirty="0">
                          <a:solidFill>
                            <a:srgbClr val="000000"/>
                          </a:solidFill>
                          <a:effectLst/>
                          <a:latin typeface="標楷體"/>
                        </a:rPr>
                        <a:t>南投縣環境保護局</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500" b="0" i="0" u="none" strike="noStrike" dirty="0">
                          <a:solidFill>
                            <a:srgbClr val="000000"/>
                          </a:solidFill>
                          <a:effectLst/>
                          <a:latin typeface="標楷體"/>
                        </a:rPr>
                        <a:t>106</a:t>
                      </a:r>
                      <a:r>
                        <a:rPr lang="zh-TW" altLang="en-US" sz="1500" b="0" i="0" u="none" strike="noStrike" dirty="0">
                          <a:solidFill>
                            <a:srgbClr val="000000"/>
                          </a:solidFill>
                          <a:effectLst/>
                          <a:latin typeface="標楷體"/>
                        </a:rPr>
                        <a:t>年度竹山鎮延正社區資源回收宣導活動</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20,000</a:t>
                      </a: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9"/>
                  </a:ext>
                </a:extLst>
              </a:tr>
              <a:tr h="236214">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500" b="0" i="0" u="none" strike="noStrike" dirty="0">
                          <a:solidFill>
                            <a:srgbClr val="000000"/>
                          </a:solidFill>
                          <a:effectLst/>
                          <a:latin typeface="標楷體"/>
                        </a:rPr>
                        <a:t>106</a:t>
                      </a:r>
                      <a:r>
                        <a:rPr lang="zh-TW" altLang="en-US" sz="1500" b="0" i="0" u="none" strike="noStrike" dirty="0">
                          <a:solidFill>
                            <a:srgbClr val="000000"/>
                          </a:solidFill>
                          <a:effectLst/>
                          <a:latin typeface="標楷體"/>
                        </a:rPr>
                        <a:t>年度延正薪火技藝傳承研習活動</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20,000</a:t>
                      </a: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20"/>
                  </a:ext>
                </a:extLst>
              </a:tr>
              <a:tr h="286269">
                <a:tc>
                  <a:txBody>
                    <a:bodyPr/>
                    <a:lstStyle/>
                    <a:p>
                      <a:pPr algn="l" fontAlgn="ct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500" b="0" i="0" u="none" strike="noStrike" dirty="0">
                          <a:solidFill>
                            <a:srgbClr val="000000"/>
                          </a:solidFill>
                          <a:effectLst/>
                          <a:latin typeface="標楷體"/>
                        </a:rPr>
                        <a:t>社區產業成果發表會擴大行銷計畫</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500" b="0" i="0" u="none" strike="noStrike" dirty="0">
                          <a:solidFill>
                            <a:srgbClr val="000000"/>
                          </a:solidFill>
                          <a:effectLst/>
                          <a:latin typeface="標楷體"/>
                        </a:rPr>
                        <a:t>64,200</a:t>
                      </a: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21"/>
                  </a:ext>
                </a:extLst>
              </a:tr>
              <a:tr h="236214">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500" b="0" i="0" u="none" strike="noStrike" dirty="0">
                          <a:solidFill>
                            <a:srgbClr val="000000"/>
                          </a:solidFill>
                          <a:effectLst/>
                          <a:latin typeface="標楷體"/>
                        </a:rPr>
                        <a:t>南投縣政府</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500" b="0" i="0" u="none" strike="noStrike" dirty="0">
                          <a:solidFill>
                            <a:srgbClr val="000000"/>
                          </a:solidFill>
                          <a:effectLst/>
                          <a:latin typeface="標楷體"/>
                        </a:rPr>
                        <a:t>加值服務</a:t>
                      </a: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22"/>
                  </a:ext>
                </a:extLst>
              </a:tr>
              <a:tr h="236214">
                <a:tc>
                  <a:txBody>
                    <a:bodyPr/>
                    <a:lstStyle/>
                    <a:p>
                      <a:pPr algn="l" fontAlgn="ctr"/>
                      <a:r>
                        <a:rPr lang="zh-TW" altLang="en-US" sz="1400" b="0" i="0" u="none" strike="noStrike" dirty="0">
                          <a:solidFill>
                            <a:srgbClr val="000000"/>
                          </a:solidFill>
                          <a:effectLst/>
                          <a:latin typeface="標楷體"/>
                        </a:rPr>
                        <a:t>衛生福利部</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400" b="0" i="0" u="none" strike="noStrike" dirty="0">
                          <a:solidFill>
                            <a:srgbClr val="000000"/>
                          </a:solidFill>
                          <a:effectLst/>
                          <a:latin typeface="標楷體"/>
                        </a:rPr>
                        <a:t>106</a:t>
                      </a:r>
                      <a:r>
                        <a:rPr lang="zh-TW" altLang="en-US" sz="1400" b="0" i="0" u="none" strike="noStrike" dirty="0">
                          <a:solidFill>
                            <a:srgbClr val="000000"/>
                          </a:solidFill>
                          <a:effectLst/>
                          <a:latin typeface="標楷體"/>
                        </a:rPr>
                        <a:t>年度建立社區照顧關懷據點計畫</a:t>
                      </a:r>
                    </a:p>
                  </a:txBody>
                  <a:tcPr marL="7620" marR="7620"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zh-TW" altLang="en-US" sz="1500" b="0" i="0" u="none" strike="noStrike" dirty="0">
                          <a:solidFill>
                            <a:srgbClr val="000000"/>
                          </a:solidFill>
                          <a:effectLst/>
                          <a:latin typeface="標楷體"/>
                        </a:rPr>
                        <a:t>元</a:t>
                      </a:r>
                      <a:endParaRPr lang="en-US" altLang="zh-TW" sz="1500" b="0" i="0" u="none" strike="noStrike" dirty="0">
                        <a:solidFill>
                          <a:srgbClr val="000000"/>
                        </a:solidFill>
                        <a:effectLst/>
                        <a:latin typeface="標楷體"/>
                      </a:endParaRPr>
                    </a:p>
                  </a:txBody>
                  <a:tcPr marL="7622" marR="7622"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23"/>
                  </a:ext>
                </a:extLst>
              </a:tr>
            </a:tbl>
          </a:graphicData>
        </a:graphic>
      </p:graphicFrame>
      <p:graphicFrame>
        <p:nvGraphicFramePr>
          <p:cNvPr id="10" name="表格 9"/>
          <p:cNvGraphicFramePr>
            <a:graphicFrameLocks noGrp="1"/>
          </p:cNvGraphicFramePr>
          <p:nvPr/>
        </p:nvGraphicFramePr>
        <p:xfrm>
          <a:off x="11566525" y="4910138"/>
          <a:ext cx="207964" cy="365276"/>
        </p:xfrm>
        <a:graphic>
          <a:graphicData uri="http://schemas.openxmlformats.org/drawingml/2006/table">
            <a:tbl>
              <a:tblPr/>
              <a:tblGrid>
                <a:gridCol w="207964">
                  <a:extLst>
                    <a:ext uri="{9D8B030D-6E8A-4147-A177-3AD203B41FA5}">
                      <a16:colId xmlns:a16="http://schemas.microsoft.com/office/drawing/2014/main" val="20000"/>
                    </a:ext>
                  </a:extLst>
                </a:gridCol>
              </a:tblGrid>
              <a:tr h="365125">
                <a:tc>
                  <a:txBody>
                    <a:bodyPr/>
                    <a:lstStyle/>
                    <a:p>
                      <a:endParaRPr lang="zh-TW" altLang="en-US" sz="1800" dirty="0"/>
                    </a:p>
                  </a:txBody>
                  <a:tcPr marL="91282" marR="91282" marT="45478" marB="45478">
                    <a:lnL w="12700" cmpd="sng">
                      <a:solidFill>
                        <a:schemeClr val="tx1"/>
                      </a:solidFill>
                      <a:prstDash val="solid"/>
                    </a:lnL>
                    <a:lnR w="12700" cmpd="sng">
                      <a:solidFill>
                        <a:schemeClr val="tx1"/>
                      </a:solidFill>
                      <a:prstDash val="solid"/>
                    </a:lnR>
                    <a:lnT w="12700" cmpd="sng">
                      <a:solidFill>
                        <a:schemeClr val="tx1"/>
                      </a:solidFill>
                      <a:prstDash val="solid"/>
                    </a:lnT>
                    <a:lnB w="12700" cmpd="sng">
                      <a:solidFill>
                        <a:schemeClr val="tx1"/>
                      </a:solidFill>
                      <a:prstDash val="solid"/>
                    </a:lnB>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1156949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標題 1"/>
          <p:cNvSpPr>
            <a:spLocks noGrp="1"/>
          </p:cNvSpPr>
          <p:nvPr>
            <p:ph type="title"/>
          </p:nvPr>
        </p:nvSpPr>
        <p:spPr>
          <a:xfrm>
            <a:off x="395288" y="0"/>
            <a:ext cx="8382000" cy="563563"/>
          </a:xfrm>
        </p:spPr>
        <p:txBody>
          <a:bodyPr/>
          <a:lstStyle/>
          <a:p>
            <a:r>
              <a:rPr lang="zh-TW" altLang="en-US" b="0">
                <a:latin typeface="標楷體" pitchFamily="65" charset="-120"/>
                <a:ea typeface="標楷體" pitchFamily="65" charset="-120"/>
              </a:rPr>
              <a:t>竹山社區</a:t>
            </a:r>
            <a:r>
              <a:rPr lang="en-US" altLang="zh-TW" b="0">
                <a:latin typeface="標楷體" pitchFamily="65" charset="-120"/>
                <a:ea typeface="標楷體" pitchFamily="65" charset="-120"/>
              </a:rPr>
              <a:t>106</a:t>
            </a:r>
            <a:r>
              <a:rPr lang="zh-TW" altLang="en-US" b="0">
                <a:latin typeface="標楷體" pitchFamily="65" charset="-120"/>
                <a:ea typeface="標楷體" pitchFamily="65" charset="-120"/>
              </a:rPr>
              <a:t>年度執行社區發展工作情形</a:t>
            </a:r>
          </a:p>
        </p:txBody>
      </p:sp>
      <p:sp>
        <p:nvSpPr>
          <p:cNvPr id="63491" name="內容版面配置區 2"/>
          <p:cNvSpPr>
            <a:spLocks noGrp="1"/>
          </p:cNvSpPr>
          <p:nvPr>
            <p:ph idx="1"/>
          </p:nvPr>
        </p:nvSpPr>
        <p:spPr>
          <a:xfrm>
            <a:off x="250825" y="908050"/>
            <a:ext cx="8712200" cy="5391150"/>
          </a:xfrm>
        </p:spPr>
        <p:txBody>
          <a:bodyPr/>
          <a:lstStyle/>
          <a:p>
            <a:pPr marL="438150" indent="-319088" eaLnBrk="1" hangingPunct="1">
              <a:lnSpc>
                <a:spcPct val="150000"/>
              </a:lnSpc>
              <a:spcBef>
                <a:spcPct val="0"/>
              </a:spcBef>
              <a:buClrTx/>
              <a:buFont typeface="Wingdings 2" pitchFamily="18" charset="2"/>
              <a:buChar char=""/>
            </a:pPr>
            <a:r>
              <a:rPr lang="zh-TW" altLang="en-US" sz="2200" b="1">
                <a:solidFill>
                  <a:srgbClr val="FF0000"/>
                </a:solidFill>
                <a:latin typeface="標楷體" pitchFamily="65" charset="-120"/>
                <a:ea typeface="標楷體" pitchFamily="65" charset="-120"/>
              </a:rPr>
              <a:t>竹山</a:t>
            </a:r>
          </a:p>
          <a:p>
            <a:pPr marL="438150" indent="-319088" eaLnBrk="1" hangingPunct="1">
              <a:lnSpc>
                <a:spcPct val="150000"/>
              </a:lnSpc>
              <a:spcBef>
                <a:spcPct val="0"/>
              </a:spcBef>
              <a:buClrTx/>
              <a:buFont typeface="Wingdings 2" pitchFamily="18" charset="2"/>
              <a:buChar char=""/>
            </a:pPr>
            <a:endParaRPr lang="zh-TW" altLang="en-US" sz="2200" b="1">
              <a:solidFill>
                <a:srgbClr val="FF0000"/>
              </a:solidFill>
              <a:latin typeface="標楷體" pitchFamily="65" charset="-120"/>
              <a:ea typeface="標楷體" pitchFamily="65" charset="-120"/>
            </a:endParaRPr>
          </a:p>
          <a:p>
            <a:pPr marL="438150" indent="-319088">
              <a:buFont typeface="Wingdings" pitchFamily="2" charset="2"/>
              <a:buNone/>
            </a:pPr>
            <a:endParaRPr lang="zh-TW" altLang="en-US">
              <a:ea typeface="新細明體" pitchFamily="18" charset="-120"/>
            </a:endParaRPr>
          </a:p>
        </p:txBody>
      </p:sp>
      <p:graphicFrame>
        <p:nvGraphicFramePr>
          <p:cNvPr id="5" name="表格 4"/>
          <p:cNvGraphicFramePr>
            <a:graphicFrameLocks noGrp="1"/>
          </p:cNvGraphicFramePr>
          <p:nvPr/>
        </p:nvGraphicFramePr>
        <p:xfrm>
          <a:off x="971550" y="1412875"/>
          <a:ext cx="7572375" cy="4867275"/>
        </p:xfrm>
        <a:graphic>
          <a:graphicData uri="http://schemas.openxmlformats.org/drawingml/2006/table">
            <a:tbl>
              <a:tblPr firstRow="1" firstCol="1" bandRow="1">
                <a:tableStyleId>{5C22544A-7EE6-4342-B048-85BDC9FD1C3A}</a:tableStyleId>
              </a:tblPr>
              <a:tblGrid>
                <a:gridCol w="1132834">
                  <a:extLst>
                    <a:ext uri="{9D8B030D-6E8A-4147-A177-3AD203B41FA5}">
                      <a16:colId xmlns:a16="http://schemas.microsoft.com/office/drawing/2014/main" val="20000"/>
                    </a:ext>
                  </a:extLst>
                </a:gridCol>
                <a:gridCol w="4892008">
                  <a:extLst>
                    <a:ext uri="{9D8B030D-6E8A-4147-A177-3AD203B41FA5}">
                      <a16:colId xmlns:a16="http://schemas.microsoft.com/office/drawing/2014/main" val="20001"/>
                    </a:ext>
                  </a:extLst>
                </a:gridCol>
                <a:gridCol w="1547533">
                  <a:extLst>
                    <a:ext uri="{9D8B030D-6E8A-4147-A177-3AD203B41FA5}">
                      <a16:colId xmlns:a16="http://schemas.microsoft.com/office/drawing/2014/main" val="20002"/>
                    </a:ext>
                  </a:extLst>
                </a:gridCol>
              </a:tblGrid>
              <a:tr h="314888">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補助單位</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計畫名稱</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補助經費</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24730">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快樂廚房集中用餐</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166,000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96482">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竹好食美食教室暨成果展</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24730">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社區檔案建置及宣傳計畫</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15,000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51485">
                <a:tc>
                  <a:txBody>
                    <a:bodyPr/>
                    <a:lstStyle/>
                    <a:p>
                      <a:pPr algn="l" fontAlgn="ctr"/>
                      <a:r>
                        <a:rPr lang="zh-TW" altLang="en-US" sz="1600" b="0" i="0" u="none" strike="noStrike" dirty="0">
                          <a:solidFill>
                            <a:srgbClr val="000000"/>
                          </a:solidFill>
                          <a:effectLst/>
                          <a:latin typeface="標楷體"/>
                        </a:rPr>
                        <a:t>衛生福利部</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旗艦永續</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溫暖大竹山˙轉動幸福齊步走</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820,000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251486">
                <a:tc>
                  <a:txBody>
                    <a:bodyPr/>
                    <a:lstStyle/>
                    <a:p>
                      <a:pPr algn="l" fontAlgn="ctr"/>
                      <a:r>
                        <a:rPr lang="zh-TW" altLang="en-US" sz="1600" b="0" i="0" u="none" strike="noStrike" dirty="0">
                          <a:solidFill>
                            <a:srgbClr val="000000"/>
                          </a:solidFill>
                          <a:effectLst/>
                          <a:latin typeface="標楷體"/>
                        </a:rPr>
                        <a:t>南投縣政府</a:t>
                      </a:r>
                    </a:p>
                  </a:txBody>
                  <a:tcPr marL="7621" marR="7621" marT="76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600" b="0" i="0" u="none" strike="noStrike" dirty="0">
                          <a:solidFill>
                            <a:srgbClr val="000000"/>
                          </a:solidFill>
                          <a:effectLst/>
                          <a:latin typeface="標楷體"/>
                        </a:rPr>
                        <a:t>旗艦永續</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溫暖大竹山˙轉動幸福齊步走</a:t>
                      </a:r>
                    </a:p>
                  </a:txBody>
                  <a:tcPr marL="7621" marR="7621" marT="76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341,000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52527">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竹山幸福滋味傳˙社區產業行銷通</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300,000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288061">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關懷弱勢家庭促進社會參與服務計畫</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竹報平安慶團圓</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47,294</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294973">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社區檔案建置及宣傳計畫</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258304">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竹山城隍宗教全國觀光文化節活動</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r h="293651">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600" b="0" i="0" u="none" strike="noStrike" dirty="0">
                          <a:solidFill>
                            <a:srgbClr val="000000"/>
                          </a:solidFill>
                          <a:effectLst/>
                          <a:latin typeface="標楷體"/>
                        </a:rPr>
                        <a:t>106</a:t>
                      </a:r>
                      <a:r>
                        <a:rPr lang="zh-TW" altLang="en-US" sz="1600" b="0" i="0" u="none" strike="noStrike" dirty="0">
                          <a:solidFill>
                            <a:srgbClr val="000000"/>
                          </a:solidFill>
                          <a:effectLst/>
                          <a:latin typeface="標楷體"/>
                        </a:rPr>
                        <a:t>年度全國社區發展福利社區化觀摩會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0"/>
                  </a:ext>
                </a:extLst>
              </a:tr>
              <a:tr h="324730">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竹入心</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心中味</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1"/>
                  </a:ext>
                </a:extLst>
              </a:tr>
              <a:tr h="275560">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慶中秋、賀團圓</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87,100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r h="324730">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世代融合活動</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父親節家庭日</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19,500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r h="251485">
                <a:tc>
                  <a:txBody>
                    <a:bodyPr/>
                    <a:lstStyle/>
                    <a:p>
                      <a:pPr algn="l" fontAlgn="ctr"/>
                      <a:r>
                        <a:rPr lang="zh-TW" altLang="en-US" sz="1600" b="0" i="0" u="none" strike="noStrike" dirty="0">
                          <a:solidFill>
                            <a:srgbClr val="000000"/>
                          </a:solidFill>
                          <a:effectLst/>
                          <a:latin typeface="標楷體"/>
                        </a:rPr>
                        <a:t>文化部</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竹山青年文化藝術節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4"/>
                  </a:ext>
                </a:extLst>
              </a:tr>
              <a:tr h="287968">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績優社區走動式觀摩</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5"/>
                  </a:ext>
                </a:extLst>
              </a:tr>
              <a:tr h="251485">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600" b="0" i="0" u="none" strike="noStrike" dirty="0">
                          <a:solidFill>
                            <a:srgbClr val="000000"/>
                          </a:solidFill>
                          <a:effectLst/>
                          <a:latin typeface="標楷體"/>
                        </a:rPr>
                        <a:t>衛生福利部</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600" b="0" i="0" u="none" strike="noStrike" dirty="0">
                          <a:solidFill>
                            <a:srgbClr val="000000"/>
                          </a:solidFill>
                          <a:effectLst/>
                          <a:latin typeface="標楷體"/>
                        </a:rPr>
                        <a:t>106</a:t>
                      </a:r>
                      <a:r>
                        <a:rPr lang="zh-TW" altLang="en-US" sz="1600" b="0" i="0" u="none" strike="noStrike" dirty="0">
                          <a:solidFill>
                            <a:srgbClr val="000000"/>
                          </a:solidFill>
                          <a:effectLst/>
                          <a:latin typeface="標楷體"/>
                        </a:rPr>
                        <a:t>年度建立社區照顧關懷據點計畫</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184,000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409527010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標題 1"/>
          <p:cNvSpPr>
            <a:spLocks noGrp="1"/>
          </p:cNvSpPr>
          <p:nvPr>
            <p:ph type="title"/>
          </p:nvPr>
        </p:nvSpPr>
        <p:spPr>
          <a:xfrm>
            <a:off x="395288" y="0"/>
            <a:ext cx="8382000" cy="563563"/>
          </a:xfrm>
        </p:spPr>
        <p:txBody>
          <a:bodyPr/>
          <a:lstStyle/>
          <a:p>
            <a:r>
              <a:rPr lang="zh-TW" altLang="en-US" b="0">
                <a:latin typeface="標楷體" pitchFamily="65" charset="-120"/>
                <a:ea typeface="標楷體" pitchFamily="65" charset="-120"/>
              </a:rPr>
              <a:t>山崇社區</a:t>
            </a:r>
            <a:r>
              <a:rPr lang="en-US" altLang="zh-TW" b="0">
                <a:latin typeface="標楷體" pitchFamily="65" charset="-120"/>
                <a:ea typeface="標楷體" pitchFamily="65" charset="-120"/>
              </a:rPr>
              <a:t>106</a:t>
            </a:r>
            <a:r>
              <a:rPr lang="zh-TW" altLang="en-US" b="0">
                <a:latin typeface="標楷體" pitchFamily="65" charset="-120"/>
                <a:ea typeface="標楷體" pitchFamily="65" charset="-120"/>
              </a:rPr>
              <a:t>年度執行社區發展工作情形</a:t>
            </a:r>
          </a:p>
        </p:txBody>
      </p:sp>
      <p:sp>
        <p:nvSpPr>
          <p:cNvPr id="64515" name="內容版面配置區 2"/>
          <p:cNvSpPr>
            <a:spLocks noGrp="1"/>
          </p:cNvSpPr>
          <p:nvPr>
            <p:ph idx="1"/>
          </p:nvPr>
        </p:nvSpPr>
        <p:spPr>
          <a:xfrm>
            <a:off x="0" y="857250"/>
            <a:ext cx="8712200" cy="5391150"/>
          </a:xfrm>
        </p:spPr>
        <p:txBody>
          <a:bodyPr/>
          <a:lstStyle/>
          <a:p>
            <a:pPr marL="438150" indent="-319088" eaLnBrk="1" hangingPunct="1">
              <a:lnSpc>
                <a:spcPct val="150000"/>
              </a:lnSpc>
              <a:spcBef>
                <a:spcPct val="0"/>
              </a:spcBef>
              <a:buClrTx/>
              <a:buFont typeface="Wingdings 2" pitchFamily="18" charset="2"/>
              <a:buChar char=""/>
            </a:pPr>
            <a:r>
              <a:rPr lang="zh-TW" altLang="en-US" sz="2200" b="1">
                <a:solidFill>
                  <a:srgbClr val="FF0000"/>
                </a:solidFill>
                <a:latin typeface="標楷體" pitchFamily="65" charset="-120"/>
                <a:ea typeface="標楷體" pitchFamily="65" charset="-120"/>
              </a:rPr>
              <a:t>山崇</a:t>
            </a:r>
          </a:p>
          <a:p>
            <a:pPr marL="438150" indent="-319088" eaLnBrk="1" hangingPunct="1">
              <a:lnSpc>
                <a:spcPct val="150000"/>
              </a:lnSpc>
              <a:spcBef>
                <a:spcPct val="0"/>
              </a:spcBef>
              <a:buClrTx/>
              <a:buFont typeface="Wingdings 2" pitchFamily="18" charset="2"/>
              <a:buChar char=""/>
            </a:pPr>
            <a:endParaRPr lang="zh-TW" altLang="en-US" sz="2200" b="1">
              <a:solidFill>
                <a:srgbClr val="FF0000"/>
              </a:solidFill>
              <a:latin typeface="標楷體" pitchFamily="65" charset="-120"/>
              <a:ea typeface="標楷體" pitchFamily="65" charset="-120"/>
            </a:endParaRPr>
          </a:p>
          <a:p>
            <a:pPr marL="438150" indent="-319088">
              <a:buFont typeface="Wingdings" pitchFamily="2" charset="2"/>
              <a:buNone/>
            </a:pPr>
            <a:endParaRPr lang="zh-TW" altLang="en-US">
              <a:ea typeface="新細明體" pitchFamily="18" charset="-120"/>
            </a:endParaRPr>
          </a:p>
        </p:txBody>
      </p:sp>
      <p:graphicFrame>
        <p:nvGraphicFramePr>
          <p:cNvPr id="5" name="表格 4"/>
          <p:cNvGraphicFramePr>
            <a:graphicFrameLocks noGrp="1"/>
          </p:cNvGraphicFramePr>
          <p:nvPr/>
        </p:nvGraphicFramePr>
        <p:xfrm>
          <a:off x="1214438" y="1714500"/>
          <a:ext cx="6786562" cy="3946528"/>
        </p:xfrm>
        <a:graphic>
          <a:graphicData uri="http://schemas.openxmlformats.org/drawingml/2006/table">
            <a:tbl>
              <a:tblPr firstRow="1" firstCol="1" bandRow="1">
                <a:tableStyleId>{5C22544A-7EE6-4342-B048-85BDC9FD1C3A}</a:tableStyleId>
              </a:tblPr>
              <a:tblGrid>
                <a:gridCol w="1132834">
                  <a:extLst>
                    <a:ext uri="{9D8B030D-6E8A-4147-A177-3AD203B41FA5}">
                      <a16:colId xmlns:a16="http://schemas.microsoft.com/office/drawing/2014/main" val="20000"/>
                    </a:ext>
                  </a:extLst>
                </a:gridCol>
                <a:gridCol w="4384011">
                  <a:extLst>
                    <a:ext uri="{9D8B030D-6E8A-4147-A177-3AD203B41FA5}">
                      <a16:colId xmlns:a16="http://schemas.microsoft.com/office/drawing/2014/main" val="20001"/>
                    </a:ext>
                  </a:extLst>
                </a:gridCol>
                <a:gridCol w="1269717">
                  <a:extLst>
                    <a:ext uri="{9D8B030D-6E8A-4147-A177-3AD203B41FA5}">
                      <a16:colId xmlns:a16="http://schemas.microsoft.com/office/drawing/2014/main" val="20002"/>
                    </a:ext>
                  </a:extLst>
                </a:gridCol>
              </a:tblGrid>
              <a:tr h="314907">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補助單位</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計畫名稱</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補助經費</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24749">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番薯與冬筍百年好合活動暨資源回收宣導園遊會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24749">
                <a:tc>
                  <a:txBody>
                    <a:bodyPr/>
                    <a:lstStyle/>
                    <a:p>
                      <a:pPr algn="l" fontAlgn="ctr"/>
                      <a:r>
                        <a:rPr lang="zh-TW" altLang="en-US" sz="1600" b="0" i="0" u="none" strike="noStrike" dirty="0">
                          <a:solidFill>
                            <a:srgbClr val="000000"/>
                          </a:solidFill>
                          <a:effectLst/>
                          <a:latin typeface="標楷體"/>
                        </a:rPr>
                        <a:t>衛生福利部</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關懷據點</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100,000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24749">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戶外攀樹活動</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24749">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世代融合</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親子趣味競賽</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18,500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24749">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世代融合</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祖孫光陰的故事</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18,260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324749">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社區培力研習</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19,600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324749">
                <a:tc>
                  <a:txBody>
                    <a:bodyPr/>
                    <a:lstStyle/>
                    <a:p>
                      <a:pPr algn="l" fontAlgn="ctr"/>
                      <a:r>
                        <a:rPr lang="zh-TW" altLang="en-US" sz="1600" b="0" i="0" u="none" strike="noStrike" dirty="0">
                          <a:solidFill>
                            <a:srgbClr val="000000"/>
                          </a:solidFill>
                          <a:effectLst/>
                          <a:latin typeface="標楷體"/>
                        </a:rPr>
                        <a:t>竹山鎮公所</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社區培力研習</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351482">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家庭暴力防治</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286856">
                <a:tc>
                  <a:txBody>
                    <a:bodyPr/>
                    <a:lstStyle/>
                    <a:p>
                      <a:pPr algn="l" fontAlgn="ctr"/>
                      <a:r>
                        <a:rPr lang="zh-TW" altLang="en-US" sz="1600" b="0" i="0" u="none" strike="noStrike" dirty="0">
                          <a:solidFill>
                            <a:srgbClr val="000000"/>
                          </a:solidFill>
                          <a:effectLst/>
                          <a:latin typeface="標楷體"/>
                        </a:rPr>
                        <a:t>衛生福利部</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旗艦永續</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溫暖大竹山˙轉動幸福齊步走</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820,000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r h="360020">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600" b="0" i="0" u="none" strike="noStrike" dirty="0">
                          <a:solidFill>
                            <a:srgbClr val="000000"/>
                          </a:solidFill>
                          <a:effectLst/>
                          <a:latin typeface="標楷體"/>
                        </a:rPr>
                        <a:t>旗艦永續</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溫暖大竹山˙轉動幸福齊步走</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341,000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0"/>
                  </a:ext>
                </a:extLst>
              </a:tr>
              <a:tr h="360020">
                <a:tc>
                  <a:txBody>
                    <a:bodyPr/>
                    <a:lstStyle/>
                    <a:p>
                      <a:pPr algn="l" fontAlgn="ctr"/>
                      <a:r>
                        <a:rPr lang="zh-TW" altLang="en-US" sz="1600" b="0" i="0" u="none" strike="noStrike" dirty="0">
                          <a:solidFill>
                            <a:srgbClr val="000000"/>
                          </a:solidFill>
                          <a:effectLst/>
                          <a:latin typeface="標楷體"/>
                        </a:rPr>
                        <a:t>南投縣政府</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竹山幸福滋味傳˙社區產業行銷通</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300,000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Tree>
    <p:extLst>
      <p:ext uri="{BB962C8B-B14F-4D97-AF65-F5344CB8AC3E}">
        <p14:creationId xmlns:p14="http://schemas.microsoft.com/office/powerpoint/2010/main" val="398153129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標題 1"/>
          <p:cNvSpPr>
            <a:spLocks noGrp="1"/>
          </p:cNvSpPr>
          <p:nvPr>
            <p:ph type="title"/>
          </p:nvPr>
        </p:nvSpPr>
        <p:spPr>
          <a:xfrm>
            <a:off x="395288" y="0"/>
            <a:ext cx="8382000" cy="563563"/>
          </a:xfrm>
        </p:spPr>
        <p:txBody>
          <a:bodyPr/>
          <a:lstStyle/>
          <a:p>
            <a:r>
              <a:rPr lang="zh-TW" altLang="en-US" b="0">
                <a:latin typeface="標楷體" pitchFamily="65" charset="-120"/>
                <a:ea typeface="標楷體" pitchFamily="65" charset="-120"/>
              </a:rPr>
              <a:t>中崎社區</a:t>
            </a:r>
            <a:r>
              <a:rPr lang="en-US" altLang="zh-TW" b="0">
                <a:latin typeface="標楷體" pitchFamily="65" charset="-120"/>
                <a:ea typeface="標楷體" pitchFamily="65" charset="-120"/>
              </a:rPr>
              <a:t>106</a:t>
            </a:r>
            <a:r>
              <a:rPr lang="zh-TW" altLang="en-US" b="0">
                <a:latin typeface="標楷體" pitchFamily="65" charset="-120"/>
                <a:ea typeface="標楷體" pitchFamily="65" charset="-120"/>
              </a:rPr>
              <a:t>年度執行社區發展工作情形</a:t>
            </a:r>
          </a:p>
        </p:txBody>
      </p:sp>
      <p:sp>
        <p:nvSpPr>
          <p:cNvPr id="65539" name="內容版面配置區 2"/>
          <p:cNvSpPr>
            <a:spLocks noGrp="1"/>
          </p:cNvSpPr>
          <p:nvPr>
            <p:ph idx="1"/>
          </p:nvPr>
        </p:nvSpPr>
        <p:spPr>
          <a:xfrm>
            <a:off x="323850" y="981075"/>
            <a:ext cx="8712200" cy="5391150"/>
          </a:xfrm>
        </p:spPr>
        <p:txBody>
          <a:bodyPr/>
          <a:lstStyle/>
          <a:p>
            <a:pPr marL="438150" indent="-319088" eaLnBrk="1" hangingPunct="1">
              <a:lnSpc>
                <a:spcPct val="150000"/>
              </a:lnSpc>
              <a:spcBef>
                <a:spcPct val="0"/>
              </a:spcBef>
              <a:buClrTx/>
              <a:buFont typeface="Wingdings 2" pitchFamily="18" charset="2"/>
              <a:buChar char=""/>
            </a:pPr>
            <a:r>
              <a:rPr lang="zh-TW" altLang="en-US" sz="2200" b="1">
                <a:solidFill>
                  <a:srgbClr val="FF0000"/>
                </a:solidFill>
                <a:latin typeface="標楷體" pitchFamily="65" charset="-120"/>
                <a:ea typeface="標楷體" pitchFamily="65" charset="-120"/>
              </a:rPr>
              <a:t>中崎</a:t>
            </a:r>
          </a:p>
          <a:p>
            <a:pPr marL="438150" indent="-319088" eaLnBrk="1" hangingPunct="1">
              <a:lnSpc>
                <a:spcPct val="150000"/>
              </a:lnSpc>
              <a:spcBef>
                <a:spcPct val="0"/>
              </a:spcBef>
              <a:buClrTx/>
              <a:buFont typeface="Wingdings 2" pitchFamily="18" charset="2"/>
              <a:buChar char=""/>
            </a:pPr>
            <a:endParaRPr lang="zh-TW" altLang="en-US" sz="2200" b="1">
              <a:solidFill>
                <a:srgbClr val="FF0000"/>
              </a:solidFill>
              <a:latin typeface="標楷體" pitchFamily="65" charset="-120"/>
              <a:ea typeface="標楷體" pitchFamily="65" charset="-120"/>
            </a:endParaRPr>
          </a:p>
          <a:p>
            <a:pPr marL="438150" indent="-319088">
              <a:buFont typeface="Wingdings" pitchFamily="2" charset="2"/>
              <a:buNone/>
            </a:pPr>
            <a:endParaRPr lang="zh-TW" altLang="en-US">
              <a:ea typeface="新細明體" pitchFamily="18" charset="-120"/>
            </a:endParaRPr>
          </a:p>
        </p:txBody>
      </p:sp>
      <p:graphicFrame>
        <p:nvGraphicFramePr>
          <p:cNvPr id="3" name="表格 2"/>
          <p:cNvGraphicFramePr>
            <a:graphicFrameLocks noGrp="1"/>
          </p:cNvGraphicFramePr>
          <p:nvPr/>
        </p:nvGraphicFramePr>
        <p:xfrm>
          <a:off x="468313" y="1557338"/>
          <a:ext cx="8418512" cy="4646613"/>
        </p:xfrm>
        <a:graphic>
          <a:graphicData uri="http://schemas.openxmlformats.org/drawingml/2006/table">
            <a:tbl>
              <a:tblPr firstRow="1" firstCol="1" bandRow="1">
                <a:tableStyleId>{5C22544A-7EE6-4342-B048-85BDC9FD1C3A}</a:tableStyleId>
              </a:tblPr>
              <a:tblGrid>
                <a:gridCol w="1336038">
                  <a:extLst>
                    <a:ext uri="{9D8B030D-6E8A-4147-A177-3AD203B41FA5}">
                      <a16:colId xmlns:a16="http://schemas.microsoft.com/office/drawing/2014/main" val="20000"/>
                    </a:ext>
                  </a:extLst>
                </a:gridCol>
                <a:gridCol w="4993627">
                  <a:extLst>
                    <a:ext uri="{9D8B030D-6E8A-4147-A177-3AD203B41FA5}">
                      <a16:colId xmlns:a16="http://schemas.microsoft.com/office/drawing/2014/main" val="20001"/>
                    </a:ext>
                  </a:extLst>
                </a:gridCol>
                <a:gridCol w="2088847">
                  <a:extLst>
                    <a:ext uri="{9D8B030D-6E8A-4147-A177-3AD203B41FA5}">
                      <a16:colId xmlns:a16="http://schemas.microsoft.com/office/drawing/2014/main" val="20002"/>
                    </a:ext>
                  </a:extLst>
                </a:gridCol>
              </a:tblGrid>
              <a:tr h="314894">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補助單位</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計畫名稱</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補助經費</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51460">
                <a:tc>
                  <a:txBody>
                    <a:bodyPr/>
                    <a:lstStyle/>
                    <a:p>
                      <a:pPr algn="l" fontAlgn="ctr"/>
                      <a:r>
                        <a:rPr lang="zh-TW" altLang="en-US" sz="1600" b="0" i="0" u="none" strike="noStrike" dirty="0">
                          <a:solidFill>
                            <a:srgbClr val="000000"/>
                          </a:solidFill>
                          <a:effectLst/>
                          <a:latin typeface="標楷體"/>
                        </a:rPr>
                        <a:t>衛生福利部</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旗艦永續</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溫暖大竹山˙轉動幸福齊步走</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820,000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18302">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600" b="0" i="0" u="none" strike="noStrike" dirty="0">
                          <a:solidFill>
                            <a:srgbClr val="000000"/>
                          </a:solidFill>
                          <a:effectLst/>
                          <a:latin typeface="標楷體"/>
                        </a:rPr>
                        <a:t>旗艦永續</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溫暖大竹山˙轉動幸福齊步走</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341,000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251461">
                <a:tc>
                  <a:txBody>
                    <a:bodyPr/>
                    <a:lstStyle/>
                    <a:p>
                      <a:pPr algn="l" fontAlgn="ctr"/>
                      <a:r>
                        <a:rPr lang="zh-TW" altLang="en-US" sz="1600" b="0" i="0" u="none" strike="noStrike" dirty="0">
                          <a:solidFill>
                            <a:srgbClr val="000000"/>
                          </a:solidFill>
                          <a:effectLst/>
                          <a:latin typeface="標楷體"/>
                        </a:rPr>
                        <a:t>南投縣政府</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竹山幸福滋味傳˙社區產業行銷通</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300,000</a:t>
                      </a:r>
                      <a:r>
                        <a:rPr lang="zh-TW" altLang="en-US" sz="1600" b="0" i="0" u="none" strike="noStrike" dirty="0">
                          <a:solidFill>
                            <a:srgbClr val="000000"/>
                          </a:solidFill>
                          <a:effectLst/>
                          <a:latin typeface="標楷體"/>
                        </a:rPr>
                        <a:t>元</a:t>
                      </a:r>
                    </a:p>
                  </a:txBody>
                  <a:tcPr marL="7621" marR="7621" marT="762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24735">
                <a:tc>
                  <a:txBody>
                    <a:bodyPr/>
                    <a:lstStyle/>
                    <a:p>
                      <a:pPr algn="l" fontAlgn="ctr"/>
                      <a:r>
                        <a:rPr lang="zh-TW" altLang="en-US" sz="1600" b="0" i="0" u="none" strike="noStrike" dirty="0">
                          <a:solidFill>
                            <a:srgbClr val="000000"/>
                          </a:solidFill>
                          <a:effectLst/>
                          <a:latin typeface="標楷體"/>
                        </a:rPr>
                        <a:t>南投縣政府</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600" b="0" i="0" u="none" strike="noStrike" dirty="0">
                          <a:solidFill>
                            <a:srgbClr val="000000"/>
                          </a:solidFill>
                          <a:effectLst/>
                          <a:latin typeface="標楷體"/>
                        </a:rPr>
                        <a:t>106</a:t>
                      </a:r>
                      <a:r>
                        <a:rPr lang="zh-TW" altLang="en-US" sz="1600" b="0" i="0" u="none" strike="noStrike" dirty="0">
                          <a:solidFill>
                            <a:srgbClr val="000000"/>
                          </a:solidFill>
                          <a:effectLst/>
                          <a:latin typeface="標楷體"/>
                        </a:rPr>
                        <a:t>年度走動式參訪活動計畫</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24735">
                <a:tc>
                  <a:txBody>
                    <a:bodyPr/>
                    <a:lstStyle/>
                    <a:p>
                      <a:pPr algn="l" fontAlgn="ctr"/>
                      <a:r>
                        <a:rPr lang="zh-TW" altLang="en-US" sz="1600" b="0" i="0" u="none" strike="noStrike" dirty="0">
                          <a:solidFill>
                            <a:srgbClr val="000000"/>
                          </a:solidFill>
                          <a:effectLst/>
                          <a:latin typeface="標楷體"/>
                        </a:rPr>
                        <a:t>衛生福利部</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建立社區照顧關懷據點</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161,800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324735">
                <a:tc>
                  <a:txBody>
                    <a:bodyPr/>
                    <a:lstStyle/>
                    <a:p>
                      <a:pPr algn="l" fontAlgn="ctr"/>
                      <a:r>
                        <a:rPr lang="zh-TW" altLang="en-US" sz="1600" b="0" i="0" u="none" strike="noStrike" dirty="0">
                          <a:solidFill>
                            <a:srgbClr val="000000"/>
                          </a:solidFill>
                          <a:effectLst/>
                          <a:latin typeface="標楷體"/>
                        </a:rPr>
                        <a:t>南投縣政府</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600" b="0" i="0" u="none" strike="noStrike" dirty="0">
                          <a:solidFill>
                            <a:srgbClr val="000000"/>
                          </a:solidFill>
                          <a:effectLst/>
                          <a:latin typeface="標楷體"/>
                        </a:rPr>
                        <a:t>106</a:t>
                      </a:r>
                      <a:r>
                        <a:rPr lang="zh-TW" altLang="en-US" sz="1600" b="0" i="0" u="none" strike="noStrike" dirty="0">
                          <a:solidFill>
                            <a:srgbClr val="000000"/>
                          </a:solidFill>
                          <a:effectLst/>
                          <a:latin typeface="標楷體"/>
                        </a:rPr>
                        <a:t>年度志工基礎及特殊訓練</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80,000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324735">
                <a:tc>
                  <a:txBody>
                    <a:bodyPr/>
                    <a:lstStyle/>
                    <a:p>
                      <a:pPr algn="l" fontAlgn="ctr"/>
                      <a:r>
                        <a:rPr lang="zh-TW" altLang="en-US" sz="1600" b="0" i="0" u="none" strike="noStrike" dirty="0">
                          <a:solidFill>
                            <a:srgbClr val="000000"/>
                          </a:solidFill>
                          <a:effectLst/>
                          <a:latin typeface="標楷體"/>
                        </a:rPr>
                        <a:t>南投縣政府</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性侵害暨性騷擾防治宣導計畫</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20,000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301247">
                <a:tc>
                  <a:txBody>
                    <a:bodyPr/>
                    <a:lstStyle/>
                    <a:p>
                      <a:pPr algn="l" fontAlgn="ctr"/>
                      <a:r>
                        <a:rPr lang="zh-TW" altLang="en-US" sz="1600" b="0" i="0" u="none" strike="noStrike" dirty="0">
                          <a:solidFill>
                            <a:srgbClr val="000000"/>
                          </a:solidFill>
                          <a:effectLst/>
                          <a:latin typeface="標楷體"/>
                        </a:rPr>
                        <a:t>竹山鎮公所</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600" b="0" i="0" u="none" strike="noStrike" dirty="0">
                          <a:solidFill>
                            <a:srgbClr val="000000"/>
                          </a:solidFill>
                          <a:effectLst/>
                          <a:latin typeface="標楷體"/>
                        </a:rPr>
                        <a:t>105</a:t>
                      </a:r>
                      <a:r>
                        <a:rPr lang="zh-TW" altLang="en-US" sz="1600" b="0" i="0" u="none" strike="noStrike" dirty="0">
                          <a:solidFill>
                            <a:srgbClr val="000000"/>
                          </a:solidFill>
                          <a:effectLst/>
                          <a:latin typeface="標楷體"/>
                        </a:rPr>
                        <a:t>年度資源回收工作計畫</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推動社區辦理資源回收工作</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10,000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324735">
                <a:tc>
                  <a:txBody>
                    <a:bodyPr/>
                    <a:lstStyle/>
                    <a:p>
                      <a:pPr algn="l" fontAlgn="ctr"/>
                      <a:r>
                        <a:rPr lang="zh-TW" altLang="en-US" sz="1600" b="0" i="0" u="none" strike="noStrike" dirty="0">
                          <a:solidFill>
                            <a:srgbClr val="000000"/>
                          </a:solidFill>
                          <a:effectLst/>
                          <a:latin typeface="標楷體"/>
                        </a:rPr>
                        <a:t>南投縣政府</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性別平權、幸福跟著來</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22,700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r h="323337">
                <a:tc>
                  <a:txBody>
                    <a:bodyPr/>
                    <a:lstStyle/>
                    <a:p>
                      <a:pPr algn="l" fontAlgn="ctr"/>
                      <a:r>
                        <a:rPr lang="zh-TW" altLang="en-US" sz="1600" b="0" i="0" u="none" strike="noStrike" dirty="0">
                          <a:solidFill>
                            <a:srgbClr val="000000"/>
                          </a:solidFill>
                          <a:effectLst/>
                          <a:latin typeface="標楷體"/>
                        </a:rPr>
                        <a:t>南投縣文化局</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600" b="0" i="0" u="none" strike="noStrike" dirty="0">
                          <a:solidFill>
                            <a:srgbClr val="000000"/>
                          </a:solidFill>
                          <a:effectLst/>
                          <a:latin typeface="標楷體"/>
                        </a:rPr>
                        <a:t>106</a:t>
                      </a:r>
                      <a:r>
                        <a:rPr lang="zh-TW" altLang="en-US" sz="1600" b="0" i="0" u="none" strike="noStrike" dirty="0">
                          <a:solidFill>
                            <a:srgbClr val="000000"/>
                          </a:solidFill>
                          <a:effectLst/>
                          <a:latin typeface="標楷體"/>
                        </a:rPr>
                        <a:t>年度村落文化發展計畫</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看見南投地方生活力</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150,000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0"/>
                  </a:ext>
                </a:extLst>
              </a:tr>
              <a:tr h="288032">
                <a:tc>
                  <a:txBody>
                    <a:bodyPr/>
                    <a:lstStyle/>
                    <a:p>
                      <a:pPr algn="l" fontAlgn="ctr"/>
                      <a:r>
                        <a:rPr lang="zh-TW" altLang="en-US" sz="1600" b="0" i="0" u="none" strike="noStrike" dirty="0">
                          <a:solidFill>
                            <a:srgbClr val="000000"/>
                          </a:solidFill>
                          <a:effectLst/>
                          <a:latin typeface="標楷體"/>
                        </a:rPr>
                        <a:t>南投縣政府</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竹山鎮中崎社區活動中心竹樂器充實設備</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98,000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1"/>
                  </a:ext>
                </a:extLst>
              </a:tr>
              <a:tr h="324735">
                <a:tc>
                  <a:txBody>
                    <a:bodyPr/>
                    <a:lstStyle/>
                    <a:p>
                      <a:pPr algn="l" fontAlgn="ctr"/>
                      <a:r>
                        <a:rPr lang="zh-TW" altLang="en-US" sz="1600" b="0" i="0" u="none" strike="noStrike" dirty="0">
                          <a:solidFill>
                            <a:srgbClr val="000000"/>
                          </a:solidFill>
                          <a:effectLst/>
                          <a:latin typeface="標楷體"/>
                        </a:rPr>
                        <a:t>竹山鎮公所</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600" b="0" i="0" u="none" strike="noStrike" dirty="0">
                          <a:solidFill>
                            <a:srgbClr val="000000"/>
                          </a:solidFill>
                          <a:effectLst/>
                          <a:latin typeface="標楷體"/>
                        </a:rPr>
                        <a:t>106</a:t>
                      </a:r>
                      <a:r>
                        <a:rPr lang="zh-TW" altLang="en-US" sz="1600" b="0" i="0" u="none" strike="noStrike" dirty="0">
                          <a:solidFill>
                            <a:srgbClr val="000000"/>
                          </a:solidFill>
                          <a:effectLst/>
                          <a:latin typeface="標楷體"/>
                        </a:rPr>
                        <a:t>年度中崎社區課後陪伴班</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17,000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r h="324735">
                <a:tc>
                  <a:txBody>
                    <a:bodyPr/>
                    <a:lstStyle/>
                    <a:p>
                      <a:pPr algn="l" fontAlgn="ctr"/>
                      <a:r>
                        <a:rPr lang="zh-TW" altLang="en-US" sz="1600" b="0" i="0" u="none" strike="noStrike" dirty="0">
                          <a:solidFill>
                            <a:srgbClr val="000000"/>
                          </a:solidFill>
                          <a:effectLst/>
                          <a:latin typeface="標楷體"/>
                        </a:rPr>
                        <a:t>竹山鎮公所</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en-US" altLang="zh-TW" sz="1600" b="0" i="0" u="none" strike="noStrike" dirty="0">
                          <a:solidFill>
                            <a:srgbClr val="000000"/>
                          </a:solidFill>
                          <a:effectLst/>
                          <a:latin typeface="標楷體"/>
                        </a:rPr>
                        <a:t>106</a:t>
                      </a:r>
                      <a:r>
                        <a:rPr lang="zh-TW" altLang="en-US" sz="1600" b="0" i="0" u="none" strike="noStrike" dirty="0">
                          <a:solidFill>
                            <a:srgbClr val="000000"/>
                          </a:solidFill>
                          <a:effectLst/>
                          <a:latin typeface="標楷體"/>
                        </a:rPr>
                        <a:t>年度中崎社區竹樂團研習</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13,200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r h="324735">
                <a:tc>
                  <a:txBody>
                    <a:bodyPr/>
                    <a:lstStyle/>
                    <a:p>
                      <a:pPr algn="l" fontAlgn="ctr"/>
                      <a:r>
                        <a:rPr lang="zh-TW" altLang="en-US" sz="1600" b="0" i="0" u="none" strike="noStrike" dirty="0">
                          <a:solidFill>
                            <a:srgbClr val="000000"/>
                          </a:solidFill>
                          <a:effectLst/>
                          <a:latin typeface="標楷體"/>
                        </a:rPr>
                        <a:t>竹山鎮公所</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增購內部設備</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電子鍋等</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10,000</a:t>
                      </a:r>
                      <a:r>
                        <a:rPr lang="zh-TW" altLang="en-US" sz="1600" b="0" i="0" u="none" strike="noStrike" dirty="0">
                          <a:solidFill>
                            <a:srgbClr val="000000"/>
                          </a:solidFill>
                          <a:effectLst/>
                          <a:latin typeface="標楷體"/>
                        </a:rPr>
                        <a:t>元</a:t>
                      </a:r>
                    </a:p>
                  </a:txBody>
                  <a:tcPr marL="7621" marR="7621" marT="762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323327911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標題 1"/>
          <p:cNvSpPr>
            <a:spLocks noGrp="1"/>
          </p:cNvSpPr>
          <p:nvPr>
            <p:ph type="title"/>
          </p:nvPr>
        </p:nvSpPr>
        <p:spPr>
          <a:xfrm>
            <a:off x="395288" y="0"/>
            <a:ext cx="8382000" cy="563563"/>
          </a:xfrm>
        </p:spPr>
        <p:txBody>
          <a:bodyPr/>
          <a:lstStyle/>
          <a:p>
            <a:r>
              <a:rPr lang="zh-TW" altLang="en-US" b="0">
                <a:latin typeface="標楷體" pitchFamily="65" charset="-120"/>
                <a:ea typeface="標楷體" pitchFamily="65" charset="-120"/>
              </a:rPr>
              <a:t>延平社區</a:t>
            </a:r>
            <a:r>
              <a:rPr lang="en-US" altLang="zh-TW" b="0">
                <a:latin typeface="標楷體" pitchFamily="65" charset="-120"/>
                <a:ea typeface="標楷體" pitchFamily="65" charset="-120"/>
              </a:rPr>
              <a:t>106</a:t>
            </a:r>
            <a:r>
              <a:rPr lang="zh-TW" altLang="en-US" b="0">
                <a:latin typeface="標楷體" pitchFamily="65" charset="-120"/>
                <a:ea typeface="標楷體" pitchFamily="65" charset="-120"/>
              </a:rPr>
              <a:t>年度執行社區發展工作情形</a:t>
            </a:r>
          </a:p>
        </p:txBody>
      </p:sp>
      <p:sp>
        <p:nvSpPr>
          <p:cNvPr id="66563" name="內容版面配置區 2"/>
          <p:cNvSpPr>
            <a:spLocks noGrp="1"/>
          </p:cNvSpPr>
          <p:nvPr>
            <p:ph idx="1"/>
          </p:nvPr>
        </p:nvSpPr>
        <p:spPr>
          <a:xfrm>
            <a:off x="323850" y="981075"/>
            <a:ext cx="8712200" cy="5391150"/>
          </a:xfrm>
        </p:spPr>
        <p:txBody>
          <a:bodyPr/>
          <a:lstStyle/>
          <a:p>
            <a:pPr marL="438150" indent="-319088" eaLnBrk="1" hangingPunct="1">
              <a:lnSpc>
                <a:spcPct val="150000"/>
              </a:lnSpc>
              <a:spcBef>
                <a:spcPct val="0"/>
              </a:spcBef>
              <a:buClrTx/>
              <a:buFont typeface="Wingdings 2" pitchFamily="18" charset="2"/>
              <a:buChar char=""/>
            </a:pPr>
            <a:r>
              <a:rPr lang="zh-TW" altLang="en-US" sz="2200" b="1">
                <a:solidFill>
                  <a:srgbClr val="FF0000"/>
                </a:solidFill>
                <a:latin typeface="標楷體" pitchFamily="65" charset="-120"/>
                <a:ea typeface="標楷體" pitchFamily="65" charset="-120"/>
              </a:rPr>
              <a:t>延平</a:t>
            </a:r>
          </a:p>
          <a:p>
            <a:pPr marL="438150" indent="-319088" eaLnBrk="1" hangingPunct="1">
              <a:lnSpc>
                <a:spcPct val="150000"/>
              </a:lnSpc>
              <a:spcBef>
                <a:spcPct val="0"/>
              </a:spcBef>
              <a:buClrTx/>
              <a:buFont typeface="Wingdings 2" pitchFamily="18" charset="2"/>
              <a:buChar char=""/>
            </a:pPr>
            <a:endParaRPr lang="zh-TW" altLang="en-US" sz="2200" b="1">
              <a:solidFill>
                <a:srgbClr val="FF0000"/>
              </a:solidFill>
              <a:latin typeface="標楷體" pitchFamily="65" charset="-120"/>
              <a:ea typeface="標楷體" pitchFamily="65" charset="-120"/>
            </a:endParaRPr>
          </a:p>
          <a:p>
            <a:pPr marL="438150" indent="-319088">
              <a:buFont typeface="Wingdings" pitchFamily="2" charset="2"/>
              <a:buNone/>
            </a:pPr>
            <a:endParaRPr lang="zh-TW" altLang="en-US">
              <a:ea typeface="新細明體" pitchFamily="18" charset="-120"/>
            </a:endParaRPr>
          </a:p>
        </p:txBody>
      </p:sp>
      <p:graphicFrame>
        <p:nvGraphicFramePr>
          <p:cNvPr id="5" name="表格 4"/>
          <p:cNvGraphicFramePr>
            <a:graphicFrameLocks noGrp="1"/>
          </p:cNvGraphicFramePr>
          <p:nvPr/>
        </p:nvGraphicFramePr>
        <p:xfrm>
          <a:off x="395288" y="1844675"/>
          <a:ext cx="8418512" cy="884241"/>
        </p:xfrm>
        <a:graphic>
          <a:graphicData uri="http://schemas.openxmlformats.org/drawingml/2006/table">
            <a:tbl>
              <a:tblPr firstRow="1" firstCol="1" bandRow="1">
                <a:tableStyleId>{5C22544A-7EE6-4342-B048-85BDC9FD1C3A}</a:tableStyleId>
              </a:tblPr>
              <a:tblGrid>
                <a:gridCol w="1336038">
                  <a:extLst>
                    <a:ext uri="{9D8B030D-6E8A-4147-A177-3AD203B41FA5}">
                      <a16:colId xmlns:a16="http://schemas.microsoft.com/office/drawing/2014/main" val="20000"/>
                    </a:ext>
                  </a:extLst>
                </a:gridCol>
                <a:gridCol w="4993627">
                  <a:extLst>
                    <a:ext uri="{9D8B030D-6E8A-4147-A177-3AD203B41FA5}">
                      <a16:colId xmlns:a16="http://schemas.microsoft.com/office/drawing/2014/main" val="20001"/>
                    </a:ext>
                  </a:extLst>
                </a:gridCol>
                <a:gridCol w="2088847">
                  <a:extLst>
                    <a:ext uri="{9D8B030D-6E8A-4147-A177-3AD203B41FA5}">
                      <a16:colId xmlns:a16="http://schemas.microsoft.com/office/drawing/2014/main" val="20002"/>
                    </a:ext>
                  </a:extLst>
                </a:gridCol>
              </a:tblGrid>
              <a:tr h="314690">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補助單位</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計畫名稱</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TW" altLang="en-US" sz="1600" kern="100" dirty="0">
                          <a:solidFill>
                            <a:srgbClr val="000000"/>
                          </a:solidFill>
                          <a:effectLst/>
                          <a:latin typeface="標楷體" pitchFamily="65" charset="-120"/>
                          <a:ea typeface="標楷體" pitchFamily="65" charset="-120"/>
                          <a:cs typeface="Times New Roman"/>
                        </a:rPr>
                        <a:t>補助經費</a:t>
                      </a:r>
                      <a:endParaRPr lang="zh-TW" sz="1600" kern="100" dirty="0">
                        <a:solidFill>
                          <a:srgbClr val="000000"/>
                        </a:solidFill>
                        <a:effectLst/>
                        <a:latin typeface="標楷體" pitchFamily="65" charset="-120"/>
                        <a:ea typeface="標楷體" pitchFamily="65" charset="-120"/>
                        <a:cs typeface="Times New Roman"/>
                      </a:endParaRPr>
                    </a:p>
                  </a:txBody>
                  <a:tcPr marL="17782" marR="1778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51452">
                <a:tc>
                  <a:txBody>
                    <a:bodyPr/>
                    <a:lstStyle/>
                    <a:p>
                      <a:pPr algn="l" fontAlgn="ctr"/>
                      <a:r>
                        <a:rPr lang="zh-TW" altLang="en-US" sz="1600" b="0" i="0" u="none" strike="noStrike" dirty="0">
                          <a:solidFill>
                            <a:srgbClr val="000000"/>
                          </a:solidFill>
                          <a:effectLst/>
                          <a:latin typeface="標楷體"/>
                        </a:rPr>
                        <a:t>衛生福利部</a:t>
                      </a:r>
                    </a:p>
                  </a:txBody>
                  <a:tcPr marL="7621" marR="7621" marT="761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zh-TW" altLang="en-US" sz="1600" b="0" i="0" u="none" strike="noStrike" dirty="0">
                          <a:solidFill>
                            <a:srgbClr val="000000"/>
                          </a:solidFill>
                          <a:effectLst/>
                          <a:latin typeface="標楷體"/>
                        </a:rPr>
                        <a:t>旗艦永續</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溫暖大竹山˙轉動幸福齊步走</a:t>
                      </a:r>
                    </a:p>
                  </a:txBody>
                  <a:tcPr marL="7621" marR="7621" marT="761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820,000</a:t>
                      </a:r>
                      <a:r>
                        <a:rPr lang="zh-TW" altLang="en-US" sz="1600" b="0" i="0" u="none" strike="noStrike" dirty="0">
                          <a:solidFill>
                            <a:srgbClr val="000000"/>
                          </a:solidFill>
                          <a:effectLst/>
                          <a:latin typeface="標楷體"/>
                        </a:rPr>
                        <a:t>元</a:t>
                      </a:r>
                      <a:endParaRPr lang="en-US" altLang="zh-TW" sz="1600" b="0" i="0" u="none" strike="noStrike" dirty="0">
                        <a:solidFill>
                          <a:srgbClr val="000000"/>
                        </a:solidFill>
                        <a:effectLst/>
                        <a:latin typeface="標楷體"/>
                      </a:endParaRPr>
                    </a:p>
                  </a:txBody>
                  <a:tcPr marL="7621" marR="7621" marT="761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18096">
                <a:tc>
                  <a:txBody>
                    <a:bodyPr/>
                    <a:lstStyle/>
                    <a:p>
                      <a:pPr algn="l" fontAlgn="ctr"/>
                      <a:r>
                        <a:rPr lang="zh-TW" altLang="en-US" sz="1600" b="0" i="0" u="none" strike="noStrike" dirty="0">
                          <a:solidFill>
                            <a:srgbClr val="000000"/>
                          </a:solidFill>
                          <a:effectLst/>
                          <a:latin typeface="標楷體"/>
                        </a:rPr>
                        <a:t>南投縣政府</a:t>
                      </a:r>
                    </a:p>
                  </a:txBody>
                  <a:tcPr marL="7621" marR="7621"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zh-TW" altLang="en-US" sz="1600" b="0" i="0" u="none" strike="noStrike" dirty="0">
                          <a:solidFill>
                            <a:srgbClr val="000000"/>
                          </a:solidFill>
                          <a:effectLst/>
                          <a:latin typeface="標楷體"/>
                        </a:rPr>
                        <a:t>旗艦永續</a:t>
                      </a:r>
                      <a:r>
                        <a:rPr lang="en-US" altLang="zh-TW" sz="1600" b="0" i="0" u="none" strike="noStrike" dirty="0">
                          <a:solidFill>
                            <a:srgbClr val="000000"/>
                          </a:solidFill>
                          <a:effectLst/>
                          <a:latin typeface="標楷體"/>
                        </a:rPr>
                        <a:t>-</a:t>
                      </a:r>
                      <a:r>
                        <a:rPr lang="zh-TW" altLang="en-US" sz="1600" b="0" i="0" u="none" strike="noStrike" dirty="0">
                          <a:solidFill>
                            <a:srgbClr val="000000"/>
                          </a:solidFill>
                          <a:effectLst/>
                          <a:latin typeface="標楷體"/>
                        </a:rPr>
                        <a:t>溫暖大竹山˙轉動幸福齊步走</a:t>
                      </a:r>
                    </a:p>
                  </a:txBody>
                  <a:tcPr marL="7621" marR="7621"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TW" sz="1600" b="0" i="0" u="none" strike="noStrike" dirty="0">
                          <a:solidFill>
                            <a:srgbClr val="000000"/>
                          </a:solidFill>
                          <a:effectLst/>
                          <a:latin typeface="標楷體"/>
                        </a:rPr>
                        <a:t>341,000</a:t>
                      </a:r>
                      <a:r>
                        <a:rPr lang="zh-TW" altLang="en-US" sz="1600" b="0" i="0" u="none" strike="noStrike" dirty="0">
                          <a:solidFill>
                            <a:srgbClr val="000000"/>
                          </a:solidFill>
                          <a:effectLst/>
                          <a:latin typeface="標楷體"/>
                        </a:rPr>
                        <a:t>元</a:t>
                      </a:r>
                    </a:p>
                  </a:txBody>
                  <a:tcPr marL="7621" marR="7621"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15418337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標題 1"/>
          <p:cNvSpPr>
            <a:spLocks noGrp="1"/>
          </p:cNvSpPr>
          <p:nvPr>
            <p:ph type="title"/>
          </p:nvPr>
        </p:nvSpPr>
        <p:spPr/>
        <p:txBody>
          <a:bodyPr/>
          <a:lstStyle/>
          <a:p>
            <a:r>
              <a:rPr lang="en-US" altLang="zh-TW">
                <a:ea typeface="新細明體" pitchFamily="18" charset="-120"/>
              </a:rPr>
              <a:t>106</a:t>
            </a:r>
            <a:r>
              <a:rPr lang="zh-TW" altLang="en-US">
                <a:ea typeface="新細明體" pitchFamily="18" charset="-120"/>
              </a:rPr>
              <a:t>年協力社區參加南投縣政府評鑑成果</a:t>
            </a:r>
          </a:p>
        </p:txBody>
      </p:sp>
      <p:graphicFrame>
        <p:nvGraphicFramePr>
          <p:cNvPr id="5" name="內容版面配置區 4"/>
          <p:cNvGraphicFramePr>
            <a:graphicFrameLocks noGrp="1"/>
          </p:cNvGraphicFramePr>
          <p:nvPr>
            <p:ph idx="1"/>
          </p:nvPr>
        </p:nvGraphicFramePr>
        <p:xfrm>
          <a:off x="1331913" y="908050"/>
          <a:ext cx="7127875" cy="1951040"/>
        </p:xfrm>
        <a:graphic>
          <a:graphicData uri="http://schemas.openxmlformats.org/drawingml/2006/table">
            <a:tbl>
              <a:tblPr firstRow="1" firstCol="1" bandRow="1"/>
              <a:tblGrid>
                <a:gridCol w="1943966">
                  <a:extLst>
                    <a:ext uri="{9D8B030D-6E8A-4147-A177-3AD203B41FA5}">
                      <a16:colId xmlns:a16="http://schemas.microsoft.com/office/drawing/2014/main" val="20000"/>
                    </a:ext>
                  </a:extLst>
                </a:gridCol>
                <a:gridCol w="5183909">
                  <a:extLst>
                    <a:ext uri="{9D8B030D-6E8A-4147-A177-3AD203B41FA5}">
                      <a16:colId xmlns:a16="http://schemas.microsoft.com/office/drawing/2014/main" val="20001"/>
                    </a:ext>
                  </a:extLst>
                </a:gridCol>
              </a:tblGrid>
              <a:tr h="487760">
                <a:tc>
                  <a:txBody>
                    <a:bodyPr/>
                    <a:lstStyle/>
                    <a:p>
                      <a:pPr algn="ctr">
                        <a:spcAft>
                          <a:spcPts val="0"/>
                        </a:spcAft>
                      </a:pPr>
                      <a:r>
                        <a:rPr lang="zh-TW" sz="3200" b="1" kern="100" dirty="0">
                          <a:solidFill>
                            <a:srgbClr val="C00000"/>
                          </a:solidFill>
                          <a:effectLst/>
                          <a:latin typeface="標楷體" panose="03000509000000000000" pitchFamily="65" charset="-120"/>
                          <a:ea typeface="標楷體" panose="03000509000000000000" pitchFamily="65" charset="-120"/>
                          <a:cs typeface="Times New Roman"/>
                        </a:rPr>
                        <a:t>協力社區</a:t>
                      </a:r>
                    </a:p>
                  </a:txBody>
                  <a:tcPr marL="68571" marR="6857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3200" b="1" kern="100" dirty="0">
                          <a:solidFill>
                            <a:srgbClr val="C00000"/>
                          </a:solidFill>
                          <a:effectLst/>
                          <a:latin typeface="標楷體" panose="03000509000000000000" pitchFamily="65" charset="-120"/>
                          <a:ea typeface="標楷體" panose="03000509000000000000" pitchFamily="65" charset="-120"/>
                          <a:cs typeface="Times New Roman"/>
                        </a:rPr>
                        <a:t>社區發展工作得獎成績</a:t>
                      </a:r>
                    </a:p>
                  </a:txBody>
                  <a:tcPr marL="68571" marR="6857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87760">
                <a:tc>
                  <a:txBody>
                    <a:bodyPr/>
                    <a:lstStyle/>
                    <a:p>
                      <a:pPr>
                        <a:spcAft>
                          <a:spcPts val="0"/>
                        </a:spcAft>
                      </a:pPr>
                      <a:r>
                        <a:rPr lang="zh-TW" sz="3200" b="1" kern="100" dirty="0">
                          <a:solidFill>
                            <a:schemeClr val="tx1"/>
                          </a:solidFill>
                          <a:effectLst/>
                          <a:latin typeface="標楷體" panose="03000509000000000000" pitchFamily="65" charset="-120"/>
                          <a:ea typeface="標楷體" panose="03000509000000000000" pitchFamily="65" charset="-120"/>
                          <a:cs typeface="Times New Roman"/>
                        </a:rPr>
                        <a:t>延正社區</a:t>
                      </a:r>
                    </a:p>
                  </a:txBody>
                  <a:tcPr marL="68571" marR="6857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3200" b="1" kern="100" dirty="0">
                          <a:solidFill>
                            <a:schemeClr val="tx1"/>
                          </a:solidFill>
                          <a:effectLst/>
                          <a:latin typeface="標楷體" panose="03000509000000000000" pitchFamily="65" charset="-120"/>
                          <a:ea typeface="標楷體" panose="03000509000000000000" pitchFamily="65" charset="-120"/>
                          <a:cs typeface="Times New Roman"/>
                        </a:rPr>
                        <a:t>卓越組優等獎</a:t>
                      </a:r>
                    </a:p>
                  </a:txBody>
                  <a:tcPr marL="68571" marR="6857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87760">
                <a:tc>
                  <a:txBody>
                    <a:bodyPr/>
                    <a:lstStyle/>
                    <a:p>
                      <a:pPr>
                        <a:spcAft>
                          <a:spcPts val="0"/>
                        </a:spcAft>
                      </a:pPr>
                      <a:r>
                        <a:rPr lang="zh-TW" sz="3200" b="1" kern="100">
                          <a:solidFill>
                            <a:schemeClr val="tx1"/>
                          </a:solidFill>
                          <a:effectLst/>
                          <a:latin typeface="標楷體" panose="03000509000000000000" pitchFamily="65" charset="-120"/>
                          <a:ea typeface="標楷體" panose="03000509000000000000" pitchFamily="65" charset="-120"/>
                          <a:cs typeface="Times New Roman"/>
                        </a:rPr>
                        <a:t>竹山社區</a:t>
                      </a:r>
                    </a:p>
                  </a:txBody>
                  <a:tcPr marL="68571" marR="6857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3200" b="1" kern="100" dirty="0">
                          <a:solidFill>
                            <a:schemeClr val="tx1"/>
                          </a:solidFill>
                          <a:effectLst/>
                          <a:latin typeface="標楷體" panose="03000509000000000000" pitchFamily="65" charset="-120"/>
                          <a:ea typeface="標楷體" panose="03000509000000000000" pitchFamily="65" charset="-120"/>
                          <a:cs typeface="Times New Roman"/>
                        </a:rPr>
                        <a:t>績效組甲等獎</a:t>
                      </a:r>
                    </a:p>
                  </a:txBody>
                  <a:tcPr marL="68571" marR="6857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487760">
                <a:tc>
                  <a:txBody>
                    <a:bodyPr/>
                    <a:lstStyle/>
                    <a:p>
                      <a:pPr>
                        <a:spcAft>
                          <a:spcPts val="0"/>
                        </a:spcAft>
                      </a:pPr>
                      <a:r>
                        <a:rPr lang="zh-TW" sz="3200" b="1" kern="100">
                          <a:solidFill>
                            <a:schemeClr val="tx1"/>
                          </a:solidFill>
                          <a:effectLst/>
                          <a:latin typeface="標楷體" panose="03000509000000000000" pitchFamily="65" charset="-120"/>
                          <a:ea typeface="標楷體" panose="03000509000000000000" pitchFamily="65" charset="-120"/>
                          <a:cs typeface="Times New Roman"/>
                        </a:rPr>
                        <a:t>山崇社區</a:t>
                      </a:r>
                    </a:p>
                  </a:txBody>
                  <a:tcPr marL="68571" marR="6857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zh-TW" sz="3200" b="1" kern="100" dirty="0">
                          <a:solidFill>
                            <a:schemeClr val="tx1"/>
                          </a:solidFill>
                          <a:effectLst/>
                          <a:latin typeface="標楷體" panose="03000509000000000000" pitchFamily="65" charset="-120"/>
                          <a:ea typeface="標楷體" panose="03000509000000000000" pitchFamily="65" charset="-120"/>
                          <a:cs typeface="Times New Roman"/>
                        </a:rPr>
                        <a:t>績效組單項獎</a:t>
                      </a:r>
                    </a:p>
                  </a:txBody>
                  <a:tcPr marL="68571" marR="6857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pic>
        <p:nvPicPr>
          <p:cNvPr id="113684" name="圖片 5" descr="D:\桌面 文件 最愛\桌面\20170331山崇社區評鑑_170416_0029.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679950"/>
            <a:ext cx="3873500" cy="217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85" name="圖片 7" descr="D:\桌面 文件 最愛\桌面\20170331竹山社區評鑑_170416_0028.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91125" y="4648200"/>
            <a:ext cx="3924300" cy="220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86" name="圖片 8" descr="D:\桌面 文件 最愛\桌面\17436081_10208819009381247_4340562704937400165_o.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05113" y="2997200"/>
            <a:ext cx="2832100"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687" name="投影片編號版面配置區 1"/>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lr>
                <a:schemeClr val="hlink"/>
              </a:buClr>
              <a:buFont typeface="Wingdings" pitchFamily="2" charset="2"/>
              <a:buChar char="v"/>
              <a:defRPr sz="2600">
                <a:solidFill>
                  <a:schemeClr val="tx1"/>
                </a:solidFill>
                <a:latin typeface="Arial" pitchFamily="34" charset="0"/>
              </a:defRPr>
            </a:lvl1pPr>
            <a:lvl2pPr marL="742950" indent="-285750" eaLnBrk="0" hangingPunct="0">
              <a:spcBef>
                <a:spcPct val="20000"/>
              </a:spcBef>
              <a:buClr>
                <a:schemeClr val="accent1"/>
              </a:buClr>
              <a:buFont typeface="Wingdings" pitchFamily="2" charset="2"/>
              <a:buChar char="§"/>
              <a:defRPr sz="2400">
                <a:solidFill>
                  <a:schemeClr val="tx1"/>
                </a:solidFill>
                <a:latin typeface="Arial" pitchFamily="34" charset="0"/>
              </a:defRPr>
            </a:lvl2pPr>
            <a:lvl3pPr marL="1143000" indent="-228600" eaLnBrk="0" hangingPunct="0">
              <a:spcBef>
                <a:spcPct val="20000"/>
              </a:spcBef>
              <a:buClr>
                <a:schemeClr val="tx1"/>
              </a:buClr>
              <a:buChar char="•"/>
              <a:defRPr sz="22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eaLnBrk="1" fontAlgn="base" hangingPunct="1">
              <a:spcBef>
                <a:spcPct val="0"/>
              </a:spcBef>
              <a:spcAft>
                <a:spcPct val="0"/>
              </a:spcAft>
              <a:buClrTx/>
              <a:buFontTx/>
              <a:buNone/>
            </a:pPr>
            <a:fld id="{B6E68ECB-FB12-43D1-BFBB-02282955C747}" type="slidenum">
              <a:rPr lang="en-US" altLang="zh-TW" sz="1200" smtClean="0">
                <a:solidFill>
                  <a:srgbClr val="024631"/>
                </a:solidFill>
                <a:latin typeface="Verdana" pitchFamily="34" charset="0"/>
              </a:rPr>
              <a:pPr eaLnBrk="1" fontAlgn="base" hangingPunct="1">
                <a:spcBef>
                  <a:spcPct val="0"/>
                </a:spcBef>
                <a:spcAft>
                  <a:spcPct val="0"/>
                </a:spcAft>
                <a:buClrTx/>
                <a:buFontTx/>
                <a:buNone/>
              </a:pPr>
              <a:t>68</a:t>
            </a:fld>
            <a:endParaRPr lang="en-US" altLang="zh-TW" sz="1200">
              <a:solidFill>
                <a:srgbClr val="024631"/>
              </a:solidFill>
              <a:latin typeface="Verdana" pitchFamily="34" charset="0"/>
            </a:endParaRPr>
          </a:p>
        </p:txBody>
      </p:sp>
    </p:spTree>
    <p:extLst>
      <p:ext uri="{BB962C8B-B14F-4D97-AF65-F5344CB8AC3E}">
        <p14:creationId xmlns:p14="http://schemas.microsoft.com/office/powerpoint/2010/main" val="192974871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3" descr="D:\桌面 文件 最愛\桌面\水保局\富州設計\1-封面.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338" y="-11113"/>
            <a:ext cx="9144001" cy="6858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1441450" y="868363"/>
            <a:ext cx="6194425" cy="769441"/>
          </a:xfrm>
          <a:prstGeom prst="rect">
            <a:avLst/>
          </a:prstGeom>
        </p:spPr>
        <p:txBody>
          <a:bodyPr>
            <a:spAutoFit/>
          </a:bodyPr>
          <a:lstStyle/>
          <a:p>
            <a:pPr algn="ctr">
              <a:defRPr/>
            </a:pPr>
            <a:r>
              <a:rPr kumimoji="1" lang="en-US" altLang="zh-TW" sz="4400" kern="100" dirty="0">
                <a:solidFill>
                  <a:srgbClr val="000000"/>
                </a:solidFill>
                <a:latin typeface="Times New Roman"/>
                <a:ea typeface="文鼎粗隸" panose="02010609010101010101" pitchFamily="49" charset="-120"/>
                <a:cs typeface="Times New Roman"/>
              </a:rPr>
              <a:t>107</a:t>
            </a:r>
            <a:r>
              <a:rPr kumimoji="1" lang="zh-TW" altLang="en-US" sz="4400" kern="100" dirty="0">
                <a:solidFill>
                  <a:srgbClr val="000000"/>
                </a:solidFill>
                <a:latin typeface="Times New Roman"/>
                <a:ea typeface="文鼎粗隸" panose="02010609010101010101" pitchFamily="49" charset="-120"/>
                <a:cs typeface="Times New Roman"/>
              </a:rPr>
              <a:t>年旗艦型計畫</a:t>
            </a:r>
            <a:endParaRPr kumimoji="1" lang="en-US" altLang="zh-TW" sz="4400" kern="100" dirty="0">
              <a:solidFill>
                <a:srgbClr val="000000"/>
              </a:solidFill>
              <a:latin typeface="Times New Roman"/>
              <a:ea typeface="文鼎粗隸" panose="02010609010101010101" pitchFamily="49" charset="-120"/>
              <a:cs typeface="Times New Roman"/>
            </a:endParaRPr>
          </a:p>
        </p:txBody>
      </p:sp>
      <p:pic>
        <p:nvPicPr>
          <p:cNvPr id="95236" name="Picture 2" descr="D:\桌面 文件 最愛\桌面\水保局\富州設計\富州人物-小象-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3800" y="4437063"/>
            <a:ext cx="1655763" cy="166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7" name="投影片編號版面配置區 2"/>
          <p:cNvSpPr>
            <a:spLocks noGrp="1"/>
          </p:cNvSpPr>
          <p:nvPr>
            <p:ph type="sldNum" sz="quarter" idx="12"/>
          </p:nvPr>
        </p:nvSpPr>
        <p:spPr>
          <a:noFill/>
        </p:spPr>
        <p:txBody>
          <a:bodyPr/>
          <a:lstStyle>
            <a:lvl1pPr eaLnBrk="0" hangingPunct="0">
              <a:spcBef>
                <a:spcPct val="20000"/>
              </a:spcBef>
              <a:buChar char="•"/>
              <a:defRPr kumimoji="1" sz="3200">
                <a:solidFill>
                  <a:schemeClr val="tx1"/>
                </a:solidFill>
                <a:latin typeface="Arial" pitchFamily="34" charset="0"/>
                <a:ea typeface="新細明體" pitchFamily="18" charset="-120"/>
              </a:defRPr>
            </a:lvl1pPr>
            <a:lvl2pPr marL="742950" indent="-285750" eaLnBrk="0" hangingPunct="0">
              <a:spcBef>
                <a:spcPct val="20000"/>
              </a:spcBef>
              <a:buChar char="–"/>
              <a:defRPr kumimoji="1" sz="2800">
                <a:solidFill>
                  <a:schemeClr val="tx1"/>
                </a:solidFill>
                <a:latin typeface="Arial" pitchFamily="34" charset="0"/>
                <a:ea typeface="新細明體" pitchFamily="18" charset="-120"/>
              </a:defRPr>
            </a:lvl2pPr>
            <a:lvl3pPr marL="1143000" indent="-228600" eaLnBrk="0" hangingPunct="0">
              <a:spcBef>
                <a:spcPct val="20000"/>
              </a:spcBef>
              <a:buChar char="•"/>
              <a:defRPr kumimoji="1" sz="2400">
                <a:solidFill>
                  <a:schemeClr val="tx1"/>
                </a:solidFill>
                <a:latin typeface="Arial" pitchFamily="34" charset="0"/>
                <a:ea typeface="新細明體" pitchFamily="18" charset="-120"/>
              </a:defRPr>
            </a:lvl3pPr>
            <a:lvl4pPr marL="1600200" indent="-228600" eaLnBrk="0" hangingPunct="0">
              <a:spcBef>
                <a:spcPct val="20000"/>
              </a:spcBef>
              <a:buChar char="–"/>
              <a:defRPr kumimoji="1" sz="2000">
                <a:solidFill>
                  <a:schemeClr val="tx1"/>
                </a:solidFill>
                <a:latin typeface="Arial" pitchFamily="34" charset="0"/>
                <a:ea typeface="新細明體" pitchFamily="18" charset="-120"/>
              </a:defRPr>
            </a:lvl4pPr>
            <a:lvl5pPr marL="2057400" indent="-228600" eaLnBrk="0" hangingPunct="0">
              <a:spcBef>
                <a:spcPct val="20000"/>
              </a:spcBef>
              <a:buChar char="»"/>
              <a:defRPr kumimoji="1" sz="2000">
                <a:solidFill>
                  <a:schemeClr val="tx1"/>
                </a:solidFill>
                <a:latin typeface="Arial" pitchFamily="34" charset="0"/>
                <a:ea typeface="新細明體" pitchFamily="18" charset="-120"/>
              </a:defRPr>
            </a:lvl5pPr>
            <a:lvl6pPr marL="25146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6pPr>
            <a:lvl7pPr marL="29718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7pPr>
            <a:lvl8pPr marL="34290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8pPr>
            <a:lvl9pPr marL="38862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9pPr>
          </a:lstStyle>
          <a:p>
            <a:pPr eaLnBrk="1" hangingPunct="1">
              <a:spcBef>
                <a:spcPct val="0"/>
              </a:spcBef>
              <a:buFontTx/>
              <a:buNone/>
            </a:pPr>
            <a:fld id="{AC4D76B2-88C7-4355-959D-7B360E7DC110}" type="slidenum">
              <a:rPr lang="en-US" altLang="zh-TW" sz="1400" smtClean="0">
                <a:solidFill>
                  <a:srgbClr val="000000"/>
                </a:solidFill>
              </a:rPr>
              <a:pPr eaLnBrk="1" hangingPunct="1">
                <a:spcBef>
                  <a:spcPct val="0"/>
                </a:spcBef>
                <a:buFontTx/>
                <a:buNone/>
              </a:pPr>
              <a:t>69</a:t>
            </a:fld>
            <a:endParaRPr lang="en-US" altLang="zh-TW" sz="1400">
              <a:solidFill>
                <a:srgbClr val="000000"/>
              </a:solidFill>
            </a:endParaRPr>
          </a:p>
        </p:txBody>
      </p:sp>
    </p:spTree>
    <p:extLst>
      <p:ext uri="{BB962C8B-B14F-4D97-AF65-F5344CB8AC3E}">
        <p14:creationId xmlns:p14="http://schemas.microsoft.com/office/powerpoint/2010/main" val="29798344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標題 1"/>
          <p:cNvSpPr>
            <a:spLocks noGrp="1"/>
          </p:cNvSpPr>
          <p:nvPr>
            <p:ph type="title"/>
          </p:nvPr>
        </p:nvSpPr>
        <p:spPr>
          <a:xfrm>
            <a:off x="468313" y="115888"/>
            <a:ext cx="8205787" cy="433387"/>
          </a:xfrm>
        </p:spPr>
        <p:txBody>
          <a:bodyPr/>
          <a:lstStyle/>
          <a:p>
            <a:pPr eaLnBrk="1" hangingPunct="1"/>
            <a:r>
              <a:rPr lang="en-US" altLang="zh-TW" sz="4000" b="0" dirty="0">
                <a:latin typeface="標楷體" pitchFamily="65" charset="-120"/>
                <a:ea typeface="標楷體" pitchFamily="65" charset="-120"/>
                <a:cs typeface="華康隸書體W7(P)"/>
              </a:rPr>
              <a:t>107</a:t>
            </a:r>
            <a:r>
              <a:rPr lang="zh-TW" altLang="en-US" sz="4000" b="0" dirty="0">
                <a:latin typeface="標楷體" pitchFamily="65" charset="-120"/>
                <a:ea typeface="標楷體" pitchFamily="65" charset="-120"/>
                <a:cs typeface="華康隸書體W7(P)"/>
              </a:rPr>
              <a:t>年計畫緣起</a:t>
            </a:r>
          </a:p>
        </p:txBody>
      </p:sp>
      <p:sp>
        <p:nvSpPr>
          <p:cNvPr id="45059" name="內容版面配置區 1"/>
          <p:cNvSpPr>
            <a:spLocks noGrp="1"/>
          </p:cNvSpPr>
          <p:nvPr>
            <p:ph idx="1"/>
          </p:nvPr>
        </p:nvSpPr>
        <p:spPr/>
        <p:txBody>
          <a:bodyPr/>
          <a:lstStyle/>
          <a:p>
            <a:r>
              <a:rPr lang="zh-TW" altLang="zh-TW" sz="3200">
                <a:latin typeface="標楷體" pitchFamily="65" charset="-120"/>
                <a:ea typeface="標楷體" pitchFamily="65" charset="-120"/>
              </a:rPr>
              <a:t>希望延續旗艦型計畫及拓展培力其他竹山鎮的社區，帶動更多社區一起成長，使他們獲得更多陪伴及培力啟發推動社區發展工作，透過本計畫讓領航及協力社區落實推動福利社區化政策，深耕社區培力，使領航及協力社區能均衡發展及永續經營。</a:t>
            </a:r>
            <a:endParaRPr lang="en-US" altLang="zh-TW" sz="3200">
              <a:latin typeface="標楷體" pitchFamily="65" charset="-120"/>
              <a:ea typeface="標楷體" pitchFamily="65" charset="-120"/>
            </a:endParaRPr>
          </a:p>
          <a:p>
            <a:endParaRPr lang="zh-TW" altLang="zh-TW">
              <a:ea typeface="新細明體" pitchFamily="18" charset="-120"/>
            </a:endParaRPr>
          </a:p>
          <a:p>
            <a:endParaRPr lang="zh-TW" altLang="en-US">
              <a:ea typeface="新細明體" pitchFamily="18" charset="-120"/>
              <a:cs typeface="Times New Roman" pitchFamily="18" charset="0"/>
            </a:endParaRPr>
          </a:p>
        </p:txBody>
      </p:sp>
      <p:pic>
        <p:nvPicPr>
          <p:cNvPr id="5" name="圖片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694804" y="4415153"/>
            <a:ext cx="3779912" cy="2126201"/>
          </a:xfrm>
          <a:prstGeom prst="rect">
            <a:avLst/>
          </a:prstGeom>
          <a:ln>
            <a:noFill/>
          </a:ln>
          <a:effectLst>
            <a:softEdge rad="112500"/>
          </a:effectLst>
        </p:spPr>
      </p:pic>
      <p:pic>
        <p:nvPicPr>
          <p:cNvPr id="8" name="圖片 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9552" y="4473660"/>
            <a:ext cx="3675900" cy="2067694"/>
          </a:xfrm>
          <a:prstGeom prst="rect">
            <a:avLst/>
          </a:prstGeom>
          <a:ln>
            <a:noFill/>
          </a:ln>
          <a:effectLst>
            <a:softEdge rad="112500"/>
          </a:effectLst>
        </p:spPr>
      </p:pic>
    </p:spTree>
    <p:extLst>
      <p:ext uri="{BB962C8B-B14F-4D97-AF65-F5344CB8AC3E}">
        <p14:creationId xmlns:p14="http://schemas.microsoft.com/office/powerpoint/2010/main" val="96264383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標題 1"/>
          <p:cNvSpPr>
            <a:spLocks noGrp="1"/>
          </p:cNvSpPr>
          <p:nvPr>
            <p:ph type="title"/>
          </p:nvPr>
        </p:nvSpPr>
        <p:spPr/>
        <p:txBody>
          <a:bodyPr/>
          <a:lstStyle/>
          <a:p>
            <a:r>
              <a:rPr lang="zh-TW" altLang="en-US" sz="4000" b="0">
                <a:latin typeface="標楷體" pitchFamily="65" charset="-120"/>
                <a:ea typeface="標楷體" pitchFamily="65" charset="-120"/>
              </a:rPr>
              <a:t>大旗艦計畫提報會議</a:t>
            </a:r>
          </a:p>
        </p:txBody>
      </p:sp>
      <p:sp>
        <p:nvSpPr>
          <p:cNvPr id="10" name="矩形 9"/>
          <p:cNvSpPr/>
          <p:nvPr/>
        </p:nvSpPr>
        <p:spPr>
          <a:xfrm>
            <a:off x="658813" y="4652963"/>
            <a:ext cx="7777162" cy="1477962"/>
          </a:xfrm>
          <a:prstGeom prst="rect">
            <a:avLst/>
          </a:prstGeom>
        </p:spPr>
        <p:txBody>
          <a:bodyPr>
            <a:spAutoFit/>
          </a:bodyPr>
          <a:lstStyle/>
          <a:p>
            <a:pPr eaLnBrk="0" fontAlgn="base" hangingPunct="0">
              <a:spcBef>
                <a:spcPct val="20000"/>
              </a:spcBef>
              <a:spcAft>
                <a:spcPct val="0"/>
              </a:spcAft>
              <a:buClr>
                <a:srgbClr val="69AAB1"/>
              </a:buClr>
              <a:defRPr/>
            </a:pPr>
            <a:r>
              <a:rPr kumimoji="1" lang="zh-TW" altLang="zh-TW" sz="3000" dirty="0">
                <a:solidFill>
                  <a:srgbClr val="024631"/>
                </a:solidFill>
                <a:latin typeface="標楷體" pitchFamily="65" charset="-120"/>
                <a:ea typeface="標楷體" pitchFamily="65" charset="-120"/>
              </a:rPr>
              <a:t>在本社區領航下，</a:t>
            </a:r>
            <a:r>
              <a:rPr kumimoji="1" lang="en-US" altLang="zh-TW" sz="3000" dirty="0">
                <a:solidFill>
                  <a:srgbClr val="024631"/>
                </a:solidFill>
                <a:latin typeface="標楷體" pitchFamily="65" charset="-120"/>
                <a:ea typeface="標楷體" pitchFamily="65" charset="-120"/>
              </a:rPr>
              <a:t>5</a:t>
            </a:r>
            <a:r>
              <a:rPr kumimoji="1" lang="zh-TW" altLang="zh-TW" sz="3000" dirty="0">
                <a:solidFill>
                  <a:srgbClr val="024631"/>
                </a:solidFill>
                <a:latin typeface="標楷體" pitchFamily="65" charset="-120"/>
                <a:ea typeface="標楷體" pitchFamily="65" charset="-120"/>
              </a:rPr>
              <a:t>個協力社區有了亮眼的成果表現，所以在</a:t>
            </a:r>
            <a:r>
              <a:rPr kumimoji="1" lang="en-US" altLang="zh-TW" sz="3000" dirty="0">
                <a:solidFill>
                  <a:srgbClr val="024631"/>
                </a:solidFill>
                <a:latin typeface="標楷體" pitchFamily="65" charset="-120"/>
                <a:ea typeface="標楷體" pitchFamily="65" charset="-120"/>
              </a:rPr>
              <a:t>107</a:t>
            </a:r>
            <a:r>
              <a:rPr kumimoji="1" lang="zh-TW" altLang="zh-TW" sz="3000" dirty="0">
                <a:solidFill>
                  <a:srgbClr val="024631"/>
                </a:solidFill>
                <a:latin typeface="標楷體" pitchFamily="65" charset="-120"/>
                <a:ea typeface="標楷體" pitchFamily="65" charset="-120"/>
              </a:rPr>
              <a:t>年也號召了</a:t>
            </a:r>
            <a:r>
              <a:rPr kumimoji="1" lang="zh-TW" altLang="zh-TW" sz="3000" dirty="0">
                <a:solidFill>
                  <a:srgbClr val="FF0000"/>
                </a:solidFill>
                <a:latin typeface="標楷體" pitchFamily="65" charset="-120"/>
                <a:ea typeface="標楷體" pitchFamily="65" charset="-120"/>
              </a:rPr>
              <a:t>活動型</a:t>
            </a:r>
            <a:r>
              <a:rPr kumimoji="1" lang="zh-TW" altLang="zh-TW" sz="3000" dirty="0">
                <a:solidFill>
                  <a:srgbClr val="024631"/>
                </a:solidFill>
                <a:latin typeface="標楷體" pitchFamily="65" charset="-120"/>
                <a:ea typeface="標楷體" pitchFamily="65" charset="-120"/>
              </a:rPr>
              <a:t>的</a:t>
            </a:r>
            <a:r>
              <a:rPr kumimoji="1" lang="zh-TW" altLang="zh-TW" sz="3000" dirty="0">
                <a:solidFill>
                  <a:srgbClr val="FF0000"/>
                </a:solidFill>
                <a:latin typeface="標楷體" pitchFamily="65" charset="-120"/>
                <a:ea typeface="標楷體" pitchFamily="65" charset="-120"/>
              </a:rPr>
              <a:t>和興社區及桂林社區</a:t>
            </a:r>
            <a:r>
              <a:rPr kumimoji="1" lang="zh-TW" altLang="zh-TW" sz="3000" dirty="0">
                <a:solidFill>
                  <a:srgbClr val="024631"/>
                </a:solidFill>
                <a:latin typeface="標楷體" pitchFamily="65" charset="-120"/>
                <a:ea typeface="標楷體" pitchFamily="65" charset="-120"/>
              </a:rPr>
              <a:t>一起加入今年旗艦型計畫。</a:t>
            </a:r>
            <a:endParaRPr lang="en-US" altLang="zh-TW" sz="3000" b="1" kern="0" dirty="0">
              <a:solidFill>
                <a:srgbClr val="024631"/>
              </a:solidFill>
              <a:latin typeface="標楷體" pitchFamily="65" charset="-120"/>
              <a:ea typeface="標楷體" pitchFamily="65" charset="-120"/>
            </a:endParaRPr>
          </a:p>
        </p:txBody>
      </p:sp>
      <p:pic>
        <p:nvPicPr>
          <p:cNvPr id="46084" name="圖片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49288" y="1484313"/>
            <a:ext cx="3492500"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5" name="圖片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697413" y="1484313"/>
            <a:ext cx="3492500"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214806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標題 1"/>
          <p:cNvSpPr>
            <a:spLocks noGrp="1"/>
          </p:cNvSpPr>
          <p:nvPr>
            <p:ph type="title"/>
          </p:nvPr>
        </p:nvSpPr>
        <p:spPr>
          <a:xfrm>
            <a:off x="179388" y="115888"/>
            <a:ext cx="8382000" cy="431800"/>
          </a:xfrm>
        </p:spPr>
        <p:txBody>
          <a:bodyPr/>
          <a:lstStyle/>
          <a:p>
            <a:pPr eaLnBrk="1" hangingPunct="1"/>
            <a:r>
              <a:rPr lang="en-US" altLang="zh-TW" sz="4000" b="0" dirty="0">
                <a:solidFill>
                  <a:srgbClr val="FFFFFF"/>
                </a:solidFill>
                <a:latin typeface="標楷體" pitchFamily="65" charset="-120"/>
                <a:ea typeface="標楷體" pitchFamily="65" charset="-120"/>
              </a:rPr>
              <a:t>107</a:t>
            </a:r>
            <a:r>
              <a:rPr lang="zh-TW" altLang="en-US" sz="4000" b="0" dirty="0">
                <a:solidFill>
                  <a:srgbClr val="FFFFFF"/>
                </a:solidFill>
                <a:latin typeface="標楷體" pitchFamily="65" charset="-120"/>
                <a:ea typeface="標楷體" pitchFamily="65" charset="-120"/>
              </a:rPr>
              <a:t>年旗艦計畫執行社區有</a:t>
            </a:r>
            <a:r>
              <a:rPr lang="en-US" altLang="zh-TW" sz="4000" b="0" dirty="0">
                <a:solidFill>
                  <a:srgbClr val="FFFFFF"/>
                </a:solidFill>
                <a:latin typeface="標楷體" pitchFamily="65" charset="-120"/>
                <a:ea typeface="標楷體" pitchFamily="65" charset="-120"/>
              </a:rPr>
              <a:t>8</a:t>
            </a:r>
            <a:r>
              <a:rPr lang="zh-TW" altLang="en-US" sz="4000" b="0" dirty="0">
                <a:solidFill>
                  <a:srgbClr val="FFFFFF"/>
                </a:solidFill>
                <a:latin typeface="標楷體" pitchFamily="65" charset="-120"/>
                <a:ea typeface="標楷體" pitchFamily="65" charset="-120"/>
              </a:rPr>
              <a:t>個</a:t>
            </a:r>
            <a:endParaRPr lang="zh-TW" altLang="en-US" sz="4000" b="0" dirty="0">
              <a:latin typeface="標楷體" pitchFamily="65" charset="-120"/>
              <a:ea typeface="標楷體" pitchFamily="65" charset="-120"/>
              <a:cs typeface="華康隸書體W7(P)"/>
            </a:endParaRPr>
          </a:p>
        </p:txBody>
      </p:sp>
      <p:sp>
        <p:nvSpPr>
          <p:cNvPr id="53251" name="內容版面配置區 1"/>
          <p:cNvSpPr>
            <a:spLocks noGrp="1"/>
          </p:cNvSpPr>
          <p:nvPr>
            <p:ph idx="1"/>
          </p:nvPr>
        </p:nvSpPr>
        <p:spPr/>
        <p:txBody>
          <a:bodyPr/>
          <a:lstStyle/>
          <a:p>
            <a:pPr>
              <a:defRPr/>
            </a:pPr>
            <a:r>
              <a:rPr lang="zh-TW" altLang="zh-TW" dirty="0">
                <a:latin typeface="標楷體" pitchFamily="65" charset="-120"/>
                <a:ea typeface="標楷體" pitchFamily="65" charset="-120"/>
              </a:rPr>
              <a:t>實施地點：</a:t>
            </a:r>
          </a:p>
          <a:p>
            <a:pPr>
              <a:buFont typeface="Wingdings" pitchFamily="2" charset="2"/>
              <a:buNone/>
              <a:defRPr/>
            </a:pPr>
            <a:r>
              <a:rPr lang="zh-TW" altLang="en-US" dirty="0">
                <a:latin typeface="標楷體" pitchFamily="65" charset="-120"/>
                <a:ea typeface="標楷體" pitchFamily="65" charset="-120"/>
              </a:rPr>
              <a:t>            </a:t>
            </a:r>
            <a:r>
              <a:rPr lang="zh-TW" altLang="zh-TW" dirty="0">
                <a:latin typeface="標楷體" pitchFamily="65" charset="-120"/>
                <a:ea typeface="標楷體" pitchFamily="65" charset="-120"/>
              </a:rPr>
              <a:t>竹山鎮富州社區發展協會</a:t>
            </a:r>
            <a:endParaRPr lang="en-US" altLang="zh-TW" dirty="0">
              <a:latin typeface="標楷體" pitchFamily="65" charset="-120"/>
              <a:ea typeface="標楷體" pitchFamily="65" charset="-120"/>
            </a:endParaRPr>
          </a:p>
          <a:p>
            <a:pPr>
              <a:buFont typeface="Wingdings" pitchFamily="2" charset="2"/>
              <a:buNone/>
              <a:defRPr/>
            </a:pPr>
            <a:r>
              <a:rPr lang="zh-TW" altLang="en-US" dirty="0">
                <a:latin typeface="標楷體" pitchFamily="65" charset="-120"/>
                <a:ea typeface="標楷體" pitchFamily="65" charset="-120"/>
              </a:rPr>
              <a:t>            </a:t>
            </a:r>
            <a:r>
              <a:rPr lang="zh-TW" altLang="zh-TW" dirty="0">
                <a:latin typeface="標楷體" pitchFamily="65" charset="-120"/>
                <a:ea typeface="標楷體" pitchFamily="65" charset="-120"/>
              </a:rPr>
              <a:t>竹山鎮山崇社區發展協會</a:t>
            </a:r>
            <a:endParaRPr lang="en-US" altLang="zh-TW" dirty="0">
              <a:latin typeface="標楷體" pitchFamily="65" charset="-120"/>
              <a:ea typeface="標楷體" pitchFamily="65" charset="-120"/>
            </a:endParaRPr>
          </a:p>
          <a:p>
            <a:pPr lvl="0">
              <a:buClr>
                <a:srgbClr val="69AAB1"/>
              </a:buClr>
              <a:buNone/>
              <a:defRPr/>
            </a:pPr>
            <a:r>
              <a:rPr lang="zh-TW" altLang="en-US" dirty="0">
                <a:solidFill>
                  <a:srgbClr val="024631"/>
                </a:solidFill>
                <a:latin typeface="標楷體" pitchFamily="65" charset="-120"/>
                <a:ea typeface="標楷體" pitchFamily="65" charset="-120"/>
              </a:rPr>
              <a:t>            </a:t>
            </a:r>
            <a:r>
              <a:rPr lang="zh-TW" altLang="zh-TW" dirty="0">
                <a:solidFill>
                  <a:srgbClr val="024631"/>
                </a:solidFill>
                <a:latin typeface="標楷體" pitchFamily="65" charset="-120"/>
                <a:ea typeface="標楷體" pitchFamily="65" charset="-120"/>
              </a:rPr>
              <a:t>竹山鎮</a:t>
            </a:r>
            <a:r>
              <a:rPr lang="zh-TW" altLang="en-US" dirty="0">
                <a:solidFill>
                  <a:srgbClr val="024631"/>
                </a:solidFill>
                <a:latin typeface="標楷體" pitchFamily="65" charset="-120"/>
                <a:ea typeface="標楷體" pitchFamily="65" charset="-120"/>
              </a:rPr>
              <a:t>和興</a:t>
            </a:r>
            <a:r>
              <a:rPr lang="zh-TW" altLang="zh-TW" dirty="0">
                <a:solidFill>
                  <a:srgbClr val="024631"/>
                </a:solidFill>
                <a:latin typeface="標楷體" pitchFamily="65" charset="-120"/>
                <a:ea typeface="標楷體" pitchFamily="65" charset="-120"/>
              </a:rPr>
              <a:t>社區發展協會</a:t>
            </a:r>
            <a:endParaRPr lang="zh-TW" altLang="zh-TW" dirty="0">
              <a:latin typeface="標楷體" pitchFamily="65" charset="-120"/>
              <a:ea typeface="標楷體" pitchFamily="65" charset="-120"/>
            </a:endParaRPr>
          </a:p>
          <a:p>
            <a:pPr>
              <a:buFont typeface="Wingdings" pitchFamily="2" charset="2"/>
              <a:buNone/>
              <a:defRPr/>
            </a:pPr>
            <a:r>
              <a:rPr lang="zh-TW" altLang="en-US" dirty="0">
                <a:latin typeface="標楷體" pitchFamily="65" charset="-120"/>
                <a:ea typeface="標楷體" pitchFamily="65" charset="-120"/>
              </a:rPr>
              <a:t>    </a:t>
            </a:r>
            <a:r>
              <a:rPr lang="en-US" altLang="zh-TW" dirty="0">
                <a:latin typeface="標楷體" pitchFamily="65" charset="-120"/>
                <a:ea typeface="標楷體" pitchFamily="65" charset="-120"/>
              </a:rPr>
              <a:t>        </a:t>
            </a:r>
            <a:r>
              <a:rPr lang="zh-TW" altLang="zh-TW" dirty="0">
                <a:latin typeface="標楷體" pitchFamily="65" charset="-120"/>
                <a:ea typeface="標楷體" pitchFamily="65" charset="-120"/>
              </a:rPr>
              <a:t>竹山鎮延正社區發展協會</a:t>
            </a:r>
            <a:endParaRPr lang="en-US" altLang="zh-TW" dirty="0">
              <a:latin typeface="標楷體" pitchFamily="65" charset="-120"/>
              <a:ea typeface="標楷體" pitchFamily="65" charset="-120"/>
            </a:endParaRPr>
          </a:p>
          <a:p>
            <a:pPr>
              <a:buFont typeface="Wingdings" pitchFamily="2" charset="2"/>
              <a:buNone/>
              <a:defRPr/>
            </a:pPr>
            <a:r>
              <a:rPr lang="zh-TW" altLang="en-US" dirty="0">
                <a:latin typeface="標楷體" pitchFamily="65" charset="-120"/>
                <a:ea typeface="標楷體" pitchFamily="65" charset="-120"/>
              </a:rPr>
              <a:t>            </a:t>
            </a:r>
            <a:r>
              <a:rPr lang="zh-TW" altLang="zh-TW" dirty="0">
                <a:latin typeface="標楷體" pitchFamily="65" charset="-120"/>
                <a:ea typeface="標楷體" pitchFamily="65" charset="-120"/>
              </a:rPr>
              <a:t>竹山鎮延平社區發展協會</a:t>
            </a:r>
          </a:p>
          <a:p>
            <a:pPr>
              <a:buFont typeface="Wingdings" pitchFamily="2" charset="2"/>
              <a:buNone/>
              <a:defRPr/>
            </a:pPr>
            <a:r>
              <a:rPr lang="zh-TW" altLang="en-US" dirty="0">
                <a:latin typeface="標楷體" pitchFamily="65" charset="-120"/>
                <a:ea typeface="標楷體" pitchFamily="65" charset="-120"/>
              </a:rPr>
              <a:t>    </a:t>
            </a:r>
            <a:r>
              <a:rPr lang="en-US" altLang="zh-TW" dirty="0">
                <a:latin typeface="標楷體" pitchFamily="65" charset="-120"/>
                <a:ea typeface="標楷體" pitchFamily="65" charset="-120"/>
              </a:rPr>
              <a:t>       </a:t>
            </a:r>
            <a:r>
              <a:rPr lang="zh-TW" altLang="en-US" dirty="0">
                <a:latin typeface="標楷體" pitchFamily="65" charset="-120"/>
                <a:ea typeface="標楷體" pitchFamily="65" charset="-120"/>
              </a:rPr>
              <a:t> </a:t>
            </a:r>
            <a:r>
              <a:rPr lang="zh-TW" altLang="zh-TW" dirty="0">
                <a:latin typeface="標楷體" pitchFamily="65" charset="-120"/>
                <a:ea typeface="標楷體" pitchFamily="65" charset="-120"/>
              </a:rPr>
              <a:t>竹山鎮竹山社區發展協會</a:t>
            </a:r>
            <a:endParaRPr lang="en-US" altLang="zh-TW" dirty="0">
              <a:latin typeface="標楷體" pitchFamily="65" charset="-120"/>
              <a:ea typeface="標楷體" pitchFamily="65" charset="-120"/>
            </a:endParaRPr>
          </a:p>
          <a:p>
            <a:pPr>
              <a:buFont typeface="Wingdings" pitchFamily="2" charset="2"/>
              <a:buNone/>
              <a:defRPr/>
            </a:pPr>
            <a:r>
              <a:rPr lang="zh-TW" altLang="en-US" dirty="0">
                <a:latin typeface="標楷體" pitchFamily="65" charset="-120"/>
                <a:ea typeface="標楷體" pitchFamily="65" charset="-120"/>
              </a:rPr>
              <a:t>            </a:t>
            </a:r>
            <a:r>
              <a:rPr lang="zh-TW" altLang="zh-TW" dirty="0">
                <a:latin typeface="標楷體" pitchFamily="65" charset="-120"/>
                <a:ea typeface="標楷體" pitchFamily="65" charset="-120"/>
              </a:rPr>
              <a:t>竹山鎮中崎社區發展協會</a:t>
            </a:r>
            <a:endParaRPr lang="en-US" altLang="zh-TW" dirty="0">
              <a:latin typeface="標楷體" pitchFamily="65" charset="-120"/>
              <a:ea typeface="標楷體" pitchFamily="65" charset="-120"/>
            </a:endParaRPr>
          </a:p>
          <a:p>
            <a:pPr>
              <a:buFont typeface="Wingdings" pitchFamily="2" charset="2"/>
              <a:buNone/>
              <a:defRPr/>
            </a:pPr>
            <a:r>
              <a:rPr lang="zh-TW" altLang="en-US" dirty="0">
                <a:latin typeface="標楷體" pitchFamily="65" charset="-120"/>
                <a:ea typeface="標楷體" pitchFamily="65" charset="-120"/>
              </a:rPr>
              <a:t>            </a:t>
            </a:r>
            <a:r>
              <a:rPr lang="zh-TW" altLang="zh-TW" dirty="0">
                <a:latin typeface="標楷體" pitchFamily="65" charset="-120"/>
                <a:ea typeface="標楷體" pitchFamily="65" charset="-120"/>
              </a:rPr>
              <a:t>竹山鎮</a:t>
            </a:r>
            <a:r>
              <a:rPr lang="zh-TW" altLang="en-US" dirty="0">
                <a:latin typeface="標楷體" pitchFamily="65" charset="-120"/>
                <a:ea typeface="標楷體" pitchFamily="65" charset="-120"/>
              </a:rPr>
              <a:t>桂林</a:t>
            </a:r>
            <a:r>
              <a:rPr lang="zh-TW" altLang="zh-TW" dirty="0">
                <a:latin typeface="標楷體" pitchFamily="65" charset="-120"/>
                <a:ea typeface="標楷體" pitchFamily="65" charset="-120"/>
              </a:rPr>
              <a:t>社區發展協會</a:t>
            </a:r>
            <a:endParaRPr lang="zh-TW" altLang="en-US" dirty="0">
              <a:latin typeface="標楷體" pitchFamily="65" charset="-120"/>
              <a:ea typeface="標楷體" pitchFamily="65" charset="-120"/>
            </a:endParaRPr>
          </a:p>
        </p:txBody>
      </p:sp>
    </p:spTree>
    <p:extLst>
      <p:ext uri="{BB962C8B-B14F-4D97-AF65-F5344CB8AC3E}">
        <p14:creationId xmlns:p14="http://schemas.microsoft.com/office/powerpoint/2010/main" val="191219189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橢圓 2"/>
          <p:cNvSpPr/>
          <p:nvPr/>
        </p:nvSpPr>
        <p:spPr bwMode="auto">
          <a:xfrm>
            <a:off x="3088941" y="2706688"/>
            <a:ext cx="842454" cy="547464"/>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TW" altLang="en-US" sz="1800" b="1" i="0" u="none" strike="noStrike" cap="none" normalizeH="0" baseline="0">
              <a:ln>
                <a:noFill/>
              </a:ln>
              <a:solidFill>
                <a:schemeClr val="tx1"/>
              </a:solidFill>
              <a:effectLst/>
              <a:latin typeface="Arial" pitchFamily="34" charset="0"/>
            </a:endParaRPr>
          </a:p>
        </p:txBody>
      </p:sp>
      <p:sp>
        <p:nvSpPr>
          <p:cNvPr id="13" name="橢圓 12"/>
          <p:cNvSpPr/>
          <p:nvPr/>
        </p:nvSpPr>
        <p:spPr bwMode="auto">
          <a:xfrm>
            <a:off x="3449646" y="2032214"/>
            <a:ext cx="698376" cy="338336"/>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024631"/>
              </a:solidFill>
            </a:endParaRPr>
          </a:p>
        </p:txBody>
      </p:sp>
      <p:sp>
        <p:nvSpPr>
          <p:cNvPr id="12" name="橢圓 11"/>
          <p:cNvSpPr/>
          <p:nvPr/>
        </p:nvSpPr>
        <p:spPr bwMode="auto">
          <a:xfrm>
            <a:off x="1835696" y="2615208"/>
            <a:ext cx="698376" cy="338336"/>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024631"/>
              </a:solidFill>
            </a:endParaRPr>
          </a:p>
        </p:txBody>
      </p:sp>
      <p:sp>
        <p:nvSpPr>
          <p:cNvPr id="11" name="橢圓 10"/>
          <p:cNvSpPr/>
          <p:nvPr/>
        </p:nvSpPr>
        <p:spPr bwMode="auto">
          <a:xfrm>
            <a:off x="2987824" y="1677339"/>
            <a:ext cx="770384" cy="338336"/>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024631"/>
              </a:solidFill>
            </a:endParaRPr>
          </a:p>
        </p:txBody>
      </p:sp>
      <p:sp>
        <p:nvSpPr>
          <p:cNvPr id="10" name="橢圓 9"/>
          <p:cNvSpPr/>
          <p:nvPr/>
        </p:nvSpPr>
        <p:spPr bwMode="auto">
          <a:xfrm>
            <a:off x="1259632" y="2276872"/>
            <a:ext cx="698376" cy="338336"/>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024631"/>
              </a:solidFill>
            </a:endParaRPr>
          </a:p>
        </p:txBody>
      </p:sp>
      <p:sp>
        <p:nvSpPr>
          <p:cNvPr id="8" name="橢圓 7"/>
          <p:cNvSpPr/>
          <p:nvPr/>
        </p:nvSpPr>
        <p:spPr bwMode="auto">
          <a:xfrm>
            <a:off x="3513522" y="1472208"/>
            <a:ext cx="719956" cy="363488"/>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024631"/>
              </a:solidFill>
            </a:endParaRPr>
          </a:p>
        </p:txBody>
      </p:sp>
      <p:sp>
        <p:nvSpPr>
          <p:cNvPr id="7" name="橢圓 6"/>
          <p:cNvSpPr/>
          <p:nvPr/>
        </p:nvSpPr>
        <p:spPr bwMode="auto">
          <a:xfrm>
            <a:off x="4427984" y="1268760"/>
            <a:ext cx="792088" cy="385192"/>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024631"/>
              </a:solidFill>
            </a:endParaRPr>
          </a:p>
        </p:txBody>
      </p:sp>
      <p:sp>
        <p:nvSpPr>
          <p:cNvPr id="2" name="標題 1"/>
          <p:cNvSpPr>
            <a:spLocks noGrp="1"/>
          </p:cNvSpPr>
          <p:nvPr>
            <p:ph type="title"/>
          </p:nvPr>
        </p:nvSpPr>
        <p:spPr/>
        <p:txBody>
          <a:bodyPr/>
          <a:lstStyle/>
          <a:p>
            <a:r>
              <a:rPr lang="zh-TW" altLang="en-US" sz="4400" b="0" dirty="0">
                <a:solidFill>
                  <a:srgbClr val="FFFFFF"/>
                </a:solidFill>
                <a:latin typeface="華康隸書體W7(P)" pitchFamily="2" charset="-120"/>
                <a:ea typeface="華康隸書體W7(P)" pitchFamily="2" charset="-120"/>
              </a:rPr>
              <a:t>實施地點</a:t>
            </a:r>
            <a:endParaRPr lang="zh-TW" altLang="en-US" dirty="0"/>
          </a:p>
        </p:txBody>
      </p:sp>
      <p:pic>
        <p:nvPicPr>
          <p:cNvPr id="8194" name="Picture 205" descr="行政區域"/>
          <p:cNvPicPr>
            <a:picLocks noChangeAspect="1" noChangeArrowheads="1"/>
          </p:cNvPicPr>
          <p:nvPr/>
        </p:nvPicPr>
        <p:blipFill>
          <a:blip r:embed="rId2">
            <a:extLst>
              <a:ext uri="{28A0092B-C50C-407E-A947-70E740481C1C}">
                <a14:useLocalDpi xmlns:a14="http://schemas.microsoft.com/office/drawing/2010/main" val="0"/>
              </a:ext>
            </a:extLst>
          </a:blip>
          <a:srcRect l="95" t="6566" r="2000" b="9496"/>
          <a:stretch>
            <a:fillRect/>
          </a:stretch>
        </p:blipFill>
        <p:spPr bwMode="auto">
          <a:xfrm>
            <a:off x="973403" y="676174"/>
            <a:ext cx="5848350" cy="6165850"/>
          </a:xfrm>
          <a:prstGeom prst="rect">
            <a:avLst/>
          </a:prstGeom>
          <a:noFill/>
          <a:ln w="19050" cmpd="thinThick">
            <a:solidFill>
              <a:srgbClr val="000000"/>
            </a:solidFill>
            <a:miter lim="800000"/>
            <a:headEnd/>
            <a:tailEnd/>
          </a:ln>
          <a:extLst>
            <a:ext uri="{909E8E84-426E-40DD-AFC4-6F175D3DCCD1}">
              <a14:hiddenFill xmlns:a14="http://schemas.microsoft.com/office/drawing/2010/main">
                <a:solidFill>
                  <a:srgbClr val="FFFFFF"/>
                </a:solidFill>
              </a14:hiddenFill>
            </a:ext>
          </a:extLst>
        </p:spPr>
      </p:pic>
      <p:cxnSp>
        <p:nvCxnSpPr>
          <p:cNvPr id="15" name="直線單箭頭接點 14"/>
          <p:cNvCxnSpPr/>
          <p:nvPr/>
        </p:nvCxnSpPr>
        <p:spPr bwMode="auto">
          <a:xfrm>
            <a:off x="1835696" y="2446040"/>
            <a:ext cx="1080120" cy="0"/>
          </a:xfrm>
          <a:prstGeom prst="straightConnector1">
            <a:avLst/>
          </a:prstGeom>
          <a:solidFill>
            <a:schemeClr val="accent1"/>
          </a:solidFill>
          <a:ln w="28575" cap="flat" cmpd="sng" algn="ctr">
            <a:solidFill>
              <a:schemeClr val="tx1"/>
            </a:solidFill>
            <a:prstDash val="solid"/>
            <a:round/>
            <a:headEnd type="arrow"/>
            <a:tailEnd type="arrow"/>
          </a:ln>
          <a:effectLst/>
        </p:spPr>
      </p:cxnSp>
      <p:pic>
        <p:nvPicPr>
          <p:cNvPr id="19" name="圖片 18" descr="D:\桌面 文件 最愛\桌面\轉動幸福齊步走.jp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20272" y="4365104"/>
            <a:ext cx="2123728" cy="2460721"/>
          </a:xfrm>
          <a:prstGeom prst="rect">
            <a:avLst/>
          </a:prstGeom>
          <a:noFill/>
          <a:ln>
            <a:noFill/>
          </a:ln>
        </p:spPr>
      </p:pic>
    </p:spTree>
    <p:extLst>
      <p:ext uri="{BB962C8B-B14F-4D97-AF65-F5344CB8AC3E}">
        <p14:creationId xmlns:p14="http://schemas.microsoft.com/office/powerpoint/2010/main" val="10870403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107</a:t>
            </a:r>
            <a:r>
              <a:rPr lang="zh-TW" altLang="en-US" dirty="0"/>
              <a:t>年到衛生福利部旗艦計畫審查</a:t>
            </a:r>
          </a:p>
        </p:txBody>
      </p:sp>
      <p:sp>
        <p:nvSpPr>
          <p:cNvPr id="4" name="內容版面配置區 2"/>
          <p:cNvSpPr txBox="1">
            <a:spLocks/>
          </p:cNvSpPr>
          <p:nvPr/>
        </p:nvSpPr>
        <p:spPr bwMode="auto">
          <a:xfrm>
            <a:off x="251520" y="1412776"/>
            <a:ext cx="7972425" cy="4405312"/>
          </a:xfrm>
          <a:prstGeom prst="rect">
            <a:avLst/>
          </a:prstGeom>
          <a:noFill/>
          <a:ln>
            <a:noFill/>
            <a:miter/>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4864" tIns="91440" rIns="91440" bIns="45720" numCol="1" anchor="t" anchorCtr="0" compatLnSpc="1">
            <a:prstTxWarp prst="textNoShape">
              <a:avLst/>
            </a:prstTxWarp>
            <a:normAutofit/>
          </a:bodyPr>
          <a:lstStyle>
            <a:lvl1pPr marL="438150" indent="-319088" algn="l" rtl="0" fontAlgn="base">
              <a:spcBef>
                <a:spcPct val="0"/>
              </a:spcBef>
              <a:spcAft>
                <a:spcPct val="0"/>
              </a:spcAft>
              <a:buClr>
                <a:schemeClr val="accent1"/>
              </a:buClr>
              <a:buSzPct val="80000"/>
              <a:buFont typeface="Wingdings 2" pitchFamily="18" charset="2"/>
              <a:buChar char=""/>
              <a:defRPr sz="3200" kern="1200">
                <a:solidFill>
                  <a:schemeClr val="tx1"/>
                </a:solidFill>
                <a:latin typeface="+mn-lt"/>
                <a:ea typeface="+mn-ea"/>
                <a:cs typeface="+mn-cs"/>
              </a:defRPr>
            </a:lvl1pPr>
            <a:lvl2pPr marL="731838" indent="-274638" algn="l" rtl="0" fontAlgn="base">
              <a:spcBef>
                <a:spcPct val="20000"/>
              </a:spcBef>
              <a:spcAft>
                <a:spcPct val="0"/>
              </a:spcAft>
              <a:buClr>
                <a:schemeClr val="accent2"/>
              </a:buClr>
              <a:buSzPct val="90000"/>
              <a:buFont typeface="Wingdings" pitchFamily="2" charset="2"/>
              <a:buChar char=""/>
              <a:defRPr sz="2800" kern="1200">
                <a:solidFill>
                  <a:schemeClr val="tx1"/>
                </a:solidFill>
                <a:latin typeface="+mn-lt"/>
                <a:ea typeface="+mn-ea"/>
                <a:cs typeface="+mn-cs"/>
              </a:defRPr>
            </a:lvl2pPr>
            <a:lvl3pPr marL="996950" indent="-228600" algn="l" rtl="0" fontAlgn="base">
              <a:spcBef>
                <a:spcPct val="20000"/>
              </a:spcBef>
              <a:spcAft>
                <a:spcPct val="0"/>
              </a:spcAft>
              <a:buClr>
                <a:srgbClr val="E66C7D"/>
              </a:buClr>
              <a:buFont typeface="Arial" pitchFamily="34" charset="0"/>
              <a:buChar char="▪"/>
              <a:defRPr sz="2400" kern="1200">
                <a:solidFill>
                  <a:schemeClr val="tx1"/>
                </a:solidFill>
                <a:latin typeface="+mn-lt"/>
                <a:ea typeface="+mn-ea"/>
                <a:cs typeface="+mn-cs"/>
              </a:defRPr>
            </a:lvl3pPr>
            <a:lvl4pPr marL="1216025" indent="-182563" algn="l" rtl="0" fontAlgn="base">
              <a:spcBef>
                <a:spcPct val="20000"/>
              </a:spcBef>
              <a:spcAft>
                <a:spcPct val="0"/>
              </a:spcAft>
              <a:buClr>
                <a:srgbClr val="6BB76D"/>
              </a:buClr>
              <a:buFont typeface="Arial" pitchFamily="34" charset="0"/>
              <a:buChar char="▪"/>
              <a:defRPr sz="2000" kern="1200">
                <a:solidFill>
                  <a:schemeClr val="tx1"/>
                </a:solidFill>
                <a:latin typeface="+mn-lt"/>
                <a:ea typeface="+mn-ea"/>
                <a:cs typeface="+mn-cs"/>
              </a:defRPr>
            </a:lvl4pPr>
            <a:lvl5pPr marL="1425575" indent="-182563" algn="l" rtl="0" fontAlgn="base">
              <a:spcBef>
                <a:spcPct val="20000"/>
              </a:spcBef>
              <a:spcAft>
                <a:spcPct val="0"/>
              </a:spcAft>
              <a:buClr>
                <a:srgbClr val="E88651"/>
              </a:buClr>
              <a:buFont typeface="Wingdings 3" pitchFamily="18" charset="2"/>
              <a:buChar char=""/>
              <a:defRPr lang="en-US" sz="2000" kern="1200">
                <a:solidFill>
                  <a:schemeClr val="tx1"/>
                </a:solidFill>
                <a:latin typeface="+mn-lt"/>
                <a:ea typeface="+mn-ea"/>
                <a:cs typeface="+mn-cs"/>
              </a:defRPr>
            </a:lvl5pPr>
            <a:lvl6pPr marL="1627505" indent="-182880" algn="l" rtl="0" eaLnBrk="1" latinLnBrk="0" hangingPunct="1">
              <a:spcBef>
                <a:spcPct val="20000"/>
              </a:spcBef>
              <a:buClr>
                <a:schemeClr val="accent6"/>
              </a:buClr>
              <a:buSzPct val="100000"/>
              <a:buFont typeface="Wingdings 2"/>
              <a:buChar char=""/>
              <a:defRPr kumimoji="0" sz="2000" kern="1200">
                <a:solidFill>
                  <a:schemeClr val="tx1"/>
                </a:solidFill>
                <a:latin typeface="+mn-lt"/>
                <a:ea typeface="+mn-ea"/>
                <a:cs typeface="+mn-cs"/>
              </a:defRPr>
            </a:lvl6pPr>
            <a:lvl7pPr marL="1828800" indent="-182880" algn="l" rtl="0" eaLnBrk="1" latinLnBrk="0" hangingPunct="1">
              <a:spcBef>
                <a:spcPct val="20000"/>
              </a:spcBef>
              <a:buClr>
                <a:schemeClr val="accent1"/>
              </a:buClr>
              <a:buSzPct val="100000"/>
              <a:buFont typeface="Wingdings 2"/>
              <a:buChar char=""/>
              <a:defRPr kumimoji="0" sz="1800" kern="1200">
                <a:solidFill>
                  <a:schemeClr val="tx1"/>
                </a:solidFill>
                <a:latin typeface="+mn-lt"/>
                <a:ea typeface="+mn-ea"/>
                <a:cs typeface="+mn-cs"/>
              </a:defRPr>
            </a:lvl7pPr>
            <a:lvl8pPr marL="2030095" indent="-182880" algn="l" rtl="0" eaLnBrk="1" latinLnBrk="0" hangingPunct="1">
              <a:spcBef>
                <a:spcPct val="20000"/>
              </a:spcBef>
              <a:buClr>
                <a:schemeClr val="accent2"/>
              </a:buClr>
              <a:buFont typeface="Wingdings 2" pitchFamily="18" charset="2"/>
              <a:buChar char=""/>
              <a:defRPr kumimoji="0" sz="1800" kern="1200">
                <a:solidFill>
                  <a:schemeClr val="tx1"/>
                </a:solidFill>
                <a:latin typeface="+mn-lt"/>
                <a:ea typeface="+mn-ea"/>
                <a:cs typeface="+mn-cs"/>
              </a:defRPr>
            </a:lvl8pPr>
            <a:lvl9pPr marL="2231390" indent="-182880" algn="l" rtl="0" eaLnBrk="1" latinLnBrk="0" hangingPunct="1">
              <a:spcBef>
                <a:spcPct val="20000"/>
              </a:spcBef>
              <a:buClr>
                <a:schemeClr val="accent3"/>
              </a:buClr>
              <a:buFont typeface="Wingdings 2" pitchFamily="18" charset="2"/>
              <a:buChar char=""/>
              <a:defRPr kumimoji="0" sz="1800" kern="1200" baseline="0">
                <a:solidFill>
                  <a:schemeClr val="tx1"/>
                </a:solidFill>
                <a:latin typeface="+mn-lt"/>
                <a:ea typeface="+mn-ea"/>
                <a:cs typeface="+mn-cs"/>
              </a:defRPr>
            </a:lvl9pPr>
          </a:lstStyle>
          <a:p>
            <a:pPr>
              <a:lnSpc>
                <a:spcPct val="150000"/>
              </a:lnSpc>
            </a:pPr>
            <a:endParaRPr lang="zh-TW" altLang="en-US" sz="2400" b="1" dirty="0">
              <a:latin typeface="Adobe 繁黑體 Std B"/>
              <a:ea typeface="Adobe 繁黑體 Std B"/>
              <a:cs typeface="Adobe 繁黑體 Std B"/>
              <a:sym typeface="新細明體" pitchFamily="18" charset="-120"/>
            </a:endParaRPr>
          </a:p>
          <a:p>
            <a:pPr>
              <a:lnSpc>
                <a:spcPct val="150000"/>
              </a:lnSpc>
            </a:pPr>
            <a:endParaRPr lang="zh-TW" altLang="en-US" sz="2400" b="1" dirty="0">
              <a:latin typeface="Adobe 繁黑體 Std B"/>
              <a:ea typeface="Adobe 繁黑體 Std B"/>
              <a:cs typeface="Adobe 繁黑體 Std B"/>
              <a:sym typeface="新細明體" pitchFamily="18" charset="-120"/>
            </a:endParaRPr>
          </a:p>
          <a:p>
            <a:pPr>
              <a:lnSpc>
                <a:spcPct val="150000"/>
              </a:lnSpc>
            </a:pPr>
            <a:endParaRPr lang="zh-TW" altLang="en-US" sz="2400" dirty="0">
              <a:latin typeface="Adobe 繁黑體 Std B"/>
              <a:ea typeface="Adobe 繁黑體 Std B"/>
              <a:cs typeface="Adobe 繁黑體 Std B"/>
            </a:endParaRPr>
          </a:p>
        </p:txBody>
      </p:sp>
      <p:pic>
        <p:nvPicPr>
          <p:cNvPr id="20482" name="Picture 2" descr="D:\桌面 文件 最愛\桌面\大旗艦計畫\大旗艦季刊\旗艦報照片\1070119衛福部簡報_180826_0016.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518" y="718246"/>
            <a:ext cx="9252518" cy="616834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045066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b="0" dirty="0">
              <a:latin typeface="標楷體" pitchFamily="65" charset="-120"/>
              <a:ea typeface="標楷體" pitchFamily="65" charset="-120"/>
              <a:cs typeface="華康隸書體W7" pitchFamily="65" charset="-120"/>
            </a:endParaRPr>
          </a:p>
        </p:txBody>
      </p:sp>
      <p:sp>
        <p:nvSpPr>
          <p:cNvPr id="81923" name="內容版面配置區 2"/>
          <p:cNvSpPr>
            <a:spLocks noGrp="1"/>
          </p:cNvSpPr>
          <p:nvPr>
            <p:ph idx="1"/>
          </p:nvPr>
        </p:nvSpPr>
        <p:spPr>
          <a:xfrm>
            <a:off x="323850" y="908050"/>
            <a:ext cx="8229600" cy="5410200"/>
          </a:xfrm>
        </p:spPr>
        <p:txBody>
          <a:bodyPr/>
          <a:lstStyle/>
          <a:p>
            <a:pPr marL="0" indent="0">
              <a:spcBef>
                <a:spcPts val="300"/>
              </a:spcBef>
              <a:spcAft>
                <a:spcPts val="300"/>
              </a:spcAft>
              <a:buFont typeface="Wingdings" pitchFamily="2" charset="2"/>
              <a:buNone/>
            </a:pPr>
            <a:r>
              <a:rPr lang="en-US" altLang="zh-TW" sz="2800" b="1">
                <a:latin typeface="標楷體" pitchFamily="65" charset="-120"/>
                <a:ea typeface="超研澤粗楷" pitchFamily="49" charset="-120"/>
              </a:rPr>
              <a:t>(</a:t>
            </a:r>
            <a:r>
              <a:rPr lang="zh-TW" altLang="zh-TW" sz="2800" b="1">
                <a:latin typeface="Times New Roman" pitchFamily="18" charset="0"/>
                <a:ea typeface="標楷體" pitchFamily="65" charset="-120"/>
              </a:rPr>
              <a:t>一</a:t>
            </a:r>
            <a:r>
              <a:rPr lang="en-US" altLang="zh-TW" sz="2800" b="1">
                <a:latin typeface="Times New Roman" pitchFamily="18" charset="0"/>
                <a:ea typeface="標楷體" pitchFamily="65" charset="-120"/>
              </a:rPr>
              <a:t>)</a:t>
            </a:r>
            <a:r>
              <a:rPr lang="zh-TW" altLang="zh-TW" sz="2800" b="1">
                <a:latin typeface="Times New Roman" pitchFamily="18" charset="0"/>
                <a:ea typeface="標楷體" pitchFamily="65" charset="-120"/>
              </a:rPr>
              <a:t>、老人福利</a:t>
            </a:r>
            <a:r>
              <a:rPr lang="en-US" altLang="zh-TW" sz="2800" b="1">
                <a:latin typeface="Times New Roman" pitchFamily="18" charset="0"/>
                <a:ea typeface="標楷體" pitchFamily="65" charset="-120"/>
              </a:rPr>
              <a:t>-</a:t>
            </a:r>
            <a:r>
              <a:rPr lang="zh-TW" altLang="zh-TW" sz="2800" b="1">
                <a:ea typeface="標楷體" pitchFamily="65" charset="-120"/>
              </a:rPr>
              <a:t>金點轉動據點幸福升級</a:t>
            </a:r>
            <a:endParaRPr lang="en-US" altLang="zh-TW" sz="2800" b="1">
              <a:ea typeface="標楷體" pitchFamily="65" charset="-120"/>
            </a:endParaRPr>
          </a:p>
          <a:p>
            <a:pPr marL="0" indent="0">
              <a:buFont typeface="Wingdings" pitchFamily="2" charset="2"/>
              <a:buNone/>
            </a:pPr>
            <a:endParaRPr lang="zh-TW" altLang="zh-TW" sz="2400">
              <a:latin typeface="Times New Roman" pitchFamily="18" charset="0"/>
              <a:ea typeface="超研澤粗楷" pitchFamily="49" charset="-120"/>
            </a:endParaRPr>
          </a:p>
        </p:txBody>
      </p:sp>
      <p:graphicFrame>
        <p:nvGraphicFramePr>
          <p:cNvPr id="2" name="表格 1"/>
          <p:cNvGraphicFramePr>
            <a:graphicFrameLocks noGrp="1"/>
          </p:cNvGraphicFramePr>
          <p:nvPr/>
        </p:nvGraphicFramePr>
        <p:xfrm>
          <a:off x="250825" y="1628775"/>
          <a:ext cx="8707438" cy="4679946"/>
        </p:xfrm>
        <a:graphic>
          <a:graphicData uri="http://schemas.openxmlformats.org/drawingml/2006/table">
            <a:tbl>
              <a:tblPr>
                <a:tableStyleId>{5C22544A-7EE6-4342-B048-85BDC9FD1C3A}</a:tableStyleId>
              </a:tblPr>
              <a:tblGrid>
                <a:gridCol w="1272586">
                  <a:extLst>
                    <a:ext uri="{9D8B030D-6E8A-4147-A177-3AD203B41FA5}">
                      <a16:colId xmlns:a16="http://schemas.microsoft.com/office/drawing/2014/main" val="20000"/>
                    </a:ext>
                  </a:extLst>
                </a:gridCol>
                <a:gridCol w="2949048">
                  <a:extLst>
                    <a:ext uri="{9D8B030D-6E8A-4147-A177-3AD203B41FA5}">
                      <a16:colId xmlns:a16="http://schemas.microsoft.com/office/drawing/2014/main" val="20001"/>
                    </a:ext>
                  </a:extLst>
                </a:gridCol>
                <a:gridCol w="4485804">
                  <a:extLst>
                    <a:ext uri="{9D8B030D-6E8A-4147-A177-3AD203B41FA5}">
                      <a16:colId xmlns:a16="http://schemas.microsoft.com/office/drawing/2014/main" val="20002"/>
                    </a:ext>
                  </a:extLst>
                </a:gridCol>
              </a:tblGrid>
              <a:tr h="332841">
                <a:tc>
                  <a:txBody>
                    <a:bodyPr/>
                    <a:lstStyle/>
                    <a:p>
                      <a:pPr algn="ctr" fontAlgn="ctr"/>
                      <a:r>
                        <a:rPr lang="zh-TW" sz="2000" u="none" strike="noStrike" dirty="0">
                          <a:solidFill>
                            <a:schemeClr val="tx1"/>
                          </a:solidFill>
                          <a:effectLst/>
                          <a:latin typeface="標楷體" pitchFamily="65" charset="-120"/>
                          <a:ea typeface="標楷體" pitchFamily="65" charset="-120"/>
                        </a:rPr>
                        <a:t>執行期程</a:t>
                      </a:r>
                      <a:endParaRPr lang="zh-TW" sz="2000" b="1"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2000" u="none" strike="noStrike" dirty="0">
                          <a:solidFill>
                            <a:schemeClr val="tx1"/>
                          </a:solidFill>
                          <a:effectLst/>
                          <a:latin typeface="標楷體" pitchFamily="65" charset="-120"/>
                          <a:ea typeface="標楷體" pitchFamily="65" charset="-120"/>
                        </a:rPr>
                        <a:t>執行項目</a:t>
                      </a:r>
                      <a:endParaRPr lang="zh-TW" sz="2000" b="1"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2000" u="none" strike="noStrike" dirty="0">
                          <a:solidFill>
                            <a:schemeClr val="tx1"/>
                          </a:solidFill>
                          <a:effectLst/>
                          <a:latin typeface="標楷體" pitchFamily="65" charset="-120"/>
                          <a:ea typeface="標楷體" pitchFamily="65" charset="-120"/>
                        </a:rPr>
                        <a:t>執行內容</a:t>
                      </a:r>
                      <a:endParaRPr lang="zh-TW" sz="2000" b="1"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342927">
                <a:tc rowSpan="4">
                  <a:txBody>
                    <a:bodyPr/>
                    <a:lstStyle/>
                    <a:p>
                      <a:pPr algn="ctr" fontAlgn="ctr"/>
                      <a:r>
                        <a:rPr lang="en-US" sz="2000" u="none" strike="noStrike" dirty="0">
                          <a:solidFill>
                            <a:schemeClr val="tx1"/>
                          </a:solidFill>
                          <a:effectLst/>
                          <a:latin typeface="標楷體" pitchFamily="65" charset="-120"/>
                          <a:ea typeface="標楷體" pitchFamily="65" charset="-120"/>
                        </a:rPr>
                        <a:t>3-10月</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4">
                  <a:txBody>
                    <a:bodyPr/>
                    <a:lstStyle/>
                    <a:p>
                      <a:pPr algn="l" fontAlgn="ctr"/>
                      <a:r>
                        <a:rPr lang="zh-TW" sz="2000" u="none" strike="noStrike" dirty="0">
                          <a:solidFill>
                            <a:schemeClr val="tx1"/>
                          </a:solidFill>
                          <a:effectLst/>
                          <a:latin typeface="標楷體" pitchFamily="65" charset="-120"/>
                          <a:ea typeface="標楷體" pitchFamily="65" charset="-120"/>
                        </a:rPr>
                        <a:t>居家安全服務</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sz="2000" u="none" strike="noStrike" dirty="0">
                          <a:solidFill>
                            <a:schemeClr val="tx1"/>
                          </a:solidFill>
                          <a:effectLst/>
                          <a:latin typeface="標楷體" pitchFamily="65" charset="-120"/>
                          <a:ea typeface="標楷體" pitchFamily="65" charset="-120"/>
                        </a:rPr>
                        <a:t>裝置蹲式廁所扶手</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1"/>
                  </a:ext>
                </a:extLst>
              </a:tr>
              <a:tr h="332841">
                <a:tc vMerge="1">
                  <a:txBody>
                    <a:bodyPr/>
                    <a:lstStyle/>
                    <a:p>
                      <a:endParaRPr lang="zh-TW" altLang="en-US"/>
                    </a:p>
                  </a:txBody>
                  <a:tcPr/>
                </a:tc>
                <a:tc vMerge="1">
                  <a:txBody>
                    <a:bodyPr/>
                    <a:lstStyle/>
                    <a:p>
                      <a:endParaRPr lang="zh-TW" altLang="en-US"/>
                    </a:p>
                  </a:txBody>
                  <a:tcPr/>
                </a:tc>
                <a:tc>
                  <a:txBody>
                    <a:bodyPr/>
                    <a:lstStyle/>
                    <a:p>
                      <a:pPr algn="l" fontAlgn="ctr"/>
                      <a:r>
                        <a:rPr lang="zh-TW" sz="2000" u="none" strike="noStrike" dirty="0">
                          <a:solidFill>
                            <a:schemeClr val="tx1"/>
                          </a:solidFill>
                          <a:effectLst/>
                          <a:latin typeface="標楷體" pitchFamily="65" charset="-120"/>
                          <a:ea typeface="標楷體" pitchFamily="65" charset="-120"/>
                        </a:rPr>
                        <a:t>感應式照明燈</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2"/>
                  </a:ext>
                </a:extLst>
              </a:tr>
              <a:tr h="332841">
                <a:tc vMerge="1">
                  <a:txBody>
                    <a:bodyPr/>
                    <a:lstStyle/>
                    <a:p>
                      <a:endParaRPr lang="zh-TW" altLang="en-US"/>
                    </a:p>
                  </a:txBody>
                  <a:tcPr/>
                </a:tc>
                <a:tc vMerge="1">
                  <a:txBody>
                    <a:bodyPr/>
                    <a:lstStyle/>
                    <a:p>
                      <a:endParaRPr lang="zh-TW" altLang="en-US"/>
                    </a:p>
                  </a:txBody>
                  <a:tcPr/>
                </a:tc>
                <a:tc>
                  <a:txBody>
                    <a:bodyPr/>
                    <a:lstStyle/>
                    <a:p>
                      <a:pPr algn="l" fontAlgn="ctr"/>
                      <a:r>
                        <a:rPr lang="zh-TW" sz="2000" u="none" strike="noStrike" dirty="0">
                          <a:solidFill>
                            <a:schemeClr val="tx1"/>
                          </a:solidFill>
                          <a:effectLst/>
                          <a:latin typeface="標楷體" pitchFamily="65" charset="-120"/>
                          <a:ea typeface="標楷體" pitchFamily="65" charset="-120"/>
                        </a:rPr>
                        <a:t>防火警報器</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3"/>
                  </a:ext>
                </a:extLst>
              </a:tr>
              <a:tr h="332841">
                <a:tc vMerge="1">
                  <a:txBody>
                    <a:bodyPr/>
                    <a:lstStyle/>
                    <a:p>
                      <a:endParaRPr lang="zh-TW" altLang="en-US"/>
                    </a:p>
                  </a:txBody>
                  <a:tcPr/>
                </a:tc>
                <a:tc vMerge="1">
                  <a:txBody>
                    <a:bodyPr/>
                    <a:lstStyle/>
                    <a:p>
                      <a:endParaRPr lang="zh-TW" altLang="en-US"/>
                    </a:p>
                  </a:txBody>
                  <a:tcPr/>
                </a:tc>
                <a:tc>
                  <a:txBody>
                    <a:bodyPr/>
                    <a:lstStyle/>
                    <a:p>
                      <a:pPr algn="l" fontAlgn="ctr"/>
                      <a:r>
                        <a:rPr lang="zh-TW" sz="2000" u="none" strike="noStrike" dirty="0">
                          <a:solidFill>
                            <a:schemeClr val="tx1"/>
                          </a:solidFill>
                          <a:effectLst/>
                          <a:latin typeface="標楷體" pitchFamily="65" charset="-120"/>
                          <a:ea typeface="標楷體" pitchFamily="65" charset="-120"/>
                        </a:rPr>
                        <a:t>基本水電維修服務</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4"/>
                  </a:ext>
                </a:extLst>
              </a:tr>
              <a:tr h="332841">
                <a:tc>
                  <a:txBody>
                    <a:bodyPr/>
                    <a:lstStyle/>
                    <a:p>
                      <a:pPr algn="ctr" fontAlgn="ctr"/>
                      <a:r>
                        <a:rPr lang="en-US" sz="2000" u="none" strike="noStrike" dirty="0">
                          <a:solidFill>
                            <a:schemeClr val="tx1"/>
                          </a:solidFill>
                          <a:effectLst/>
                          <a:latin typeface="標楷體" pitchFamily="65" charset="-120"/>
                          <a:ea typeface="標楷體" pitchFamily="65" charset="-120"/>
                        </a:rPr>
                        <a:t>3-9月</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sz="2000" u="none" strike="noStrike" dirty="0">
                          <a:solidFill>
                            <a:schemeClr val="tx1"/>
                          </a:solidFill>
                          <a:effectLst/>
                          <a:latin typeface="標楷體" pitchFamily="65" charset="-120"/>
                          <a:ea typeface="標楷體" pitchFamily="65" charset="-120"/>
                        </a:rPr>
                        <a:t>樂齡學堂</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sz="2000" u="none" strike="noStrike" dirty="0">
                          <a:solidFill>
                            <a:schemeClr val="tx1"/>
                          </a:solidFill>
                          <a:effectLst/>
                          <a:latin typeface="標楷體" pitchFamily="65" charset="-120"/>
                          <a:ea typeface="標楷體" pitchFamily="65" charset="-120"/>
                        </a:rPr>
                        <a:t>運動保健課程</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5"/>
                  </a:ext>
                </a:extLst>
              </a:tr>
              <a:tr h="342927">
                <a:tc rowSpan="3">
                  <a:txBody>
                    <a:bodyPr/>
                    <a:lstStyle/>
                    <a:p>
                      <a:pPr algn="ctr" fontAlgn="ctr"/>
                      <a:r>
                        <a:rPr lang="en-US" sz="2000" u="none" strike="noStrike" dirty="0">
                          <a:solidFill>
                            <a:schemeClr val="tx1"/>
                          </a:solidFill>
                          <a:effectLst/>
                          <a:latin typeface="標楷體" pitchFamily="65" charset="-120"/>
                          <a:ea typeface="標楷體" pitchFamily="65" charset="-120"/>
                        </a:rPr>
                        <a:t>3-10月</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3">
                  <a:txBody>
                    <a:bodyPr/>
                    <a:lstStyle/>
                    <a:p>
                      <a:pPr algn="l" fontAlgn="ctr"/>
                      <a:r>
                        <a:rPr lang="zh-TW" sz="2000" u="none" strike="noStrike" dirty="0">
                          <a:solidFill>
                            <a:schemeClr val="tx1"/>
                          </a:solidFill>
                          <a:effectLst/>
                          <a:latin typeface="標楷體" pitchFamily="65" charset="-120"/>
                          <a:ea typeface="標楷體" pitchFamily="65" charset="-120"/>
                        </a:rPr>
                        <a:t>懷舊課程</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sz="2000" u="none" strike="noStrike" dirty="0">
                          <a:solidFill>
                            <a:schemeClr val="tx1"/>
                          </a:solidFill>
                          <a:effectLst/>
                          <a:latin typeface="標楷體" pitchFamily="65" charset="-120"/>
                          <a:ea typeface="標楷體" pitchFamily="65" charset="-120"/>
                        </a:rPr>
                        <a:t>故事繪本種子師資</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6"/>
                  </a:ext>
                </a:extLst>
              </a:tr>
              <a:tr h="332841">
                <a:tc vMerge="1">
                  <a:txBody>
                    <a:bodyPr/>
                    <a:lstStyle/>
                    <a:p>
                      <a:endParaRPr lang="zh-TW" altLang="en-US"/>
                    </a:p>
                  </a:txBody>
                  <a:tcPr/>
                </a:tc>
                <a:tc vMerge="1">
                  <a:txBody>
                    <a:bodyPr/>
                    <a:lstStyle/>
                    <a:p>
                      <a:endParaRPr lang="zh-TW" altLang="en-US"/>
                    </a:p>
                  </a:txBody>
                  <a:tcPr/>
                </a:tc>
                <a:tc>
                  <a:txBody>
                    <a:bodyPr/>
                    <a:lstStyle/>
                    <a:p>
                      <a:pPr algn="l" fontAlgn="ctr"/>
                      <a:r>
                        <a:rPr lang="zh-TW" sz="2000" u="none" strike="noStrike" dirty="0">
                          <a:solidFill>
                            <a:schemeClr val="tx1"/>
                          </a:solidFill>
                          <a:effectLst/>
                          <a:latin typeface="標楷體" pitchFamily="65" charset="-120"/>
                          <a:ea typeface="標楷體" pitchFamily="65" charset="-120"/>
                        </a:rPr>
                        <a:t>故事繪本創作</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7"/>
                  </a:ext>
                </a:extLst>
              </a:tr>
              <a:tr h="332841">
                <a:tc vMerge="1">
                  <a:txBody>
                    <a:bodyPr/>
                    <a:lstStyle/>
                    <a:p>
                      <a:endParaRPr lang="zh-TW" altLang="en-US"/>
                    </a:p>
                  </a:txBody>
                  <a:tcPr/>
                </a:tc>
                <a:tc vMerge="1">
                  <a:txBody>
                    <a:bodyPr/>
                    <a:lstStyle/>
                    <a:p>
                      <a:endParaRPr lang="zh-TW" altLang="en-US"/>
                    </a:p>
                  </a:txBody>
                  <a:tcPr/>
                </a:tc>
                <a:tc>
                  <a:txBody>
                    <a:bodyPr/>
                    <a:lstStyle/>
                    <a:p>
                      <a:pPr algn="l" fontAlgn="ctr"/>
                      <a:r>
                        <a:rPr lang="zh-TW" sz="2000" u="none" strike="noStrike" dirty="0">
                          <a:solidFill>
                            <a:schemeClr val="tx1"/>
                          </a:solidFill>
                          <a:effectLst/>
                          <a:latin typeface="標楷體" pitchFamily="65" charset="-120"/>
                          <a:ea typeface="標楷體" pitchFamily="65" charset="-120"/>
                        </a:rPr>
                        <a:t>銀髮志工服務隊-爺奶生命故事述說</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8"/>
                  </a:ext>
                </a:extLst>
              </a:tr>
              <a:tr h="332841">
                <a:tc>
                  <a:txBody>
                    <a:bodyPr/>
                    <a:lstStyle/>
                    <a:p>
                      <a:pPr algn="ctr" fontAlgn="ctr"/>
                      <a:r>
                        <a:rPr lang="en-US" sz="2000" u="none" strike="noStrike" dirty="0">
                          <a:solidFill>
                            <a:schemeClr val="tx1"/>
                          </a:solidFill>
                          <a:effectLst/>
                          <a:latin typeface="標楷體" pitchFamily="65" charset="-120"/>
                          <a:ea typeface="標楷體" pitchFamily="65" charset="-120"/>
                        </a:rPr>
                        <a:t>3-9月</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sz="2000" u="none" strike="noStrike">
                          <a:solidFill>
                            <a:schemeClr val="tx1"/>
                          </a:solidFill>
                          <a:effectLst/>
                          <a:latin typeface="標楷體" pitchFamily="65" charset="-120"/>
                          <a:ea typeface="標楷體" pitchFamily="65" charset="-120"/>
                        </a:rPr>
                        <a:t>世代融和</a:t>
                      </a:r>
                      <a:endParaRPr lang="zh-TW" sz="2000" b="0" i="0" u="none" strike="noStrike">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sz="2000" u="none" strike="noStrike" dirty="0">
                          <a:solidFill>
                            <a:schemeClr val="tx1"/>
                          </a:solidFill>
                          <a:effectLst/>
                          <a:latin typeface="標楷體" pitchFamily="65" charset="-120"/>
                          <a:ea typeface="標楷體" pitchFamily="65" charset="-120"/>
                        </a:rPr>
                        <a:t>家暴行動劇場</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9"/>
                  </a:ext>
                </a:extLst>
              </a:tr>
              <a:tr h="332841">
                <a:tc rowSpan="4">
                  <a:txBody>
                    <a:bodyPr/>
                    <a:lstStyle/>
                    <a:p>
                      <a:pPr algn="ctr" fontAlgn="ctr"/>
                      <a:r>
                        <a:rPr lang="en-US" sz="2000" u="none" strike="noStrike" dirty="0">
                          <a:solidFill>
                            <a:schemeClr val="tx1"/>
                          </a:solidFill>
                          <a:effectLst/>
                          <a:latin typeface="標楷體" pitchFamily="65" charset="-120"/>
                          <a:ea typeface="標楷體" pitchFamily="65" charset="-120"/>
                        </a:rPr>
                        <a:t>1-11月</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4">
                  <a:txBody>
                    <a:bodyPr/>
                    <a:lstStyle/>
                    <a:p>
                      <a:pPr algn="l" fontAlgn="ctr"/>
                      <a:r>
                        <a:rPr lang="zh-TW" sz="2000" u="none" strike="noStrike" dirty="0">
                          <a:solidFill>
                            <a:schemeClr val="tx1"/>
                          </a:solidFill>
                          <a:effectLst/>
                          <a:latin typeface="標楷體" pitchFamily="65" charset="-120"/>
                          <a:ea typeface="標楷體" pitchFamily="65" charset="-120"/>
                        </a:rPr>
                        <a:t>社區照顧關懷據點設立</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sz="2000" u="none" strike="noStrike" dirty="0">
                          <a:solidFill>
                            <a:schemeClr val="tx1"/>
                          </a:solidFill>
                          <a:effectLst/>
                          <a:latin typeface="標楷體" pitchFamily="65" charset="-120"/>
                          <a:ea typeface="標楷體" pitchFamily="65" charset="-120"/>
                        </a:rPr>
                        <a:t>關懷訪視</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10"/>
                  </a:ext>
                </a:extLst>
              </a:tr>
              <a:tr h="332841">
                <a:tc vMerge="1">
                  <a:txBody>
                    <a:bodyPr/>
                    <a:lstStyle/>
                    <a:p>
                      <a:endParaRPr lang="zh-TW" altLang="en-US"/>
                    </a:p>
                  </a:txBody>
                  <a:tcPr/>
                </a:tc>
                <a:tc vMerge="1">
                  <a:txBody>
                    <a:bodyPr/>
                    <a:lstStyle/>
                    <a:p>
                      <a:endParaRPr lang="zh-TW" altLang="en-US"/>
                    </a:p>
                  </a:txBody>
                  <a:tcPr/>
                </a:tc>
                <a:tc>
                  <a:txBody>
                    <a:bodyPr/>
                    <a:lstStyle/>
                    <a:p>
                      <a:pPr algn="l" fontAlgn="ctr"/>
                      <a:r>
                        <a:rPr lang="zh-TW" sz="2000" u="none" strike="noStrike" dirty="0">
                          <a:solidFill>
                            <a:schemeClr val="tx1"/>
                          </a:solidFill>
                          <a:effectLst/>
                          <a:latin typeface="標楷體" pitchFamily="65" charset="-120"/>
                          <a:ea typeface="標楷體" pitchFamily="65" charset="-120"/>
                        </a:rPr>
                        <a:t>電話問安</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11"/>
                  </a:ext>
                </a:extLst>
              </a:tr>
              <a:tr h="332841">
                <a:tc vMerge="1">
                  <a:txBody>
                    <a:bodyPr/>
                    <a:lstStyle/>
                    <a:p>
                      <a:endParaRPr lang="zh-TW" altLang="en-US"/>
                    </a:p>
                  </a:txBody>
                  <a:tcPr/>
                </a:tc>
                <a:tc vMerge="1">
                  <a:txBody>
                    <a:bodyPr/>
                    <a:lstStyle/>
                    <a:p>
                      <a:endParaRPr lang="zh-TW" altLang="en-US"/>
                    </a:p>
                  </a:txBody>
                  <a:tcPr/>
                </a:tc>
                <a:tc>
                  <a:txBody>
                    <a:bodyPr/>
                    <a:lstStyle/>
                    <a:p>
                      <a:pPr algn="l" fontAlgn="ctr"/>
                      <a:r>
                        <a:rPr lang="zh-TW" sz="2000" u="none" strike="noStrike" dirty="0">
                          <a:solidFill>
                            <a:schemeClr val="tx1"/>
                          </a:solidFill>
                          <a:effectLst/>
                          <a:latin typeface="標楷體" pitchFamily="65" charset="-120"/>
                          <a:ea typeface="標楷體" pitchFamily="65" charset="-120"/>
                        </a:rPr>
                        <a:t>多元健促</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12"/>
                  </a:ext>
                </a:extLst>
              </a:tr>
              <a:tr h="332841">
                <a:tc vMerge="1">
                  <a:txBody>
                    <a:bodyPr/>
                    <a:lstStyle/>
                    <a:p>
                      <a:endParaRPr lang="zh-TW" altLang="en-US"/>
                    </a:p>
                  </a:txBody>
                  <a:tcPr/>
                </a:tc>
                <a:tc vMerge="1">
                  <a:txBody>
                    <a:bodyPr/>
                    <a:lstStyle/>
                    <a:p>
                      <a:endParaRPr lang="zh-TW" altLang="en-US"/>
                    </a:p>
                  </a:txBody>
                  <a:tcPr/>
                </a:tc>
                <a:tc>
                  <a:txBody>
                    <a:bodyPr/>
                    <a:lstStyle/>
                    <a:p>
                      <a:pPr algn="l" fontAlgn="ctr"/>
                      <a:r>
                        <a:rPr lang="zh-TW" sz="2000" u="none" strike="noStrike" dirty="0">
                          <a:solidFill>
                            <a:schemeClr val="tx1"/>
                          </a:solidFill>
                          <a:effectLst/>
                          <a:latin typeface="標楷體" pitchFamily="65" charset="-120"/>
                          <a:ea typeface="標楷體" pitchFamily="65" charset="-120"/>
                        </a:rPr>
                        <a:t>集中用餐</a:t>
                      </a: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389878665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sp>
        <p:nvSpPr>
          <p:cNvPr id="82947" name="內容版面配置區 2"/>
          <p:cNvSpPr>
            <a:spLocks noGrp="1"/>
          </p:cNvSpPr>
          <p:nvPr>
            <p:ph idx="1"/>
          </p:nvPr>
        </p:nvSpPr>
        <p:spPr>
          <a:xfrm>
            <a:off x="395288" y="981075"/>
            <a:ext cx="8229600" cy="5410200"/>
          </a:xfrm>
        </p:spPr>
        <p:txBody>
          <a:bodyPr/>
          <a:lstStyle/>
          <a:p>
            <a:pPr marL="0" indent="0">
              <a:spcBef>
                <a:spcPts val="300"/>
              </a:spcBef>
              <a:spcAft>
                <a:spcPts val="300"/>
              </a:spcAft>
              <a:buFont typeface="Wingdings" pitchFamily="2" charset="2"/>
              <a:buNone/>
            </a:pPr>
            <a:r>
              <a:rPr lang="en-US" altLang="zh-TW" sz="2800" b="1" dirty="0">
                <a:latin typeface="標楷體" pitchFamily="65" charset="-120"/>
                <a:ea typeface="超研澤粗楷" pitchFamily="49" charset="-120"/>
              </a:rPr>
              <a:t>(</a:t>
            </a:r>
            <a:r>
              <a:rPr lang="zh-TW" altLang="zh-TW" sz="2800" b="1" dirty="0">
                <a:latin typeface="Times New Roman" pitchFamily="18" charset="0"/>
                <a:ea typeface="標楷體" pitchFamily="65" charset="-120"/>
              </a:rPr>
              <a:t>一</a:t>
            </a:r>
            <a:r>
              <a:rPr lang="en-US" altLang="zh-TW" sz="2800" b="1" dirty="0">
                <a:latin typeface="Times New Roman" pitchFamily="18" charset="0"/>
                <a:ea typeface="標楷體" pitchFamily="65" charset="-120"/>
              </a:rPr>
              <a:t>)</a:t>
            </a:r>
            <a:r>
              <a:rPr lang="zh-TW" altLang="zh-TW" sz="2800" b="1" dirty="0">
                <a:latin typeface="Times New Roman" pitchFamily="18" charset="0"/>
                <a:ea typeface="標楷體" pitchFamily="65" charset="-120"/>
              </a:rPr>
              <a:t>、老人福利</a:t>
            </a:r>
            <a:r>
              <a:rPr lang="en-US" altLang="zh-TW" sz="2800" b="1" dirty="0">
                <a:latin typeface="Times New Roman" pitchFamily="18" charset="0"/>
                <a:ea typeface="標楷體" pitchFamily="65" charset="-120"/>
              </a:rPr>
              <a:t>-</a:t>
            </a:r>
            <a:r>
              <a:rPr lang="zh-TW" altLang="zh-TW" sz="2800" b="1" dirty="0">
                <a:ea typeface="標楷體" pitchFamily="65" charset="-120"/>
              </a:rPr>
              <a:t>金點轉動據點幸福升級</a:t>
            </a:r>
            <a:endParaRPr lang="en-US" altLang="zh-TW" sz="2800" b="1" dirty="0">
              <a:ea typeface="標楷體" pitchFamily="65" charset="-120"/>
            </a:endParaRPr>
          </a:p>
          <a:p>
            <a:pPr marL="0" indent="0">
              <a:buFont typeface="Wingdings" pitchFamily="2" charset="2"/>
              <a:buNone/>
            </a:pPr>
            <a:endParaRPr lang="zh-TW" altLang="zh-TW" sz="2400" dirty="0">
              <a:latin typeface="Times New Roman" pitchFamily="18" charset="0"/>
              <a:ea typeface="超研澤粗楷" pitchFamily="49" charset="-120"/>
            </a:endParaRPr>
          </a:p>
          <a:p>
            <a:pPr marL="0" indent="0">
              <a:buFont typeface="Wingdings" pitchFamily="2" charset="2"/>
              <a:buNone/>
            </a:pPr>
            <a:endParaRPr lang="zh-TW" altLang="en-US" dirty="0">
              <a:ea typeface="新細明體" pitchFamily="18" charset="-120"/>
            </a:endParaRPr>
          </a:p>
        </p:txBody>
      </p:sp>
      <p:graphicFrame>
        <p:nvGraphicFramePr>
          <p:cNvPr id="2" name="表格 1"/>
          <p:cNvGraphicFramePr>
            <a:graphicFrameLocks noGrp="1"/>
          </p:cNvGraphicFramePr>
          <p:nvPr/>
        </p:nvGraphicFramePr>
        <p:xfrm>
          <a:off x="395288" y="1844675"/>
          <a:ext cx="8456611" cy="3768852"/>
        </p:xfrm>
        <a:graphic>
          <a:graphicData uri="http://schemas.openxmlformats.org/drawingml/2006/table">
            <a:tbl>
              <a:tblPr firstRow="1" firstCol="1" lastRow="1" lastCol="1" bandRow="1" bandCol="1">
                <a:tableStyleId>{5C22544A-7EE6-4342-B048-85BDC9FD1C3A}</a:tableStyleId>
              </a:tblPr>
              <a:tblGrid>
                <a:gridCol w="864057">
                  <a:extLst>
                    <a:ext uri="{9D8B030D-6E8A-4147-A177-3AD203B41FA5}">
                      <a16:colId xmlns:a16="http://schemas.microsoft.com/office/drawing/2014/main" val="20000"/>
                    </a:ext>
                  </a:extLst>
                </a:gridCol>
                <a:gridCol w="1976185">
                  <a:extLst>
                    <a:ext uri="{9D8B030D-6E8A-4147-A177-3AD203B41FA5}">
                      <a16:colId xmlns:a16="http://schemas.microsoft.com/office/drawing/2014/main" val="20001"/>
                    </a:ext>
                  </a:extLst>
                </a:gridCol>
                <a:gridCol w="4032265">
                  <a:extLst>
                    <a:ext uri="{9D8B030D-6E8A-4147-A177-3AD203B41FA5}">
                      <a16:colId xmlns:a16="http://schemas.microsoft.com/office/drawing/2014/main" val="20002"/>
                    </a:ext>
                  </a:extLst>
                </a:gridCol>
                <a:gridCol w="1584104">
                  <a:extLst>
                    <a:ext uri="{9D8B030D-6E8A-4147-A177-3AD203B41FA5}">
                      <a16:colId xmlns:a16="http://schemas.microsoft.com/office/drawing/2014/main" val="20003"/>
                    </a:ext>
                  </a:extLst>
                </a:gridCol>
              </a:tblGrid>
              <a:tr h="508000">
                <a:tc>
                  <a:txBody>
                    <a:bodyPr/>
                    <a:lstStyle/>
                    <a:p>
                      <a:pPr algn="ctr">
                        <a:lnSpc>
                          <a:spcPts val="2000"/>
                        </a:lnSpc>
                        <a:spcAft>
                          <a:spcPts val="0"/>
                        </a:spcAft>
                        <a:tabLst>
                          <a:tab pos="381000" algn="l"/>
                        </a:tabLst>
                      </a:pPr>
                      <a:r>
                        <a:rPr lang="zh-TW" sz="2200" b="0" kern="100" dirty="0">
                          <a:solidFill>
                            <a:schemeClr val="bg2">
                              <a:lumMod val="10000"/>
                            </a:schemeClr>
                          </a:solidFill>
                          <a:effectLst/>
                          <a:latin typeface="標楷體" pitchFamily="65" charset="-120"/>
                          <a:ea typeface="標楷體" pitchFamily="65" charset="-120"/>
                        </a:rPr>
                        <a:t>執行期程</a:t>
                      </a:r>
                    </a:p>
                  </a:txBody>
                  <a:tcPr marL="68577" marR="68577"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200" b="0" kern="100" dirty="0">
                          <a:solidFill>
                            <a:schemeClr val="bg2">
                              <a:lumMod val="10000"/>
                            </a:schemeClr>
                          </a:solidFill>
                          <a:effectLst/>
                          <a:latin typeface="標楷體" pitchFamily="65" charset="-120"/>
                          <a:ea typeface="標楷體" pitchFamily="65" charset="-120"/>
                        </a:rPr>
                        <a:t>執行項目</a:t>
                      </a:r>
                    </a:p>
                  </a:txBody>
                  <a:tcPr marL="68577" marR="68577" marT="0" marB="0" anchor="ctr">
                    <a:solidFill>
                      <a:schemeClr val="accent4">
                        <a:lumMod val="75000"/>
                        <a:lumOff val="25000"/>
                      </a:schemeClr>
                    </a:solidFill>
                  </a:tcPr>
                </a:tc>
                <a:tc>
                  <a:txBody>
                    <a:bodyPr/>
                    <a:lstStyle/>
                    <a:p>
                      <a:pPr indent="356235" algn="ctr">
                        <a:lnSpc>
                          <a:spcPts val="2000"/>
                        </a:lnSpc>
                        <a:spcAft>
                          <a:spcPts val="0"/>
                        </a:spcAft>
                        <a:tabLst>
                          <a:tab pos="381000" algn="l"/>
                        </a:tabLst>
                      </a:pPr>
                      <a:r>
                        <a:rPr lang="zh-TW" sz="2200" b="0" kern="100" dirty="0">
                          <a:solidFill>
                            <a:schemeClr val="bg2">
                              <a:lumMod val="10000"/>
                            </a:schemeClr>
                          </a:solidFill>
                          <a:effectLst/>
                          <a:latin typeface="標楷體" pitchFamily="65" charset="-120"/>
                          <a:ea typeface="標楷體" pitchFamily="65" charset="-120"/>
                        </a:rPr>
                        <a:t>執行方式與規劃</a:t>
                      </a:r>
                    </a:p>
                  </a:txBody>
                  <a:tcPr marL="68577" marR="68577"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200" b="0" kern="100" dirty="0">
                          <a:solidFill>
                            <a:schemeClr val="bg2">
                              <a:lumMod val="10000"/>
                            </a:schemeClr>
                          </a:solidFill>
                          <a:effectLst/>
                          <a:latin typeface="標楷體" pitchFamily="65" charset="-120"/>
                          <a:ea typeface="標楷體" pitchFamily="65" charset="-120"/>
                        </a:rPr>
                        <a:t>活動講師</a:t>
                      </a:r>
                    </a:p>
                  </a:txBody>
                  <a:tcPr marL="68577" marR="68577" marT="0" marB="0" anchor="ctr">
                    <a:solidFill>
                      <a:schemeClr val="accent4">
                        <a:lumMod val="75000"/>
                        <a:lumOff val="25000"/>
                      </a:schemeClr>
                    </a:solidFill>
                  </a:tcPr>
                </a:tc>
                <a:extLst>
                  <a:ext uri="{0D108BD9-81ED-4DB2-BD59-A6C34878D82A}">
                    <a16:rowId xmlns:a16="http://schemas.microsoft.com/office/drawing/2014/main" val="10000"/>
                  </a:ext>
                </a:extLst>
              </a:tr>
              <a:tr h="3257550">
                <a:tc>
                  <a:txBody>
                    <a:bodyPr/>
                    <a:lstStyle/>
                    <a:p>
                      <a:pPr algn="ctr">
                        <a:lnSpc>
                          <a:spcPts val="2000"/>
                        </a:lnSpc>
                        <a:spcAft>
                          <a:spcPts val="0"/>
                        </a:spcAft>
                        <a:tabLst>
                          <a:tab pos="381000" algn="l"/>
                        </a:tabLst>
                      </a:pPr>
                      <a:r>
                        <a:rPr lang="en-US" sz="2200" b="0" kern="100" dirty="0">
                          <a:solidFill>
                            <a:schemeClr val="bg2">
                              <a:lumMod val="10000"/>
                            </a:schemeClr>
                          </a:solidFill>
                          <a:effectLst/>
                          <a:latin typeface="標楷體" pitchFamily="65" charset="-120"/>
                          <a:ea typeface="標楷體" pitchFamily="65" charset="-120"/>
                        </a:rPr>
                        <a:t>3-10</a:t>
                      </a:r>
                      <a:r>
                        <a:rPr lang="zh-TW" sz="2200" b="0" kern="100" dirty="0">
                          <a:solidFill>
                            <a:schemeClr val="bg2">
                              <a:lumMod val="10000"/>
                            </a:schemeClr>
                          </a:solidFill>
                          <a:effectLst/>
                          <a:latin typeface="標楷體" pitchFamily="65" charset="-120"/>
                          <a:ea typeface="標楷體" pitchFamily="65" charset="-120"/>
                        </a:rPr>
                        <a:t>月</a:t>
                      </a:r>
                    </a:p>
                  </a:txBody>
                  <a:tcPr marL="68577" marR="68577" marT="0" marB="0" anchor="ctr">
                    <a:solidFill>
                      <a:schemeClr val="accent6">
                        <a:lumMod val="20000"/>
                        <a:lumOff val="80000"/>
                      </a:schemeClr>
                    </a:solidFill>
                  </a:tcPr>
                </a:tc>
                <a:tc>
                  <a:txBody>
                    <a:bodyPr/>
                    <a:lstStyle/>
                    <a:p>
                      <a:pPr algn="ctr">
                        <a:lnSpc>
                          <a:spcPts val="2800"/>
                        </a:lnSpc>
                        <a:spcAft>
                          <a:spcPts val="0"/>
                        </a:spcAft>
                        <a:tabLst>
                          <a:tab pos="381000" algn="l"/>
                        </a:tabLst>
                      </a:pPr>
                      <a:r>
                        <a:rPr lang="zh-TW" sz="2200" b="0" kern="100" dirty="0">
                          <a:solidFill>
                            <a:schemeClr val="bg2">
                              <a:lumMod val="10000"/>
                            </a:schemeClr>
                          </a:solidFill>
                          <a:effectLst/>
                          <a:latin typeface="標楷體" pitchFamily="65" charset="-120"/>
                          <a:ea typeface="標楷體" pitchFamily="65" charset="-120"/>
                        </a:rPr>
                        <a:t>居家安全服務</a:t>
                      </a:r>
                    </a:p>
                  </a:txBody>
                  <a:tcPr marL="68577" marR="68577" marT="0" marB="0" anchor="ctr">
                    <a:solidFill>
                      <a:schemeClr val="accent6">
                        <a:lumMod val="20000"/>
                        <a:lumOff val="80000"/>
                      </a:schemeClr>
                    </a:solidFill>
                  </a:tcPr>
                </a:tc>
                <a:tc>
                  <a:txBody>
                    <a:bodyPr/>
                    <a:lstStyle/>
                    <a:p>
                      <a:pPr>
                        <a:lnSpc>
                          <a:spcPts val="2800"/>
                        </a:lnSpc>
                        <a:spcAft>
                          <a:spcPts val="0"/>
                        </a:spcAft>
                        <a:tabLst>
                          <a:tab pos="381000" algn="l"/>
                        </a:tabLst>
                      </a:pPr>
                      <a:r>
                        <a:rPr lang="en-US" sz="2200" b="0" kern="100" dirty="0">
                          <a:solidFill>
                            <a:schemeClr val="bg2">
                              <a:lumMod val="10000"/>
                            </a:schemeClr>
                          </a:solidFill>
                          <a:effectLst/>
                          <a:latin typeface="標楷體" pitchFamily="65" charset="-120"/>
                          <a:ea typeface="標楷體" pitchFamily="65" charset="-120"/>
                        </a:rPr>
                        <a:t>  </a:t>
                      </a:r>
                      <a:r>
                        <a:rPr lang="zh-TW" altLang="en-US" sz="2200" b="0" kern="100" baseline="0" dirty="0">
                          <a:solidFill>
                            <a:schemeClr val="bg2">
                              <a:lumMod val="10000"/>
                            </a:schemeClr>
                          </a:solidFill>
                          <a:effectLst/>
                          <a:latin typeface="標楷體" pitchFamily="65" charset="-120"/>
                          <a:ea typeface="標楷體" pitchFamily="65" charset="-120"/>
                        </a:rPr>
                        <a:t> </a:t>
                      </a:r>
                      <a:r>
                        <a:rPr lang="zh-TW" sz="2200" b="1" kern="100" dirty="0">
                          <a:solidFill>
                            <a:schemeClr val="bg2">
                              <a:lumMod val="10000"/>
                            </a:schemeClr>
                          </a:solidFill>
                          <a:effectLst/>
                          <a:latin typeface="標楷體" pitchFamily="65" charset="-120"/>
                          <a:ea typeface="標楷體" pitchFamily="65" charset="-120"/>
                        </a:rPr>
                        <a:t>以</a:t>
                      </a:r>
                      <a:r>
                        <a:rPr lang="en-US" sz="2200" b="1" kern="100" dirty="0">
                          <a:solidFill>
                            <a:schemeClr val="bg2">
                              <a:lumMod val="10000"/>
                            </a:schemeClr>
                          </a:solidFill>
                          <a:effectLst/>
                          <a:latin typeface="標楷體" pitchFamily="65" charset="-120"/>
                          <a:ea typeface="標楷體" pitchFamily="65" charset="-120"/>
                        </a:rPr>
                        <a:t>8</a:t>
                      </a:r>
                      <a:r>
                        <a:rPr lang="zh-TW" sz="2200" b="1" kern="100" dirty="0">
                          <a:solidFill>
                            <a:schemeClr val="bg2">
                              <a:lumMod val="10000"/>
                            </a:schemeClr>
                          </a:solidFill>
                          <a:effectLst/>
                          <a:latin typeface="標楷體" pitchFamily="65" charset="-120"/>
                          <a:ea typeface="標楷體" pitchFamily="65" charset="-120"/>
                        </a:rPr>
                        <a:t>個社區低收入戶、邊緣、中低收入、獨居長輩為主，透過聯合服務志工隊服務，經過各社區居家安全評量表檢測後，針對有服務需求的長輩給於安裝居家安全設施。預定</a:t>
                      </a:r>
                      <a:r>
                        <a:rPr lang="en-US" sz="2200" b="1" kern="100" dirty="0">
                          <a:solidFill>
                            <a:schemeClr val="bg2">
                              <a:lumMod val="10000"/>
                            </a:schemeClr>
                          </a:solidFill>
                          <a:effectLst/>
                          <a:latin typeface="標楷體" pitchFamily="65" charset="-120"/>
                          <a:ea typeface="標楷體" pitchFamily="65" charset="-120"/>
                        </a:rPr>
                        <a:t>80</a:t>
                      </a:r>
                      <a:r>
                        <a:rPr lang="zh-TW" sz="2200" b="1" kern="100" dirty="0">
                          <a:solidFill>
                            <a:schemeClr val="bg2">
                              <a:lumMod val="10000"/>
                            </a:schemeClr>
                          </a:solidFill>
                          <a:effectLst/>
                          <a:latin typeface="標楷體" pitchFamily="65" charset="-120"/>
                          <a:ea typeface="標楷體" pitchFamily="65" charset="-120"/>
                        </a:rPr>
                        <a:t>位長輩受益。</a:t>
                      </a:r>
                    </a:p>
                  </a:txBody>
                  <a:tcPr marL="68577" marR="68577" marT="0" marB="0" anchor="ctr">
                    <a:solidFill>
                      <a:schemeClr val="accent6">
                        <a:lumMod val="20000"/>
                        <a:lumOff val="80000"/>
                      </a:schemeClr>
                    </a:solidFill>
                  </a:tcPr>
                </a:tc>
                <a:tc>
                  <a:txBody>
                    <a:bodyPr/>
                    <a:lstStyle/>
                    <a:p>
                      <a:pPr algn="just">
                        <a:lnSpc>
                          <a:spcPts val="2000"/>
                        </a:lnSpc>
                        <a:spcAft>
                          <a:spcPts val="0"/>
                        </a:spcAft>
                        <a:tabLst>
                          <a:tab pos="381000" algn="l"/>
                        </a:tabLst>
                      </a:pPr>
                      <a:endParaRPr lang="en-US" altLang="zh-TW" sz="2200" b="0" kern="100" dirty="0">
                        <a:solidFill>
                          <a:schemeClr val="bg2">
                            <a:lumMod val="10000"/>
                          </a:schemeClr>
                        </a:solidFill>
                        <a:effectLst/>
                        <a:latin typeface="標楷體" pitchFamily="65" charset="-120"/>
                        <a:ea typeface="標楷體" pitchFamily="65" charset="-120"/>
                      </a:endParaRPr>
                    </a:p>
                    <a:p>
                      <a:pPr algn="just">
                        <a:lnSpc>
                          <a:spcPts val="2000"/>
                        </a:lnSpc>
                        <a:spcAft>
                          <a:spcPts val="0"/>
                        </a:spcAft>
                        <a:tabLst>
                          <a:tab pos="381000" algn="l"/>
                        </a:tabLst>
                      </a:pPr>
                      <a:endParaRPr lang="en-US" altLang="zh-TW" sz="2200" b="0" kern="100" dirty="0">
                        <a:solidFill>
                          <a:schemeClr val="bg2">
                            <a:lumMod val="10000"/>
                          </a:schemeClr>
                        </a:solidFill>
                        <a:effectLst/>
                        <a:latin typeface="標楷體" pitchFamily="65" charset="-120"/>
                        <a:ea typeface="標楷體" pitchFamily="65" charset="-120"/>
                      </a:endParaRPr>
                    </a:p>
                    <a:p>
                      <a:pPr algn="just">
                        <a:lnSpc>
                          <a:spcPts val="2000"/>
                        </a:lnSpc>
                        <a:spcAft>
                          <a:spcPts val="0"/>
                        </a:spcAft>
                        <a:tabLst>
                          <a:tab pos="381000" algn="l"/>
                        </a:tabLst>
                      </a:pPr>
                      <a:endParaRPr lang="en-US" altLang="zh-TW" sz="2200" b="0" kern="100" dirty="0">
                        <a:solidFill>
                          <a:schemeClr val="bg2">
                            <a:lumMod val="10000"/>
                          </a:schemeClr>
                        </a:solidFill>
                        <a:effectLst/>
                        <a:latin typeface="標楷體" pitchFamily="65" charset="-120"/>
                        <a:ea typeface="標楷體" pitchFamily="65" charset="-120"/>
                      </a:endParaRPr>
                    </a:p>
                    <a:p>
                      <a:pPr algn="just">
                        <a:lnSpc>
                          <a:spcPts val="2000"/>
                        </a:lnSpc>
                        <a:spcAft>
                          <a:spcPts val="0"/>
                        </a:spcAft>
                        <a:tabLst>
                          <a:tab pos="381000" algn="l"/>
                        </a:tabLst>
                      </a:pPr>
                      <a:endParaRPr lang="en-US" altLang="zh-TW" sz="2200" b="0" kern="100" dirty="0">
                        <a:solidFill>
                          <a:schemeClr val="bg2">
                            <a:lumMod val="10000"/>
                          </a:schemeClr>
                        </a:solidFill>
                        <a:effectLst/>
                        <a:latin typeface="標楷體" pitchFamily="65" charset="-120"/>
                        <a:ea typeface="標楷體" pitchFamily="65" charset="-120"/>
                      </a:endParaRPr>
                    </a:p>
                    <a:p>
                      <a:pPr algn="just">
                        <a:lnSpc>
                          <a:spcPts val="2000"/>
                        </a:lnSpc>
                        <a:spcAft>
                          <a:spcPts val="0"/>
                        </a:spcAft>
                        <a:tabLst>
                          <a:tab pos="381000" algn="l"/>
                        </a:tabLst>
                      </a:pPr>
                      <a:endParaRPr lang="en-US" altLang="zh-TW" sz="2200" b="0" kern="100" dirty="0">
                        <a:solidFill>
                          <a:schemeClr val="bg2">
                            <a:lumMod val="10000"/>
                          </a:schemeClr>
                        </a:solidFill>
                        <a:effectLst/>
                        <a:latin typeface="標楷體" pitchFamily="65" charset="-120"/>
                        <a:ea typeface="標楷體" pitchFamily="65" charset="-120"/>
                      </a:endParaRPr>
                    </a:p>
                    <a:p>
                      <a:pPr algn="just">
                        <a:lnSpc>
                          <a:spcPts val="2000"/>
                        </a:lnSpc>
                        <a:spcAft>
                          <a:spcPts val="0"/>
                        </a:spcAft>
                        <a:tabLst>
                          <a:tab pos="381000" algn="l"/>
                        </a:tabLst>
                      </a:pPr>
                      <a:endParaRPr lang="en-US" altLang="zh-TW" sz="2200" b="0" kern="100" dirty="0">
                        <a:solidFill>
                          <a:schemeClr val="bg2">
                            <a:lumMod val="10000"/>
                          </a:schemeClr>
                        </a:solidFill>
                        <a:effectLst/>
                        <a:latin typeface="標楷體" pitchFamily="65" charset="-120"/>
                        <a:ea typeface="標楷體" pitchFamily="65" charset="-120"/>
                      </a:endParaRPr>
                    </a:p>
                    <a:p>
                      <a:pPr algn="just">
                        <a:lnSpc>
                          <a:spcPts val="2000"/>
                        </a:lnSpc>
                        <a:spcAft>
                          <a:spcPts val="0"/>
                        </a:spcAft>
                        <a:tabLst>
                          <a:tab pos="381000" algn="l"/>
                        </a:tabLst>
                      </a:pPr>
                      <a:r>
                        <a:rPr lang="zh-TW" sz="2200" b="0" kern="100" dirty="0">
                          <a:solidFill>
                            <a:schemeClr val="bg2">
                              <a:lumMod val="10000"/>
                            </a:schemeClr>
                          </a:solidFill>
                          <a:effectLst/>
                          <a:latin typeface="標楷體" pitchFamily="65" charset="-120"/>
                          <a:ea typeface="標楷體" pitchFamily="65" charset="-120"/>
                        </a:rPr>
                        <a:t>聯合</a:t>
                      </a:r>
                      <a:endParaRPr lang="en-US" altLang="zh-TW" sz="2200" b="0" kern="100" dirty="0">
                        <a:solidFill>
                          <a:schemeClr val="bg2">
                            <a:lumMod val="10000"/>
                          </a:schemeClr>
                        </a:solidFill>
                        <a:effectLst/>
                        <a:latin typeface="標楷體" pitchFamily="65" charset="-120"/>
                        <a:ea typeface="標楷體" pitchFamily="65" charset="-120"/>
                      </a:endParaRPr>
                    </a:p>
                    <a:p>
                      <a:pPr algn="just">
                        <a:lnSpc>
                          <a:spcPts val="2000"/>
                        </a:lnSpc>
                        <a:spcAft>
                          <a:spcPts val="0"/>
                        </a:spcAft>
                        <a:tabLst>
                          <a:tab pos="381000" algn="l"/>
                        </a:tabLst>
                      </a:pPr>
                      <a:r>
                        <a:rPr lang="zh-TW" sz="2200" b="0" kern="100" dirty="0">
                          <a:solidFill>
                            <a:schemeClr val="bg2">
                              <a:lumMod val="10000"/>
                            </a:schemeClr>
                          </a:solidFill>
                          <a:effectLst/>
                          <a:latin typeface="標楷體" pitchFamily="65" charset="-120"/>
                          <a:ea typeface="標楷體" pitchFamily="65" charset="-120"/>
                        </a:rPr>
                        <a:t>志工服務</a:t>
                      </a:r>
                    </a:p>
                  </a:txBody>
                  <a:tcPr marL="68577" marR="68577" marT="0" marB="0">
                    <a:solidFill>
                      <a:schemeClr val="accent6">
                        <a:lumMod val="20000"/>
                        <a:lumOff val="80000"/>
                      </a:schemeClr>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8927030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標題 1">
            <a:extLst>
              <a:ext uri="{FF2B5EF4-FFF2-40B4-BE49-F238E27FC236}">
                <a16:creationId xmlns:a16="http://schemas.microsoft.com/office/drawing/2014/main" id="{4A9C1095-0162-138E-6AEF-414147B93C8A}"/>
              </a:ext>
            </a:extLst>
          </p:cNvPr>
          <p:cNvSpPr>
            <a:spLocks noGrp="1"/>
          </p:cNvSpPr>
          <p:nvPr>
            <p:ph type="title"/>
          </p:nvPr>
        </p:nvSpPr>
        <p:spPr>
          <a:xfrm>
            <a:off x="0" y="14288"/>
            <a:ext cx="8229600" cy="1143000"/>
          </a:xfrm>
        </p:spPr>
        <p:txBody>
          <a:bodyPr/>
          <a:lstStyle/>
          <a:p>
            <a:pPr marL="0" marR="0" lvl="0" indent="0" algn="l" defTabSz="914400" rtl="0" eaLnBrk="0" fontAlgn="base" latinLnBrk="0" hangingPunct="0">
              <a:lnSpc>
                <a:spcPct val="100000"/>
              </a:lnSpc>
              <a:spcBef>
                <a:spcPts val="300"/>
              </a:spcBef>
              <a:spcAft>
                <a:spcPts val="300"/>
              </a:spcAft>
              <a:buClr>
                <a:srgbClr val="69AAB1"/>
              </a:buClr>
              <a:buSzTx/>
              <a:buFont typeface="Wingdings" pitchFamily="2" charset="2"/>
              <a:buNone/>
              <a:tabLst/>
              <a:defRPr/>
            </a:pPr>
            <a:r>
              <a:rPr kumimoji="0" lang="zh-TW" altLang="en-US" sz="2800" b="1" i="0" u="none" strike="noStrike" kern="0" cap="none" spc="0" normalizeH="0" baseline="0" noProof="0" dirty="0">
                <a:ln>
                  <a:noFill/>
                </a:ln>
                <a:solidFill>
                  <a:srgbClr val="024631"/>
                </a:solidFill>
                <a:effectLst/>
                <a:uLnTx/>
                <a:uFillTx/>
                <a:latin typeface="標楷體" pitchFamily="65" charset="-120"/>
                <a:ea typeface="超研澤粗楷" pitchFamily="49" charset="-120"/>
                <a:cs typeface="+mn-cs"/>
              </a:rPr>
              <a:t> </a:t>
            </a:r>
            <a:r>
              <a:rPr kumimoji="0" lang="en-US" altLang="zh-TW" sz="2800" b="1" i="0" u="none" strike="noStrike" kern="0" cap="none" spc="0" normalizeH="0" baseline="0" noProof="0" dirty="0">
                <a:ln>
                  <a:noFill/>
                </a:ln>
                <a:solidFill>
                  <a:srgbClr val="024631"/>
                </a:solidFill>
                <a:effectLst/>
                <a:uLnTx/>
                <a:uFillTx/>
                <a:latin typeface="標楷體" pitchFamily="65" charset="-120"/>
                <a:ea typeface="超研澤粗楷" pitchFamily="49" charset="-120"/>
                <a:cs typeface="+mn-cs"/>
              </a:rPr>
              <a:t>(</a:t>
            </a:r>
            <a:r>
              <a:rPr kumimoji="0" lang="zh-TW"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一</a:t>
            </a:r>
            <a:r>
              <a:rPr kumimoji="0" lang="en-US"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a:t>
            </a:r>
            <a:r>
              <a:rPr kumimoji="0" lang="zh-TW"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、老人福利</a:t>
            </a:r>
            <a:r>
              <a:rPr kumimoji="0" lang="en-US"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a:t>
            </a:r>
            <a:r>
              <a:rPr kumimoji="0" lang="zh-TW" altLang="zh-TW" sz="2800" b="1" i="0" u="none" strike="noStrike" kern="0" cap="none" spc="0" normalizeH="0" baseline="0" noProof="0" dirty="0">
                <a:ln>
                  <a:noFill/>
                </a:ln>
                <a:solidFill>
                  <a:srgbClr val="024631"/>
                </a:solidFill>
                <a:effectLst/>
                <a:uLnTx/>
                <a:uFillTx/>
                <a:latin typeface="Arial"/>
                <a:ea typeface="標楷體" pitchFamily="65" charset="-120"/>
                <a:cs typeface="+mn-cs"/>
              </a:rPr>
              <a:t>金點轉動據點幸福升級</a:t>
            </a:r>
            <a:endParaRPr kumimoji="0" lang="en-US" altLang="zh-TW" sz="2800" b="1" i="0" u="none" strike="noStrike" kern="0" cap="none" spc="0" normalizeH="0" baseline="0" noProof="0" dirty="0">
              <a:ln>
                <a:noFill/>
              </a:ln>
              <a:solidFill>
                <a:srgbClr val="024631"/>
              </a:solidFill>
              <a:effectLst/>
              <a:uLnTx/>
              <a:uFillTx/>
              <a:latin typeface="Arial"/>
              <a:ea typeface="標楷體" pitchFamily="65" charset="-120"/>
              <a:cs typeface="+mn-cs"/>
            </a:endParaRPr>
          </a:p>
        </p:txBody>
      </p:sp>
      <p:pic>
        <p:nvPicPr>
          <p:cNvPr id="81923" name="內容版面配置區 3" descr="0705繪本_170711_0004.jpg">
            <a:extLst>
              <a:ext uri="{FF2B5EF4-FFF2-40B4-BE49-F238E27FC236}">
                <a16:creationId xmlns:a16="http://schemas.microsoft.com/office/drawing/2014/main" id="{E2F7BD04-1170-E42D-617D-0D57EF583E67}"/>
              </a:ext>
            </a:extLst>
          </p:cNvPr>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4787900" y="1268413"/>
            <a:ext cx="3960813" cy="2227262"/>
          </a:xfrm>
        </p:spPr>
      </p:pic>
      <p:pic>
        <p:nvPicPr>
          <p:cNvPr id="81924" name="圖片 4" descr="0712_170725_0023.jpg">
            <a:extLst>
              <a:ext uri="{FF2B5EF4-FFF2-40B4-BE49-F238E27FC236}">
                <a16:creationId xmlns:a16="http://schemas.microsoft.com/office/drawing/2014/main" id="{71D4BB2E-77FA-A9DA-A882-FB98A0C98070}"/>
              </a:ext>
            </a:extLst>
          </p:cNvPr>
          <p:cNvPicPr>
            <a:picLocks noChangeAspect="1"/>
          </p:cNvPicPr>
          <p:nvPr/>
        </p:nvPicPr>
        <p:blipFill>
          <a:blip r:embed="rId3">
            <a:extLst>
              <a:ext uri="{28A0092B-C50C-407E-A947-70E740481C1C}">
                <a14:useLocalDpi xmlns:a14="http://schemas.microsoft.com/office/drawing/2010/main" val="0"/>
              </a:ext>
            </a:extLst>
          </a:blip>
          <a:srcRect l="5812" t="20659" r="2652"/>
          <a:stretch>
            <a:fillRect/>
          </a:stretch>
        </p:blipFill>
        <p:spPr bwMode="auto">
          <a:xfrm>
            <a:off x="0" y="1268413"/>
            <a:ext cx="4537075" cy="221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25" name="圖片 5" descr="0712_170725_0013.jpg">
            <a:extLst>
              <a:ext uri="{FF2B5EF4-FFF2-40B4-BE49-F238E27FC236}">
                <a16:creationId xmlns:a16="http://schemas.microsoft.com/office/drawing/2014/main" id="{8370FB0A-AB59-8E2A-8D16-956DE34B07CD}"/>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364163" y="3573463"/>
            <a:ext cx="3384550" cy="190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26" name="圖片 6" descr="0719_170725_0008.jpg">
            <a:extLst>
              <a:ext uri="{FF2B5EF4-FFF2-40B4-BE49-F238E27FC236}">
                <a16:creationId xmlns:a16="http://schemas.microsoft.com/office/drawing/2014/main" id="{54CA62F4-3B5A-4ADD-4D6E-3095219B411E}"/>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0" y="3573463"/>
            <a:ext cx="3292475" cy="185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27" name="圖片 7" descr="0816繪本_170817_0004.jpg">
            <a:extLst>
              <a:ext uri="{FF2B5EF4-FFF2-40B4-BE49-F238E27FC236}">
                <a16:creationId xmlns:a16="http://schemas.microsoft.com/office/drawing/2014/main" id="{0D8F7089-10A1-39A1-A47A-4E1066D015C0}"/>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916238" y="5013325"/>
            <a:ext cx="3001962" cy="1687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28" name="文字方塊 9">
            <a:extLst>
              <a:ext uri="{FF2B5EF4-FFF2-40B4-BE49-F238E27FC236}">
                <a16:creationId xmlns:a16="http://schemas.microsoft.com/office/drawing/2014/main" id="{DE87B6F5-FC61-B420-8EEC-BD227228D836}"/>
              </a:ext>
            </a:extLst>
          </p:cNvPr>
          <p:cNvSpPr txBox="1">
            <a:spLocks noChangeArrowheads="1"/>
          </p:cNvSpPr>
          <p:nvPr/>
        </p:nvSpPr>
        <p:spPr bwMode="auto">
          <a:xfrm>
            <a:off x="3276600" y="3860800"/>
            <a:ext cx="2016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3600" b="0" i="0" u="none" strike="noStrike" kern="1200" cap="none" spc="0" normalizeH="0" baseline="0" noProof="0">
                <a:ln>
                  <a:noFill/>
                </a:ln>
                <a:solidFill>
                  <a:prstClr val="black"/>
                </a:solidFill>
                <a:effectLst/>
                <a:uLnTx/>
                <a:uFillTx/>
                <a:latin typeface="標楷體" panose="03000509000000000000" pitchFamily="65" charset="-120"/>
                <a:ea typeface="標楷體" panose="03000509000000000000" pitchFamily="65" charset="-120"/>
                <a:cs typeface="+mn-cs"/>
              </a:rPr>
              <a:t>生命繪本</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標題 1">
            <a:extLst>
              <a:ext uri="{FF2B5EF4-FFF2-40B4-BE49-F238E27FC236}">
                <a16:creationId xmlns:a16="http://schemas.microsoft.com/office/drawing/2014/main" id="{E771D033-E6E4-E93E-5FEF-F98C8118D5DE}"/>
              </a:ext>
            </a:extLst>
          </p:cNvPr>
          <p:cNvSpPr>
            <a:spLocks noGrp="1"/>
          </p:cNvSpPr>
          <p:nvPr>
            <p:ph type="title"/>
          </p:nvPr>
        </p:nvSpPr>
        <p:spPr>
          <a:xfrm>
            <a:off x="-20638" y="22225"/>
            <a:ext cx="8229601" cy="1143000"/>
          </a:xfrm>
        </p:spPr>
        <p:txBody>
          <a:bodyPr/>
          <a:lstStyle/>
          <a:p>
            <a:pPr marL="0" marR="0" lvl="0" indent="0" algn="l" defTabSz="914400" rtl="0" eaLnBrk="0" fontAlgn="base" latinLnBrk="0" hangingPunct="0">
              <a:lnSpc>
                <a:spcPct val="100000"/>
              </a:lnSpc>
              <a:spcBef>
                <a:spcPts val="300"/>
              </a:spcBef>
              <a:spcAft>
                <a:spcPts val="300"/>
              </a:spcAft>
              <a:buClr>
                <a:srgbClr val="69AAB1"/>
              </a:buClr>
              <a:buSzTx/>
              <a:buFont typeface="Wingdings" pitchFamily="2" charset="2"/>
              <a:buNone/>
              <a:tabLst/>
              <a:defRPr/>
            </a:pPr>
            <a:r>
              <a:rPr kumimoji="0" lang="zh-TW" altLang="en-US" sz="2800" b="1" i="0" u="none" strike="noStrike" kern="0" cap="none" spc="0" normalizeH="0" baseline="0" noProof="0" dirty="0">
                <a:ln>
                  <a:noFill/>
                </a:ln>
                <a:solidFill>
                  <a:srgbClr val="024631"/>
                </a:solidFill>
                <a:effectLst/>
                <a:uLnTx/>
                <a:uFillTx/>
                <a:latin typeface="標楷體" pitchFamily="65" charset="-120"/>
                <a:ea typeface="超研澤粗楷" pitchFamily="49" charset="-120"/>
                <a:cs typeface="+mn-cs"/>
              </a:rPr>
              <a:t>  </a:t>
            </a:r>
            <a:r>
              <a:rPr kumimoji="0" lang="en-US" altLang="zh-TW" sz="2800" b="1" i="0" u="none" strike="noStrike" kern="0" cap="none" spc="0" normalizeH="0" baseline="0" noProof="0" dirty="0">
                <a:ln>
                  <a:noFill/>
                </a:ln>
                <a:solidFill>
                  <a:srgbClr val="024631"/>
                </a:solidFill>
                <a:effectLst/>
                <a:uLnTx/>
                <a:uFillTx/>
                <a:latin typeface="標楷體" pitchFamily="65" charset="-120"/>
                <a:ea typeface="超研澤粗楷" pitchFamily="49" charset="-120"/>
                <a:cs typeface="+mn-cs"/>
              </a:rPr>
              <a:t>(</a:t>
            </a:r>
            <a:r>
              <a:rPr kumimoji="0" lang="zh-TW"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一</a:t>
            </a:r>
            <a:r>
              <a:rPr kumimoji="0" lang="en-US"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a:t>
            </a:r>
            <a:r>
              <a:rPr kumimoji="0" lang="zh-TW"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、老人福利</a:t>
            </a:r>
            <a:r>
              <a:rPr kumimoji="0" lang="en-US"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a:t>
            </a:r>
            <a:r>
              <a:rPr kumimoji="0" lang="zh-TW" altLang="zh-TW" sz="2800" b="1" i="0" u="none" strike="noStrike" kern="0" cap="none" spc="0" normalizeH="0" baseline="0" noProof="0" dirty="0">
                <a:ln>
                  <a:noFill/>
                </a:ln>
                <a:solidFill>
                  <a:srgbClr val="024631"/>
                </a:solidFill>
                <a:effectLst/>
                <a:uLnTx/>
                <a:uFillTx/>
                <a:latin typeface="Arial"/>
                <a:ea typeface="標楷體" pitchFamily="65" charset="-120"/>
                <a:cs typeface="+mn-cs"/>
              </a:rPr>
              <a:t>金點轉動據點幸福升級</a:t>
            </a:r>
            <a:endParaRPr kumimoji="0" lang="en-US" altLang="zh-TW" sz="2800" b="1" i="0" u="none" strike="noStrike" kern="0" cap="none" spc="0" normalizeH="0" baseline="0" noProof="0" dirty="0">
              <a:ln>
                <a:noFill/>
              </a:ln>
              <a:solidFill>
                <a:srgbClr val="024631"/>
              </a:solidFill>
              <a:effectLst/>
              <a:uLnTx/>
              <a:uFillTx/>
              <a:latin typeface="Arial"/>
              <a:ea typeface="標楷體" pitchFamily="65" charset="-120"/>
              <a:cs typeface="+mn-cs"/>
            </a:endParaRPr>
          </a:p>
        </p:txBody>
      </p:sp>
      <p:sp>
        <p:nvSpPr>
          <p:cNvPr id="18" name="文字方塊 17">
            <a:extLst>
              <a:ext uri="{FF2B5EF4-FFF2-40B4-BE49-F238E27FC236}">
                <a16:creationId xmlns:a16="http://schemas.microsoft.com/office/drawing/2014/main" id="{98E19128-0F4C-7100-7630-1E0201A8C471}"/>
              </a:ext>
            </a:extLst>
          </p:cNvPr>
          <p:cNvSpPr txBox="1"/>
          <p:nvPr/>
        </p:nvSpPr>
        <p:spPr>
          <a:xfrm>
            <a:off x="1497013" y="1114425"/>
            <a:ext cx="3132137" cy="1108075"/>
          </a:xfrm>
          <a:prstGeom prst="rect">
            <a:avLst/>
          </a:prstGeom>
          <a:solidFill>
            <a:schemeClr val="accent3">
              <a:lumMod val="20000"/>
              <a:lumOff val="80000"/>
            </a:schemeClr>
          </a:solid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22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→培訓種子師資←</a:t>
            </a:r>
            <a:endParaRPr kumimoji="0" lang="en-US" altLang="zh-TW" sz="22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22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→聘用社區人才←</a:t>
            </a:r>
            <a:endParaRPr kumimoji="0" lang="en-US" altLang="zh-TW" sz="22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22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a:t>
            </a:r>
            <a:r>
              <a:rPr kumimoji="1" lang="zh-TW" altLang="zh-TW" sz="22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爺奶生命故事述說</a:t>
            </a:r>
            <a:r>
              <a:rPr kumimoji="0" lang="zh-TW" altLang="en-US" sz="22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a:t>
            </a:r>
            <a:endParaRPr kumimoji="0" lang="en-US" altLang="zh-TW" sz="22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endParaRPr>
          </a:p>
        </p:txBody>
      </p:sp>
      <p:pic>
        <p:nvPicPr>
          <p:cNvPr id="82948" name="Picture 2" descr="0501繪本師資班1_180501_0001">
            <a:extLst>
              <a:ext uri="{FF2B5EF4-FFF2-40B4-BE49-F238E27FC236}">
                <a16:creationId xmlns:a16="http://schemas.microsoft.com/office/drawing/2014/main" id="{A3161F58-2257-5025-D1E8-A8CB5F6AE80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638" y="2222500"/>
            <a:ext cx="2952751" cy="221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49" name="Picture 3" descr="0508繪本師資班_180514_0015">
            <a:extLst>
              <a:ext uri="{FF2B5EF4-FFF2-40B4-BE49-F238E27FC236}">
                <a16:creationId xmlns:a16="http://schemas.microsoft.com/office/drawing/2014/main" id="{CC724ACB-DF4D-7C95-CE60-E69355C713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62288" y="2205038"/>
            <a:ext cx="2974975" cy="2230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0" name="Picture 4" descr="oeb917fee66ecb9ffe85b0f9fcad4f8e7_22242116_180821_0016">
            <a:extLst>
              <a:ext uri="{FF2B5EF4-FFF2-40B4-BE49-F238E27FC236}">
                <a16:creationId xmlns:a16="http://schemas.microsoft.com/office/drawing/2014/main" id="{D41E679A-C81E-4C3D-B4AB-207ECDC3A7D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13" y="4681538"/>
            <a:ext cx="2787650" cy="2087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1" name="Picture 5" descr="oeb917fee66ecb9ffe85b0f9fcad4f8e7_22433946_180831_0037">
            <a:extLst>
              <a:ext uri="{FF2B5EF4-FFF2-40B4-BE49-F238E27FC236}">
                <a16:creationId xmlns:a16="http://schemas.microsoft.com/office/drawing/2014/main" id="{34054370-6B9F-9485-A4D2-3D773971BA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6588" y="4616450"/>
            <a:ext cx="2871787" cy="2152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2" name="Picture 6" descr="20180814_180814_0022">
            <a:extLst>
              <a:ext uri="{FF2B5EF4-FFF2-40B4-BE49-F238E27FC236}">
                <a16:creationId xmlns:a16="http://schemas.microsoft.com/office/drawing/2014/main" id="{88F2F946-AD66-C29A-AD9B-4923DD1A848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08713" y="1557338"/>
            <a:ext cx="2917825" cy="218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3" name="Picture 7" descr="20180917_180917_0005">
            <a:extLst>
              <a:ext uri="{FF2B5EF4-FFF2-40B4-BE49-F238E27FC236}">
                <a16:creationId xmlns:a16="http://schemas.microsoft.com/office/drawing/2014/main" id="{66385DBF-A2C4-5D77-CB77-6CFA57DCBAB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178550" y="4005263"/>
            <a:ext cx="2938463" cy="2201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標題 1">
            <a:extLst>
              <a:ext uri="{FF2B5EF4-FFF2-40B4-BE49-F238E27FC236}">
                <a16:creationId xmlns:a16="http://schemas.microsoft.com/office/drawing/2014/main" id="{DAE0EE98-98F1-694C-6B76-F1D481C5F371}"/>
              </a:ext>
            </a:extLst>
          </p:cNvPr>
          <p:cNvSpPr>
            <a:spLocks noGrp="1"/>
          </p:cNvSpPr>
          <p:nvPr>
            <p:ph type="title"/>
          </p:nvPr>
        </p:nvSpPr>
        <p:spPr>
          <a:xfrm>
            <a:off x="-107950" y="44450"/>
            <a:ext cx="8229600" cy="1143000"/>
          </a:xfrm>
        </p:spPr>
        <p:txBody>
          <a:bodyPr/>
          <a:lstStyle/>
          <a:p>
            <a:pPr marL="0" marR="0" lvl="0" indent="0" algn="l" defTabSz="914400" rtl="0" eaLnBrk="0" fontAlgn="base" latinLnBrk="0" hangingPunct="0">
              <a:lnSpc>
                <a:spcPct val="100000"/>
              </a:lnSpc>
              <a:spcBef>
                <a:spcPts val="300"/>
              </a:spcBef>
              <a:spcAft>
                <a:spcPts val="300"/>
              </a:spcAft>
              <a:buClr>
                <a:srgbClr val="69AAB1"/>
              </a:buClr>
              <a:buSzTx/>
              <a:buFont typeface="Wingdings" pitchFamily="2" charset="2"/>
              <a:buNone/>
              <a:tabLst/>
              <a:defRPr/>
            </a:pPr>
            <a:r>
              <a:rPr kumimoji="0" lang="zh-TW" altLang="en-US" sz="3600" b="1" i="0" u="none" strike="noStrike" kern="0" cap="none" spc="0" normalizeH="0" baseline="0" noProof="0" dirty="0">
                <a:ln>
                  <a:noFill/>
                </a:ln>
                <a:solidFill>
                  <a:srgbClr val="024631"/>
                </a:solidFill>
                <a:effectLst/>
                <a:uLnTx/>
                <a:uFillTx/>
                <a:latin typeface="標楷體" panose="03000509000000000000" pitchFamily="65" charset="-120"/>
                <a:ea typeface="標楷體" panose="03000509000000000000" pitchFamily="65" charset="-120"/>
                <a:cs typeface="+mn-cs"/>
              </a:rPr>
              <a:t>  </a:t>
            </a:r>
            <a:r>
              <a:rPr kumimoji="0" lang="en-US" altLang="zh-TW" sz="2800" b="1" i="0" u="none" strike="noStrike" kern="0" cap="none" spc="0" normalizeH="0" baseline="0" noProof="0" dirty="0">
                <a:ln>
                  <a:noFill/>
                </a:ln>
                <a:solidFill>
                  <a:srgbClr val="024631"/>
                </a:solidFill>
                <a:effectLst/>
                <a:uLnTx/>
                <a:uFillTx/>
                <a:latin typeface="標楷體" pitchFamily="65" charset="-120"/>
                <a:ea typeface="超研澤粗楷" pitchFamily="49" charset="-120"/>
                <a:cs typeface="+mn-cs"/>
              </a:rPr>
              <a:t>(</a:t>
            </a:r>
            <a:r>
              <a:rPr kumimoji="0" lang="zh-TW"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一</a:t>
            </a:r>
            <a:r>
              <a:rPr kumimoji="0" lang="en-US"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a:t>
            </a:r>
            <a:r>
              <a:rPr kumimoji="0" lang="zh-TW"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、老人福利</a:t>
            </a:r>
            <a:r>
              <a:rPr kumimoji="0" lang="en-US" altLang="zh-TW" sz="2800" b="1" i="0" u="none" strike="noStrike" kern="0" cap="none" spc="0" normalizeH="0" baseline="0" noProof="0" dirty="0">
                <a:ln>
                  <a:noFill/>
                </a:ln>
                <a:solidFill>
                  <a:srgbClr val="024631"/>
                </a:solidFill>
                <a:effectLst/>
                <a:uLnTx/>
                <a:uFillTx/>
                <a:latin typeface="Times New Roman" pitchFamily="18" charset="0"/>
                <a:ea typeface="標楷體" pitchFamily="65" charset="-120"/>
                <a:cs typeface="+mn-cs"/>
              </a:rPr>
              <a:t>-</a:t>
            </a:r>
            <a:r>
              <a:rPr kumimoji="0" lang="zh-TW" altLang="zh-TW" sz="2800" b="1" i="0" u="none" strike="noStrike" kern="0" cap="none" spc="0" normalizeH="0" baseline="0" noProof="0" dirty="0">
                <a:ln>
                  <a:noFill/>
                </a:ln>
                <a:solidFill>
                  <a:srgbClr val="024631"/>
                </a:solidFill>
                <a:effectLst/>
                <a:uLnTx/>
                <a:uFillTx/>
                <a:latin typeface="Arial"/>
                <a:ea typeface="標楷體" pitchFamily="65" charset="-120"/>
                <a:cs typeface="+mn-cs"/>
              </a:rPr>
              <a:t>金點轉動據點幸福升級</a:t>
            </a:r>
            <a:br>
              <a:rPr kumimoji="0" lang="en-US" altLang="zh-TW" sz="2800" b="1" i="0" u="none" strike="noStrike" kern="0" cap="none" spc="0" normalizeH="0" baseline="0" noProof="0" dirty="0">
                <a:ln>
                  <a:noFill/>
                </a:ln>
                <a:solidFill>
                  <a:srgbClr val="024631"/>
                </a:solidFill>
                <a:effectLst/>
                <a:uLnTx/>
                <a:uFillTx/>
                <a:latin typeface="Arial"/>
                <a:ea typeface="標楷體" pitchFamily="65" charset="-120"/>
                <a:cs typeface="+mn-cs"/>
              </a:rPr>
            </a:br>
            <a:endParaRPr lang="zh-TW" altLang="en-US" sz="3600" b="1" dirty="0"/>
          </a:p>
        </p:txBody>
      </p:sp>
      <p:sp>
        <p:nvSpPr>
          <p:cNvPr id="18" name="文字方塊 17">
            <a:extLst>
              <a:ext uri="{FF2B5EF4-FFF2-40B4-BE49-F238E27FC236}">
                <a16:creationId xmlns:a16="http://schemas.microsoft.com/office/drawing/2014/main" id="{41F89807-6F06-92B7-E48A-E49A47F1738D}"/>
              </a:ext>
            </a:extLst>
          </p:cNvPr>
          <p:cNvSpPr txBox="1"/>
          <p:nvPr/>
        </p:nvSpPr>
        <p:spPr>
          <a:xfrm>
            <a:off x="530225" y="1368425"/>
            <a:ext cx="4083050" cy="492125"/>
          </a:xfrm>
          <a:prstGeom prst="rect">
            <a:avLst/>
          </a:prstGeom>
          <a:solidFill>
            <a:schemeClr val="accent3">
              <a:lumMod val="20000"/>
              <a:lumOff val="80000"/>
            </a:schemeClr>
          </a:solid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26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a:t>
            </a:r>
            <a:r>
              <a:rPr kumimoji="1" lang="zh-TW" altLang="zh-TW" sz="26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居家安全服務</a:t>
            </a:r>
            <a:r>
              <a:rPr kumimoji="0" lang="zh-TW" altLang="en-US" sz="26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a:t>
            </a:r>
            <a:endParaRPr kumimoji="0" lang="en-US" altLang="zh-TW" sz="26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endParaRPr>
          </a:p>
        </p:txBody>
      </p:sp>
      <p:pic>
        <p:nvPicPr>
          <p:cNvPr id="83972" name="Picture 2" descr="P1210455">
            <a:extLst>
              <a:ext uri="{FF2B5EF4-FFF2-40B4-BE49-F238E27FC236}">
                <a16:creationId xmlns:a16="http://schemas.microsoft.com/office/drawing/2014/main" id="{E37280CC-E9AD-3D68-A98C-8E1687ACF12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87900" y="1860550"/>
            <a:ext cx="3816350" cy="214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973" name="Picture 3" descr="22611">
            <a:extLst>
              <a:ext uri="{FF2B5EF4-FFF2-40B4-BE49-F238E27FC236}">
                <a16:creationId xmlns:a16="http://schemas.microsoft.com/office/drawing/2014/main" id="{4BA3ADED-3BD6-7F73-0DBF-EBE304F8011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850" y="1860550"/>
            <a:ext cx="3960813" cy="2228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974" name="Picture 4" descr="22612">
            <a:extLst>
              <a:ext uri="{FF2B5EF4-FFF2-40B4-BE49-F238E27FC236}">
                <a16:creationId xmlns:a16="http://schemas.microsoft.com/office/drawing/2014/main" id="{02038B4B-6A03-9481-B289-0583138D4DF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87900" y="4200525"/>
            <a:ext cx="3890963" cy="218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975" name="Picture 5" descr="DSCN2812">
            <a:extLst>
              <a:ext uri="{FF2B5EF4-FFF2-40B4-BE49-F238E27FC236}">
                <a16:creationId xmlns:a16="http://schemas.microsoft.com/office/drawing/2014/main" id="{F5406C16-2D49-D1B5-04A8-2EA3C8DD910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8192"/>
          <a:stretch>
            <a:fillRect/>
          </a:stretch>
        </p:blipFill>
        <p:spPr bwMode="auto">
          <a:xfrm>
            <a:off x="530225" y="4200525"/>
            <a:ext cx="3416300" cy="2354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sp>
        <p:nvSpPr>
          <p:cNvPr id="83971" name="內容版面配置區 2"/>
          <p:cNvSpPr>
            <a:spLocks noGrp="1"/>
          </p:cNvSpPr>
          <p:nvPr>
            <p:ph idx="1"/>
          </p:nvPr>
        </p:nvSpPr>
        <p:spPr>
          <a:xfrm>
            <a:off x="395288" y="981075"/>
            <a:ext cx="8229600" cy="5410200"/>
          </a:xfrm>
        </p:spPr>
        <p:txBody>
          <a:bodyPr/>
          <a:lstStyle/>
          <a:p>
            <a:pPr marL="0" indent="0">
              <a:spcBef>
                <a:spcPts val="300"/>
              </a:spcBef>
              <a:spcAft>
                <a:spcPts val="300"/>
              </a:spcAft>
              <a:buFont typeface="Wingdings" pitchFamily="2" charset="2"/>
              <a:buNone/>
            </a:pPr>
            <a:r>
              <a:rPr lang="en-US" altLang="zh-TW" sz="2800" b="1">
                <a:latin typeface="標楷體" pitchFamily="65" charset="-120"/>
                <a:ea typeface="超研澤粗楷" pitchFamily="49" charset="-120"/>
              </a:rPr>
              <a:t>(</a:t>
            </a:r>
            <a:r>
              <a:rPr lang="zh-TW" altLang="zh-TW" sz="2800" b="1">
                <a:latin typeface="Times New Roman" pitchFamily="18" charset="0"/>
                <a:ea typeface="標楷體" pitchFamily="65" charset="-120"/>
              </a:rPr>
              <a:t>一</a:t>
            </a:r>
            <a:r>
              <a:rPr lang="en-US" altLang="zh-TW" sz="2800" b="1">
                <a:latin typeface="Times New Roman" pitchFamily="18" charset="0"/>
                <a:ea typeface="標楷體" pitchFamily="65" charset="-120"/>
              </a:rPr>
              <a:t>)</a:t>
            </a:r>
            <a:r>
              <a:rPr lang="zh-TW" altLang="zh-TW" sz="2800" b="1">
                <a:latin typeface="Times New Roman" pitchFamily="18" charset="0"/>
                <a:ea typeface="標楷體" pitchFamily="65" charset="-120"/>
              </a:rPr>
              <a:t>、老人福利</a:t>
            </a:r>
            <a:r>
              <a:rPr lang="en-US" altLang="zh-TW" sz="2800" b="1">
                <a:latin typeface="Times New Roman" pitchFamily="18" charset="0"/>
                <a:ea typeface="標楷體" pitchFamily="65" charset="-120"/>
              </a:rPr>
              <a:t>-</a:t>
            </a:r>
            <a:r>
              <a:rPr lang="zh-TW" altLang="zh-TW" sz="2800" b="1">
                <a:ea typeface="標楷體" pitchFamily="65" charset="-120"/>
              </a:rPr>
              <a:t>金點轉動據點幸福升級</a:t>
            </a:r>
            <a:endParaRPr lang="en-US" altLang="zh-TW" sz="2800" b="1">
              <a:ea typeface="標楷體" pitchFamily="65" charset="-120"/>
            </a:endParaRPr>
          </a:p>
          <a:p>
            <a:pPr marL="0" indent="0">
              <a:buFont typeface="Wingdings" pitchFamily="2" charset="2"/>
              <a:buNone/>
            </a:pPr>
            <a:endParaRPr lang="zh-TW" altLang="zh-TW" sz="2400">
              <a:latin typeface="Times New Roman" pitchFamily="18" charset="0"/>
              <a:ea typeface="超研澤粗楷" pitchFamily="49" charset="-120"/>
            </a:endParaRPr>
          </a:p>
          <a:p>
            <a:pPr marL="0" indent="0">
              <a:buFont typeface="Wingdings" pitchFamily="2" charset="2"/>
              <a:buNone/>
            </a:pPr>
            <a:endParaRPr lang="zh-TW" altLang="en-US">
              <a:ea typeface="新細明體" pitchFamily="18" charset="-120"/>
            </a:endParaRPr>
          </a:p>
        </p:txBody>
      </p:sp>
      <p:graphicFrame>
        <p:nvGraphicFramePr>
          <p:cNvPr id="2" name="表格 1"/>
          <p:cNvGraphicFramePr>
            <a:graphicFrameLocks noGrp="1"/>
          </p:cNvGraphicFramePr>
          <p:nvPr/>
        </p:nvGraphicFramePr>
        <p:xfrm>
          <a:off x="323850" y="1592263"/>
          <a:ext cx="8497888" cy="5102670"/>
        </p:xfrm>
        <a:graphic>
          <a:graphicData uri="http://schemas.openxmlformats.org/drawingml/2006/table">
            <a:tbl>
              <a:tblPr firstRow="1" firstCol="1" lastRow="1" lastCol="1" bandRow="1" bandCol="1">
                <a:tableStyleId>{5C22544A-7EE6-4342-B048-85BDC9FD1C3A}</a:tableStyleId>
              </a:tblPr>
              <a:tblGrid>
                <a:gridCol w="714408">
                  <a:extLst>
                    <a:ext uri="{9D8B030D-6E8A-4147-A177-3AD203B41FA5}">
                      <a16:colId xmlns:a16="http://schemas.microsoft.com/office/drawing/2014/main" val="20000"/>
                    </a:ext>
                  </a:extLst>
                </a:gridCol>
                <a:gridCol w="1302040">
                  <a:extLst>
                    <a:ext uri="{9D8B030D-6E8A-4147-A177-3AD203B41FA5}">
                      <a16:colId xmlns:a16="http://schemas.microsoft.com/office/drawing/2014/main" val="20001"/>
                    </a:ext>
                  </a:extLst>
                </a:gridCol>
                <a:gridCol w="3960880">
                  <a:extLst>
                    <a:ext uri="{9D8B030D-6E8A-4147-A177-3AD203B41FA5}">
                      <a16:colId xmlns:a16="http://schemas.microsoft.com/office/drawing/2014/main" val="20002"/>
                    </a:ext>
                  </a:extLst>
                </a:gridCol>
                <a:gridCol w="2520560">
                  <a:extLst>
                    <a:ext uri="{9D8B030D-6E8A-4147-A177-3AD203B41FA5}">
                      <a16:colId xmlns:a16="http://schemas.microsoft.com/office/drawing/2014/main" val="20003"/>
                    </a:ext>
                  </a:extLst>
                </a:gridCol>
              </a:tblGrid>
              <a:tr h="398780">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執行期程</a:t>
                      </a:r>
                    </a:p>
                  </a:txBody>
                  <a:tcPr marL="68588" marR="68588"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執行項目</a:t>
                      </a:r>
                    </a:p>
                  </a:txBody>
                  <a:tcPr marL="68588" marR="68588" marT="0" marB="0" anchor="ctr">
                    <a:solidFill>
                      <a:schemeClr val="accent4">
                        <a:lumMod val="75000"/>
                        <a:lumOff val="25000"/>
                      </a:schemeClr>
                    </a:solidFill>
                  </a:tcPr>
                </a:tc>
                <a:tc>
                  <a:txBody>
                    <a:bodyPr/>
                    <a:lstStyle/>
                    <a:p>
                      <a:pPr indent="356235"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執行方式與規劃</a:t>
                      </a:r>
                    </a:p>
                  </a:txBody>
                  <a:tcPr marL="68588" marR="68588"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活動講師</a:t>
                      </a:r>
                    </a:p>
                  </a:txBody>
                  <a:tcPr marL="68588" marR="68588" marT="0" marB="0" anchor="ctr">
                    <a:solidFill>
                      <a:schemeClr val="accent4">
                        <a:lumMod val="75000"/>
                        <a:lumOff val="25000"/>
                      </a:schemeClr>
                    </a:solidFill>
                  </a:tcPr>
                </a:tc>
                <a:extLst>
                  <a:ext uri="{0D108BD9-81ED-4DB2-BD59-A6C34878D82A}">
                    <a16:rowId xmlns:a16="http://schemas.microsoft.com/office/drawing/2014/main" val="10000"/>
                  </a:ext>
                </a:extLst>
              </a:tr>
              <a:tr h="3257561">
                <a:tc>
                  <a:txBody>
                    <a:bodyPr/>
                    <a:lstStyle/>
                    <a:p>
                      <a:pPr algn="ctr">
                        <a:lnSpc>
                          <a:spcPts val="2000"/>
                        </a:lnSpc>
                        <a:spcAft>
                          <a:spcPts val="0"/>
                        </a:spcAft>
                        <a:tabLst>
                          <a:tab pos="381000" algn="l"/>
                        </a:tabLst>
                      </a:pPr>
                      <a:r>
                        <a:rPr lang="en-US" sz="2000" b="0" kern="100" dirty="0">
                          <a:solidFill>
                            <a:schemeClr val="bg2">
                              <a:lumMod val="10000"/>
                            </a:schemeClr>
                          </a:solidFill>
                          <a:effectLst/>
                          <a:latin typeface="標楷體"/>
                          <a:ea typeface="超研澤粗楷"/>
                        </a:rPr>
                        <a:t>3-9</a:t>
                      </a:r>
                      <a:r>
                        <a:rPr lang="zh-TW" sz="2000" b="0" kern="100" dirty="0">
                          <a:solidFill>
                            <a:schemeClr val="bg2">
                              <a:lumMod val="10000"/>
                            </a:schemeClr>
                          </a:solidFill>
                          <a:effectLst/>
                          <a:latin typeface="Times New Roman"/>
                          <a:ea typeface="標楷體"/>
                        </a:rPr>
                        <a:t>月</a:t>
                      </a:r>
                      <a:endParaRPr lang="zh-TW" sz="2000" b="0" kern="100" dirty="0">
                        <a:solidFill>
                          <a:schemeClr val="bg2">
                            <a:lumMod val="10000"/>
                          </a:schemeClr>
                        </a:solidFill>
                        <a:effectLst/>
                        <a:latin typeface="Times New Roman"/>
                        <a:ea typeface="超研澤粗楷"/>
                      </a:endParaRPr>
                    </a:p>
                  </a:txBody>
                  <a:tcPr marL="68588" marR="68588" marT="0" marB="0" anchor="ctr">
                    <a:solidFill>
                      <a:schemeClr val="accent6">
                        <a:lumMod val="20000"/>
                        <a:lumOff val="80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Times New Roman"/>
                          <a:ea typeface="標楷體"/>
                        </a:rPr>
                        <a:t>樂齡學堂</a:t>
                      </a:r>
                      <a:endParaRPr lang="zh-TW" sz="2000" b="0" kern="100" dirty="0">
                        <a:solidFill>
                          <a:schemeClr val="bg2">
                            <a:lumMod val="10000"/>
                          </a:schemeClr>
                        </a:solidFill>
                        <a:effectLst/>
                        <a:latin typeface="Times New Roman"/>
                        <a:ea typeface="超研澤粗楷"/>
                      </a:endParaRPr>
                    </a:p>
                  </a:txBody>
                  <a:tcPr marL="68588" marR="68588" marT="0" marB="0" anchor="ctr">
                    <a:solidFill>
                      <a:schemeClr val="accent6">
                        <a:lumMod val="20000"/>
                        <a:lumOff val="80000"/>
                      </a:schemeClr>
                    </a:solidFill>
                  </a:tcPr>
                </a:tc>
                <a:tc>
                  <a:txBody>
                    <a:bodyPr/>
                    <a:lstStyle/>
                    <a:p>
                      <a:pPr marL="0" lvl="0" indent="0" algn="just">
                        <a:lnSpc>
                          <a:spcPts val="2800"/>
                        </a:lnSpc>
                        <a:spcAft>
                          <a:spcPts val="0"/>
                        </a:spcAft>
                        <a:buFont typeface="+mj-lt"/>
                        <a:buNone/>
                      </a:pPr>
                      <a:r>
                        <a:rPr lang="zh-TW" sz="1800" b="1" kern="100" dirty="0">
                          <a:solidFill>
                            <a:schemeClr val="bg2">
                              <a:lumMod val="10000"/>
                            </a:schemeClr>
                          </a:solidFill>
                          <a:effectLst/>
                          <a:latin typeface="Times New Roman"/>
                          <a:ea typeface="標楷體"/>
                        </a:rPr>
                        <a:t>本課程以新辦及試辦關懷據點之中崎社區、桂林社區及和興社區為主</a:t>
                      </a:r>
                      <a:r>
                        <a:rPr lang="zh-TW" sz="1800" b="0" kern="100" dirty="0">
                          <a:solidFill>
                            <a:schemeClr val="bg2">
                              <a:lumMod val="10000"/>
                            </a:schemeClr>
                          </a:solidFill>
                          <a:effectLst/>
                          <a:latin typeface="Times New Roman"/>
                          <a:ea typeface="標楷體"/>
                        </a:rPr>
                        <a:t>，安排老師至社區帶領長輩體適能及預防失智、失能、防跌倒等健康活化活動課程</a:t>
                      </a:r>
                      <a:r>
                        <a:rPr lang="zh-TW" altLang="en-US" sz="1800" b="0" kern="100" dirty="0">
                          <a:solidFill>
                            <a:schemeClr val="bg2">
                              <a:lumMod val="10000"/>
                            </a:schemeClr>
                          </a:solidFill>
                          <a:effectLst/>
                          <a:latin typeface="Times New Roman"/>
                          <a:ea typeface="標楷體"/>
                        </a:rPr>
                        <a:t>。</a:t>
                      </a:r>
                      <a:r>
                        <a:rPr lang="zh-TW" sz="1800" b="0" kern="100" dirty="0">
                          <a:solidFill>
                            <a:schemeClr val="bg2">
                              <a:lumMod val="10000"/>
                            </a:schemeClr>
                          </a:solidFill>
                          <a:effectLst/>
                          <a:latin typeface="Times New Roman"/>
                          <a:ea typeface="標楷體"/>
                        </a:rPr>
                        <a:t>本計畫</a:t>
                      </a:r>
                      <a:r>
                        <a:rPr lang="zh-TW" sz="1800" b="1" kern="100" dirty="0">
                          <a:solidFill>
                            <a:schemeClr val="bg2">
                              <a:lumMod val="10000"/>
                            </a:schemeClr>
                          </a:solidFill>
                          <a:effectLst/>
                          <a:latin typeface="Times New Roman"/>
                          <a:ea typeface="標楷體"/>
                        </a:rPr>
                        <a:t>資源連結竹山鎮樂齡學習中心安排運動保健講座</a:t>
                      </a:r>
                      <a:r>
                        <a:rPr lang="en-US" sz="1800" b="0" kern="100" dirty="0">
                          <a:solidFill>
                            <a:schemeClr val="bg2">
                              <a:lumMod val="10000"/>
                            </a:schemeClr>
                          </a:solidFill>
                          <a:effectLst/>
                          <a:latin typeface="Times New Roman"/>
                          <a:ea typeface="標楷體"/>
                        </a:rPr>
                        <a:t>(</a:t>
                      </a:r>
                      <a:r>
                        <a:rPr lang="zh-TW" sz="1800" b="0" kern="100" dirty="0">
                          <a:solidFill>
                            <a:schemeClr val="bg2">
                              <a:lumMod val="10000"/>
                            </a:schemeClr>
                          </a:solidFill>
                          <a:effectLst/>
                          <a:latin typeface="Times New Roman"/>
                          <a:ea typeface="標楷體"/>
                        </a:rPr>
                        <a:t>如認識老年常見疾病、營養常識、心理健康、健康知識、健康老化</a:t>
                      </a:r>
                      <a:r>
                        <a:rPr lang="en-US" sz="1800" b="0" kern="100" dirty="0">
                          <a:solidFill>
                            <a:schemeClr val="bg2">
                              <a:lumMod val="10000"/>
                            </a:schemeClr>
                          </a:solidFill>
                          <a:effectLst/>
                          <a:latin typeface="Times New Roman"/>
                          <a:ea typeface="標楷體"/>
                        </a:rPr>
                        <a:t>)</a:t>
                      </a:r>
                      <a:r>
                        <a:rPr lang="zh-TW" sz="1800" b="0" kern="100" dirty="0">
                          <a:solidFill>
                            <a:schemeClr val="bg2">
                              <a:lumMod val="10000"/>
                            </a:schemeClr>
                          </a:solidFill>
                          <a:effectLst/>
                          <a:latin typeface="Times New Roman"/>
                          <a:ea typeface="標楷體"/>
                        </a:rPr>
                        <a:t>等講座，讓長輩更加認識運動保健等知識</a:t>
                      </a:r>
                      <a:r>
                        <a:rPr lang="en-US" sz="1800" b="1" kern="100" dirty="0">
                          <a:solidFill>
                            <a:schemeClr val="bg2">
                              <a:lumMod val="10000"/>
                            </a:schemeClr>
                          </a:solidFill>
                          <a:effectLst/>
                          <a:latin typeface="Times New Roman"/>
                          <a:ea typeface="標楷體"/>
                        </a:rPr>
                        <a:t>(</a:t>
                      </a:r>
                      <a:r>
                        <a:rPr lang="zh-TW" sz="1800" b="1" kern="100" dirty="0">
                          <a:solidFill>
                            <a:schemeClr val="bg2">
                              <a:lumMod val="10000"/>
                            </a:schemeClr>
                          </a:solidFill>
                          <a:effectLst/>
                          <a:latin typeface="Times New Roman"/>
                          <a:ea typeface="標楷體"/>
                        </a:rPr>
                        <a:t>安排於中崎社區、和興社區、桂林社區各</a:t>
                      </a:r>
                      <a:r>
                        <a:rPr lang="en-US" sz="1800" b="1" kern="100" dirty="0">
                          <a:solidFill>
                            <a:schemeClr val="bg2">
                              <a:lumMod val="10000"/>
                            </a:schemeClr>
                          </a:solidFill>
                          <a:effectLst/>
                          <a:latin typeface="Times New Roman"/>
                          <a:ea typeface="標楷體"/>
                        </a:rPr>
                        <a:t>20</a:t>
                      </a:r>
                      <a:r>
                        <a:rPr lang="zh-TW" sz="1800" b="1" kern="100" dirty="0">
                          <a:solidFill>
                            <a:schemeClr val="bg2">
                              <a:lumMod val="10000"/>
                            </a:schemeClr>
                          </a:solidFill>
                          <a:effectLst/>
                          <a:latin typeface="Times New Roman"/>
                          <a:ea typeface="標楷體"/>
                        </a:rPr>
                        <a:t>節課程，計</a:t>
                      </a:r>
                      <a:r>
                        <a:rPr lang="en-US" sz="1800" b="1" kern="100" dirty="0">
                          <a:solidFill>
                            <a:schemeClr val="bg2">
                              <a:lumMod val="10000"/>
                            </a:schemeClr>
                          </a:solidFill>
                          <a:effectLst/>
                          <a:latin typeface="Times New Roman"/>
                          <a:ea typeface="標楷體"/>
                        </a:rPr>
                        <a:t>60</a:t>
                      </a:r>
                      <a:r>
                        <a:rPr lang="zh-TW" sz="1800" b="1" kern="100" dirty="0">
                          <a:solidFill>
                            <a:schemeClr val="bg2">
                              <a:lumMod val="10000"/>
                            </a:schemeClr>
                          </a:solidFill>
                          <a:effectLst/>
                          <a:latin typeface="Times New Roman"/>
                          <a:ea typeface="標楷體"/>
                        </a:rPr>
                        <a:t>節</a:t>
                      </a:r>
                      <a:r>
                        <a:rPr lang="en-US" sz="1800" b="1" kern="100" dirty="0">
                          <a:solidFill>
                            <a:schemeClr val="bg2">
                              <a:lumMod val="10000"/>
                            </a:schemeClr>
                          </a:solidFill>
                          <a:effectLst/>
                          <a:latin typeface="Times New Roman"/>
                          <a:ea typeface="標楷體"/>
                        </a:rPr>
                        <a:t>)</a:t>
                      </a:r>
                      <a:r>
                        <a:rPr lang="zh-TW" sz="1800" b="1" kern="100" dirty="0">
                          <a:solidFill>
                            <a:schemeClr val="bg2">
                              <a:lumMod val="10000"/>
                            </a:schemeClr>
                          </a:solidFill>
                          <a:effectLst/>
                          <a:latin typeface="Times New Roman"/>
                          <a:ea typeface="標楷體"/>
                        </a:rPr>
                        <a:t>。</a:t>
                      </a:r>
                      <a:endParaRPr lang="zh-TW" sz="1800" b="1" kern="100" dirty="0">
                        <a:solidFill>
                          <a:schemeClr val="bg2">
                            <a:lumMod val="10000"/>
                          </a:schemeClr>
                        </a:solidFill>
                        <a:effectLst/>
                        <a:latin typeface="Times New Roman"/>
                        <a:ea typeface="超研澤粗楷"/>
                      </a:endParaRPr>
                    </a:p>
                    <a:p>
                      <a:pPr marL="3810" algn="just">
                        <a:lnSpc>
                          <a:spcPts val="2000"/>
                        </a:lnSpc>
                        <a:spcAft>
                          <a:spcPts val="0"/>
                        </a:spcAft>
                      </a:pPr>
                      <a:r>
                        <a:rPr lang="en-US" sz="2000" b="1" kern="100" dirty="0">
                          <a:solidFill>
                            <a:schemeClr val="bg2">
                              <a:lumMod val="10000"/>
                            </a:schemeClr>
                          </a:solidFill>
                          <a:effectLst/>
                          <a:latin typeface="標楷體"/>
                          <a:ea typeface="超研澤粗楷"/>
                        </a:rPr>
                        <a:t> </a:t>
                      </a:r>
                      <a:endParaRPr lang="zh-TW" sz="2000" b="1" kern="100" dirty="0">
                        <a:solidFill>
                          <a:schemeClr val="bg2">
                            <a:lumMod val="10000"/>
                          </a:schemeClr>
                        </a:solidFill>
                        <a:effectLst/>
                        <a:latin typeface="Times New Roman"/>
                        <a:ea typeface="超研澤粗楷"/>
                      </a:endParaRPr>
                    </a:p>
                  </a:txBody>
                  <a:tcPr marL="68588" marR="68588" marT="0" marB="0">
                    <a:solidFill>
                      <a:schemeClr val="accent6">
                        <a:lumMod val="20000"/>
                        <a:lumOff val="80000"/>
                      </a:schemeClr>
                    </a:solidFill>
                  </a:tcPr>
                </a:tc>
                <a:tc>
                  <a:txBody>
                    <a:bodyPr/>
                    <a:lstStyle/>
                    <a:p>
                      <a:pPr marL="3810" algn="just">
                        <a:lnSpc>
                          <a:spcPts val="2600"/>
                        </a:lnSpc>
                        <a:spcAft>
                          <a:spcPts val="0"/>
                        </a:spcAft>
                      </a:pPr>
                      <a:r>
                        <a:rPr lang="zh-TW" sz="1800" b="0" kern="100" dirty="0">
                          <a:solidFill>
                            <a:schemeClr val="bg2">
                              <a:lumMod val="10000"/>
                            </a:schemeClr>
                          </a:solidFill>
                          <a:effectLst/>
                          <a:latin typeface="Times New Roman"/>
                          <a:ea typeface="標楷體"/>
                        </a:rPr>
                        <a:t>專業老師：</a:t>
                      </a:r>
                      <a:endParaRPr lang="zh-TW" sz="1800" b="0" kern="100" dirty="0">
                        <a:solidFill>
                          <a:schemeClr val="bg2">
                            <a:lumMod val="10000"/>
                          </a:schemeClr>
                        </a:solidFill>
                        <a:effectLst/>
                        <a:latin typeface="Times New Roman"/>
                        <a:ea typeface="超研澤粗楷"/>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阮登科老師</a:t>
                      </a:r>
                      <a:endParaRPr lang="zh-TW" sz="1800" b="0" kern="100" dirty="0">
                        <a:solidFill>
                          <a:schemeClr val="bg2">
                            <a:lumMod val="10000"/>
                          </a:schemeClr>
                        </a:solidFill>
                        <a:effectLst/>
                        <a:latin typeface="Times New Roman"/>
                        <a:ea typeface="超研澤粗楷"/>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蕭淑珍老師</a:t>
                      </a:r>
                      <a:endParaRPr lang="zh-TW" sz="1800" b="0" kern="100" dirty="0">
                        <a:solidFill>
                          <a:schemeClr val="bg2">
                            <a:lumMod val="10000"/>
                          </a:schemeClr>
                        </a:solidFill>
                        <a:effectLst/>
                        <a:latin typeface="Times New Roman"/>
                        <a:ea typeface="超研澤粗楷"/>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楊靜文老師</a:t>
                      </a:r>
                      <a:endParaRPr lang="zh-TW" sz="1800" b="0" kern="100" dirty="0">
                        <a:solidFill>
                          <a:schemeClr val="bg2">
                            <a:lumMod val="10000"/>
                          </a:schemeClr>
                        </a:solidFill>
                        <a:effectLst/>
                        <a:latin typeface="Times New Roman"/>
                        <a:ea typeface="超研澤粗楷"/>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及等同師資</a:t>
                      </a:r>
                      <a:endParaRPr lang="zh-TW" sz="1800" b="0" kern="100" dirty="0">
                        <a:solidFill>
                          <a:schemeClr val="bg2">
                            <a:lumMod val="10000"/>
                          </a:schemeClr>
                        </a:solidFill>
                        <a:effectLst/>
                        <a:latin typeface="Times New Roman"/>
                        <a:ea typeface="超研澤粗楷"/>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實務老師</a:t>
                      </a:r>
                      <a:r>
                        <a:rPr lang="en-US" sz="1800" b="0" kern="100" dirty="0">
                          <a:solidFill>
                            <a:schemeClr val="bg2">
                              <a:lumMod val="10000"/>
                            </a:schemeClr>
                          </a:solidFill>
                          <a:effectLst/>
                          <a:latin typeface="Times New Roman"/>
                          <a:ea typeface="標楷體"/>
                        </a:rPr>
                        <a:t>(</a:t>
                      </a:r>
                      <a:r>
                        <a:rPr lang="zh-TW" sz="1800" b="0" kern="100" dirty="0">
                          <a:solidFill>
                            <a:schemeClr val="bg2">
                              <a:lumMod val="10000"/>
                            </a:schemeClr>
                          </a:solidFill>
                          <a:effectLst/>
                          <a:latin typeface="Times New Roman"/>
                          <a:ea typeface="標楷體"/>
                        </a:rPr>
                        <a:t>跨社區</a:t>
                      </a:r>
                      <a:r>
                        <a:rPr lang="en-US" sz="1800" b="0" kern="100" dirty="0">
                          <a:solidFill>
                            <a:schemeClr val="bg2">
                              <a:lumMod val="10000"/>
                            </a:schemeClr>
                          </a:solidFill>
                          <a:effectLst/>
                          <a:latin typeface="Times New Roman"/>
                          <a:ea typeface="標楷體"/>
                        </a:rPr>
                        <a:t>)</a:t>
                      </a:r>
                      <a:r>
                        <a:rPr lang="zh-TW" sz="1800" b="0" kern="100" dirty="0">
                          <a:solidFill>
                            <a:schemeClr val="bg2">
                              <a:lumMod val="10000"/>
                            </a:schemeClr>
                          </a:solidFill>
                          <a:effectLst/>
                          <a:latin typeface="Times New Roman"/>
                          <a:ea typeface="標楷體"/>
                        </a:rPr>
                        <a:t>：</a:t>
                      </a:r>
                      <a:endParaRPr lang="zh-TW" sz="1800" b="0" kern="100" dirty="0">
                        <a:solidFill>
                          <a:schemeClr val="bg2">
                            <a:lumMod val="10000"/>
                          </a:schemeClr>
                        </a:solidFill>
                        <a:effectLst/>
                        <a:latin typeface="Times New Roman"/>
                        <a:ea typeface="超研澤粗楷"/>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楊麗娜理事長</a:t>
                      </a:r>
                      <a:endParaRPr lang="zh-TW" sz="1800" b="0" kern="100" dirty="0">
                        <a:solidFill>
                          <a:schemeClr val="bg2">
                            <a:lumMod val="10000"/>
                          </a:schemeClr>
                        </a:solidFill>
                        <a:effectLst/>
                        <a:latin typeface="Times New Roman"/>
                        <a:ea typeface="超研澤粗楷"/>
                      </a:endParaRPr>
                    </a:p>
                    <a:p>
                      <a:pPr algn="just">
                        <a:lnSpc>
                          <a:spcPts val="2600"/>
                        </a:lnSpc>
                        <a:spcAft>
                          <a:spcPts val="0"/>
                        </a:spcAft>
                      </a:pPr>
                      <a:r>
                        <a:rPr lang="zh-TW" sz="1800" b="0" kern="100" dirty="0">
                          <a:solidFill>
                            <a:schemeClr val="bg2">
                              <a:lumMod val="10000"/>
                            </a:schemeClr>
                          </a:solidFill>
                          <a:effectLst/>
                          <a:latin typeface="Times New Roman"/>
                          <a:ea typeface="標楷體"/>
                        </a:rPr>
                        <a:t>曾雪芳總幹事</a:t>
                      </a:r>
                      <a:endParaRPr lang="zh-TW" sz="1800" b="0" kern="100" dirty="0">
                        <a:solidFill>
                          <a:schemeClr val="bg2">
                            <a:lumMod val="10000"/>
                          </a:schemeClr>
                        </a:solidFill>
                        <a:effectLst/>
                        <a:latin typeface="Times New Roman"/>
                        <a:ea typeface="超研澤粗楷"/>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專業團隊：</a:t>
                      </a:r>
                      <a:endParaRPr lang="en-US" altLang="zh-TW" sz="1800" b="0" kern="100" dirty="0">
                        <a:solidFill>
                          <a:schemeClr val="bg2">
                            <a:lumMod val="10000"/>
                          </a:schemeClr>
                        </a:solidFill>
                        <a:effectLst/>
                        <a:latin typeface="Times New Roman"/>
                        <a:ea typeface="標楷體"/>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大旗艦社區夥伴、</a:t>
                      </a:r>
                      <a:endParaRPr lang="en-US" altLang="zh-TW" sz="1800" b="0" kern="100" dirty="0">
                        <a:solidFill>
                          <a:schemeClr val="bg2">
                            <a:lumMod val="10000"/>
                          </a:schemeClr>
                        </a:solidFill>
                        <a:effectLst/>
                        <a:latin typeface="Times New Roman"/>
                        <a:ea typeface="標楷體"/>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南投縣政府、</a:t>
                      </a:r>
                      <a:endParaRPr lang="en-US" altLang="zh-TW" sz="1800" b="0" kern="100" dirty="0">
                        <a:solidFill>
                          <a:schemeClr val="bg2">
                            <a:lumMod val="10000"/>
                          </a:schemeClr>
                        </a:solidFill>
                        <a:effectLst/>
                        <a:latin typeface="Times New Roman"/>
                        <a:ea typeface="標楷體"/>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竹山鎮公所、</a:t>
                      </a:r>
                      <a:endParaRPr lang="en-US" altLang="zh-TW" sz="1800" b="0" kern="100" dirty="0">
                        <a:solidFill>
                          <a:schemeClr val="bg2">
                            <a:lumMod val="10000"/>
                          </a:schemeClr>
                        </a:solidFill>
                        <a:effectLst/>
                        <a:latin typeface="Times New Roman"/>
                        <a:ea typeface="標楷體"/>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竹山秀傳醫院、</a:t>
                      </a:r>
                      <a:endParaRPr lang="en-US" altLang="zh-TW" sz="1800" b="0" kern="100" dirty="0">
                        <a:solidFill>
                          <a:schemeClr val="bg2">
                            <a:lumMod val="10000"/>
                          </a:schemeClr>
                        </a:solidFill>
                        <a:effectLst/>
                        <a:latin typeface="Times New Roman"/>
                        <a:ea typeface="標楷體"/>
                      </a:endParaRPr>
                    </a:p>
                    <a:p>
                      <a:pPr marL="3810" algn="just">
                        <a:lnSpc>
                          <a:spcPts val="2600"/>
                        </a:lnSpc>
                        <a:spcAft>
                          <a:spcPts val="0"/>
                        </a:spcAft>
                      </a:pPr>
                      <a:r>
                        <a:rPr lang="zh-TW" sz="1800" b="0" kern="100" dirty="0">
                          <a:solidFill>
                            <a:schemeClr val="bg2">
                              <a:lumMod val="10000"/>
                            </a:schemeClr>
                          </a:solidFill>
                          <a:effectLst/>
                          <a:latin typeface="Times New Roman"/>
                          <a:ea typeface="標楷體"/>
                        </a:rPr>
                        <a:t>竹山鎮樂齡學習中心</a:t>
                      </a:r>
                      <a:endParaRPr lang="zh-TW" sz="1800" b="0" kern="100" dirty="0">
                        <a:solidFill>
                          <a:schemeClr val="bg2">
                            <a:lumMod val="10000"/>
                          </a:schemeClr>
                        </a:solidFill>
                        <a:effectLst/>
                        <a:latin typeface="Times New Roman"/>
                        <a:ea typeface="超研澤粗楷"/>
                      </a:endParaRPr>
                    </a:p>
                  </a:txBody>
                  <a:tcPr marL="68588" marR="68588" marT="0" marB="0">
                    <a:solidFill>
                      <a:schemeClr val="accent6">
                        <a:lumMod val="20000"/>
                        <a:lumOff val="80000"/>
                      </a:schemeClr>
                    </a:solidFill>
                  </a:tcPr>
                </a:tc>
                <a:extLst>
                  <a:ext uri="{0D108BD9-81ED-4DB2-BD59-A6C34878D82A}">
                    <a16:rowId xmlns:a16="http://schemas.microsoft.com/office/drawing/2014/main" val="10001"/>
                  </a:ext>
                </a:extLst>
              </a:tr>
            </a:tbl>
          </a:graphicData>
        </a:graphic>
      </p:graphicFrame>
      <p:pic>
        <p:nvPicPr>
          <p:cNvPr id="3" name="圖片 2"/>
          <p:cNvPicPr>
            <a:picLocks noChangeAspect="1"/>
          </p:cNvPicPr>
          <p:nvPr/>
        </p:nvPicPr>
        <p:blipFill rotWithShape="1">
          <a:blip r:embed="rId2"/>
          <a:srcRect t="18185" r="5300" b="7167"/>
          <a:stretch/>
        </p:blipFill>
        <p:spPr>
          <a:xfrm>
            <a:off x="144007" y="5301208"/>
            <a:ext cx="2137665" cy="947918"/>
          </a:xfrm>
          <a:prstGeom prst="rect">
            <a:avLst/>
          </a:prstGeom>
          <a:ln>
            <a:noFill/>
          </a:ln>
          <a:effectLst>
            <a:softEdge rad="112500"/>
          </a:effectLst>
        </p:spPr>
      </p:pic>
      <p:pic>
        <p:nvPicPr>
          <p:cNvPr id="5" name="圖片 4"/>
          <p:cNvPicPr>
            <a:picLocks noChangeAspect="1"/>
          </p:cNvPicPr>
          <p:nvPr/>
        </p:nvPicPr>
        <p:blipFill rotWithShape="1">
          <a:blip r:embed="rId3" cstate="print">
            <a:extLst>
              <a:ext uri="{28A0092B-C50C-407E-A947-70E740481C1C}">
                <a14:useLocalDpi xmlns:a14="http://schemas.microsoft.com/office/drawing/2010/main" val="0"/>
              </a:ext>
            </a:extLst>
          </a:blip>
          <a:srcRect r="11400"/>
          <a:stretch/>
        </p:blipFill>
        <p:spPr>
          <a:xfrm>
            <a:off x="78968" y="2386600"/>
            <a:ext cx="2267744" cy="1440087"/>
          </a:xfrm>
          <a:prstGeom prst="rect">
            <a:avLst/>
          </a:prstGeom>
          <a:ln>
            <a:noFill/>
          </a:ln>
          <a:effectLst>
            <a:softEdge rad="112500"/>
          </a:effectLst>
        </p:spPr>
      </p:pic>
    </p:spTree>
    <p:extLst>
      <p:ext uri="{BB962C8B-B14F-4D97-AF65-F5344CB8AC3E}">
        <p14:creationId xmlns:p14="http://schemas.microsoft.com/office/powerpoint/2010/main" val="47795402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sp>
        <p:nvSpPr>
          <p:cNvPr id="84995" name="內容版面配置區 2"/>
          <p:cNvSpPr>
            <a:spLocks noGrp="1"/>
          </p:cNvSpPr>
          <p:nvPr>
            <p:ph idx="1"/>
          </p:nvPr>
        </p:nvSpPr>
        <p:spPr>
          <a:xfrm>
            <a:off x="395288" y="836613"/>
            <a:ext cx="8229600" cy="5410200"/>
          </a:xfrm>
        </p:spPr>
        <p:txBody>
          <a:bodyPr/>
          <a:lstStyle/>
          <a:p>
            <a:pPr marL="0" indent="0">
              <a:spcBef>
                <a:spcPts val="300"/>
              </a:spcBef>
              <a:spcAft>
                <a:spcPts val="300"/>
              </a:spcAft>
              <a:buFont typeface="Wingdings" pitchFamily="2" charset="2"/>
              <a:buNone/>
            </a:pPr>
            <a:r>
              <a:rPr lang="en-US" altLang="zh-TW" sz="2800" b="1">
                <a:latin typeface="標楷體" pitchFamily="65" charset="-120"/>
                <a:ea typeface="超研澤粗楷" pitchFamily="49" charset="-120"/>
              </a:rPr>
              <a:t>(</a:t>
            </a:r>
            <a:r>
              <a:rPr lang="zh-TW" altLang="zh-TW" sz="2800" b="1">
                <a:latin typeface="Times New Roman" pitchFamily="18" charset="0"/>
                <a:ea typeface="標楷體" pitchFamily="65" charset="-120"/>
              </a:rPr>
              <a:t>一</a:t>
            </a:r>
            <a:r>
              <a:rPr lang="en-US" altLang="zh-TW" sz="2800" b="1">
                <a:latin typeface="Times New Roman" pitchFamily="18" charset="0"/>
                <a:ea typeface="標楷體" pitchFamily="65" charset="-120"/>
              </a:rPr>
              <a:t>)</a:t>
            </a:r>
            <a:r>
              <a:rPr lang="zh-TW" altLang="zh-TW" sz="2800" b="1">
                <a:latin typeface="Times New Roman" pitchFamily="18" charset="0"/>
                <a:ea typeface="標楷體" pitchFamily="65" charset="-120"/>
              </a:rPr>
              <a:t>、老人福利</a:t>
            </a:r>
            <a:r>
              <a:rPr lang="en-US" altLang="zh-TW" sz="2800" b="1">
                <a:latin typeface="Times New Roman" pitchFamily="18" charset="0"/>
                <a:ea typeface="標楷體" pitchFamily="65" charset="-120"/>
              </a:rPr>
              <a:t>-</a:t>
            </a:r>
            <a:r>
              <a:rPr lang="zh-TW" altLang="zh-TW" sz="2800" b="1">
                <a:ea typeface="標楷體" pitchFamily="65" charset="-120"/>
              </a:rPr>
              <a:t>金點轉動據點幸福升級</a:t>
            </a:r>
            <a:endParaRPr lang="en-US" altLang="zh-TW" sz="2800" b="1">
              <a:ea typeface="標楷體" pitchFamily="65" charset="-120"/>
            </a:endParaRPr>
          </a:p>
          <a:p>
            <a:pPr marL="0" indent="0">
              <a:buFont typeface="Wingdings" pitchFamily="2" charset="2"/>
              <a:buNone/>
            </a:pPr>
            <a:endParaRPr lang="zh-TW" altLang="zh-TW" sz="2400">
              <a:latin typeface="Times New Roman" pitchFamily="18" charset="0"/>
              <a:ea typeface="超研澤粗楷" pitchFamily="49" charset="-120"/>
            </a:endParaRPr>
          </a:p>
          <a:p>
            <a:pPr marL="0" indent="0">
              <a:buFont typeface="Wingdings" pitchFamily="2" charset="2"/>
              <a:buNone/>
            </a:pPr>
            <a:endParaRPr lang="zh-TW" altLang="en-US">
              <a:ea typeface="新細明體" pitchFamily="18" charset="-120"/>
            </a:endParaRPr>
          </a:p>
        </p:txBody>
      </p:sp>
      <p:graphicFrame>
        <p:nvGraphicFramePr>
          <p:cNvPr id="5" name="表格 4"/>
          <p:cNvGraphicFramePr>
            <a:graphicFrameLocks noGrp="1"/>
          </p:cNvGraphicFramePr>
          <p:nvPr/>
        </p:nvGraphicFramePr>
        <p:xfrm>
          <a:off x="539750" y="1400175"/>
          <a:ext cx="8208963" cy="5458206"/>
        </p:xfrm>
        <a:graphic>
          <a:graphicData uri="http://schemas.openxmlformats.org/drawingml/2006/table">
            <a:tbl>
              <a:tblPr firstRow="1" firstCol="1" lastRow="1" lastCol="1" bandRow="1" bandCol="1">
                <a:tableStyleId>{5C22544A-7EE6-4342-B048-85BDC9FD1C3A}</a:tableStyleId>
              </a:tblPr>
              <a:tblGrid>
                <a:gridCol w="714333">
                  <a:extLst>
                    <a:ext uri="{9D8B030D-6E8A-4147-A177-3AD203B41FA5}">
                      <a16:colId xmlns:a16="http://schemas.microsoft.com/office/drawing/2014/main" val="20000"/>
                    </a:ext>
                  </a:extLst>
                </a:gridCol>
                <a:gridCol w="1301903">
                  <a:extLst>
                    <a:ext uri="{9D8B030D-6E8A-4147-A177-3AD203B41FA5}">
                      <a16:colId xmlns:a16="http://schemas.microsoft.com/office/drawing/2014/main" val="20001"/>
                    </a:ext>
                  </a:extLst>
                </a:gridCol>
                <a:gridCol w="3960465">
                  <a:extLst>
                    <a:ext uri="{9D8B030D-6E8A-4147-A177-3AD203B41FA5}">
                      <a16:colId xmlns:a16="http://schemas.microsoft.com/office/drawing/2014/main" val="20002"/>
                    </a:ext>
                  </a:extLst>
                </a:gridCol>
                <a:gridCol w="2232262">
                  <a:extLst>
                    <a:ext uri="{9D8B030D-6E8A-4147-A177-3AD203B41FA5}">
                      <a16:colId xmlns:a16="http://schemas.microsoft.com/office/drawing/2014/main" val="20003"/>
                    </a:ext>
                  </a:extLst>
                </a:gridCol>
              </a:tblGrid>
              <a:tr h="481080">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執行期程</a:t>
                      </a:r>
                    </a:p>
                  </a:txBody>
                  <a:tcPr marL="68580" marR="68580"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執行項目</a:t>
                      </a:r>
                    </a:p>
                  </a:txBody>
                  <a:tcPr marL="68580" marR="68580" marT="0" marB="0" anchor="ctr">
                    <a:solidFill>
                      <a:schemeClr val="accent4">
                        <a:lumMod val="75000"/>
                        <a:lumOff val="25000"/>
                      </a:schemeClr>
                    </a:solidFill>
                  </a:tcPr>
                </a:tc>
                <a:tc>
                  <a:txBody>
                    <a:bodyPr/>
                    <a:lstStyle/>
                    <a:p>
                      <a:pPr indent="356235"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執行方式與規劃</a:t>
                      </a:r>
                    </a:p>
                  </a:txBody>
                  <a:tcPr marL="68580" marR="68580"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活動講師</a:t>
                      </a:r>
                    </a:p>
                  </a:txBody>
                  <a:tcPr marL="68580" marR="68580" marT="0" marB="0" anchor="ctr">
                    <a:solidFill>
                      <a:schemeClr val="accent4">
                        <a:lumMod val="75000"/>
                        <a:lumOff val="25000"/>
                      </a:schemeClr>
                    </a:solidFill>
                  </a:tcPr>
                </a:tc>
                <a:extLst>
                  <a:ext uri="{0D108BD9-81ED-4DB2-BD59-A6C34878D82A}">
                    <a16:rowId xmlns:a16="http://schemas.microsoft.com/office/drawing/2014/main" val="10000"/>
                  </a:ext>
                </a:extLst>
              </a:tr>
              <a:tr h="4660968">
                <a:tc>
                  <a:txBody>
                    <a:bodyPr/>
                    <a:lstStyle/>
                    <a:p>
                      <a:pPr algn="ctr">
                        <a:lnSpc>
                          <a:spcPts val="2000"/>
                        </a:lnSpc>
                        <a:spcAft>
                          <a:spcPts val="0"/>
                        </a:spcAft>
                        <a:tabLst>
                          <a:tab pos="381000" algn="l"/>
                        </a:tabLst>
                      </a:pPr>
                      <a:r>
                        <a:rPr lang="en-US" altLang="zh-TW" sz="1800" b="0" kern="1200" dirty="0">
                          <a:solidFill>
                            <a:schemeClr val="bg2">
                              <a:lumMod val="10000"/>
                            </a:schemeClr>
                          </a:solidFill>
                          <a:effectLst/>
                          <a:latin typeface="標楷體" pitchFamily="65" charset="-120"/>
                          <a:ea typeface="標楷體" pitchFamily="65" charset="-120"/>
                          <a:cs typeface="+mn-cs"/>
                        </a:rPr>
                        <a:t>3-10</a:t>
                      </a:r>
                      <a:r>
                        <a:rPr lang="zh-TW" altLang="zh-TW" sz="1800" b="0" kern="1200" dirty="0">
                          <a:solidFill>
                            <a:schemeClr val="bg2">
                              <a:lumMod val="10000"/>
                            </a:schemeClr>
                          </a:solidFill>
                          <a:effectLst/>
                          <a:latin typeface="標楷體" pitchFamily="65" charset="-120"/>
                          <a:ea typeface="標楷體" pitchFamily="65" charset="-120"/>
                          <a:cs typeface="+mn-cs"/>
                        </a:rPr>
                        <a:t>月</a:t>
                      </a:r>
                      <a:endParaRPr lang="zh-TW" sz="2000" b="0" kern="100" dirty="0">
                        <a:solidFill>
                          <a:schemeClr val="bg2">
                            <a:lumMod val="10000"/>
                          </a:schemeClr>
                        </a:solidFill>
                        <a:effectLst/>
                        <a:latin typeface="標楷體" pitchFamily="65" charset="-120"/>
                        <a:ea typeface="標楷體" pitchFamily="65" charset="-120"/>
                      </a:endParaRPr>
                    </a:p>
                  </a:txBody>
                  <a:tcPr marL="68580" marR="68580" marT="0" marB="0" anchor="ctr">
                    <a:solidFill>
                      <a:schemeClr val="accent6">
                        <a:lumMod val="20000"/>
                        <a:lumOff val="80000"/>
                      </a:schemeClr>
                    </a:solidFill>
                  </a:tcPr>
                </a:tc>
                <a:tc>
                  <a:txBody>
                    <a:bodyPr/>
                    <a:lstStyle/>
                    <a:p>
                      <a:pPr algn="ctr">
                        <a:lnSpc>
                          <a:spcPts val="2000"/>
                        </a:lnSpc>
                        <a:spcAft>
                          <a:spcPts val="0"/>
                        </a:spcAft>
                        <a:tabLst>
                          <a:tab pos="381000" algn="l"/>
                        </a:tabLst>
                      </a:pPr>
                      <a:r>
                        <a:rPr lang="zh-TW" altLang="zh-TW" sz="1800" b="0" kern="1200" dirty="0">
                          <a:solidFill>
                            <a:schemeClr val="bg2">
                              <a:lumMod val="10000"/>
                            </a:schemeClr>
                          </a:solidFill>
                          <a:effectLst/>
                          <a:latin typeface="標楷體" pitchFamily="65" charset="-120"/>
                          <a:ea typeface="標楷體" pitchFamily="65" charset="-120"/>
                          <a:cs typeface="+mn-cs"/>
                        </a:rPr>
                        <a:t>懷舊課程</a:t>
                      </a:r>
                      <a:endParaRPr lang="zh-TW" sz="2000" b="0" kern="100" dirty="0">
                        <a:solidFill>
                          <a:schemeClr val="bg2">
                            <a:lumMod val="10000"/>
                          </a:schemeClr>
                        </a:solidFill>
                        <a:effectLst/>
                        <a:latin typeface="標楷體" pitchFamily="65" charset="-120"/>
                        <a:ea typeface="標楷體" pitchFamily="65" charset="-120"/>
                      </a:endParaRPr>
                    </a:p>
                  </a:txBody>
                  <a:tcPr marL="68580" marR="68580" marT="0" marB="0" anchor="ctr">
                    <a:solidFill>
                      <a:schemeClr val="accent6">
                        <a:lumMod val="20000"/>
                        <a:lumOff val="80000"/>
                      </a:schemeClr>
                    </a:solidFill>
                  </a:tcPr>
                </a:tc>
                <a:tc>
                  <a:txBody>
                    <a:bodyPr/>
                    <a:lstStyle/>
                    <a:p>
                      <a:pPr marL="0" lvl="0" indent="0" algn="just">
                        <a:lnSpc>
                          <a:spcPts val="2800"/>
                        </a:lnSpc>
                        <a:spcAft>
                          <a:spcPts val="0"/>
                        </a:spcAft>
                        <a:buFont typeface="+mj-lt"/>
                        <a:buNone/>
                      </a:pPr>
                      <a:r>
                        <a:rPr lang="en-US" altLang="zh-TW" sz="1800" b="0" kern="1200" dirty="0">
                          <a:solidFill>
                            <a:schemeClr val="bg2">
                              <a:lumMod val="10000"/>
                            </a:schemeClr>
                          </a:solidFill>
                          <a:effectLst/>
                          <a:latin typeface="標楷體" pitchFamily="65" charset="-120"/>
                          <a:ea typeface="標楷體" pitchFamily="65" charset="-120"/>
                          <a:cs typeface="+mn-cs"/>
                        </a:rPr>
                        <a:t>1.</a:t>
                      </a:r>
                      <a:r>
                        <a:rPr lang="zh-TW" altLang="zh-TW" sz="1800" b="0" kern="1200" dirty="0">
                          <a:solidFill>
                            <a:schemeClr val="bg2">
                              <a:lumMod val="10000"/>
                            </a:schemeClr>
                          </a:solidFill>
                          <a:effectLst/>
                          <a:latin typeface="標楷體" pitchFamily="65" charset="-120"/>
                          <a:ea typeface="標楷體" pitchFamily="65" charset="-120"/>
                          <a:cs typeface="+mn-cs"/>
                        </a:rPr>
                        <a:t>本計畫將</a:t>
                      </a:r>
                      <a:r>
                        <a:rPr lang="zh-TW" altLang="zh-TW" sz="1800" b="1" kern="1200" dirty="0">
                          <a:solidFill>
                            <a:schemeClr val="bg2">
                              <a:lumMod val="10000"/>
                            </a:schemeClr>
                          </a:solidFill>
                          <a:effectLst/>
                          <a:latin typeface="標楷體" pitchFamily="65" charset="-120"/>
                          <a:ea typeface="標楷體" pitchFamily="65" charset="-120"/>
                          <a:cs typeface="+mn-cs"/>
                        </a:rPr>
                        <a:t>安排朝陽科技大學羅智容老師指導經由</a:t>
                      </a:r>
                      <a:r>
                        <a:rPr lang="en-US" altLang="zh-TW" sz="1800" b="1" kern="1200" dirty="0">
                          <a:solidFill>
                            <a:schemeClr val="bg2">
                              <a:lumMod val="10000"/>
                            </a:schemeClr>
                          </a:solidFill>
                          <a:effectLst/>
                          <a:latin typeface="標楷體" pitchFamily="65" charset="-120"/>
                          <a:ea typeface="標楷體" pitchFamily="65" charset="-120"/>
                          <a:cs typeface="+mn-cs"/>
                        </a:rPr>
                        <a:t>8</a:t>
                      </a:r>
                      <a:r>
                        <a:rPr lang="zh-TW" altLang="zh-TW" sz="1800" b="1" kern="1200" dirty="0">
                          <a:solidFill>
                            <a:schemeClr val="bg2">
                              <a:lumMod val="10000"/>
                            </a:schemeClr>
                          </a:solidFill>
                          <a:effectLst/>
                          <a:latin typeface="標楷體" pitchFamily="65" charset="-120"/>
                          <a:ea typeface="標楷體" pitchFamily="65" charset="-120"/>
                          <a:cs typeface="+mn-cs"/>
                        </a:rPr>
                        <a:t>個社區推薦有美工專長之老師培訓為種子老師</a:t>
                      </a:r>
                      <a:r>
                        <a:rPr lang="zh-TW" altLang="zh-TW" sz="1800" b="0" kern="1200" dirty="0">
                          <a:solidFill>
                            <a:schemeClr val="bg2">
                              <a:lumMod val="10000"/>
                            </a:schemeClr>
                          </a:solidFill>
                          <a:effectLst/>
                          <a:latin typeface="標楷體" pitchFamily="65" charset="-120"/>
                          <a:ea typeface="標楷體" pitchFamily="65" charset="-120"/>
                          <a:cs typeface="+mn-cs"/>
                        </a:rPr>
                        <a:t>，協助帶領長輩生命故事繪本創作，</a:t>
                      </a:r>
                      <a:r>
                        <a:rPr lang="zh-TW" altLang="zh-TW" sz="1800" b="1" kern="1200" dirty="0">
                          <a:solidFill>
                            <a:schemeClr val="bg2">
                              <a:lumMod val="10000"/>
                            </a:schemeClr>
                          </a:solidFill>
                          <a:effectLst/>
                          <a:latin typeface="標楷體" pitchFamily="65" charset="-120"/>
                          <a:ea typeface="標楷體" pitchFamily="65" charset="-120"/>
                          <a:cs typeface="+mn-cs"/>
                        </a:rPr>
                        <a:t>種子老師培訓完成後安排種子老師上課</a:t>
                      </a:r>
                      <a:endParaRPr lang="en-US" altLang="zh-TW" sz="1800" b="1" kern="1200" dirty="0">
                        <a:solidFill>
                          <a:schemeClr val="bg2">
                            <a:lumMod val="10000"/>
                          </a:schemeClr>
                        </a:solidFill>
                        <a:effectLst/>
                        <a:latin typeface="標楷體" pitchFamily="65" charset="-120"/>
                        <a:ea typeface="標楷體" pitchFamily="65" charset="-120"/>
                        <a:cs typeface="+mn-cs"/>
                      </a:endParaRPr>
                    </a:p>
                    <a:p>
                      <a:pPr marL="0" lvl="0" indent="0" algn="just">
                        <a:lnSpc>
                          <a:spcPts val="2800"/>
                        </a:lnSpc>
                        <a:spcAft>
                          <a:spcPts val="0"/>
                        </a:spcAft>
                        <a:buFont typeface="+mj-lt"/>
                        <a:buNone/>
                      </a:pPr>
                      <a:r>
                        <a:rPr lang="en-US" altLang="zh-TW" sz="1800" b="0" kern="1200" dirty="0">
                          <a:solidFill>
                            <a:schemeClr val="bg2">
                              <a:lumMod val="10000"/>
                            </a:schemeClr>
                          </a:solidFill>
                          <a:effectLst/>
                          <a:latin typeface="標楷體" pitchFamily="65" charset="-120"/>
                          <a:ea typeface="標楷體" pitchFamily="65" charset="-120"/>
                          <a:cs typeface="+mn-cs"/>
                        </a:rPr>
                        <a:t>2.</a:t>
                      </a:r>
                      <a:r>
                        <a:rPr lang="zh-TW" altLang="zh-TW" sz="1800" b="1" kern="1200" dirty="0">
                          <a:solidFill>
                            <a:schemeClr val="bg2">
                              <a:lumMod val="10000"/>
                            </a:schemeClr>
                          </a:solidFill>
                          <a:effectLst/>
                          <a:latin typeface="標楷體" pitchFamily="65" charset="-120"/>
                          <a:ea typeface="標楷體" pitchFamily="65" charset="-120"/>
                          <a:cs typeface="+mn-cs"/>
                        </a:rPr>
                        <a:t>故事繪本在竹山及山崇社區辦理</a:t>
                      </a:r>
                      <a:r>
                        <a:rPr lang="zh-TW" altLang="zh-TW" sz="1800" b="0" kern="1200" dirty="0">
                          <a:solidFill>
                            <a:schemeClr val="bg2">
                              <a:lumMod val="10000"/>
                            </a:schemeClr>
                          </a:solidFill>
                          <a:effectLst/>
                          <a:latin typeface="標楷體" pitchFamily="65" charset="-120"/>
                          <a:ea typeface="標楷體" pitchFamily="65" charset="-120"/>
                          <a:cs typeface="+mn-cs"/>
                        </a:rPr>
                        <a:t>，未來將擴展到協力社區的關懷據點全部辦理。</a:t>
                      </a:r>
                      <a:endParaRPr lang="en-US" altLang="zh-TW" sz="1800" b="0" kern="1200" dirty="0">
                        <a:solidFill>
                          <a:schemeClr val="bg2">
                            <a:lumMod val="10000"/>
                          </a:schemeClr>
                        </a:solidFill>
                        <a:effectLst/>
                        <a:latin typeface="標楷體" pitchFamily="65" charset="-120"/>
                        <a:ea typeface="標楷體" pitchFamily="65" charset="-120"/>
                        <a:cs typeface="+mn-cs"/>
                      </a:endParaRPr>
                    </a:p>
                    <a:p>
                      <a:pPr marL="0" lvl="0" indent="0" algn="just">
                        <a:lnSpc>
                          <a:spcPts val="2800"/>
                        </a:lnSpc>
                        <a:spcAft>
                          <a:spcPts val="0"/>
                        </a:spcAft>
                        <a:buFont typeface="+mj-lt"/>
                        <a:buNone/>
                      </a:pPr>
                      <a:r>
                        <a:rPr lang="en-US" altLang="zh-TW" sz="1800" b="0" kern="1200" dirty="0">
                          <a:solidFill>
                            <a:schemeClr val="bg2">
                              <a:lumMod val="10000"/>
                            </a:schemeClr>
                          </a:solidFill>
                          <a:effectLst/>
                          <a:latin typeface="標楷體" pitchFamily="65" charset="-120"/>
                          <a:ea typeface="標楷體" pitchFamily="65" charset="-120"/>
                          <a:cs typeface="+mn-cs"/>
                        </a:rPr>
                        <a:t>3.</a:t>
                      </a:r>
                      <a:r>
                        <a:rPr lang="zh-TW" altLang="zh-TW" sz="1800" b="0" kern="1200" dirty="0">
                          <a:solidFill>
                            <a:schemeClr val="bg2">
                              <a:lumMod val="10000"/>
                            </a:schemeClr>
                          </a:solidFill>
                          <a:effectLst/>
                          <a:latin typeface="標楷體" pitchFamily="65" charset="-120"/>
                          <a:ea typeface="標楷體" pitchFamily="65" charset="-120"/>
                          <a:cs typeface="+mn-cs"/>
                        </a:rPr>
                        <a:t>課程安排</a:t>
                      </a:r>
                      <a:r>
                        <a:rPr lang="zh-TW" altLang="zh-TW" sz="1800" b="1" kern="1200" dirty="0">
                          <a:solidFill>
                            <a:schemeClr val="bg2">
                              <a:lumMod val="10000"/>
                            </a:schemeClr>
                          </a:solidFill>
                          <a:effectLst/>
                          <a:latin typeface="標楷體" pitchFamily="65" charset="-120"/>
                          <a:ea typeface="標楷體" pitchFamily="65" charset="-120"/>
                          <a:cs typeface="+mn-cs"/>
                        </a:rPr>
                        <a:t>富州社區、延正社區</a:t>
                      </a:r>
                      <a:r>
                        <a:rPr lang="zh-TW" altLang="zh-TW" sz="1800" b="0" kern="1200" dirty="0">
                          <a:solidFill>
                            <a:schemeClr val="bg2">
                              <a:lumMod val="10000"/>
                            </a:schemeClr>
                          </a:solidFill>
                          <a:effectLst/>
                          <a:latin typeface="標楷體" pitchFamily="65" charset="-120"/>
                          <a:ea typeface="標楷體" pitchFamily="65" charset="-120"/>
                          <a:cs typeface="+mn-cs"/>
                        </a:rPr>
                        <a:t>長輩針對</a:t>
                      </a:r>
                      <a:r>
                        <a:rPr lang="en-US" altLang="zh-TW" sz="1800" b="0" kern="1200" dirty="0">
                          <a:solidFill>
                            <a:schemeClr val="bg2">
                              <a:lumMod val="10000"/>
                            </a:schemeClr>
                          </a:solidFill>
                          <a:effectLst/>
                          <a:latin typeface="標楷體" pitchFamily="65" charset="-120"/>
                          <a:ea typeface="標楷體" pitchFamily="65" charset="-120"/>
                          <a:cs typeface="+mn-cs"/>
                        </a:rPr>
                        <a:t>106</a:t>
                      </a:r>
                      <a:r>
                        <a:rPr lang="zh-TW" altLang="zh-TW" sz="1800" b="0" kern="1200" dirty="0">
                          <a:solidFill>
                            <a:schemeClr val="bg2">
                              <a:lumMod val="10000"/>
                            </a:schemeClr>
                          </a:solidFill>
                          <a:effectLst/>
                          <a:latin typeface="標楷體" pitchFamily="65" charset="-120"/>
                          <a:ea typeface="標楷體" pitchFamily="65" charset="-120"/>
                          <a:cs typeface="+mn-cs"/>
                        </a:rPr>
                        <a:t>年完成的繪本，由羅智容老師指導</a:t>
                      </a:r>
                      <a:r>
                        <a:rPr lang="zh-TW" altLang="zh-TW" sz="1800" b="1" kern="1200" dirty="0">
                          <a:solidFill>
                            <a:schemeClr val="bg2">
                              <a:lumMod val="10000"/>
                            </a:schemeClr>
                          </a:solidFill>
                          <a:effectLst/>
                          <a:latin typeface="標楷體" pitchFamily="65" charset="-120"/>
                          <a:ea typeface="標楷體" pitchFamily="65" charset="-120"/>
                          <a:cs typeface="+mn-cs"/>
                        </a:rPr>
                        <a:t>加強培訓長輩說故事能力</a:t>
                      </a:r>
                      <a:r>
                        <a:rPr lang="zh-TW" altLang="zh-TW" sz="1800" b="0" kern="1200" dirty="0">
                          <a:solidFill>
                            <a:schemeClr val="bg2">
                              <a:lumMod val="10000"/>
                            </a:schemeClr>
                          </a:solidFill>
                          <a:effectLst/>
                          <a:latin typeface="標楷體" pitchFamily="65" charset="-120"/>
                          <a:ea typeface="標楷體" pitchFamily="65" charset="-120"/>
                          <a:cs typeface="+mn-cs"/>
                        </a:rPr>
                        <a:t>，</a:t>
                      </a:r>
                      <a:r>
                        <a:rPr lang="zh-TW" altLang="zh-TW" sz="1800" b="1" kern="1200" dirty="0">
                          <a:solidFill>
                            <a:schemeClr val="bg2">
                              <a:lumMod val="10000"/>
                            </a:schemeClr>
                          </a:solidFill>
                          <a:effectLst/>
                          <a:latin typeface="標楷體" pitchFamily="65" charset="-120"/>
                          <a:ea typeface="標楷體" pitchFamily="65" charset="-120"/>
                          <a:cs typeface="+mn-cs"/>
                        </a:rPr>
                        <a:t>成立銀髮志工聯合服務隊，帶領長輩到幼兒園、學校、圖書館巡迴講故事。</a:t>
                      </a:r>
                      <a:endParaRPr lang="en-US" altLang="zh-TW" sz="1800" b="1" kern="1200" dirty="0">
                        <a:solidFill>
                          <a:schemeClr val="bg2">
                            <a:lumMod val="10000"/>
                          </a:schemeClr>
                        </a:solidFill>
                        <a:effectLst/>
                        <a:latin typeface="標楷體" pitchFamily="65" charset="-120"/>
                        <a:ea typeface="標楷體" pitchFamily="65" charset="-120"/>
                        <a:cs typeface="+mn-cs"/>
                      </a:endParaRPr>
                    </a:p>
                    <a:p>
                      <a:pPr marL="0" lvl="0" indent="0" algn="just">
                        <a:lnSpc>
                          <a:spcPts val="2800"/>
                        </a:lnSpc>
                        <a:spcAft>
                          <a:spcPts val="0"/>
                        </a:spcAft>
                        <a:buFont typeface="+mj-lt"/>
                        <a:buNone/>
                      </a:pPr>
                      <a:endParaRPr lang="zh-TW" sz="2000" b="0" kern="100" dirty="0">
                        <a:solidFill>
                          <a:schemeClr val="bg2">
                            <a:lumMod val="10000"/>
                          </a:schemeClr>
                        </a:solidFill>
                        <a:effectLst/>
                        <a:latin typeface="標楷體" pitchFamily="65" charset="-120"/>
                        <a:ea typeface="標楷體" pitchFamily="65" charset="-120"/>
                      </a:endParaRPr>
                    </a:p>
                  </a:txBody>
                  <a:tcPr marL="68580" marR="68580" marT="0" marB="0">
                    <a:solidFill>
                      <a:schemeClr val="accent6">
                        <a:lumMod val="20000"/>
                        <a:lumOff val="80000"/>
                      </a:schemeClr>
                    </a:solidFill>
                  </a:tcPr>
                </a:tc>
                <a:tc>
                  <a:txBody>
                    <a:bodyPr/>
                    <a:lstStyle/>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專業老師：</a:t>
                      </a: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羅智容老師</a:t>
                      </a: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及等同師資</a:t>
                      </a: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實務老師</a:t>
                      </a:r>
                      <a:r>
                        <a:rPr lang="en-US" altLang="zh-TW" sz="1800" b="0" kern="1200" dirty="0">
                          <a:solidFill>
                            <a:schemeClr val="bg2">
                              <a:lumMod val="10000"/>
                            </a:schemeClr>
                          </a:solidFill>
                          <a:effectLst/>
                          <a:latin typeface="標楷體" pitchFamily="65" charset="-120"/>
                          <a:ea typeface="標楷體" pitchFamily="65" charset="-120"/>
                          <a:cs typeface="+mn-cs"/>
                        </a:rPr>
                        <a:t>(</a:t>
                      </a:r>
                      <a:r>
                        <a:rPr lang="zh-TW" altLang="zh-TW" sz="1800" b="0" kern="1200" dirty="0">
                          <a:solidFill>
                            <a:schemeClr val="bg2">
                              <a:lumMod val="10000"/>
                            </a:schemeClr>
                          </a:solidFill>
                          <a:effectLst/>
                          <a:latin typeface="標楷體" pitchFamily="65" charset="-120"/>
                          <a:ea typeface="標楷體" pitchFamily="65" charset="-120"/>
                          <a:cs typeface="+mn-cs"/>
                        </a:rPr>
                        <a:t>跨社區</a:t>
                      </a:r>
                      <a:r>
                        <a:rPr lang="en-US" altLang="zh-TW" sz="1800" b="0" kern="1200" dirty="0">
                          <a:solidFill>
                            <a:schemeClr val="bg2">
                              <a:lumMod val="10000"/>
                            </a:schemeClr>
                          </a:solidFill>
                          <a:effectLst/>
                          <a:latin typeface="標楷體" pitchFamily="65" charset="-120"/>
                          <a:ea typeface="標楷體" pitchFamily="65" charset="-120"/>
                          <a:cs typeface="+mn-cs"/>
                        </a:rPr>
                        <a:t>)</a:t>
                      </a:r>
                      <a:r>
                        <a:rPr lang="zh-TW" altLang="zh-TW" sz="1800" b="0" kern="1200" dirty="0">
                          <a:solidFill>
                            <a:schemeClr val="bg2">
                              <a:lumMod val="10000"/>
                            </a:schemeClr>
                          </a:solidFill>
                          <a:effectLst/>
                          <a:latin typeface="標楷體" pitchFamily="65" charset="-120"/>
                          <a:ea typeface="標楷體" pitchFamily="65" charset="-120"/>
                          <a:cs typeface="+mn-cs"/>
                        </a:rPr>
                        <a:t>：</a:t>
                      </a: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楊麗娜理事長</a:t>
                      </a: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管梅秀理事長</a:t>
                      </a: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楊莉理總幹事</a:t>
                      </a: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專業團隊：</a:t>
                      </a:r>
                      <a:endParaRPr lang="en-US" altLang="zh-TW" sz="1800" b="0" kern="1200" dirty="0">
                        <a:solidFill>
                          <a:schemeClr val="bg2">
                            <a:lumMod val="10000"/>
                          </a:schemeClr>
                        </a:solidFill>
                        <a:effectLst/>
                        <a:latin typeface="標楷體" pitchFamily="65" charset="-120"/>
                        <a:ea typeface="標楷體" pitchFamily="65" charset="-120"/>
                        <a:cs typeface="+mn-cs"/>
                      </a:endParaRP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大旗艦社區夥伴、</a:t>
                      </a:r>
                      <a:endParaRPr lang="en-US" altLang="zh-TW" sz="1800" b="0" kern="1200" dirty="0">
                        <a:solidFill>
                          <a:schemeClr val="bg2">
                            <a:lumMod val="10000"/>
                          </a:schemeClr>
                        </a:solidFill>
                        <a:effectLst/>
                        <a:latin typeface="標楷體" pitchFamily="65" charset="-120"/>
                        <a:ea typeface="標楷體" pitchFamily="65" charset="-120"/>
                        <a:cs typeface="+mn-cs"/>
                      </a:endParaRP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南投縣政府、</a:t>
                      </a:r>
                      <a:endParaRPr lang="en-US" altLang="zh-TW" sz="1800" b="0" kern="1200" dirty="0">
                        <a:solidFill>
                          <a:schemeClr val="bg2">
                            <a:lumMod val="10000"/>
                          </a:schemeClr>
                        </a:solidFill>
                        <a:effectLst/>
                        <a:latin typeface="標楷體" pitchFamily="65" charset="-120"/>
                        <a:ea typeface="標楷體" pitchFamily="65" charset="-120"/>
                        <a:cs typeface="+mn-cs"/>
                      </a:endParaRP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竹山鎮公所、</a:t>
                      </a:r>
                      <a:endParaRPr lang="en-US" altLang="zh-TW" sz="1800" b="0" kern="1200" dirty="0">
                        <a:solidFill>
                          <a:schemeClr val="bg2">
                            <a:lumMod val="10000"/>
                          </a:schemeClr>
                        </a:solidFill>
                        <a:effectLst/>
                        <a:latin typeface="標楷體" pitchFamily="65" charset="-120"/>
                        <a:ea typeface="標楷體" pitchFamily="65" charset="-120"/>
                        <a:cs typeface="+mn-cs"/>
                      </a:endParaRP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竹山鎮秀傳醫院、</a:t>
                      </a:r>
                      <a:endParaRPr lang="en-US" altLang="zh-TW" sz="1800" b="0" kern="1200" dirty="0">
                        <a:solidFill>
                          <a:schemeClr val="bg2">
                            <a:lumMod val="10000"/>
                          </a:schemeClr>
                        </a:solidFill>
                        <a:effectLst/>
                        <a:latin typeface="標楷體" pitchFamily="65" charset="-120"/>
                        <a:ea typeface="標楷體" pitchFamily="65" charset="-120"/>
                        <a:cs typeface="+mn-cs"/>
                      </a:endParaRPr>
                    </a:p>
                    <a:p>
                      <a:pPr>
                        <a:lnSpc>
                          <a:spcPts val="2400"/>
                        </a:lnSpc>
                      </a:pPr>
                      <a:r>
                        <a:rPr lang="zh-TW" altLang="zh-TW" sz="1800" b="0" kern="1200" dirty="0">
                          <a:solidFill>
                            <a:schemeClr val="bg2">
                              <a:lumMod val="10000"/>
                            </a:schemeClr>
                          </a:solidFill>
                          <a:effectLst/>
                          <a:latin typeface="標楷體" pitchFamily="65" charset="-120"/>
                          <a:ea typeface="標楷體" pitchFamily="65" charset="-120"/>
                          <a:cs typeface="+mn-cs"/>
                        </a:rPr>
                        <a:t>竹山鎮樂齡學習中心</a:t>
                      </a:r>
                    </a:p>
                    <a:p>
                      <a:pPr marL="3810" algn="just">
                        <a:lnSpc>
                          <a:spcPts val="2600"/>
                        </a:lnSpc>
                        <a:spcAft>
                          <a:spcPts val="0"/>
                        </a:spcAft>
                      </a:pPr>
                      <a:endParaRPr lang="zh-TW" sz="1800" b="0" kern="100" dirty="0">
                        <a:solidFill>
                          <a:schemeClr val="bg2">
                            <a:lumMod val="10000"/>
                          </a:schemeClr>
                        </a:solidFill>
                        <a:effectLst/>
                        <a:latin typeface="標楷體" pitchFamily="65" charset="-120"/>
                        <a:ea typeface="標楷體" pitchFamily="65" charset="-120"/>
                      </a:endParaRPr>
                    </a:p>
                  </a:txBody>
                  <a:tcPr marL="68580" marR="68580" marT="0" marB="0">
                    <a:solidFill>
                      <a:schemeClr val="accent6">
                        <a:lumMod val="20000"/>
                        <a:lumOff val="80000"/>
                      </a:schemeClr>
                    </a:solidFill>
                  </a:tcPr>
                </a:tc>
                <a:extLst>
                  <a:ext uri="{0D108BD9-81ED-4DB2-BD59-A6C34878D82A}">
                    <a16:rowId xmlns:a16="http://schemas.microsoft.com/office/drawing/2014/main" val="10001"/>
                  </a:ext>
                </a:extLst>
              </a:tr>
            </a:tbl>
          </a:graphicData>
        </a:graphic>
      </p:graphicFrame>
      <p:pic>
        <p:nvPicPr>
          <p:cNvPr id="3" name="圖片 2"/>
          <p:cNvPicPr>
            <a:picLocks noChangeAspect="1"/>
          </p:cNvPicPr>
          <p:nvPr/>
        </p:nvPicPr>
        <p:blipFill rotWithShape="1">
          <a:blip r:embed="rId2" cstate="print">
            <a:extLst>
              <a:ext uri="{28A0092B-C50C-407E-A947-70E740481C1C}">
                <a14:useLocalDpi xmlns:a14="http://schemas.microsoft.com/office/drawing/2010/main" val="0"/>
              </a:ext>
            </a:extLst>
          </a:blip>
          <a:srcRect l="15331"/>
          <a:stretch/>
        </p:blipFill>
        <p:spPr>
          <a:xfrm>
            <a:off x="109924" y="2060848"/>
            <a:ext cx="2499325" cy="1660837"/>
          </a:xfrm>
          <a:prstGeom prst="rect">
            <a:avLst/>
          </a:prstGeom>
          <a:ln>
            <a:noFill/>
          </a:ln>
          <a:effectLst>
            <a:softEdge rad="112500"/>
          </a:effectLst>
        </p:spPr>
      </p:pic>
      <p:pic>
        <p:nvPicPr>
          <p:cNvPr id="7" name="圖片 6"/>
          <p:cNvPicPr>
            <a:picLocks noChangeAspect="1"/>
          </p:cNvPicPr>
          <p:nvPr/>
        </p:nvPicPr>
        <p:blipFill rotWithShape="1">
          <a:blip r:embed="rId3" cstate="print">
            <a:extLst>
              <a:ext uri="{28A0092B-C50C-407E-A947-70E740481C1C}">
                <a14:useLocalDpi xmlns:a14="http://schemas.microsoft.com/office/drawing/2010/main" val="0"/>
              </a:ext>
            </a:extLst>
          </a:blip>
          <a:srcRect l="6500" r="2800"/>
          <a:stretch/>
        </p:blipFill>
        <p:spPr>
          <a:xfrm>
            <a:off x="0" y="4910326"/>
            <a:ext cx="2719174" cy="1687026"/>
          </a:xfrm>
          <a:prstGeom prst="rect">
            <a:avLst/>
          </a:prstGeom>
          <a:ln>
            <a:noFill/>
          </a:ln>
          <a:effectLst>
            <a:softEdge rad="112500"/>
          </a:effectLst>
        </p:spPr>
      </p:pic>
    </p:spTree>
    <p:extLst>
      <p:ext uri="{BB962C8B-B14F-4D97-AF65-F5344CB8AC3E}">
        <p14:creationId xmlns:p14="http://schemas.microsoft.com/office/powerpoint/2010/main" val="307579849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sp>
        <p:nvSpPr>
          <p:cNvPr id="86019" name="內容版面配置區 2"/>
          <p:cNvSpPr>
            <a:spLocks noGrp="1"/>
          </p:cNvSpPr>
          <p:nvPr>
            <p:ph idx="1"/>
          </p:nvPr>
        </p:nvSpPr>
        <p:spPr>
          <a:xfrm>
            <a:off x="395288" y="836613"/>
            <a:ext cx="8229600" cy="5410200"/>
          </a:xfrm>
        </p:spPr>
        <p:txBody>
          <a:bodyPr/>
          <a:lstStyle/>
          <a:p>
            <a:pPr marL="0" indent="0">
              <a:spcBef>
                <a:spcPts val="300"/>
              </a:spcBef>
              <a:spcAft>
                <a:spcPts val="300"/>
              </a:spcAft>
              <a:buFont typeface="Wingdings" pitchFamily="2" charset="2"/>
              <a:buNone/>
            </a:pPr>
            <a:r>
              <a:rPr lang="en-US" altLang="zh-TW" sz="2800" b="1">
                <a:latin typeface="標楷體" pitchFamily="65" charset="-120"/>
                <a:ea typeface="超研澤粗楷" pitchFamily="49" charset="-120"/>
              </a:rPr>
              <a:t>(</a:t>
            </a:r>
            <a:r>
              <a:rPr lang="zh-TW" altLang="zh-TW" sz="2800" b="1">
                <a:latin typeface="Times New Roman" pitchFamily="18" charset="0"/>
                <a:ea typeface="標楷體" pitchFamily="65" charset="-120"/>
              </a:rPr>
              <a:t>一</a:t>
            </a:r>
            <a:r>
              <a:rPr lang="en-US" altLang="zh-TW" sz="2800" b="1">
                <a:latin typeface="Times New Roman" pitchFamily="18" charset="0"/>
                <a:ea typeface="標楷體" pitchFamily="65" charset="-120"/>
              </a:rPr>
              <a:t>)</a:t>
            </a:r>
            <a:r>
              <a:rPr lang="zh-TW" altLang="zh-TW" sz="2800" b="1">
                <a:latin typeface="Times New Roman" pitchFamily="18" charset="0"/>
                <a:ea typeface="標楷體" pitchFamily="65" charset="-120"/>
              </a:rPr>
              <a:t>、老人福利</a:t>
            </a:r>
            <a:r>
              <a:rPr lang="en-US" altLang="zh-TW" sz="2800" b="1">
                <a:latin typeface="Times New Roman" pitchFamily="18" charset="0"/>
                <a:ea typeface="標楷體" pitchFamily="65" charset="-120"/>
              </a:rPr>
              <a:t>-</a:t>
            </a:r>
            <a:r>
              <a:rPr lang="zh-TW" altLang="zh-TW" sz="2800" b="1">
                <a:ea typeface="標楷體" pitchFamily="65" charset="-120"/>
              </a:rPr>
              <a:t>金點轉動據點幸福升級</a:t>
            </a:r>
            <a:endParaRPr lang="en-US" altLang="zh-TW" sz="2800" b="1">
              <a:ea typeface="標楷體" pitchFamily="65" charset="-120"/>
            </a:endParaRPr>
          </a:p>
          <a:p>
            <a:pPr marL="0" indent="0">
              <a:buFont typeface="Wingdings" pitchFamily="2" charset="2"/>
              <a:buNone/>
            </a:pPr>
            <a:endParaRPr lang="zh-TW" altLang="zh-TW" sz="2400">
              <a:latin typeface="Times New Roman" pitchFamily="18" charset="0"/>
              <a:ea typeface="超研澤粗楷" pitchFamily="49" charset="-120"/>
            </a:endParaRPr>
          </a:p>
          <a:p>
            <a:pPr marL="0" indent="0">
              <a:buFont typeface="Wingdings" pitchFamily="2" charset="2"/>
              <a:buNone/>
            </a:pPr>
            <a:endParaRPr lang="zh-TW" altLang="en-US">
              <a:ea typeface="新細明體" pitchFamily="18" charset="-120"/>
            </a:endParaRPr>
          </a:p>
        </p:txBody>
      </p:sp>
      <p:graphicFrame>
        <p:nvGraphicFramePr>
          <p:cNvPr id="5" name="表格 4"/>
          <p:cNvGraphicFramePr>
            <a:graphicFrameLocks noGrp="1"/>
          </p:cNvGraphicFramePr>
          <p:nvPr/>
        </p:nvGraphicFramePr>
        <p:xfrm>
          <a:off x="250825" y="1368425"/>
          <a:ext cx="8208963" cy="5168900"/>
        </p:xfrm>
        <a:graphic>
          <a:graphicData uri="http://schemas.openxmlformats.org/drawingml/2006/table">
            <a:tbl>
              <a:tblPr firstRow="1" firstCol="1" lastRow="1" lastCol="1" bandRow="1" bandCol="1">
                <a:tableStyleId>{5C22544A-7EE6-4342-B048-85BDC9FD1C3A}</a:tableStyleId>
              </a:tblPr>
              <a:tblGrid>
                <a:gridCol w="714333">
                  <a:extLst>
                    <a:ext uri="{9D8B030D-6E8A-4147-A177-3AD203B41FA5}">
                      <a16:colId xmlns:a16="http://schemas.microsoft.com/office/drawing/2014/main" val="20000"/>
                    </a:ext>
                  </a:extLst>
                </a:gridCol>
                <a:gridCol w="1301903">
                  <a:extLst>
                    <a:ext uri="{9D8B030D-6E8A-4147-A177-3AD203B41FA5}">
                      <a16:colId xmlns:a16="http://schemas.microsoft.com/office/drawing/2014/main" val="20001"/>
                    </a:ext>
                  </a:extLst>
                </a:gridCol>
                <a:gridCol w="3960465">
                  <a:extLst>
                    <a:ext uri="{9D8B030D-6E8A-4147-A177-3AD203B41FA5}">
                      <a16:colId xmlns:a16="http://schemas.microsoft.com/office/drawing/2014/main" val="20002"/>
                    </a:ext>
                  </a:extLst>
                </a:gridCol>
                <a:gridCol w="2232262">
                  <a:extLst>
                    <a:ext uri="{9D8B030D-6E8A-4147-A177-3AD203B41FA5}">
                      <a16:colId xmlns:a16="http://schemas.microsoft.com/office/drawing/2014/main" val="20003"/>
                    </a:ext>
                  </a:extLst>
                </a:gridCol>
              </a:tblGrid>
              <a:tr h="508000">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執行期程</a:t>
                      </a:r>
                    </a:p>
                  </a:txBody>
                  <a:tcPr marL="68580" marR="68580"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執行項目</a:t>
                      </a:r>
                    </a:p>
                  </a:txBody>
                  <a:tcPr marL="68580" marR="68580" marT="0" marB="0" anchor="ctr">
                    <a:solidFill>
                      <a:schemeClr val="accent4">
                        <a:lumMod val="75000"/>
                        <a:lumOff val="25000"/>
                      </a:schemeClr>
                    </a:solidFill>
                  </a:tcPr>
                </a:tc>
                <a:tc>
                  <a:txBody>
                    <a:bodyPr/>
                    <a:lstStyle/>
                    <a:p>
                      <a:pPr indent="356235"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執行方式與規劃</a:t>
                      </a:r>
                    </a:p>
                  </a:txBody>
                  <a:tcPr marL="68580" marR="68580"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活動講師</a:t>
                      </a:r>
                    </a:p>
                  </a:txBody>
                  <a:tcPr marL="68580" marR="68580" marT="0" marB="0" anchor="ctr">
                    <a:solidFill>
                      <a:schemeClr val="accent4">
                        <a:lumMod val="75000"/>
                        <a:lumOff val="25000"/>
                      </a:schemeClr>
                    </a:solidFill>
                  </a:tcPr>
                </a:tc>
                <a:extLst>
                  <a:ext uri="{0D108BD9-81ED-4DB2-BD59-A6C34878D82A}">
                    <a16:rowId xmlns:a16="http://schemas.microsoft.com/office/drawing/2014/main" val="10000"/>
                  </a:ext>
                </a:extLst>
              </a:tr>
              <a:tr h="4660900">
                <a:tc>
                  <a:txBody>
                    <a:bodyPr/>
                    <a:lstStyle/>
                    <a:p>
                      <a:pPr algn="ctr">
                        <a:lnSpc>
                          <a:spcPts val="2000"/>
                        </a:lnSpc>
                        <a:spcAft>
                          <a:spcPts val="0"/>
                        </a:spcAft>
                        <a:tabLst>
                          <a:tab pos="381000" algn="l"/>
                        </a:tabLst>
                      </a:pPr>
                      <a:r>
                        <a:rPr lang="en-US" sz="1800" b="0" kern="100" dirty="0">
                          <a:solidFill>
                            <a:schemeClr val="bg2">
                              <a:lumMod val="10000"/>
                            </a:schemeClr>
                          </a:solidFill>
                          <a:effectLst/>
                          <a:latin typeface="標楷體" pitchFamily="65" charset="-120"/>
                          <a:ea typeface="標楷體" pitchFamily="65" charset="-120"/>
                        </a:rPr>
                        <a:t>3-9</a:t>
                      </a:r>
                      <a:r>
                        <a:rPr lang="zh-TW" sz="1800" b="0" kern="100" dirty="0">
                          <a:solidFill>
                            <a:schemeClr val="bg2">
                              <a:lumMod val="10000"/>
                            </a:schemeClr>
                          </a:solidFill>
                          <a:effectLst/>
                          <a:latin typeface="標楷體" pitchFamily="65" charset="-120"/>
                          <a:ea typeface="標楷體" pitchFamily="65" charset="-120"/>
                        </a:rPr>
                        <a:t>月</a:t>
                      </a:r>
                    </a:p>
                  </a:txBody>
                  <a:tcPr marL="68580" marR="68580" marT="0" marB="0" anchor="ctr">
                    <a:solidFill>
                      <a:schemeClr val="accent6">
                        <a:lumMod val="20000"/>
                        <a:lumOff val="80000"/>
                      </a:schemeClr>
                    </a:solidFill>
                  </a:tcPr>
                </a:tc>
                <a:tc>
                  <a:txBody>
                    <a:bodyPr/>
                    <a:lstStyle/>
                    <a:p>
                      <a:pPr>
                        <a:lnSpc>
                          <a:spcPts val="2000"/>
                        </a:lnSpc>
                        <a:spcAft>
                          <a:spcPts val="0"/>
                        </a:spcAft>
                      </a:pPr>
                      <a:r>
                        <a:rPr lang="zh-TW" sz="1800" b="0" kern="100" dirty="0">
                          <a:solidFill>
                            <a:schemeClr val="bg2">
                              <a:lumMod val="10000"/>
                            </a:schemeClr>
                          </a:solidFill>
                          <a:effectLst/>
                          <a:latin typeface="標楷體" pitchFamily="65" charset="-120"/>
                          <a:ea typeface="標楷體" pitchFamily="65" charset="-120"/>
                        </a:rPr>
                        <a:t>世代融和</a:t>
                      </a:r>
                    </a:p>
                  </a:txBody>
                  <a:tcPr marL="68580" marR="68580" marT="0" marB="0" anchor="ctr">
                    <a:solidFill>
                      <a:schemeClr val="accent6">
                        <a:lumMod val="20000"/>
                        <a:lumOff val="80000"/>
                      </a:schemeClr>
                    </a:solidFill>
                  </a:tcPr>
                </a:tc>
                <a:tc>
                  <a:txBody>
                    <a:bodyPr/>
                    <a:lstStyle/>
                    <a:p>
                      <a:pPr>
                        <a:lnSpc>
                          <a:spcPts val="2600"/>
                        </a:lnSpc>
                      </a:pPr>
                      <a:r>
                        <a:rPr lang="en-US" altLang="zh-TW" sz="1600" b="0" kern="1200" dirty="0">
                          <a:solidFill>
                            <a:schemeClr val="bg2">
                              <a:lumMod val="10000"/>
                            </a:schemeClr>
                          </a:solidFill>
                          <a:effectLst/>
                          <a:latin typeface="標楷體" pitchFamily="65" charset="-120"/>
                          <a:ea typeface="標楷體" pitchFamily="65" charset="-120"/>
                          <a:cs typeface="+mn-cs"/>
                        </a:rPr>
                        <a:t>(1)</a:t>
                      </a:r>
                      <a:r>
                        <a:rPr lang="zh-TW" altLang="zh-TW" sz="1600" b="0" kern="1200" dirty="0">
                          <a:solidFill>
                            <a:schemeClr val="bg2">
                              <a:lumMod val="10000"/>
                            </a:schemeClr>
                          </a:solidFill>
                          <a:effectLst/>
                          <a:latin typeface="標楷體" pitchFamily="65" charset="-120"/>
                          <a:ea typeface="標楷體" pitchFamily="65" charset="-120"/>
                          <a:cs typeface="+mn-cs"/>
                        </a:rPr>
                        <a:t>近來家庭暴力層出不窮，希望透過社區的力量，促進反性別暴力議題公共化，藉由公共論述，持續帶動社會意識的改變</a:t>
                      </a:r>
                      <a:r>
                        <a:rPr lang="en-US" altLang="zh-TW" sz="1600" b="0" kern="1200" dirty="0">
                          <a:solidFill>
                            <a:schemeClr val="bg2">
                              <a:lumMod val="10000"/>
                            </a:schemeClr>
                          </a:solidFill>
                          <a:effectLst/>
                          <a:latin typeface="標楷體" pitchFamily="65" charset="-120"/>
                          <a:ea typeface="標楷體" pitchFamily="65" charset="-120"/>
                          <a:cs typeface="+mn-cs"/>
                        </a:rPr>
                        <a:t>,</a:t>
                      </a:r>
                      <a:r>
                        <a:rPr lang="zh-TW" altLang="zh-TW" sz="1600" b="0" kern="1200" dirty="0">
                          <a:solidFill>
                            <a:schemeClr val="bg2">
                              <a:lumMod val="10000"/>
                            </a:schemeClr>
                          </a:solidFill>
                          <a:effectLst/>
                          <a:latin typeface="標楷體" pitchFamily="65" charset="-120"/>
                          <a:ea typeface="標楷體" pitchFamily="65" charset="-120"/>
                          <a:cs typeface="+mn-cs"/>
                        </a:rPr>
                        <a:t>透過對家庭暴力的認識與瞭解。讓民眾認識不論家庭暴力、性侵害、性騷擾等都是侵害人權，為社會所不容許的犯罪行為，且全民都有責任制止暴力發生。透過指導老師將家庭暴力編寫成劇本，由世代融和一同參與演出。</a:t>
                      </a:r>
                    </a:p>
                    <a:p>
                      <a:pPr>
                        <a:lnSpc>
                          <a:spcPts val="2600"/>
                        </a:lnSpc>
                      </a:pPr>
                      <a:r>
                        <a:rPr lang="en-US" altLang="zh-TW" sz="1600" b="0" kern="1200" dirty="0">
                          <a:solidFill>
                            <a:schemeClr val="bg2">
                              <a:lumMod val="10000"/>
                            </a:schemeClr>
                          </a:solidFill>
                          <a:effectLst/>
                          <a:latin typeface="標楷體" pitchFamily="65" charset="-120"/>
                          <a:ea typeface="標楷體" pitchFamily="65" charset="-120"/>
                          <a:cs typeface="+mn-cs"/>
                        </a:rPr>
                        <a:t>(2)</a:t>
                      </a:r>
                      <a:r>
                        <a:rPr lang="zh-TW" altLang="zh-TW" sz="1600" b="1" kern="1200" dirty="0">
                          <a:solidFill>
                            <a:schemeClr val="bg2">
                              <a:lumMod val="10000"/>
                            </a:schemeClr>
                          </a:solidFill>
                          <a:effectLst/>
                          <a:latin typeface="標楷體" pitchFamily="65" charset="-120"/>
                          <a:ea typeface="標楷體" pitchFamily="65" charset="-120"/>
                          <a:cs typeface="+mn-cs"/>
                        </a:rPr>
                        <a:t>本計畫以中崎社區課後陪伴兒童及據點長輩等為主，編排家暴行動劇場並安排至竹山鎮各社團活動演出，宣導家暴防治之重要性。</a:t>
                      </a:r>
                      <a:r>
                        <a:rPr lang="en-US" altLang="zh-TW" sz="1600" b="0" kern="1200" dirty="0">
                          <a:solidFill>
                            <a:schemeClr val="bg2">
                              <a:lumMod val="10000"/>
                            </a:schemeClr>
                          </a:solidFill>
                          <a:effectLst/>
                          <a:latin typeface="標楷體" pitchFamily="65" charset="-120"/>
                          <a:ea typeface="標楷體" pitchFamily="65" charset="-120"/>
                          <a:cs typeface="+mn-cs"/>
                        </a:rPr>
                        <a:t>(</a:t>
                      </a:r>
                      <a:r>
                        <a:rPr lang="zh-TW" altLang="zh-TW" sz="1600" b="0" kern="1200" dirty="0">
                          <a:solidFill>
                            <a:schemeClr val="bg2">
                              <a:lumMod val="10000"/>
                            </a:schemeClr>
                          </a:solidFill>
                          <a:effectLst/>
                          <a:latin typeface="標楷體" pitchFamily="65" charset="-120"/>
                          <a:ea typeface="標楷體" pitchFamily="65" charset="-120"/>
                          <a:cs typeface="+mn-cs"/>
                        </a:rPr>
                        <a:t>安排於中崎社區</a:t>
                      </a:r>
                      <a:r>
                        <a:rPr lang="en-US" altLang="zh-TW" sz="1600" b="0" kern="1200" dirty="0">
                          <a:solidFill>
                            <a:schemeClr val="bg2">
                              <a:lumMod val="10000"/>
                            </a:schemeClr>
                          </a:solidFill>
                          <a:effectLst/>
                          <a:latin typeface="標楷體" pitchFamily="65" charset="-120"/>
                          <a:ea typeface="標楷體" pitchFamily="65" charset="-120"/>
                          <a:cs typeface="+mn-cs"/>
                        </a:rPr>
                        <a:t>10</a:t>
                      </a:r>
                      <a:r>
                        <a:rPr lang="zh-TW" altLang="zh-TW" sz="1600" b="0" kern="1200" dirty="0">
                          <a:solidFill>
                            <a:schemeClr val="bg2">
                              <a:lumMod val="10000"/>
                            </a:schemeClr>
                          </a:solidFill>
                          <a:effectLst/>
                          <a:latin typeface="標楷體" pitchFamily="65" charset="-120"/>
                          <a:ea typeface="標楷體" pitchFamily="65" charset="-120"/>
                          <a:cs typeface="+mn-cs"/>
                        </a:rPr>
                        <a:t>堂課程，共計</a:t>
                      </a:r>
                      <a:r>
                        <a:rPr lang="en-US" altLang="zh-TW" sz="1600" b="0" kern="1200" dirty="0">
                          <a:solidFill>
                            <a:schemeClr val="bg2">
                              <a:lumMod val="10000"/>
                            </a:schemeClr>
                          </a:solidFill>
                          <a:effectLst/>
                          <a:latin typeface="標楷體" pitchFamily="65" charset="-120"/>
                          <a:ea typeface="標楷體" pitchFamily="65" charset="-120"/>
                          <a:cs typeface="+mn-cs"/>
                        </a:rPr>
                        <a:t>20</a:t>
                      </a:r>
                      <a:r>
                        <a:rPr lang="zh-TW" altLang="zh-TW" sz="1600" b="0" kern="1200" dirty="0">
                          <a:solidFill>
                            <a:schemeClr val="bg2">
                              <a:lumMod val="10000"/>
                            </a:schemeClr>
                          </a:solidFill>
                          <a:effectLst/>
                          <a:latin typeface="標楷體" pitchFamily="65" charset="-120"/>
                          <a:ea typeface="標楷體" pitchFamily="65" charset="-120"/>
                          <a:cs typeface="+mn-cs"/>
                        </a:rPr>
                        <a:t>節</a:t>
                      </a:r>
                      <a:r>
                        <a:rPr lang="en-US" altLang="zh-TW" sz="1600" b="0" kern="1200" dirty="0">
                          <a:solidFill>
                            <a:schemeClr val="bg2">
                              <a:lumMod val="10000"/>
                            </a:schemeClr>
                          </a:solidFill>
                          <a:effectLst/>
                          <a:latin typeface="標楷體" pitchFamily="65" charset="-120"/>
                          <a:ea typeface="標楷體" pitchFamily="65" charset="-120"/>
                          <a:cs typeface="+mn-cs"/>
                        </a:rPr>
                        <a:t>)</a:t>
                      </a:r>
                      <a:r>
                        <a:rPr lang="zh-TW" altLang="zh-TW" sz="1600" b="0" kern="1200" dirty="0">
                          <a:solidFill>
                            <a:schemeClr val="bg2">
                              <a:lumMod val="10000"/>
                            </a:schemeClr>
                          </a:solidFill>
                          <a:effectLst/>
                          <a:latin typeface="標楷體" pitchFamily="65" charset="-120"/>
                          <a:ea typeface="標楷體" pitchFamily="65" charset="-120"/>
                          <a:cs typeface="+mn-cs"/>
                        </a:rPr>
                        <a:t>。</a:t>
                      </a:r>
                      <a:endParaRPr lang="zh-TW" sz="1600" b="0" kern="100" dirty="0">
                        <a:solidFill>
                          <a:schemeClr val="bg2">
                            <a:lumMod val="10000"/>
                          </a:schemeClr>
                        </a:solidFill>
                        <a:effectLst/>
                        <a:latin typeface="標楷體" pitchFamily="65" charset="-120"/>
                        <a:ea typeface="標楷體" pitchFamily="65" charset="-120"/>
                      </a:endParaRPr>
                    </a:p>
                  </a:txBody>
                  <a:tcPr marL="68580" marR="68580" marT="0" marB="0">
                    <a:solidFill>
                      <a:schemeClr val="accent6">
                        <a:lumMod val="20000"/>
                        <a:lumOff val="80000"/>
                      </a:schemeClr>
                    </a:solidFill>
                  </a:tcPr>
                </a:tc>
                <a:tc>
                  <a:txBody>
                    <a:bodyPr/>
                    <a:lstStyle/>
                    <a:p>
                      <a:r>
                        <a:rPr lang="zh-TW" altLang="zh-TW" sz="1600" b="0" kern="1200" dirty="0">
                          <a:solidFill>
                            <a:schemeClr val="bg2">
                              <a:lumMod val="10000"/>
                            </a:schemeClr>
                          </a:solidFill>
                          <a:effectLst/>
                          <a:latin typeface="標楷體" pitchFamily="65" charset="-120"/>
                          <a:ea typeface="標楷體" pitchFamily="65" charset="-120"/>
                          <a:cs typeface="+mn-cs"/>
                        </a:rPr>
                        <a:t>專業老師：</a:t>
                      </a:r>
                    </a:p>
                    <a:p>
                      <a:r>
                        <a:rPr lang="zh-TW" altLang="zh-TW" sz="1600" b="0" kern="1200" dirty="0">
                          <a:solidFill>
                            <a:schemeClr val="bg2">
                              <a:lumMod val="10000"/>
                            </a:schemeClr>
                          </a:solidFill>
                          <a:effectLst/>
                          <a:latin typeface="標楷體" pitchFamily="65" charset="-120"/>
                          <a:ea typeface="標楷體" pitchFamily="65" charset="-120"/>
                          <a:cs typeface="+mn-cs"/>
                        </a:rPr>
                        <a:t>卓宏興校長、</a:t>
                      </a:r>
                      <a:endParaRPr lang="en-US" altLang="zh-TW" sz="1600" b="0" kern="1200" dirty="0">
                        <a:solidFill>
                          <a:schemeClr val="bg2">
                            <a:lumMod val="10000"/>
                          </a:schemeClr>
                        </a:solidFill>
                        <a:effectLst/>
                        <a:latin typeface="標楷體" pitchFamily="65" charset="-120"/>
                        <a:ea typeface="標楷體" pitchFamily="65" charset="-120"/>
                        <a:cs typeface="+mn-cs"/>
                      </a:endParaRPr>
                    </a:p>
                    <a:p>
                      <a:r>
                        <a:rPr lang="zh-TW" altLang="zh-TW" sz="1600" b="0" kern="1200" dirty="0">
                          <a:solidFill>
                            <a:schemeClr val="bg2">
                              <a:lumMod val="10000"/>
                            </a:schemeClr>
                          </a:solidFill>
                          <a:effectLst/>
                          <a:latin typeface="標楷體" pitchFamily="65" charset="-120"/>
                          <a:ea typeface="標楷體" pitchFamily="65" charset="-120"/>
                          <a:cs typeface="+mn-cs"/>
                        </a:rPr>
                        <a:t>賴美莉老師</a:t>
                      </a:r>
                      <a:endParaRPr lang="en-US" altLang="zh-TW" sz="1600" b="0" kern="1200" dirty="0">
                        <a:solidFill>
                          <a:schemeClr val="bg2">
                            <a:lumMod val="10000"/>
                          </a:schemeClr>
                        </a:solidFill>
                        <a:effectLst/>
                        <a:latin typeface="標楷體" pitchFamily="65" charset="-120"/>
                        <a:ea typeface="標楷體" pitchFamily="65" charset="-120"/>
                        <a:cs typeface="+mn-cs"/>
                      </a:endParaRPr>
                    </a:p>
                    <a:p>
                      <a:r>
                        <a:rPr lang="zh-TW" altLang="en-US" sz="1600" b="0" kern="1200" dirty="0">
                          <a:solidFill>
                            <a:schemeClr val="bg2">
                              <a:lumMod val="10000"/>
                            </a:schemeClr>
                          </a:solidFill>
                          <a:effectLst/>
                          <a:latin typeface="標楷體" pitchFamily="65" charset="-120"/>
                          <a:ea typeface="標楷體" pitchFamily="65" charset="-120"/>
                          <a:cs typeface="+mn-cs"/>
                        </a:rPr>
                        <a:t>或</a:t>
                      </a:r>
                      <a:r>
                        <a:rPr lang="zh-TW" altLang="zh-TW" sz="1600" b="0" kern="1200" dirty="0">
                          <a:solidFill>
                            <a:schemeClr val="bg2">
                              <a:lumMod val="10000"/>
                            </a:schemeClr>
                          </a:solidFill>
                          <a:effectLst/>
                          <a:latin typeface="標楷體" pitchFamily="65" charset="-120"/>
                          <a:ea typeface="標楷體" pitchFamily="65" charset="-120"/>
                          <a:cs typeface="+mn-cs"/>
                        </a:rPr>
                        <a:t>等同師資</a:t>
                      </a:r>
                    </a:p>
                    <a:p>
                      <a:r>
                        <a:rPr lang="zh-TW" altLang="zh-TW" sz="1600" b="0" kern="1200" dirty="0">
                          <a:solidFill>
                            <a:schemeClr val="bg2">
                              <a:lumMod val="10000"/>
                            </a:schemeClr>
                          </a:solidFill>
                          <a:effectLst/>
                          <a:latin typeface="標楷體" pitchFamily="65" charset="-120"/>
                          <a:ea typeface="標楷體" pitchFamily="65" charset="-120"/>
                          <a:cs typeface="+mn-cs"/>
                        </a:rPr>
                        <a:t>實務老師</a:t>
                      </a:r>
                      <a:r>
                        <a:rPr lang="en-US" altLang="zh-TW" sz="1600" b="0" kern="1200" dirty="0">
                          <a:solidFill>
                            <a:schemeClr val="bg2">
                              <a:lumMod val="10000"/>
                            </a:schemeClr>
                          </a:solidFill>
                          <a:effectLst/>
                          <a:latin typeface="標楷體" pitchFamily="65" charset="-120"/>
                          <a:ea typeface="標楷體" pitchFamily="65" charset="-120"/>
                          <a:cs typeface="+mn-cs"/>
                        </a:rPr>
                        <a:t>(</a:t>
                      </a:r>
                      <a:r>
                        <a:rPr lang="zh-TW" altLang="zh-TW" sz="1600" b="0" kern="1200" dirty="0">
                          <a:solidFill>
                            <a:schemeClr val="bg2">
                              <a:lumMod val="10000"/>
                            </a:schemeClr>
                          </a:solidFill>
                          <a:effectLst/>
                          <a:latin typeface="標楷體" pitchFamily="65" charset="-120"/>
                          <a:ea typeface="標楷體" pitchFamily="65" charset="-120"/>
                          <a:cs typeface="+mn-cs"/>
                        </a:rPr>
                        <a:t>跨社區</a:t>
                      </a:r>
                      <a:r>
                        <a:rPr lang="en-US" altLang="zh-TW" sz="1600" b="0" kern="1200" dirty="0">
                          <a:solidFill>
                            <a:schemeClr val="bg2">
                              <a:lumMod val="10000"/>
                            </a:schemeClr>
                          </a:solidFill>
                          <a:effectLst/>
                          <a:latin typeface="標楷體" pitchFamily="65" charset="-120"/>
                          <a:ea typeface="標楷體" pitchFamily="65" charset="-120"/>
                          <a:cs typeface="+mn-cs"/>
                        </a:rPr>
                        <a:t>)</a:t>
                      </a:r>
                      <a:r>
                        <a:rPr lang="zh-TW" altLang="zh-TW" sz="1600" b="0" kern="1200" dirty="0">
                          <a:solidFill>
                            <a:schemeClr val="bg2">
                              <a:lumMod val="10000"/>
                            </a:schemeClr>
                          </a:solidFill>
                          <a:effectLst/>
                          <a:latin typeface="標楷體" pitchFamily="65" charset="-120"/>
                          <a:ea typeface="標楷體" pitchFamily="65" charset="-120"/>
                          <a:cs typeface="+mn-cs"/>
                        </a:rPr>
                        <a:t>：</a:t>
                      </a:r>
                    </a:p>
                    <a:p>
                      <a:r>
                        <a:rPr lang="zh-TW" altLang="zh-TW" sz="1600" b="0" kern="1200" dirty="0">
                          <a:solidFill>
                            <a:schemeClr val="bg2">
                              <a:lumMod val="10000"/>
                            </a:schemeClr>
                          </a:solidFill>
                          <a:effectLst/>
                          <a:latin typeface="標楷體" pitchFamily="65" charset="-120"/>
                          <a:ea typeface="標楷體" pitchFamily="65" charset="-120"/>
                          <a:cs typeface="+mn-cs"/>
                        </a:rPr>
                        <a:t>楊麗娜理事長</a:t>
                      </a:r>
                    </a:p>
                    <a:p>
                      <a:r>
                        <a:rPr lang="zh-TW" altLang="zh-TW" sz="1600" b="0" kern="1200" dirty="0">
                          <a:solidFill>
                            <a:schemeClr val="bg2">
                              <a:lumMod val="10000"/>
                            </a:schemeClr>
                          </a:solidFill>
                          <a:effectLst/>
                          <a:latin typeface="標楷體" pitchFamily="65" charset="-120"/>
                          <a:ea typeface="標楷體" pitchFamily="65" charset="-120"/>
                          <a:cs typeface="+mn-cs"/>
                        </a:rPr>
                        <a:t>林志豪理事長</a:t>
                      </a:r>
                    </a:p>
                    <a:p>
                      <a:r>
                        <a:rPr lang="zh-TW" altLang="zh-TW" sz="1600" b="0" kern="1200" dirty="0">
                          <a:solidFill>
                            <a:schemeClr val="bg2">
                              <a:lumMod val="10000"/>
                            </a:schemeClr>
                          </a:solidFill>
                          <a:effectLst/>
                          <a:latin typeface="標楷體" pitchFamily="65" charset="-120"/>
                          <a:ea typeface="標楷體" pitchFamily="65" charset="-120"/>
                          <a:cs typeface="+mn-cs"/>
                        </a:rPr>
                        <a:t>楊莉理總幹事</a:t>
                      </a:r>
                    </a:p>
                    <a:p>
                      <a:r>
                        <a:rPr lang="zh-TW" altLang="zh-TW" sz="1600" b="0" kern="1200" dirty="0">
                          <a:solidFill>
                            <a:schemeClr val="bg2">
                              <a:lumMod val="10000"/>
                            </a:schemeClr>
                          </a:solidFill>
                          <a:effectLst/>
                          <a:latin typeface="標楷體" pitchFamily="65" charset="-120"/>
                          <a:ea typeface="標楷體" pitchFamily="65" charset="-120"/>
                          <a:cs typeface="+mn-cs"/>
                        </a:rPr>
                        <a:t>專業團隊：</a:t>
                      </a:r>
                      <a:endParaRPr lang="en-US" altLang="zh-TW" sz="1600" b="0" kern="1200" dirty="0">
                        <a:solidFill>
                          <a:schemeClr val="bg2">
                            <a:lumMod val="10000"/>
                          </a:schemeClr>
                        </a:solidFill>
                        <a:effectLst/>
                        <a:latin typeface="標楷體" pitchFamily="65" charset="-120"/>
                        <a:ea typeface="標楷體" pitchFamily="65" charset="-120"/>
                        <a:cs typeface="+mn-cs"/>
                      </a:endParaRPr>
                    </a:p>
                    <a:p>
                      <a:r>
                        <a:rPr lang="zh-TW" altLang="zh-TW" sz="1600" b="0" kern="1200" dirty="0">
                          <a:solidFill>
                            <a:schemeClr val="bg2">
                              <a:lumMod val="10000"/>
                            </a:schemeClr>
                          </a:solidFill>
                          <a:effectLst/>
                          <a:latin typeface="標楷體" pitchFamily="65" charset="-120"/>
                          <a:ea typeface="標楷體" pitchFamily="65" charset="-120"/>
                          <a:cs typeface="+mn-cs"/>
                        </a:rPr>
                        <a:t>大旗艦社區夥伴、</a:t>
                      </a:r>
                      <a:endParaRPr lang="en-US" altLang="zh-TW" sz="1600" b="0" kern="1200" dirty="0">
                        <a:solidFill>
                          <a:schemeClr val="bg2">
                            <a:lumMod val="10000"/>
                          </a:schemeClr>
                        </a:solidFill>
                        <a:effectLst/>
                        <a:latin typeface="標楷體" pitchFamily="65" charset="-120"/>
                        <a:ea typeface="標楷體" pitchFamily="65" charset="-120"/>
                        <a:cs typeface="+mn-cs"/>
                      </a:endParaRPr>
                    </a:p>
                    <a:p>
                      <a:r>
                        <a:rPr lang="zh-TW" altLang="zh-TW" sz="1600" b="0" kern="1200" dirty="0">
                          <a:solidFill>
                            <a:schemeClr val="bg2">
                              <a:lumMod val="10000"/>
                            </a:schemeClr>
                          </a:solidFill>
                          <a:effectLst/>
                          <a:latin typeface="標楷體" pitchFamily="65" charset="-120"/>
                          <a:ea typeface="標楷體" pitchFamily="65" charset="-120"/>
                          <a:cs typeface="+mn-cs"/>
                        </a:rPr>
                        <a:t>南投縣政府、</a:t>
                      </a:r>
                      <a:endParaRPr lang="en-US" altLang="zh-TW" sz="1600" b="0" kern="1200" dirty="0">
                        <a:solidFill>
                          <a:schemeClr val="bg2">
                            <a:lumMod val="10000"/>
                          </a:schemeClr>
                        </a:solidFill>
                        <a:effectLst/>
                        <a:latin typeface="標楷體" pitchFamily="65" charset="-120"/>
                        <a:ea typeface="標楷體" pitchFamily="65" charset="-120"/>
                        <a:cs typeface="+mn-cs"/>
                      </a:endParaRPr>
                    </a:p>
                    <a:p>
                      <a:r>
                        <a:rPr lang="zh-TW" altLang="zh-TW" sz="1600" b="0" kern="1200" dirty="0">
                          <a:solidFill>
                            <a:schemeClr val="bg2">
                              <a:lumMod val="10000"/>
                            </a:schemeClr>
                          </a:solidFill>
                          <a:effectLst/>
                          <a:latin typeface="標楷體" pitchFamily="65" charset="-120"/>
                          <a:ea typeface="標楷體" pitchFamily="65" charset="-120"/>
                          <a:cs typeface="+mn-cs"/>
                        </a:rPr>
                        <a:t>竹山鎮公所、</a:t>
                      </a:r>
                      <a:endParaRPr lang="en-US" altLang="zh-TW" sz="1600" b="0" kern="1200" dirty="0">
                        <a:solidFill>
                          <a:schemeClr val="bg2">
                            <a:lumMod val="10000"/>
                          </a:schemeClr>
                        </a:solidFill>
                        <a:effectLst/>
                        <a:latin typeface="標楷體" pitchFamily="65" charset="-120"/>
                        <a:ea typeface="標楷體" pitchFamily="65" charset="-120"/>
                        <a:cs typeface="+mn-cs"/>
                      </a:endParaRPr>
                    </a:p>
                    <a:p>
                      <a:r>
                        <a:rPr lang="zh-TW" altLang="zh-TW" sz="1600" b="0" kern="1200" dirty="0">
                          <a:solidFill>
                            <a:schemeClr val="bg2">
                              <a:lumMod val="10000"/>
                            </a:schemeClr>
                          </a:solidFill>
                          <a:effectLst/>
                          <a:latin typeface="標楷體" pitchFamily="65" charset="-120"/>
                          <a:ea typeface="標楷體" pitchFamily="65" charset="-120"/>
                          <a:cs typeface="+mn-cs"/>
                        </a:rPr>
                        <a:t>竹山鎮秀傳醫院、</a:t>
                      </a:r>
                      <a:endParaRPr lang="en-US" altLang="zh-TW" sz="1600" b="0" kern="1200" dirty="0">
                        <a:solidFill>
                          <a:schemeClr val="bg2">
                            <a:lumMod val="10000"/>
                          </a:schemeClr>
                        </a:solidFill>
                        <a:effectLst/>
                        <a:latin typeface="標楷體" pitchFamily="65" charset="-120"/>
                        <a:ea typeface="標楷體" pitchFamily="65" charset="-120"/>
                        <a:cs typeface="+mn-cs"/>
                      </a:endParaRPr>
                    </a:p>
                    <a:p>
                      <a:r>
                        <a:rPr lang="zh-TW" altLang="zh-TW" sz="1600" b="0" kern="1200" dirty="0">
                          <a:solidFill>
                            <a:schemeClr val="bg2">
                              <a:lumMod val="10000"/>
                            </a:schemeClr>
                          </a:solidFill>
                          <a:effectLst/>
                          <a:latin typeface="標楷體" pitchFamily="65" charset="-120"/>
                          <a:ea typeface="標楷體" pitchFamily="65" charset="-120"/>
                          <a:cs typeface="+mn-cs"/>
                        </a:rPr>
                        <a:t>竹山鎮樂齡學習中心、南投縣家庭教育中心。</a:t>
                      </a:r>
                    </a:p>
                    <a:p>
                      <a:pPr marL="3810" algn="just">
                        <a:lnSpc>
                          <a:spcPts val="2600"/>
                        </a:lnSpc>
                        <a:spcAft>
                          <a:spcPts val="0"/>
                        </a:spcAft>
                      </a:pPr>
                      <a:endParaRPr lang="zh-TW" sz="1600" b="0" kern="100" dirty="0">
                        <a:solidFill>
                          <a:schemeClr val="bg2">
                            <a:lumMod val="10000"/>
                          </a:schemeClr>
                        </a:solidFill>
                        <a:effectLst/>
                        <a:latin typeface="標楷體" pitchFamily="65" charset="-120"/>
                        <a:ea typeface="標楷體" pitchFamily="65" charset="-120"/>
                      </a:endParaRPr>
                    </a:p>
                  </a:txBody>
                  <a:tcPr marL="68580" marR="68580" marT="0" marB="0">
                    <a:solidFill>
                      <a:schemeClr val="accent6">
                        <a:lumMod val="20000"/>
                        <a:lumOff val="80000"/>
                      </a:schemeClr>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8556557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sp>
        <p:nvSpPr>
          <p:cNvPr id="87043" name="內容版面配置區 2"/>
          <p:cNvSpPr>
            <a:spLocks noGrp="1"/>
          </p:cNvSpPr>
          <p:nvPr>
            <p:ph idx="1"/>
          </p:nvPr>
        </p:nvSpPr>
        <p:spPr>
          <a:xfrm>
            <a:off x="395288" y="1125538"/>
            <a:ext cx="8229600" cy="5410200"/>
          </a:xfrm>
        </p:spPr>
        <p:txBody>
          <a:bodyPr/>
          <a:lstStyle/>
          <a:p>
            <a:pPr marL="0" indent="0">
              <a:spcBef>
                <a:spcPts val="300"/>
              </a:spcBef>
              <a:spcAft>
                <a:spcPts val="300"/>
              </a:spcAft>
              <a:buFont typeface="Wingdings" pitchFamily="2" charset="2"/>
              <a:buNone/>
            </a:pPr>
            <a:r>
              <a:rPr lang="en-US" altLang="zh-TW" sz="2800" b="1">
                <a:latin typeface="標楷體" pitchFamily="65" charset="-120"/>
                <a:ea typeface="超研澤粗楷" pitchFamily="49" charset="-120"/>
              </a:rPr>
              <a:t>(</a:t>
            </a:r>
            <a:r>
              <a:rPr lang="zh-TW" altLang="zh-TW" sz="2800" b="1">
                <a:latin typeface="Times New Roman" pitchFamily="18" charset="0"/>
                <a:ea typeface="標楷體" pitchFamily="65" charset="-120"/>
              </a:rPr>
              <a:t>一</a:t>
            </a:r>
            <a:r>
              <a:rPr lang="en-US" altLang="zh-TW" sz="2800" b="1">
                <a:latin typeface="Times New Roman" pitchFamily="18" charset="0"/>
                <a:ea typeface="標楷體" pitchFamily="65" charset="-120"/>
              </a:rPr>
              <a:t>)</a:t>
            </a:r>
            <a:r>
              <a:rPr lang="zh-TW" altLang="zh-TW" sz="2800" b="1">
                <a:latin typeface="Times New Roman" pitchFamily="18" charset="0"/>
                <a:ea typeface="標楷體" pitchFamily="65" charset="-120"/>
              </a:rPr>
              <a:t>、老人福利</a:t>
            </a:r>
            <a:r>
              <a:rPr lang="en-US" altLang="zh-TW" sz="2800" b="1">
                <a:latin typeface="Times New Roman" pitchFamily="18" charset="0"/>
                <a:ea typeface="標楷體" pitchFamily="65" charset="-120"/>
              </a:rPr>
              <a:t>-</a:t>
            </a:r>
            <a:r>
              <a:rPr lang="zh-TW" altLang="zh-TW" sz="2800" b="1">
                <a:ea typeface="標楷體" pitchFamily="65" charset="-120"/>
              </a:rPr>
              <a:t>金點轉動據點幸福升級</a:t>
            </a:r>
            <a:endParaRPr lang="en-US" altLang="zh-TW" sz="2800" b="1">
              <a:ea typeface="標楷體" pitchFamily="65" charset="-120"/>
            </a:endParaRPr>
          </a:p>
          <a:p>
            <a:pPr marL="0" indent="0">
              <a:buFont typeface="Wingdings" pitchFamily="2" charset="2"/>
              <a:buNone/>
            </a:pPr>
            <a:endParaRPr lang="zh-TW" altLang="zh-TW" sz="2400">
              <a:latin typeface="Times New Roman" pitchFamily="18" charset="0"/>
              <a:ea typeface="超研澤粗楷" pitchFamily="49" charset="-120"/>
            </a:endParaRPr>
          </a:p>
          <a:p>
            <a:pPr marL="0" indent="0">
              <a:buFont typeface="Wingdings" pitchFamily="2" charset="2"/>
              <a:buNone/>
            </a:pPr>
            <a:endParaRPr lang="zh-TW" altLang="en-US">
              <a:ea typeface="新細明體" pitchFamily="18" charset="-120"/>
            </a:endParaRPr>
          </a:p>
        </p:txBody>
      </p:sp>
      <p:graphicFrame>
        <p:nvGraphicFramePr>
          <p:cNvPr id="5" name="表格 4"/>
          <p:cNvGraphicFramePr>
            <a:graphicFrameLocks noGrp="1"/>
          </p:cNvGraphicFramePr>
          <p:nvPr/>
        </p:nvGraphicFramePr>
        <p:xfrm>
          <a:off x="611188" y="1735138"/>
          <a:ext cx="7705726" cy="3313112"/>
        </p:xfrm>
        <a:graphic>
          <a:graphicData uri="http://schemas.openxmlformats.org/drawingml/2006/table">
            <a:tbl>
              <a:tblPr firstRow="1" firstCol="1" lastRow="1" lastCol="1" bandRow="1" bandCol="1">
                <a:tableStyleId>{5C22544A-7EE6-4342-B048-85BDC9FD1C3A}</a:tableStyleId>
              </a:tblPr>
              <a:tblGrid>
                <a:gridCol w="714414">
                  <a:extLst>
                    <a:ext uri="{9D8B030D-6E8A-4147-A177-3AD203B41FA5}">
                      <a16:colId xmlns:a16="http://schemas.microsoft.com/office/drawing/2014/main" val="20000"/>
                    </a:ext>
                  </a:extLst>
                </a:gridCol>
                <a:gridCol w="1302050">
                  <a:extLst>
                    <a:ext uri="{9D8B030D-6E8A-4147-A177-3AD203B41FA5}">
                      <a16:colId xmlns:a16="http://schemas.microsoft.com/office/drawing/2014/main" val="20001"/>
                    </a:ext>
                  </a:extLst>
                </a:gridCol>
                <a:gridCol w="2376520">
                  <a:extLst>
                    <a:ext uri="{9D8B030D-6E8A-4147-A177-3AD203B41FA5}">
                      <a16:colId xmlns:a16="http://schemas.microsoft.com/office/drawing/2014/main" val="20002"/>
                    </a:ext>
                  </a:extLst>
                </a:gridCol>
                <a:gridCol w="3312742">
                  <a:extLst>
                    <a:ext uri="{9D8B030D-6E8A-4147-A177-3AD203B41FA5}">
                      <a16:colId xmlns:a16="http://schemas.microsoft.com/office/drawing/2014/main" val="20003"/>
                    </a:ext>
                  </a:extLst>
                </a:gridCol>
              </a:tblGrid>
              <a:tr h="508114">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執行期程</a:t>
                      </a:r>
                    </a:p>
                  </a:txBody>
                  <a:tcPr marL="68588" marR="68588"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執行項目</a:t>
                      </a:r>
                    </a:p>
                  </a:txBody>
                  <a:tcPr marL="68588" marR="68588" marT="0" marB="0" anchor="ctr">
                    <a:solidFill>
                      <a:schemeClr val="accent4">
                        <a:lumMod val="75000"/>
                        <a:lumOff val="25000"/>
                      </a:schemeClr>
                    </a:solidFill>
                  </a:tcPr>
                </a:tc>
                <a:tc>
                  <a:txBody>
                    <a:bodyPr/>
                    <a:lstStyle/>
                    <a:p>
                      <a:pPr indent="356235"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執行方式與規劃</a:t>
                      </a:r>
                    </a:p>
                  </a:txBody>
                  <a:tcPr marL="68588" marR="68588"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2000" b="0" kern="100" dirty="0">
                          <a:solidFill>
                            <a:schemeClr val="bg2">
                              <a:lumMod val="10000"/>
                            </a:schemeClr>
                          </a:solidFill>
                          <a:effectLst/>
                          <a:latin typeface="標楷體" pitchFamily="65" charset="-120"/>
                          <a:ea typeface="標楷體" pitchFamily="65" charset="-120"/>
                        </a:rPr>
                        <a:t>活動講師</a:t>
                      </a:r>
                    </a:p>
                  </a:txBody>
                  <a:tcPr marL="68588" marR="68588" marT="0" marB="0" anchor="ctr">
                    <a:solidFill>
                      <a:schemeClr val="accent4">
                        <a:lumMod val="75000"/>
                        <a:lumOff val="25000"/>
                      </a:schemeClr>
                    </a:solidFill>
                  </a:tcPr>
                </a:tc>
                <a:extLst>
                  <a:ext uri="{0D108BD9-81ED-4DB2-BD59-A6C34878D82A}">
                    <a16:rowId xmlns:a16="http://schemas.microsoft.com/office/drawing/2014/main" val="10000"/>
                  </a:ext>
                </a:extLst>
              </a:tr>
              <a:tr h="2804998">
                <a:tc>
                  <a:txBody>
                    <a:bodyPr/>
                    <a:lstStyle/>
                    <a:p>
                      <a:pPr algn="ctr">
                        <a:spcAft>
                          <a:spcPts val="0"/>
                        </a:spcAft>
                        <a:tabLst>
                          <a:tab pos="381000" algn="l"/>
                        </a:tabLst>
                      </a:pPr>
                      <a:endParaRPr lang="en-US" sz="1800" b="0" kern="100" dirty="0">
                        <a:solidFill>
                          <a:schemeClr val="bg2">
                            <a:lumMod val="10000"/>
                          </a:schemeClr>
                        </a:solidFill>
                        <a:effectLst/>
                        <a:latin typeface="標楷體" pitchFamily="65" charset="-120"/>
                        <a:ea typeface="標楷體" pitchFamily="65" charset="-120"/>
                      </a:endParaRPr>
                    </a:p>
                    <a:p>
                      <a:pPr algn="ctr">
                        <a:spcAft>
                          <a:spcPts val="0"/>
                        </a:spcAft>
                        <a:tabLst>
                          <a:tab pos="381000" algn="l"/>
                        </a:tabLst>
                      </a:pPr>
                      <a:endParaRPr lang="en-US" sz="1800" b="0" kern="100" dirty="0">
                        <a:solidFill>
                          <a:schemeClr val="bg2">
                            <a:lumMod val="10000"/>
                          </a:schemeClr>
                        </a:solidFill>
                        <a:effectLst/>
                        <a:latin typeface="標楷體" pitchFamily="65" charset="-120"/>
                        <a:ea typeface="標楷體" pitchFamily="65" charset="-120"/>
                      </a:endParaRPr>
                    </a:p>
                    <a:p>
                      <a:pPr algn="ctr">
                        <a:spcAft>
                          <a:spcPts val="0"/>
                        </a:spcAft>
                        <a:tabLst>
                          <a:tab pos="381000" algn="l"/>
                        </a:tabLst>
                      </a:pPr>
                      <a:r>
                        <a:rPr lang="en-US" sz="1800" b="0" kern="100" dirty="0">
                          <a:solidFill>
                            <a:schemeClr val="bg2">
                              <a:lumMod val="10000"/>
                            </a:schemeClr>
                          </a:solidFill>
                          <a:effectLst/>
                          <a:latin typeface="標楷體" pitchFamily="65" charset="-120"/>
                          <a:ea typeface="標楷體" pitchFamily="65" charset="-120"/>
                        </a:rPr>
                        <a:t>1-11</a:t>
                      </a:r>
                      <a:r>
                        <a:rPr lang="zh-TW" sz="1800" b="0" kern="100" dirty="0">
                          <a:solidFill>
                            <a:schemeClr val="bg2">
                              <a:lumMod val="10000"/>
                            </a:schemeClr>
                          </a:solidFill>
                          <a:effectLst/>
                          <a:latin typeface="標楷體" pitchFamily="65" charset="-120"/>
                          <a:ea typeface="標楷體" pitchFamily="65" charset="-120"/>
                        </a:rPr>
                        <a:t>月</a:t>
                      </a:r>
                    </a:p>
                  </a:txBody>
                  <a:tcPr marL="68588" marR="68588" marT="0" marB="0">
                    <a:solidFill>
                      <a:schemeClr val="accent6">
                        <a:lumMod val="20000"/>
                        <a:lumOff val="80000"/>
                      </a:schemeClr>
                    </a:solidFill>
                  </a:tcPr>
                </a:tc>
                <a:tc>
                  <a:txBody>
                    <a:bodyPr/>
                    <a:lstStyle/>
                    <a:p>
                      <a:pPr algn="ctr">
                        <a:spcAft>
                          <a:spcPts val="0"/>
                        </a:spcAft>
                        <a:tabLst>
                          <a:tab pos="381000" algn="l"/>
                        </a:tabLst>
                      </a:pPr>
                      <a:endParaRPr lang="en-US" altLang="zh-TW" sz="1800" b="0" kern="100" dirty="0">
                        <a:solidFill>
                          <a:schemeClr val="bg2">
                            <a:lumMod val="10000"/>
                          </a:schemeClr>
                        </a:solidFill>
                        <a:effectLst/>
                        <a:latin typeface="標楷體" pitchFamily="65" charset="-120"/>
                        <a:ea typeface="標楷體" pitchFamily="65" charset="-120"/>
                      </a:endParaRPr>
                    </a:p>
                    <a:p>
                      <a:pPr algn="ctr">
                        <a:spcAft>
                          <a:spcPts val="0"/>
                        </a:spcAft>
                        <a:tabLst>
                          <a:tab pos="381000" algn="l"/>
                        </a:tabLst>
                      </a:pPr>
                      <a:endParaRPr lang="en-US" altLang="zh-TW" sz="1800" b="0" kern="100" dirty="0">
                        <a:solidFill>
                          <a:schemeClr val="bg2">
                            <a:lumMod val="10000"/>
                          </a:schemeClr>
                        </a:solidFill>
                        <a:effectLst/>
                        <a:latin typeface="標楷體" pitchFamily="65" charset="-120"/>
                        <a:ea typeface="標楷體" pitchFamily="65" charset="-120"/>
                      </a:endParaRPr>
                    </a:p>
                    <a:p>
                      <a:pPr algn="ctr">
                        <a:spcAft>
                          <a:spcPts val="0"/>
                        </a:spcAft>
                        <a:tabLst>
                          <a:tab pos="381000" algn="l"/>
                        </a:tabLst>
                      </a:pPr>
                      <a:r>
                        <a:rPr lang="zh-TW" sz="1800" b="0" kern="100" dirty="0">
                          <a:solidFill>
                            <a:schemeClr val="bg2">
                              <a:lumMod val="10000"/>
                            </a:schemeClr>
                          </a:solidFill>
                          <a:effectLst/>
                          <a:latin typeface="標楷體" pitchFamily="65" charset="-120"/>
                          <a:ea typeface="標楷體" pitchFamily="65" charset="-120"/>
                        </a:rPr>
                        <a:t>社區照顧關懷據點設立</a:t>
                      </a:r>
                    </a:p>
                  </a:txBody>
                  <a:tcPr marL="68588" marR="68588" marT="0" marB="0">
                    <a:solidFill>
                      <a:schemeClr val="accent6">
                        <a:lumMod val="20000"/>
                        <a:lumOff val="80000"/>
                      </a:schemeClr>
                    </a:solidFill>
                  </a:tcPr>
                </a:tc>
                <a:tc>
                  <a:txBody>
                    <a:bodyPr/>
                    <a:lstStyle/>
                    <a:p>
                      <a:pPr algn="ctr"/>
                      <a:endParaRPr lang="en-US" altLang="zh-TW" sz="1800" b="0" kern="1200" dirty="0">
                        <a:solidFill>
                          <a:schemeClr val="bg2">
                            <a:lumMod val="10000"/>
                          </a:schemeClr>
                        </a:solidFill>
                        <a:effectLst/>
                        <a:latin typeface="標楷體" pitchFamily="65" charset="-120"/>
                        <a:ea typeface="標楷體" pitchFamily="65" charset="-120"/>
                        <a:cs typeface="+mn-cs"/>
                      </a:endParaRPr>
                    </a:p>
                    <a:p>
                      <a:pPr algn="ctr"/>
                      <a:endParaRPr lang="en-US" altLang="zh-TW" sz="1800" b="0" kern="1200" dirty="0">
                        <a:solidFill>
                          <a:schemeClr val="bg2">
                            <a:lumMod val="10000"/>
                          </a:schemeClr>
                        </a:solidFill>
                        <a:effectLst/>
                        <a:latin typeface="標楷體" pitchFamily="65" charset="-120"/>
                        <a:ea typeface="標楷體" pitchFamily="65" charset="-120"/>
                        <a:cs typeface="+mn-cs"/>
                      </a:endParaRPr>
                    </a:p>
                    <a:p>
                      <a:pPr algn="ctr"/>
                      <a:r>
                        <a:rPr lang="en-US" altLang="zh-TW" sz="1800" b="0" kern="1200" dirty="0">
                          <a:solidFill>
                            <a:schemeClr val="bg2">
                              <a:lumMod val="10000"/>
                            </a:schemeClr>
                          </a:solidFill>
                          <a:effectLst/>
                          <a:latin typeface="標楷體" pitchFamily="65" charset="-120"/>
                          <a:ea typeface="標楷體" pitchFamily="65" charset="-120"/>
                          <a:cs typeface="+mn-cs"/>
                        </a:rPr>
                        <a:t>1.</a:t>
                      </a:r>
                      <a:r>
                        <a:rPr lang="zh-TW" altLang="zh-TW" sz="1800" b="0" kern="1200" dirty="0">
                          <a:solidFill>
                            <a:schemeClr val="bg2">
                              <a:lumMod val="10000"/>
                            </a:schemeClr>
                          </a:solidFill>
                          <a:effectLst/>
                          <a:latin typeface="標楷體" pitchFamily="65" charset="-120"/>
                          <a:ea typeface="標楷體" pitchFamily="65" charset="-120"/>
                          <a:cs typeface="+mn-cs"/>
                        </a:rPr>
                        <a:t>關懷訪視</a:t>
                      </a:r>
                    </a:p>
                    <a:p>
                      <a:pPr algn="ctr"/>
                      <a:r>
                        <a:rPr lang="en-US" altLang="zh-TW" sz="1800" b="0" kern="1200" dirty="0">
                          <a:solidFill>
                            <a:schemeClr val="bg2">
                              <a:lumMod val="10000"/>
                            </a:schemeClr>
                          </a:solidFill>
                          <a:effectLst/>
                          <a:latin typeface="標楷體" pitchFamily="65" charset="-120"/>
                          <a:ea typeface="標楷體" pitchFamily="65" charset="-120"/>
                          <a:cs typeface="+mn-cs"/>
                        </a:rPr>
                        <a:t>2.</a:t>
                      </a:r>
                      <a:r>
                        <a:rPr lang="zh-TW" altLang="zh-TW" sz="1800" b="0" kern="1200" dirty="0">
                          <a:solidFill>
                            <a:schemeClr val="bg2">
                              <a:lumMod val="10000"/>
                            </a:schemeClr>
                          </a:solidFill>
                          <a:effectLst/>
                          <a:latin typeface="標楷體" pitchFamily="65" charset="-120"/>
                          <a:ea typeface="標楷體" pitchFamily="65" charset="-120"/>
                          <a:cs typeface="+mn-cs"/>
                        </a:rPr>
                        <a:t>電話問安</a:t>
                      </a:r>
                    </a:p>
                    <a:p>
                      <a:pPr algn="ctr"/>
                      <a:r>
                        <a:rPr lang="en-US" altLang="zh-TW" sz="1800" b="0" kern="1200" dirty="0">
                          <a:solidFill>
                            <a:schemeClr val="bg2">
                              <a:lumMod val="10000"/>
                            </a:schemeClr>
                          </a:solidFill>
                          <a:effectLst/>
                          <a:latin typeface="標楷體" pitchFamily="65" charset="-120"/>
                          <a:ea typeface="標楷體" pitchFamily="65" charset="-120"/>
                          <a:cs typeface="+mn-cs"/>
                        </a:rPr>
                        <a:t>3.</a:t>
                      </a:r>
                      <a:r>
                        <a:rPr lang="zh-TW" altLang="zh-TW" sz="1800" b="0" kern="1200" dirty="0">
                          <a:solidFill>
                            <a:schemeClr val="bg2">
                              <a:lumMod val="10000"/>
                            </a:schemeClr>
                          </a:solidFill>
                          <a:effectLst/>
                          <a:latin typeface="標楷體" pitchFamily="65" charset="-120"/>
                          <a:ea typeface="標楷體" pitchFamily="65" charset="-120"/>
                          <a:cs typeface="+mn-cs"/>
                        </a:rPr>
                        <a:t>多元健促</a:t>
                      </a:r>
                    </a:p>
                    <a:p>
                      <a:pPr algn="ctr"/>
                      <a:r>
                        <a:rPr lang="en-US" altLang="zh-TW" sz="1800" b="0" kern="1200" dirty="0">
                          <a:solidFill>
                            <a:schemeClr val="bg2">
                              <a:lumMod val="10000"/>
                            </a:schemeClr>
                          </a:solidFill>
                          <a:effectLst/>
                          <a:latin typeface="標楷體" pitchFamily="65" charset="-120"/>
                          <a:ea typeface="標楷體" pitchFamily="65" charset="-120"/>
                          <a:cs typeface="+mn-cs"/>
                        </a:rPr>
                        <a:t>4.</a:t>
                      </a:r>
                      <a:r>
                        <a:rPr lang="zh-TW" altLang="zh-TW" sz="1800" b="0" kern="1200" dirty="0">
                          <a:solidFill>
                            <a:schemeClr val="bg2">
                              <a:lumMod val="10000"/>
                            </a:schemeClr>
                          </a:solidFill>
                          <a:effectLst/>
                          <a:latin typeface="標楷體" pitchFamily="65" charset="-120"/>
                          <a:ea typeface="標楷體" pitchFamily="65" charset="-120"/>
                          <a:cs typeface="+mn-cs"/>
                        </a:rPr>
                        <a:t>集中用餐</a:t>
                      </a:r>
                      <a:endParaRPr lang="zh-TW" sz="1800" b="0" kern="100" dirty="0">
                        <a:solidFill>
                          <a:schemeClr val="bg2">
                            <a:lumMod val="10000"/>
                          </a:schemeClr>
                        </a:solidFill>
                        <a:effectLst/>
                        <a:latin typeface="標楷體" pitchFamily="65" charset="-120"/>
                        <a:ea typeface="標楷體" pitchFamily="65" charset="-120"/>
                      </a:endParaRPr>
                    </a:p>
                  </a:txBody>
                  <a:tcPr marL="68588" marR="68588" marT="0" marB="0">
                    <a:solidFill>
                      <a:schemeClr val="accent6">
                        <a:lumMod val="20000"/>
                        <a:lumOff val="80000"/>
                      </a:schemeClr>
                    </a:solidFill>
                  </a:tcPr>
                </a:tc>
                <a:tc>
                  <a:txBody>
                    <a:bodyPr/>
                    <a:lstStyle/>
                    <a:p>
                      <a:r>
                        <a:rPr lang="zh-TW" altLang="zh-TW" sz="1800" b="0" kern="1200" dirty="0">
                          <a:solidFill>
                            <a:schemeClr val="bg2">
                              <a:lumMod val="10000"/>
                            </a:schemeClr>
                          </a:solidFill>
                          <a:effectLst/>
                          <a:latin typeface="標楷體" pitchFamily="65" charset="-120"/>
                          <a:ea typeface="標楷體" pitchFamily="65" charset="-120"/>
                          <a:cs typeface="+mn-cs"/>
                        </a:rPr>
                        <a:t>實務老師</a:t>
                      </a:r>
                      <a:r>
                        <a:rPr lang="en-US" altLang="zh-TW" sz="1800" b="0" kern="1200" dirty="0">
                          <a:solidFill>
                            <a:schemeClr val="bg2">
                              <a:lumMod val="10000"/>
                            </a:schemeClr>
                          </a:solidFill>
                          <a:effectLst/>
                          <a:latin typeface="標楷體" pitchFamily="65" charset="-120"/>
                          <a:ea typeface="標楷體" pitchFamily="65" charset="-120"/>
                          <a:cs typeface="+mn-cs"/>
                        </a:rPr>
                        <a:t>(</a:t>
                      </a:r>
                      <a:r>
                        <a:rPr lang="zh-TW" altLang="zh-TW" sz="1800" b="0" kern="1200" dirty="0">
                          <a:solidFill>
                            <a:schemeClr val="bg2">
                              <a:lumMod val="10000"/>
                            </a:schemeClr>
                          </a:solidFill>
                          <a:effectLst/>
                          <a:latin typeface="標楷體" pitchFamily="65" charset="-120"/>
                          <a:ea typeface="標楷體" pitchFamily="65" charset="-120"/>
                          <a:cs typeface="+mn-cs"/>
                        </a:rPr>
                        <a:t>跨社區</a:t>
                      </a:r>
                      <a:r>
                        <a:rPr lang="en-US" altLang="zh-TW" sz="1800" b="0" kern="1200" dirty="0">
                          <a:solidFill>
                            <a:schemeClr val="bg2">
                              <a:lumMod val="10000"/>
                            </a:schemeClr>
                          </a:solidFill>
                          <a:effectLst/>
                          <a:latin typeface="標楷體" pitchFamily="65" charset="-120"/>
                          <a:ea typeface="標楷體" pitchFamily="65" charset="-120"/>
                          <a:cs typeface="+mn-cs"/>
                        </a:rPr>
                        <a:t>)</a:t>
                      </a:r>
                      <a:r>
                        <a:rPr lang="zh-TW" altLang="zh-TW" sz="1800" b="0" kern="1200" dirty="0">
                          <a:solidFill>
                            <a:schemeClr val="bg2">
                              <a:lumMod val="10000"/>
                            </a:schemeClr>
                          </a:solidFill>
                          <a:effectLst/>
                          <a:latin typeface="標楷體" pitchFamily="65" charset="-120"/>
                          <a:ea typeface="標楷體" pitchFamily="65" charset="-120"/>
                          <a:cs typeface="+mn-cs"/>
                        </a:rPr>
                        <a:t>：</a:t>
                      </a:r>
                    </a:p>
                    <a:p>
                      <a:r>
                        <a:rPr lang="zh-TW" altLang="zh-TW" sz="1800" b="0" kern="1200" dirty="0">
                          <a:solidFill>
                            <a:schemeClr val="bg2">
                              <a:lumMod val="10000"/>
                            </a:schemeClr>
                          </a:solidFill>
                          <a:effectLst/>
                          <a:latin typeface="標楷體" pitchFamily="65" charset="-120"/>
                          <a:ea typeface="標楷體" pitchFamily="65" charset="-120"/>
                          <a:cs typeface="+mn-cs"/>
                        </a:rPr>
                        <a:t>楊麗娜理事長</a:t>
                      </a:r>
                    </a:p>
                    <a:p>
                      <a:r>
                        <a:rPr lang="zh-TW" altLang="zh-TW" sz="1800" b="0" kern="1200" dirty="0">
                          <a:solidFill>
                            <a:schemeClr val="bg2">
                              <a:lumMod val="10000"/>
                            </a:schemeClr>
                          </a:solidFill>
                          <a:effectLst/>
                          <a:latin typeface="標楷體" pitchFamily="65" charset="-120"/>
                          <a:ea typeface="標楷體" pitchFamily="65" charset="-120"/>
                          <a:cs typeface="+mn-cs"/>
                        </a:rPr>
                        <a:t>管梅秀理事長</a:t>
                      </a:r>
                    </a:p>
                    <a:p>
                      <a:r>
                        <a:rPr lang="zh-TW" altLang="zh-TW" sz="1800" b="0" kern="1200" dirty="0">
                          <a:solidFill>
                            <a:schemeClr val="bg2">
                              <a:lumMod val="10000"/>
                            </a:schemeClr>
                          </a:solidFill>
                          <a:effectLst/>
                          <a:latin typeface="標楷體" pitchFamily="65" charset="-120"/>
                          <a:ea typeface="標楷體" pitchFamily="65" charset="-120"/>
                          <a:cs typeface="+mn-cs"/>
                        </a:rPr>
                        <a:t>楊莉理總幹事</a:t>
                      </a:r>
                    </a:p>
                    <a:p>
                      <a:r>
                        <a:rPr lang="zh-TW" altLang="zh-TW" sz="1800" b="0" kern="1200" dirty="0">
                          <a:solidFill>
                            <a:schemeClr val="bg2">
                              <a:lumMod val="10000"/>
                            </a:schemeClr>
                          </a:solidFill>
                          <a:effectLst/>
                          <a:latin typeface="標楷體" pitchFamily="65" charset="-120"/>
                          <a:ea typeface="標楷體" pitchFamily="65" charset="-120"/>
                          <a:cs typeface="+mn-cs"/>
                        </a:rPr>
                        <a:t>專業團隊</a:t>
                      </a:r>
                      <a:r>
                        <a:rPr lang="en-US" altLang="zh-TW" sz="1800" b="0" kern="1200" dirty="0">
                          <a:solidFill>
                            <a:schemeClr val="bg2">
                              <a:lumMod val="10000"/>
                            </a:schemeClr>
                          </a:solidFill>
                          <a:effectLst/>
                          <a:latin typeface="標楷體" pitchFamily="65" charset="-120"/>
                          <a:ea typeface="標楷體" pitchFamily="65" charset="-120"/>
                          <a:cs typeface="+mn-cs"/>
                        </a:rPr>
                        <a:t>(</a:t>
                      </a:r>
                      <a:r>
                        <a:rPr lang="zh-TW" altLang="zh-TW" sz="1800" b="0" kern="1200" dirty="0">
                          <a:solidFill>
                            <a:schemeClr val="bg2">
                              <a:lumMod val="10000"/>
                            </a:schemeClr>
                          </a:solidFill>
                          <a:effectLst/>
                          <a:latin typeface="標楷體" pitchFamily="65" charset="-120"/>
                          <a:ea typeface="標楷體" pitchFamily="65" charset="-120"/>
                          <a:cs typeface="+mn-cs"/>
                        </a:rPr>
                        <a:t>跨部會</a:t>
                      </a:r>
                      <a:r>
                        <a:rPr lang="en-US" altLang="zh-TW" sz="1800" b="0" kern="1200" dirty="0">
                          <a:solidFill>
                            <a:schemeClr val="bg2">
                              <a:lumMod val="10000"/>
                            </a:schemeClr>
                          </a:solidFill>
                          <a:effectLst/>
                          <a:latin typeface="標楷體" pitchFamily="65" charset="-120"/>
                          <a:ea typeface="標楷體" pitchFamily="65" charset="-120"/>
                          <a:cs typeface="+mn-cs"/>
                        </a:rPr>
                        <a:t>)</a:t>
                      </a:r>
                      <a:r>
                        <a:rPr lang="zh-TW" altLang="zh-TW" sz="1800" b="0" kern="1200" dirty="0">
                          <a:solidFill>
                            <a:schemeClr val="bg2">
                              <a:lumMod val="10000"/>
                            </a:schemeClr>
                          </a:solidFill>
                          <a:effectLst/>
                          <a:latin typeface="標楷體" pitchFamily="65" charset="-120"/>
                          <a:ea typeface="標楷體" pitchFamily="65" charset="-120"/>
                          <a:cs typeface="+mn-cs"/>
                        </a:rPr>
                        <a:t>：</a:t>
                      </a:r>
                      <a:endParaRPr lang="en-US" altLang="zh-TW" sz="1800" b="0" kern="1200" dirty="0">
                        <a:solidFill>
                          <a:schemeClr val="bg2">
                            <a:lumMod val="10000"/>
                          </a:schemeClr>
                        </a:solidFill>
                        <a:effectLst/>
                        <a:latin typeface="標楷體" pitchFamily="65" charset="-120"/>
                        <a:ea typeface="標楷體" pitchFamily="65" charset="-120"/>
                        <a:cs typeface="+mn-cs"/>
                      </a:endParaRPr>
                    </a:p>
                    <a:p>
                      <a:r>
                        <a:rPr lang="zh-TW" altLang="zh-TW" sz="1800" b="0" kern="1200" dirty="0">
                          <a:solidFill>
                            <a:schemeClr val="bg2">
                              <a:lumMod val="10000"/>
                            </a:schemeClr>
                          </a:solidFill>
                          <a:effectLst/>
                          <a:latin typeface="標楷體" pitchFamily="65" charset="-120"/>
                          <a:ea typeface="標楷體" pitchFamily="65" charset="-120"/>
                          <a:cs typeface="+mn-cs"/>
                        </a:rPr>
                        <a:t>社團法人南投縣基督教青年會、</a:t>
                      </a:r>
                      <a:endParaRPr lang="en-US" altLang="zh-TW" sz="1800" b="0" kern="1200" dirty="0">
                        <a:solidFill>
                          <a:schemeClr val="bg2">
                            <a:lumMod val="10000"/>
                          </a:schemeClr>
                        </a:solidFill>
                        <a:effectLst/>
                        <a:latin typeface="標楷體" pitchFamily="65" charset="-120"/>
                        <a:ea typeface="標楷體" pitchFamily="65" charset="-120"/>
                        <a:cs typeface="+mn-cs"/>
                      </a:endParaRPr>
                    </a:p>
                    <a:p>
                      <a:r>
                        <a:rPr lang="zh-TW" altLang="zh-TW" sz="1800" b="0" kern="1200" dirty="0">
                          <a:solidFill>
                            <a:schemeClr val="bg2">
                              <a:lumMod val="10000"/>
                            </a:schemeClr>
                          </a:solidFill>
                          <a:effectLst/>
                          <a:latin typeface="標楷體" pitchFamily="65" charset="-120"/>
                          <a:ea typeface="標楷體" pitchFamily="65" charset="-120"/>
                          <a:cs typeface="+mn-cs"/>
                        </a:rPr>
                        <a:t>南投縣政府社會處、</a:t>
                      </a:r>
                      <a:endParaRPr lang="en-US" altLang="zh-TW" sz="1800" b="0" kern="1200" dirty="0">
                        <a:solidFill>
                          <a:schemeClr val="bg2">
                            <a:lumMod val="10000"/>
                          </a:schemeClr>
                        </a:solidFill>
                        <a:effectLst/>
                        <a:latin typeface="標楷體" pitchFamily="65" charset="-120"/>
                        <a:ea typeface="標楷體" pitchFamily="65" charset="-120"/>
                        <a:cs typeface="+mn-cs"/>
                      </a:endParaRPr>
                    </a:p>
                    <a:p>
                      <a:r>
                        <a:rPr lang="zh-TW" altLang="zh-TW" sz="1800" b="0" kern="1200" dirty="0">
                          <a:solidFill>
                            <a:schemeClr val="bg2">
                              <a:lumMod val="10000"/>
                            </a:schemeClr>
                          </a:solidFill>
                          <a:effectLst/>
                          <a:latin typeface="標楷體" pitchFamily="65" charset="-120"/>
                          <a:ea typeface="標楷體" pitchFamily="65" charset="-120"/>
                          <a:cs typeface="+mn-cs"/>
                        </a:rPr>
                        <a:t>竹山鎮公所、</a:t>
                      </a:r>
                      <a:endParaRPr lang="en-US" altLang="zh-TW" sz="1800" b="0" kern="1200" dirty="0">
                        <a:solidFill>
                          <a:schemeClr val="bg2">
                            <a:lumMod val="10000"/>
                          </a:schemeClr>
                        </a:solidFill>
                        <a:effectLst/>
                        <a:latin typeface="標楷體" pitchFamily="65" charset="-120"/>
                        <a:ea typeface="標楷體" pitchFamily="65" charset="-120"/>
                        <a:cs typeface="+mn-cs"/>
                      </a:endParaRPr>
                    </a:p>
                    <a:p>
                      <a:r>
                        <a:rPr lang="zh-TW" altLang="zh-TW" sz="1800" b="0" kern="1200" dirty="0">
                          <a:solidFill>
                            <a:schemeClr val="bg2">
                              <a:lumMod val="10000"/>
                            </a:schemeClr>
                          </a:solidFill>
                          <a:effectLst/>
                          <a:latin typeface="標楷體" pitchFamily="65" charset="-120"/>
                          <a:ea typeface="標楷體" pitchFamily="65" charset="-120"/>
                          <a:cs typeface="+mn-cs"/>
                        </a:rPr>
                        <a:t>竹山秀傳醫院、</a:t>
                      </a:r>
                      <a:endParaRPr lang="en-US" altLang="zh-TW" sz="1800" b="0" kern="1200" dirty="0">
                        <a:solidFill>
                          <a:schemeClr val="bg2">
                            <a:lumMod val="10000"/>
                          </a:schemeClr>
                        </a:solidFill>
                        <a:effectLst/>
                        <a:latin typeface="標楷體" pitchFamily="65" charset="-120"/>
                        <a:ea typeface="標楷體" pitchFamily="65" charset="-120"/>
                        <a:cs typeface="+mn-cs"/>
                      </a:endParaRPr>
                    </a:p>
                    <a:p>
                      <a:r>
                        <a:rPr lang="zh-TW" altLang="zh-TW" sz="1800" b="0" kern="1200" dirty="0">
                          <a:solidFill>
                            <a:schemeClr val="bg2">
                              <a:lumMod val="10000"/>
                            </a:schemeClr>
                          </a:solidFill>
                          <a:effectLst/>
                          <a:latin typeface="標楷體" pitchFamily="65" charset="-120"/>
                          <a:ea typeface="標楷體" pitchFamily="65" charset="-120"/>
                          <a:cs typeface="+mn-cs"/>
                        </a:rPr>
                        <a:t>竹山鎮樂齡學習中心</a:t>
                      </a:r>
                      <a:endParaRPr lang="zh-TW" sz="1800" b="0" kern="100" dirty="0">
                        <a:solidFill>
                          <a:schemeClr val="bg2">
                            <a:lumMod val="10000"/>
                          </a:schemeClr>
                        </a:solidFill>
                        <a:effectLst/>
                        <a:latin typeface="標楷體" pitchFamily="65" charset="-120"/>
                        <a:ea typeface="標楷體" pitchFamily="65" charset="-120"/>
                      </a:endParaRPr>
                    </a:p>
                  </a:txBody>
                  <a:tcPr marL="68588" marR="68588" marT="0" marB="0">
                    <a:solidFill>
                      <a:schemeClr val="accent6">
                        <a:lumMod val="20000"/>
                        <a:lumOff val="80000"/>
                      </a:schemeClr>
                    </a:solidFill>
                  </a:tcPr>
                </a:tc>
                <a:extLst>
                  <a:ext uri="{0D108BD9-81ED-4DB2-BD59-A6C34878D82A}">
                    <a16:rowId xmlns:a16="http://schemas.microsoft.com/office/drawing/2014/main" val="10001"/>
                  </a:ext>
                </a:extLst>
              </a:tr>
            </a:tbl>
          </a:graphicData>
        </a:graphic>
      </p:graphicFrame>
      <p:pic>
        <p:nvPicPr>
          <p:cNvPr id="2" name="圖片 1"/>
          <p:cNvPicPr>
            <a:picLocks noChangeAspect="1"/>
          </p:cNvPicPr>
          <p:nvPr/>
        </p:nvPicPr>
        <p:blipFill rotWithShape="1">
          <a:blip r:embed="rId2" cstate="print">
            <a:extLst>
              <a:ext uri="{28A0092B-C50C-407E-A947-70E740481C1C}">
                <a14:useLocalDpi xmlns:a14="http://schemas.microsoft.com/office/drawing/2010/main" val="0"/>
              </a:ext>
            </a:extLst>
          </a:blip>
          <a:srcRect l="3200" t="-12493" r="3800" b="12493"/>
          <a:stretch/>
        </p:blipFill>
        <p:spPr>
          <a:xfrm>
            <a:off x="683568" y="4487344"/>
            <a:ext cx="3096344" cy="2318641"/>
          </a:xfrm>
          <a:prstGeom prst="rect">
            <a:avLst/>
          </a:prstGeom>
          <a:ln>
            <a:noFill/>
          </a:ln>
          <a:effectLst>
            <a:softEdge rad="112500"/>
          </a:effectLst>
        </p:spPr>
      </p:pic>
      <p:pic>
        <p:nvPicPr>
          <p:cNvPr id="6" name="圖片 5"/>
          <p:cNvPicPr>
            <a:picLocks noChangeAspect="1"/>
          </p:cNvPicPr>
          <p:nvPr/>
        </p:nvPicPr>
        <p:blipFill rotWithShape="1">
          <a:blip r:embed="rId3" cstate="print">
            <a:extLst>
              <a:ext uri="{28A0092B-C50C-407E-A947-70E740481C1C}">
                <a14:useLocalDpi xmlns:a14="http://schemas.microsoft.com/office/drawing/2010/main" val="0"/>
              </a:ext>
            </a:extLst>
          </a:blip>
          <a:srcRect t="32625" r="9800"/>
          <a:stretch/>
        </p:blipFill>
        <p:spPr>
          <a:xfrm>
            <a:off x="4572000" y="5013176"/>
            <a:ext cx="3672408" cy="1910332"/>
          </a:xfrm>
          <a:prstGeom prst="rect">
            <a:avLst/>
          </a:prstGeom>
          <a:ln>
            <a:noFill/>
          </a:ln>
          <a:effectLst>
            <a:softEdge rad="112500"/>
          </a:effectLst>
        </p:spPr>
      </p:pic>
    </p:spTree>
    <p:extLst>
      <p:ext uri="{BB962C8B-B14F-4D97-AF65-F5344CB8AC3E}">
        <p14:creationId xmlns:p14="http://schemas.microsoft.com/office/powerpoint/2010/main" val="20504162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內容版面配置區 2"/>
          <p:cNvSpPr>
            <a:spLocks noGrp="1"/>
          </p:cNvSpPr>
          <p:nvPr>
            <p:ph idx="1"/>
          </p:nvPr>
        </p:nvSpPr>
        <p:spPr>
          <a:xfrm>
            <a:off x="468313" y="1196975"/>
            <a:ext cx="8229600" cy="5410200"/>
          </a:xfrm>
        </p:spPr>
        <p:txBody>
          <a:bodyPr/>
          <a:lstStyle/>
          <a:p>
            <a:pPr marL="0" indent="0" algn="ctr">
              <a:spcAft>
                <a:spcPts val="0"/>
              </a:spcAft>
              <a:buFont typeface="Wingdings" pitchFamily="2" charset="2"/>
              <a:buNone/>
              <a:tabLst>
                <a:tab pos="1171575" algn="l"/>
              </a:tabLst>
              <a:defRPr/>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二</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zh-TW" sz="2800" b="1" kern="100" dirty="0">
                <a:latin typeface="Times New Roman"/>
                <a:ea typeface="標楷體"/>
              </a:rPr>
              <a:t>婦女福利</a:t>
            </a:r>
            <a:r>
              <a:rPr lang="en-US" altLang="zh-TW" sz="2800" b="1" kern="100" dirty="0">
                <a:latin typeface="標楷體"/>
                <a:ea typeface="超研澤粗楷"/>
              </a:rPr>
              <a:t>(</a:t>
            </a:r>
            <a:r>
              <a:rPr lang="zh-TW" altLang="zh-TW" sz="2800" b="1" kern="100" dirty="0">
                <a:latin typeface="Times New Roman"/>
                <a:ea typeface="標楷體"/>
              </a:rPr>
              <a:t>婦女、新住民</a:t>
            </a:r>
            <a:r>
              <a:rPr lang="en-US" altLang="zh-TW" sz="2800" b="1" kern="100" dirty="0">
                <a:latin typeface="Times New Roman"/>
                <a:ea typeface="標楷體"/>
              </a:rPr>
              <a:t>)-</a:t>
            </a:r>
            <a:r>
              <a:rPr lang="en-US" altLang="zh-TW" sz="2400" b="1" kern="100" dirty="0">
                <a:latin typeface="Times New Roman"/>
                <a:ea typeface="新細明體"/>
              </a:rPr>
              <a:t> </a:t>
            </a:r>
            <a:r>
              <a:rPr lang="zh-TW" altLang="zh-TW" sz="2800" b="1" kern="100" dirty="0">
                <a:latin typeface="Times New Roman"/>
                <a:ea typeface="標楷體"/>
              </a:rPr>
              <a:t>轉動技藝幸福加分</a:t>
            </a:r>
            <a:endParaRPr lang="en-US" altLang="zh-TW" sz="2800" b="1" kern="100" dirty="0">
              <a:latin typeface="Times New Roman"/>
              <a:ea typeface="標楷體"/>
            </a:endParaRPr>
          </a:p>
          <a:p>
            <a:pPr marL="0" indent="0" algn="just">
              <a:spcAft>
                <a:spcPts val="0"/>
              </a:spcAft>
              <a:buFont typeface="Wingdings" pitchFamily="2" charset="2"/>
              <a:buNone/>
              <a:tabLst>
                <a:tab pos="1171575" algn="l"/>
              </a:tabLst>
              <a:defRPr/>
            </a:pPr>
            <a:endParaRPr lang="zh-TW" altLang="zh-TW" sz="3600" kern="100" dirty="0">
              <a:latin typeface="Times New Roman"/>
              <a:ea typeface="超研澤粗楷"/>
            </a:endParaRPr>
          </a:p>
        </p:txBody>
      </p:sp>
      <p:sp>
        <p:nvSpPr>
          <p:cNvPr id="89091"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b="0" dirty="0">
              <a:latin typeface="標楷體" pitchFamily="65" charset="-120"/>
              <a:ea typeface="標楷體" pitchFamily="65" charset="-120"/>
              <a:cs typeface="華康隸書體W7" pitchFamily="65" charset="-120"/>
            </a:endParaRPr>
          </a:p>
        </p:txBody>
      </p:sp>
      <p:graphicFrame>
        <p:nvGraphicFramePr>
          <p:cNvPr id="6" name="表格 5"/>
          <p:cNvGraphicFramePr>
            <a:graphicFrameLocks noGrp="1"/>
          </p:cNvGraphicFramePr>
          <p:nvPr/>
        </p:nvGraphicFramePr>
        <p:xfrm>
          <a:off x="971550" y="1989138"/>
          <a:ext cx="6840538" cy="2208212"/>
        </p:xfrm>
        <a:graphic>
          <a:graphicData uri="http://schemas.openxmlformats.org/drawingml/2006/table">
            <a:tbl>
              <a:tblPr>
                <a:tableStyleId>{5C22544A-7EE6-4342-B048-85BDC9FD1C3A}</a:tableStyleId>
              </a:tblPr>
              <a:tblGrid>
                <a:gridCol w="1272545">
                  <a:extLst>
                    <a:ext uri="{9D8B030D-6E8A-4147-A177-3AD203B41FA5}">
                      <a16:colId xmlns:a16="http://schemas.microsoft.com/office/drawing/2014/main" val="20000"/>
                    </a:ext>
                  </a:extLst>
                </a:gridCol>
                <a:gridCol w="2428161">
                  <a:extLst>
                    <a:ext uri="{9D8B030D-6E8A-4147-A177-3AD203B41FA5}">
                      <a16:colId xmlns:a16="http://schemas.microsoft.com/office/drawing/2014/main" val="20001"/>
                    </a:ext>
                  </a:extLst>
                </a:gridCol>
                <a:gridCol w="3139832">
                  <a:extLst>
                    <a:ext uri="{9D8B030D-6E8A-4147-A177-3AD203B41FA5}">
                      <a16:colId xmlns:a16="http://schemas.microsoft.com/office/drawing/2014/main" val="20002"/>
                    </a:ext>
                  </a:extLst>
                </a:gridCol>
              </a:tblGrid>
              <a:tr h="332720">
                <a:tc>
                  <a:txBody>
                    <a:bodyPr/>
                    <a:lstStyle/>
                    <a:p>
                      <a:pPr algn="ctr" fontAlgn="ctr"/>
                      <a:r>
                        <a:rPr lang="zh-TW" sz="2000" u="none" strike="noStrike" dirty="0">
                          <a:solidFill>
                            <a:schemeClr val="tx1"/>
                          </a:solidFill>
                          <a:effectLst/>
                          <a:latin typeface="標楷體" pitchFamily="65" charset="-120"/>
                          <a:ea typeface="標楷體" pitchFamily="65" charset="-120"/>
                        </a:rPr>
                        <a:t>執行期程</a:t>
                      </a:r>
                      <a:endParaRPr lang="zh-TW" sz="2000" b="1" i="0" u="none" strike="noStrike" dirty="0">
                        <a:solidFill>
                          <a:schemeClr val="tx1"/>
                        </a:solidFill>
                        <a:effectLst/>
                        <a:latin typeface="標楷體" pitchFamily="65" charset="-120"/>
                        <a:ea typeface="標楷體" pitchFamily="65" charset="-120"/>
                      </a:endParaRPr>
                    </a:p>
                  </a:txBody>
                  <a:tcPr marL="7620" marR="7620"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2000" u="none" strike="noStrike" dirty="0">
                          <a:solidFill>
                            <a:schemeClr val="tx1"/>
                          </a:solidFill>
                          <a:effectLst/>
                          <a:latin typeface="標楷體" pitchFamily="65" charset="-120"/>
                          <a:ea typeface="標楷體" pitchFamily="65" charset="-120"/>
                        </a:rPr>
                        <a:t>執行項目</a:t>
                      </a:r>
                      <a:endParaRPr lang="zh-TW" sz="2000" b="1" i="0" u="none" strike="noStrike" dirty="0">
                        <a:solidFill>
                          <a:schemeClr val="tx1"/>
                        </a:solidFill>
                        <a:effectLst/>
                        <a:latin typeface="標楷體" pitchFamily="65" charset="-120"/>
                        <a:ea typeface="標楷體" pitchFamily="65" charset="-120"/>
                      </a:endParaRPr>
                    </a:p>
                  </a:txBody>
                  <a:tcPr marL="7620" marR="7620"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2000" u="none" strike="noStrike" dirty="0">
                          <a:solidFill>
                            <a:schemeClr val="tx1"/>
                          </a:solidFill>
                          <a:effectLst/>
                          <a:latin typeface="標楷體" pitchFamily="65" charset="-120"/>
                          <a:ea typeface="標楷體" pitchFamily="65" charset="-120"/>
                        </a:rPr>
                        <a:t>執行內容</a:t>
                      </a:r>
                      <a:endParaRPr lang="zh-TW" sz="2000" b="1" i="0" u="none" strike="noStrike" dirty="0">
                        <a:solidFill>
                          <a:schemeClr val="tx1"/>
                        </a:solidFill>
                        <a:effectLst/>
                        <a:latin typeface="標楷體" pitchFamily="65" charset="-120"/>
                        <a:ea typeface="標楷體" pitchFamily="65" charset="-120"/>
                      </a:endParaRPr>
                    </a:p>
                  </a:txBody>
                  <a:tcPr marL="7620" marR="7620"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603044">
                <a:tc rowSpan="3">
                  <a:txBody>
                    <a:bodyPr/>
                    <a:lstStyle/>
                    <a:p>
                      <a:pPr algn="ctr" fontAlgn="ctr"/>
                      <a:r>
                        <a:rPr lang="en-US" altLang="zh-TW" sz="2000" kern="1200" dirty="0">
                          <a:solidFill>
                            <a:schemeClr val="dk1"/>
                          </a:solidFill>
                          <a:effectLst/>
                          <a:latin typeface="標楷體" pitchFamily="65" charset="-120"/>
                          <a:ea typeface="標楷體" pitchFamily="65" charset="-120"/>
                          <a:cs typeface="+mn-cs"/>
                        </a:rPr>
                        <a:t>3-10</a:t>
                      </a:r>
                      <a:r>
                        <a:rPr lang="zh-TW" altLang="zh-TW" sz="2000" kern="1200" dirty="0">
                          <a:solidFill>
                            <a:schemeClr val="dk1"/>
                          </a:solidFill>
                          <a:effectLst/>
                          <a:latin typeface="標楷體" pitchFamily="65" charset="-120"/>
                          <a:ea typeface="標楷體" pitchFamily="65" charset="-120"/>
                          <a:cs typeface="+mn-cs"/>
                        </a:rPr>
                        <a:t>月</a:t>
                      </a:r>
                      <a:endParaRPr lang="zh-TW" sz="2000" b="0" i="0" u="none" strike="noStrike" dirty="0">
                        <a:solidFill>
                          <a:schemeClr val="tx1"/>
                        </a:solidFill>
                        <a:effectLst/>
                        <a:latin typeface="標楷體" pitchFamily="65" charset="-120"/>
                        <a:ea typeface="標楷體" pitchFamily="65" charset="-120"/>
                      </a:endParaRPr>
                    </a:p>
                  </a:txBody>
                  <a:tcPr marL="7620" marR="7620"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3">
                  <a:txBody>
                    <a:bodyPr/>
                    <a:lstStyle/>
                    <a:p>
                      <a:pPr algn="l" fontAlgn="ctr"/>
                      <a:r>
                        <a:rPr lang="zh-TW" altLang="zh-TW" sz="2000" kern="1200" dirty="0">
                          <a:solidFill>
                            <a:schemeClr val="dk1"/>
                          </a:solidFill>
                          <a:effectLst/>
                          <a:latin typeface="標楷體" pitchFamily="65" charset="-120"/>
                          <a:ea typeface="標楷體" pitchFamily="65" charset="-120"/>
                          <a:cs typeface="+mn-cs"/>
                        </a:rPr>
                        <a:t>新住民及</a:t>
                      </a:r>
                      <a:endParaRPr lang="en-US" altLang="zh-TW" sz="2000" kern="1200" dirty="0">
                        <a:solidFill>
                          <a:schemeClr val="dk1"/>
                        </a:solidFill>
                        <a:effectLst/>
                        <a:latin typeface="標楷體" pitchFamily="65" charset="-120"/>
                        <a:ea typeface="標楷體" pitchFamily="65" charset="-120"/>
                        <a:cs typeface="+mn-cs"/>
                      </a:endParaRPr>
                    </a:p>
                    <a:p>
                      <a:pPr algn="l" fontAlgn="ctr"/>
                      <a:r>
                        <a:rPr lang="zh-TW" altLang="zh-TW" sz="2000" kern="1200" dirty="0">
                          <a:solidFill>
                            <a:schemeClr val="dk1"/>
                          </a:solidFill>
                          <a:effectLst/>
                          <a:latin typeface="標楷體" pitchFamily="65" charset="-120"/>
                          <a:ea typeface="標楷體" pitchFamily="65" charset="-120"/>
                          <a:cs typeface="+mn-cs"/>
                        </a:rPr>
                        <a:t>社區婦女融合學習班</a:t>
                      </a:r>
                      <a:endParaRPr lang="zh-TW" sz="2000" b="0" i="0" u="none" strike="noStrike" dirty="0">
                        <a:solidFill>
                          <a:schemeClr val="tx1"/>
                        </a:solidFill>
                        <a:effectLst/>
                        <a:latin typeface="標楷體" pitchFamily="65" charset="-120"/>
                        <a:ea typeface="標楷體" pitchFamily="65" charset="-120"/>
                      </a:endParaRPr>
                    </a:p>
                  </a:txBody>
                  <a:tcPr marL="7620" marR="7620"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altLang="zh-TW" sz="2000" kern="1200" dirty="0">
                          <a:solidFill>
                            <a:schemeClr val="dk1"/>
                          </a:solidFill>
                          <a:effectLst/>
                          <a:latin typeface="標楷體" pitchFamily="65" charset="-120"/>
                          <a:ea typeface="標楷體" pitchFamily="65" charset="-120"/>
                          <a:cs typeface="+mn-cs"/>
                        </a:rPr>
                        <a:t>社區風味餐開發</a:t>
                      </a:r>
                      <a:endParaRPr lang="zh-TW" sz="2000" b="0" i="0" u="none" strike="noStrike" dirty="0">
                        <a:solidFill>
                          <a:schemeClr val="tx1"/>
                        </a:solidFill>
                        <a:effectLst/>
                        <a:latin typeface="標楷體" pitchFamily="65" charset="-120"/>
                        <a:ea typeface="標楷體" pitchFamily="65" charset="-120"/>
                      </a:endParaRPr>
                    </a:p>
                  </a:txBody>
                  <a:tcPr marL="7620" marR="7620"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1"/>
                  </a:ext>
                </a:extLst>
              </a:tr>
              <a:tr h="647837">
                <a:tc vMerge="1">
                  <a:txBody>
                    <a:bodyPr/>
                    <a:lstStyle/>
                    <a:p>
                      <a:endParaRPr lang="zh-TW" altLang="en-US"/>
                    </a:p>
                  </a:txBody>
                  <a:tcPr/>
                </a:tc>
                <a:tc vMerge="1">
                  <a:txBody>
                    <a:bodyPr/>
                    <a:lstStyle/>
                    <a:p>
                      <a:endParaRPr lang="zh-TW" altLang="en-US"/>
                    </a:p>
                  </a:txBody>
                  <a:tcPr/>
                </a:tc>
                <a:tc>
                  <a:txBody>
                    <a:bodyPr/>
                    <a:lstStyle/>
                    <a:p>
                      <a:pPr lvl="0"/>
                      <a:r>
                        <a:rPr lang="zh-TW" altLang="zh-TW" sz="2000" kern="1200" dirty="0">
                          <a:solidFill>
                            <a:schemeClr val="dk1"/>
                          </a:solidFill>
                          <a:effectLst/>
                          <a:latin typeface="標楷體" pitchFamily="65" charset="-120"/>
                          <a:ea typeface="標楷體" pitchFamily="65" charset="-120"/>
                          <a:cs typeface="+mn-cs"/>
                        </a:rPr>
                        <a:t>技藝產品班</a:t>
                      </a:r>
                    </a:p>
                  </a:txBody>
                  <a:tcPr marL="7620" marR="7620"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2"/>
                  </a:ext>
                </a:extLst>
              </a:tr>
              <a:tr h="624611">
                <a:tc vMerge="1">
                  <a:txBody>
                    <a:bodyPr/>
                    <a:lstStyle/>
                    <a:p>
                      <a:endParaRPr lang="zh-TW" altLang="en-US"/>
                    </a:p>
                  </a:txBody>
                  <a:tcPr/>
                </a:tc>
                <a:tc vMerge="1">
                  <a:txBody>
                    <a:bodyPr/>
                    <a:lstStyle/>
                    <a:p>
                      <a:endParaRPr lang="zh-TW" altLang="en-US"/>
                    </a:p>
                  </a:txBody>
                  <a:tcPr/>
                </a:tc>
                <a:tc>
                  <a:txBody>
                    <a:bodyPr/>
                    <a:lstStyle/>
                    <a:p>
                      <a:pPr algn="l" fontAlgn="ctr"/>
                      <a:r>
                        <a:rPr lang="zh-TW" altLang="zh-TW" sz="2000" kern="1200" dirty="0">
                          <a:solidFill>
                            <a:schemeClr val="dk1"/>
                          </a:solidFill>
                          <a:effectLst/>
                          <a:latin typeface="標楷體" pitchFamily="65" charset="-120"/>
                          <a:ea typeface="標楷體" pitchFamily="65" charset="-120"/>
                          <a:cs typeface="+mn-cs"/>
                        </a:rPr>
                        <a:t>婦女講座</a:t>
                      </a:r>
                      <a:endParaRPr lang="zh-TW" sz="2000" b="0" i="0" u="none" strike="noStrike" dirty="0">
                        <a:solidFill>
                          <a:schemeClr val="tx1"/>
                        </a:solidFill>
                        <a:effectLst/>
                        <a:latin typeface="標楷體" pitchFamily="65" charset="-120"/>
                        <a:ea typeface="標楷體" pitchFamily="65" charset="-120"/>
                      </a:endParaRPr>
                    </a:p>
                  </a:txBody>
                  <a:tcPr marL="7620" marR="7620" marT="76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3"/>
                  </a:ext>
                </a:extLst>
              </a:tr>
            </a:tbl>
          </a:graphicData>
        </a:graphic>
      </p:graphicFrame>
      <p:pic>
        <p:nvPicPr>
          <p:cNvPr id="2" name="圖片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11560" y="4478909"/>
            <a:ext cx="3051792" cy="2288844"/>
          </a:xfrm>
          <a:prstGeom prst="rect">
            <a:avLst/>
          </a:prstGeom>
          <a:ln>
            <a:noFill/>
          </a:ln>
          <a:effectLst>
            <a:softEdge rad="112500"/>
          </a:effectLst>
        </p:spPr>
      </p:pic>
      <p:pic>
        <p:nvPicPr>
          <p:cNvPr id="5" name="圖片 4"/>
          <p:cNvPicPr>
            <a:picLocks noChangeAspect="1"/>
          </p:cNvPicPr>
          <p:nvPr/>
        </p:nvPicPr>
        <p:blipFill rotWithShape="1">
          <a:blip r:embed="rId3" cstate="print">
            <a:extLst>
              <a:ext uri="{28A0092B-C50C-407E-A947-70E740481C1C}">
                <a14:useLocalDpi xmlns:a14="http://schemas.microsoft.com/office/drawing/2010/main" val="0"/>
              </a:ext>
            </a:extLst>
          </a:blip>
          <a:srcRect t="23163" r="8391" b="8737"/>
          <a:stretch/>
        </p:blipFill>
        <p:spPr>
          <a:xfrm>
            <a:off x="3779912" y="4412975"/>
            <a:ext cx="4392488" cy="2354778"/>
          </a:xfrm>
          <a:prstGeom prst="rect">
            <a:avLst/>
          </a:prstGeom>
          <a:ln>
            <a:noFill/>
          </a:ln>
          <a:effectLst>
            <a:softEdge rad="112500"/>
          </a:effectLst>
        </p:spPr>
      </p:pic>
    </p:spTree>
    <p:extLst>
      <p:ext uri="{BB962C8B-B14F-4D97-AF65-F5344CB8AC3E}">
        <p14:creationId xmlns:p14="http://schemas.microsoft.com/office/powerpoint/2010/main" val="175454892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sp>
        <p:nvSpPr>
          <p:cNvPr id="69635" name="內容版面配置區 2"/>
          <p:cNvSpPr>
            <a:spLocks noGrp="1"/>
          </p:cNvSpPr>
          <p:nvPr>
            <p:ph idx="1"/>
          </p:nvPr>
        </p:nvSpPr>
        <p:spPr>
          <a:xfrm>
            <a:off x="395288" y="1125538"/>
            <a:ext cx="8229600" cy="5410200"/>
          </a:xfrm>
        </p:spPr>
        <p:txBody>
          <a:bodyPr/>
          <a:lstStyle/>
          <a:p>
            <a:pPr marL="0" indent="0" algn="ctr">
              <a:spcAft>
                <a:spcPts val="0"/>
              </a:spcAft>
              <a:buFont typeface="Wingdings" pitchFamily="2" charset="2"/>
              <a:buNone/>
              <a:tabLst>
                <a:tab pos="1171575" algn="l"/>
              </a:tabLst>
              <a:defRPr/>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二</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zh-TW" sz="2800" b="1" kern="100" dirty="0">
                <a:latin typeface="Times New Roman"/>
                <a:ea typeface="標楷體"/>
              </a:rPr>
              <a:t>婦女福利</a:t>
            </a:r>
            <a:r>
              <a:rPr lang="en-US" altLang="zh-TW" sz="2800" b="1" kern="100" dirty="0">
                <a:latin typeface="標楷體"/>
                <a:ea typeface="超研澤粗楷"/>
              </a:rPr>
              <a:t>(</a:t>
            </a:r>
            <a:r>
              <a:rPr lang="zh-TW" altLang="zh-TW" sz="2800" b="1" kern="100" dirty="0">
                <a:latin typeface="Times New Roman"/>
                <a:ea typeface="標楷體"/>
              </a:rPr>
              <a:t>婦女、新住民</a:t>
            </a:r>
            <a:r>
              <a:rPr lang="en-US" altLang="zh-TW" sz="2800" b="1" kern="100" dirty="0">
                <a:latin typeface="Times New Roman"/>
                <a:ea typeface="標楷體"/>
              </a:rPr>
              <a:t>)-</a:t>
            </a:r>
            <a:r>
              <a:rPr lang="en-US" altLang="zh-TW" sz="2400" b="1" kern="100" dirty="0">
                <a:latin typeface="Times New Roman"/>
                <a:ea typeface="新細明體"/>
              </a:rPr>
              <a:t> </a:t>
            </a:r>
            <a:r>
              <a:rPr lang="zh-TW" altLang="zh-TW" sz="2800" b="1" kern="100" dirty="0">
                <a:latin typeface="Times New Roman"/>
                <a:ea typeface="標楷體"/>
              </a:rPr>
              <a:t>轉動技藝幸福加分</a:t>
            </a:r>
            <a:endParaRPr lang="en-US" altLang="zh-TW" sz="2800" b="1" kern="100" dirty="0">
              <a:latin typeface="Times New Roman"/>
              <a:ea typeface="標楷體"/>
            </a:endParaRPr>
          </a:p>
          <a:p>
            <a:pPr marL="0" indent="0" algn="just">
              <a:spcAft>
                <a:spcPts val="0"/>
              </a:spcAft>
              <a:buFont typeface="Wingdings" pitchFamily="2" charset="2"/>
              <a:buNone/>
              <a:tabLst>
                <a:tab pos="1171575" algn="l"/>
              </a:tabLst>
              <a:defRPr/>
            </a:pPr>
            <a:endParaRPr lang="zh-TW" altLang="zh-TW" sz="3600" kern="100" dirty="0">
              <a:latin typeface="Times New Roman"/>
              <a:ea typeface="超研澤粗楷"/>
            </a:endParaRPr>
          </a:p>
          <a:p>
            <a:pPr marL="0" indent="0">
              <a:buFont typeface="Wingdings" pitchFamily="2" charset="2"/>
              <a:buNone/>
              <a:defRPr/>
            </a:pPr>
            <a:endParaRPr lang="zh-TW" altLang="zh-TW" sz="2400" dirty="0">
              <a:latin typeface="Times New Roman" pitchFamily="18" charset="0"/>
              <a:ea typeface="超研澤粗楷" charset="-120"/>
            </a:endParaRPr>
          </a:p>
          <a:p>
            <a:pPr marL="0" indent="0">
              <a:buFont typeface="Wingdings" pitchFamily="2" charset="2"/>
              <a:buNone/>
              <a:defRPr/>
            </a:pPr>
            <a:endParaRPr lang="zh-TW" altLang="en-US" dirty="0">
              <a:ea typeface="新細明體" pitchFamily="18" charset="-120"/>
            </a:endParaRPr>
          </a:p>
        </p:txBody>
      </p:sp>
      <p:graphicFrame>
        <p:nvGraphicFramePr>
          <p:cNvPr id="5" name="表格 4"/>
          <p:cNvGraphicFramePr>
            <a:graphicFrameLocks noGrp="1"/>
          </p:cNvGraphicFramePr>
          <p:nvPr/>
        </p:nvGraphicFramePr>
        <p:xfrm>
          <a:off x="684213" y="1844675"/>
          <a:ext cx="7920037" cy="4503865"/>
        </p:xfrm>
        <a:graphic>
          <a:graphicData uri="http://schemas.openxmlformats.org/drawingml/2006/table">
            <a:tbl>
              <a:tblPr firstRow="1" firstCol="1" lastRow="1" lastCol="1" bandRow="1" bandCol="1">
                <a:tableStyleId>{5C22544A-7EE6-4342-B048-85BDC9FD1C3A}</a:tableStyleId>
              </a:tblPr>
              <a:tblGrid>
                <a:gridCol w="648003">
                  <a:extLst>
                    <a:ext uri="{9D8B030D-6E8A-4147-A177-3AD203B41FA5}">
                      <a16:colId xmlns:a16="http://schemas.microsoft.com/office/drawing/2014/main" val="20000"/>
                    </a:ext>
                  </a:extLst>
                </a:gridCol>
                <a:gridCol w="1296006">
                  <a:extLst>
                    <a:ext uri="{9D8B030D-6E8A-4147-A177-3AD203B41FA5}">
                      <a16:colId xmlns:a16="http://schemas.microsoft.com/office/drawing/2014/main" val="20001"/>
                    </a:ext>
                  </a:extLst>
                </a:gridCol>
                <a:gridCol w="3888018">
                  <a:extLst>
                    <a:ext uri="{9D8B030D-6E8A-4147-A177-3AD203B41FA5}">
                      <a16:colId xmlns:a16="http://schemas.microsoft.com/office/drawing/2014/main" val="20002"/>
                    </a:ext>
                  </a:extLst>
                </a:gridCol>
                <a:gridCol w="2088010">
                  <a:extLst>
                    <a:ext uri="{9D8B030D-6E8A-4147-A177-3AD203B41FA5}">
                      <a16:colId xmlns:a16="http://schemas.microsoft.com/office/drawing/2014/main" val="20003"/>
                    </a:ext>
                  </a:extLst>
                </a:gridCol>
              </a:tblGrid>
              <a:tr h="481080">
                <a:tc>
                  <a:txBody>
                    <a:bodyPr/>
                    <a:lstStyle/>
                    <a:p>
                      <a:pPr algn="ctr">
                        <a:lnSpc>
                          <a:spcPts val="2000"/>
                        </a:lnSpc>
                        <a:spcAft>
                          <a:spcPts val="0"/>
                        </a:spcAft>
                        <a:tabLst>
                          <a:tab pos="381000" algn="l"/>
                        </a:tabLst>
                      </a:pPr>
                      <a:r>
                        <a:rPr lang="zh-TW" sz="1600" b="1" kern="100" dirty="0">
                          <a:solidFill>
                            <a:schemeClr val="bg2">
                              <a:lumMod val="10000"/>
                            </a:schemeClr>
                          </a:solidFill>
                          <a:effectLst/>
                          <a:latin typeface="標楷體" pitchFamily="65" charset="-120"/>
                          <a:ea typeface="標楷體" pitchFamily="65" charset="-120"/>
                        </a:rPr>
                        <a:t>執行期程</a:t>
                      </a:r>
                    </a:p>
                  </a:txBody>
                  <a:tcPr marL="68573" marR="68573"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1600" b="1" kern="100" dirty="0">
                          <a:solidFill>
                            <a:schemeClr val="bg2">
                              <a:lumMod val="10000"/>
                            </a:schemeClr>
                          </a:solidFill>
                          <a:effectLst/>
                          <a:latin typeface="標楷體" pitchFamily="65" charset="-120"/>
                          <a:ea typeface="標楷體" pitchFamily="65" charset="-120"/>
                        </a:rPr>
                        <a:t>執行項目</a:t>
                      </a:r>
                    </a:p>
                  </a:txBody>
                  <a:tcPr marL="68573" marR="68573" marT="0" marB="0" anchor="ctr">
                    <a:solidFill>
                      <a:schemeClr val="accent4">
                        <a:lumMod val="75000"/>
                        <a:lumOff val="25000"/>
                      </a:schemeClr>
                    </a:solidFill>
                  </a:tcPr>
                </a:tc>
                <a:tc>
                  <a:txBody>
                    <a:bodyPr/>
                    <a:lstStyle/>
                    <a:p>
                      <a:pPr indent="356235" algn="ctr">
                        <a:lnSpc>
                          <a:spcPts val="2000"/>
                        </a:lnSpc>
                        <a:spcAft>
                          <a:spcPts val="0"/>
                        </a:spcAft>
                        <a:tabLst>
                          <a:tab pos="381000" algn="l"/>
                        </a:tabLst>
                      </a:pPr>
                      <a:r>
                        <a:rPr lang="zh-TW" sz="1600" b="1" kern="100" dirty="0">
                          <a:solidFill>
                            <a:schemeClr val="bg2">
                              <a:lumMod val="10000"/>
                            </a:schemeClr>
                          </a:solidFill>
                          <a:effectLst/>
                          <a:latin typeface="標楷體" pitchFamily="65" charset="-120"/>
                          <a:ea typeface="標楷體" pitchFamily="65" charset="-120"/>
                        </a:rPr>
                        <a:t>執行方式與規劃</a:t>
                      </a:r>
                    </a:p>
                  </a:txBody>
                  <a:tcPr marL="68573" marR="68573" marT="0" marB="0" anchor="ctr">
                    <a:solidFill>
                      <a:schemeClr val="accent4">
                        <a:lumMod val="75000"/>
                        <a:lumOff val="25000"/>
                      </a:schemeClr>
                    </a:solidFill>
                  </a:tcPr>
                </a:tc>
                <a:tc>
                  <a:txBody>
                    <a:bodyPr/>
                    <a:lstStyle/>
                    <a:p>
                      <a:pPr algn="ctr">
                        <a:lnSpc>
                          <a:spcPts val="2000"/>
                        </a:lnSpc>
                        <a:spcAft>
                          <a:spcPts val="0"/>
                        </a:spcAft>
                        <a:tabLst>
                          <a:tab pos="381000" algn="l"/>
                        </a:tabLst>
                      </a:pPr>
                      <a:r>
                        <a:rPr lang="zh-TW" sz="1600" b="1" kern="100" dirty="0">
                          <a:solidFill>
                            <a:schemeClr val="bg2">
                              <a:lumMod val="10000"/>
                            </a:schemeClr>
                          </a:solidFill>
                          <a:effectLst/>
                          <a:latin typeface="標楷體" pitchFamily="65" charset="-120"/>
                          <a:ea typeface="標楷體" pitchFamily="65" charset="-120"/>
                        </a:rPr>
                        <a:t>活動講師</a:t>
                      </a:r>
                    </a:p>
                  </a:txBody>
                  <a:tcPr marL="68573" marR="68573" marT="0" marB="0" anchor="ctr">
                    <a:solidFill>
                      <a:schemeClr val="accent4">
                        <a:lumMod val="75000"/>
                        <a:lumOff val="25000"/>
                      </a:schemeClr>
                    </a:solidFill>
                  </a:tcPr>
                </a:tc>
                <a:extLst>
                  <a:ext uri="{0D108BD9-81ED-4DB2-BD59-A6C34878D82A}">
                    <a16:rowId xmlns:a16="http://schemas.microsoft.com/office/drawing/2014/main" val="10000"/>
                  </a:ext>
                </a:extLst>
              </a:tr>
              <a:tr h="2804368">
                <a:tc>
                  <a:txBody>
                    <a:bodyPr/>
                    <a:lstStyle/>
                    <a:p>
                      <a:pPr algn="ctr">
                        <a:lnSpc>
                          <a:spcPts val="3200"/>
                        </a:lnSpc>
                        <a:spcAft>
                          <a:spcPts val="0"/>
                        </a:spcAft>
                        <a:tabLst>
                          <a:tab pos="381000" algn="l"/>
                        </a:tabLst>
                      </a:pPr>
                      <a:r>
                        <a:rPr lang="en-US" sz="1600" b="0" kern="100" dirty="0">
                          <a:solidFill>
                            <a:schemeClr val="bg2">
                              <a:lumMod val="10000"/>
                            </a:schemeClr>
                          </a:solidFill>
                          <a:effectLst/>
                          <a:latin typeface="標楷體"/>
                          <a:ea typeface="超研澤粗楷"/>
                        </a:rPr>
                        <a:t>3-10</a:t>
                      </a:r>
                      <a:r>
                        <a:rPr lang="zh-TW" sz="1600" b="0" kern="100" dirty="0">
                          <a:solidFill>
                            <a:schemeClr val="bg2">
                              <a:lumMod val="10000"/>
                            </a:schemeClr>
                          </a:solidFill>
                          <a:effectLst/>
                          <a:latin typeface="Times New Roman"/>
                          <a:ea typeface="標楷體"/>
                        </a:rPr>
                        <a:t>月</a:t>
                      </a:r>
                      <a:endParaRPr lang="zh-TW" sz="1600" b="0" kern="100" dirty="0">
                        <a:solidFill>
                          <a:schemeClr val="bg2">
                            <a:lumMod val="10000"/>
                          </a:schemeClr>
                        </a:solidFill>
                        <a:effectLst/>
                        <a:latin typeface="Times New Roman"/>
                        <a:ea typeface="超研澤粗楷"/>
                      </a:endParaRPr>
                    </a:p>
                  </a:txBody>
                  <a:tcPr marL="68573" marR="68573" marT="0" marB="0" anchor="ctr">
                    <a:solidFill>
                      <a:schemeClr val="accent6">
                        <a:lumMod val="20000"/>
                        <a:lumOff val="80000"/>
                      </a:schemeClr>
                    </a:solidFill>
                  </a:tcPr>
                </a:tc>
                <a:tc>
                  <a:txBody>
                    <a:bodyPr/>
                    <a:lstStyle/>
                    <a:p>
                      <a:pPr algn="ctr">
                        <a:lnSpc>
                          <a:spcPts val="3200"/>
                        </a:lnSpc>
                        <a:spcAft>
                          <a:spcPts val="0"/>
                        </a:spcAft>
                        <a:tabLst>
                          <a:tab pos="381000" algn="l"/>
                        </a:tabLst>
                      </a:pPr>
                      <a:r>
                        <a:rPr lang="zh-TW" sz="1600" b="0" kern="100" dirty="0">
                          <a:solidFill>
                            <a:schemeClr val="bg2">
                              <a:lumMod val="10000"/>
                            </a:schemeClr>
                          </a:solidFill>
                          <a:effectLst/>
                          <a:latin typeface="Times New Roman"/>
                          <a:ea typeface="標楷體"/>
                        </a:rPr>
                        <a:t>新住民及社區婦女融合學習班</a:t>
                      </a:r>
                      <a:endParaRPr lang="zh-TW" sz="1600" b="0" kern="100" dirty="0">
                        <a:solidFill>
                          <a:schemeClr val="bg2">
                            <a:lumMod val="10000"/>
                          </a:schemeClr>
                        </a:solidFill>
                        <a:effectLst/>
                        <a:latin typeface="Times New Roman"/>
                        <a:ea typeface="超研澤粗楷"/>
                      </a:endParaRPr>
                    </a:p>
                  </a:txBody>
                  <a:tcPr marL="68573" marR="68573" marT="0" marB="0" anchor="ctr">
                    <a:solidFill>
                      <a:schemeClr val="accent6">
                        <a:lumMod val="20000"/>
                        <a:lumOff val="80000"/>
                      </a:schemeClr>
                    </a:solidFill>
                  </a:tcPr>
                </a:tc>
                <a:tc>
                  <a:txBody>
                    <a:bodyPr/>
                    <a:lstStyle/>
                    <a:p>
                      <a:pPr marL="342900" lvl="0" indent="-342900" algn="just">
                        <a:lnSpc>
                          <a:spcPts val="3200"/>
                        </a:lnSpc>
                        <a:spcAft>
                          <a:spcPts val="0"/>
                        </a:spcAft>
                        <a:buFont typeface="+mj-lt"/>
                        <a:buAutoNum type="arabicPeriod"/>
                      </a:pPr>
                      <a:r>
                        <a:rPr lang="zh-TW" altLang="zh-TW" sz="1600" b="0" kern="100" dirty="0">
                          <a:solidFill>
                            <a:schemeClr val="bg2">
                              <a:lumMod val="10000"/>
                            </a:schemeClr>
                          </a:solidFill>
                          <a:effectLst/>
                          <a:latin typeface="Times New Roman"/>
                          <a:ea typeface="標楷體"/>
                        </a:rPr>
                        <a:t>在</a:t>
                      </a:r>
                      <a:r>
                        <a:rPr lang="zh-TW" altLang="zh-TW" sz="1600" b="1" kern="100" dirty="0">
                          <a:solidFill>
                            <a:schemeClr val="bg2">
                              <a:lumMod val="10000"/>
                            </a:schemeClr>
                          </a:solidFill>
                          <a:effectLst/>
                          <a:latin typeface="Times New Roman"/>
                          <a:ea typeface="標楷體"/>
                        </a:rPr>
                        <a:t>竹山社區辦理新住民及社區婦女共融社區風味餐點</a:t>
                      </a:r>
                      <a:r>
                        <a:rPr lang="zh-TW" altLang="zh-TW" sz="1600" b="0" kern="100" dirty="0">
                          <a:solidFill>
                            <a:schemeClr val="bg2">
                              <a:lumMod val="10000"/>
                            </a:schemeClr>
                          </a:solidFill>
                          <a:effectLst/>
                          <a:latin typeface="Times New Roman"/>
                          <a:ea typeface="標楷體"/>
                        </a:rPr>
                        <a:t>開發邀請老師指導。</a:t>
                      </a:r>
                      <a:endParaRPr lang="en-US" altLang="zh-TW" sz="1600" b="0" kern="100" dirty="0">
                        <a:solidFill>
                          <a:schemeClr val="bg2">
                            <a:lumMod val="10000"/>
                          </a:schemeClr>
                        </a:solidFill>
                        <a:effectLst/>
                        <a:latin typeface="Times New Roman"/>
                        <a:ea typeface="標楷體"/>
                      </a:endParaRPr>
                    </a:p>
                    <a:p>
                      <a:pPr marL="342900" lvl="0" indent="-342900" algn="just">
                        <a:lnSpc>
                          <a:spcPts val="3200"/>
                        </a:lnSpc>
                        <a:spcAft>
                          <a:spcPts val="0"/>
                        </a:spcAft>
                        <a:buFont typeface="+mj-lt"/>
                        <a:buAutoNum type="arabicPeriod"/>
                      </a:pPr>
                      <a:r>
                        <a:rPr lang="zh-TW" altLang="zh-TW" sz="1600" b="0" kern="100" dirty="0">
                          <a:solidFill>
                            <a:schemeClr val="bg2">
                              <a:lumMod val="10000"/>
                            </a:schemeClr>
                          </a:solidFill>
                          <a:effectLst/>
                          <a:latin typeface="Times New Roman"/>
                          <a:ea typeface="標楷體"/>
                        </a:rPr>
                        <a:t>在</a:t>
                      </a:r>
                      <a:r>
                        <a:rPr lang="zh-TW" altLang="zh-TW" sz="1600" b="1" kern="100" dirty="0">
                          <a:solidFill>
                            <a:schemeClr val="bg2">
                              <a:lumMod val="10000"/>
                            </a:schemeClr>
                          </a:solidFill>
                          <a:effectLst/>
                          <a:latin typeface="Times New Roman"/>
                          <a:ea typeface="標楷體"/>
                        </a:rPr>
                        <a:t>山崇社區辦理新住民及社區婦女共融技藝產品班</a:t>
                      </a:r>
                      <a:r>
                        <a:rPr lang="zh-TW" altLang="zh-TW" sz="1600" b="0" kern="100" dirty="0">
                          <a:solidFill>
                            <a:schemeClr val="bg2">
                              <a:lumMod val="10000"/>
                            </a:schemeClr>
                          </a:solidFill>
                          <a:effectLst/>
                          <a:latin typeface="Times New Roman"/>
                          <a:ea typeface="標楷體"/>
                        </a:rPr>
                        <a:t>邀請老師指導竹編、布包、帽子、帶路雞等做為日後社區產品販售。</a:t>
                      </a:r>
                      <a:endParaRPr lang="en-US" altLang="zh-TW" sz="1600" b="0" kern="100" dirty="0">
                        <a:solidFill>
                          <a:schemeClr val="bg2">
                            <a:lumMod val="10000"/>
                          </a:schemeClr>
                        </a:solidFill>
                        <a:effectLst/>
                        <a:latin typeface="Times New Roman"/>
                        <a:ea typeface="標楷體"/>
                      </a:endParaRPr>
                    </a:p>
                    <a:p>
                      <a:pPr marL="342900" lvl="0" indent="-342900" algn="just">
                        <a:lnSpc>
                          <a:spcPts val="3200"/>
                        </a:lnSpc>
                        <a:spcAft>
                          <a:spcPts val="0"/>
                        </a:spcAft>
                        <a:buFont typeface="+mj-lt"/>
                        <a:buAutoNum type="arabicPeriod"/>
                      </a:pPr>
                      <a:r>
                        <a:rPr lang="zh-TW" altLang="zh-TW" sz="1600" b="0" kern="100" dirty="0">
                          <a:solidFill>
                            <a:schemeClr val="bg2">
                              <a:lumMod val="10000"/>
                            </a:schemeClr>
                          </a:solidFill>
                          <a:effectLst/>
                          <a:latin typeface="Times New Roman"/>
                          <a:ea typeface="標楷體"/>
                        </a:rPr>
                        <a:t>邀請講師</a:t>
                      </a:r>
                      <a:r>
                        <a:rPr lang="zh-TW" altLang="zh-TW" sz="1600" b="1" kern="100" dirty="0">
                          <a:solidFill>
                            <a:schemeClr val="bg2">
                              <a:lumMod val="10000"/>
                            </a:schemeClr>
                          </a:solidFill>
                          <a:effectLst/>
                          <a:latin typeface="Times New Roman"/>
                          <a:ea typeface="標楷體"/>
                        </a:rPr>
                        <a:t>倡導婦女權益，性別平等、及新住民融合議題、團結婦女力量，參與公共事務及關懷婦女健康之講座</a:t>
                      </a:r>
                      <a:r>
                        <a:rPr lang="zh-TW" altLang="zh-TW" sz="1600" b="0" kern="100" dirty="0">
                          <a:solidFill>
                            <a:schemeClr val="bg2">
                              <a:lumMod val="10000"/>
                            </a:schemeClr>
                          </a:solidFill>
                          <a:effectLst/>
                          <a:latin typeface="Times New Roman"/>
                          <a:ea typeface="標楷體"/>
                        </a:rPr>
                        <a:t>。</a:t>
                      </a:r>
                      <a:endParaRPr lang="zh-TW" altLang="zh-TW" sz="1600" b="0" kern="100" dirty="0">
                        <a:solidFill>
                          <a:schemeClr val="bg2">
                            <a:lumMod val="10000"/>
                          </a:schemeClr>
                        </a:solidFill>
                        <a:effectLst/>
                        <a:latin typeface="Times New Roman"/>
                        <a:ea typeface="超研澤粗楷"/>
                      </a:endParaRPr>
                    </a:p>
                    <a:p>
                      <a:pPr marL="342900" lvl="0" indent="-342900" algn="just">
                        <a:lnSpc>
                          <a:spcPts val="3200"/>
                        </a:lnSpc>
                        <a:spcAft>
                          <a:spcPts val="0"/>
                        </a:spcAft>
                        <a:buFont typeface="+mj-lt"/>
                        <a:buAutoNum type="arabicPeriod"/>
                      </a:pPr>
                      <a:endParaRPr lang="zh-TW" sz="1600" b="0" kern="100" dirty="0">
                        <a:solidFill>
                          <a:schemeClr val="bg2">
                            <a:lumMod val="10000"/>
                          </a:schemeClr>
                        </a:solidFill>
                        <a:effectLst/>
                        <a:latin typeface="Times New Roman"/>
                        <a:ea typeface="超研澤粗楷"/>
                      </a:endParaRPr>
                    </a:p>
                  </a:txBody>
                  <a:tcPr marL="68573" marR="68573" marT="0" marB="0">
                    <a:solidFill>
                      <a:schemeClr val="accent6">
                        <a:lumMod val="20000"/>
                        <a:lumOff val="80000"/>
                      </a:schemeClr>
                    </a:solidFill>
                  </a:tcPr>
                </a:tc>
                <a:tc>
                  <a:txBody>
                    <a:bodyPr/>
                    <a:lstStyle/>
                    <a:p>
                      <a:pPr marL="3810" algn="just">
                        <a:lnSpc>
                          <a:spcPts val="3200"/>
                        </a:lnSpc>
                        <a:spcAft>
                          <a:spcPts val="0"/>
                        </a:spcAft>
                      </a:pPr>
                      <a:r>
                        <a:rPr lang="zh-TW" sz="1600" b="0" kern="100" dirty="0">
                          <a:solidFill>
                            <a:srgbClr val="000000"/>
                          </a:solidFill>
                          <a:effectLst/>
                          <a:latin typeface="Times New Roman"/>
                          <a:ea typeface="標楷體"/>
                        </a:rPr>
                        <a:t>專家老師：</a:t>
                      </a:r>
                      <a:endParaRPr lang="zh-TW" sz="1600" b="0" kern="100" dirty="0">
                        <a:effectLst/>
                        <a:latin typeface="Times New Roman"/>
                        <a:ea typeface="超研澤粗楷"/>
                      </a:endParaRPr>
                    </a:p>
                    <a:p>
                      <a:pPr marL="3810" algn="just">
                        <a:lnSpc>
                          <a:spcPts val="3200"/>
                        </a:lnSpc>
                        <a:spcAft>
                          <a:spcPts val="0"/>
                        </a:spcAft>
                      </a:pPr>
                      <a:r>
                        <a:rPr lang="en-US" sz="1600" b="0" kern="100" dirty="0">
                          <a:solidFill>
                            <a:srgbClr val="000000"/>
                          </a:solidFill>
                          <a:effectLst/>
                          <a:latin typeface="標楷體"/>
                          <a:ea typeface="超研澤粗楷"/>
                        </a:rPr>
                        <a:t>1</a:t>
                      </a:r>
                      <a:r>
                        <a:rPr lang="en-US" altLang="zh-TW" sz="1600" b="0" kern="100" dirty="0">
                          <a:solidFill>
                            <a:srgbClr val="000000"/>
                          </a:solidFill>
                          <a:effectLst/>
                          <a:latin typeface="標楷體"/>
                          <a:ea typeface="超研澤粗楷"/>
                        </a:rPr>
                        <a:t>.</a:t>
                      </a:r>
                      <a:r>
                        <a:rPr lang="zh-TW" sz="1600" b="0" kern="100" dirty="0">
                          <a:solidFill>
                            <a:srgbClr val="000000"/>
                          </a:solidFill>
                          <a:effectLst/>
                          <a:latin typeface="Times New Roman"/>
                          <a:ea typeface="標楷體"/>
                        </a:rPr>
                        <a:t>陳宇老師指導</a:t>
                      </a:r>
                      <a:endParaRPr lang="zh-TW" sz="1600" b="0" kern="100" dirty="0">
                        <a:effectLst/>
                        <a:latin typeface="Times New Roman"/>
                        <a:ea typeface="超研澤粗楷"/>
                      </a:endParaRPr>
                    </a:p>
                    <a:p>
                      <a:pPr marL="3810" algn="just">
                        <a:lnSpc>
                          <a:spcPts val="3200"/>
                        </a:lnSpc>
                        <a:spcAft>
                          <a:spcPts val="0"/>
                        </a:spcAft>
                      </a:pPr>
                      <a:r>
                        <a:rPr lang="en-US" sz="1600" b="0" kern="100" dirty="0">
                          <a:solidFill>
                            <a:srgbClr val="000000"/>
                          </a:solidFill>
                          <a:effectLst/>
                          <a:latin typeface="標楷體"/>
                          <a:ea typeface="超研澤粗楷"/>
                        </a:rPr>
                        <a:t>2.</a:t>
                      </a:r>
                      <a:r>
                        <a:rPr lang="zh-TW" sz="1600" b="0" kern="100" dirty="0">
                          <a:solidFill>
                            <a:srgbClr val="000000"/>
                          </a:solidFill>
                          <a:effectLst/>
                          <a:latin typeface="Times New Roman"/>
                          <a:ea typeface="標楷體"/>
                        </a:rPr>
                        <a:t>陳秀紅老師及</a:t>
                      </a:r>
                      <a:endParaRPr lang="zh-TW" sz="1600" b="0" kern="100" dirty="0">
                        <a:effectLst/>
                        <a:latin typeface="Times New Roman"/>
                        <a:ea typeface="超研澤粗楷"/>
                      </a:endParaRPr>
                    </a:p>
                    <a:p>
                      <a:pPr marL="3810" algn="just">
                        <a:lnSpc>
                          <a:spcPts val="3200"/>
                        </a:lnSpc>
                        <a:spcAft>
                          <a:spcPts val="0"/>
                        </a:spcAft>
                      </a:pPr>
                      <a:r>
                        <a:rPr lang="en-US" altLang="zh-TW" sz="1600" b="0" kern="100" dirty="0">
                          <a:solidFill>
                            <a:srgbClr val="000000"/>
                          </a:solidFill>
                          <a:effectLst/>
                          <a:latin typeface="Times New Roman"/>
                          <a:ea typeface="標楷體"/>
                        </a:rPr>
                        <a:t>3.</a:t>
                      </a:r>
                      <a:r>
                        <a:rPr lang="zh-TW" sz="1600" b="0" kern="100" dirty="0">
                          <a:solidFill>
                            <a:srgbClr val="000000"/>
                          </a:solidFill>
                          <a:effectLst/>
                          <a:latin typeface="Times New Roman"/>
                          <a:ea typeface="標楷體"/>
                        </a:rPr>
                        <a:t>陳麗香老師</a:t>
                      </a:r>
                      <a:endParaRPr lang="zh-TW" sz="1600" b="0" kern="100" dirty="0">
                        <a:effectLst/>
                        <a:latin typeface="Times New Roman"/>
                        <a:ea typeface="超研澤粗楷"/>
                      </a:endParaRPr>
                    </a:p>
                    <a:p>
                      <a:pPr marL="3810" algn="just">
                        <a:lnSpc>
                          <a:spcPts val="3200"/>
                        </a:lnSpc>
                        <a:spcAft>
                          <a:spcPts val="0"/>
                        </a:spcAft>
                      </a:pPr>
                      <a:r>
                        <a:rPr lang="zh-TW" sz="1600" b="0" kern="100" dirty="0">
                          <a:solidFill>
                            <a:srgbClr val="000000"/>
                          </a:solidFill>
                          <a:effectLst/>
                          <a:latin typeface="Times New Roman"/>
                          <a:ea typeface="標楷體"/>
                        </a:rPr>
                        <a:t>或等同師資</a:t>
                      </a:r>
                      <a:endParaRPr lang="zh-TW" sz="1600" b="0" kern="100" dirty="0">
                        <a:effectLst/>
                        <a:latin typeface="Times New Roman"/>
                        <a:ea typeface="超研澤粗楷"/>
                      </a:endParaRPr>
                    </a:p>
                    <a:p>
                      <a:pPr marL="3810" algn="just">
                        <a:lnSpc>
                          <a:spcPts val="3200"/>
                        </a:lnSpc>
                        <a:spcAft>
                          <a:spcPts val="0"/>
                        </a:spcAft>
                      </a:pPr>
                      <a:r>
                        <a:rPr lang="zh-TW" sz="1600" b="0" kern="100" dirty="0">
                          <a:solidFill>
                            <a:srgbClr val="000000"/>
                          </a:solidFill>
                          <a:effectLst/>
                          <a:latin typeface="Times New Roman"/>
                          <a:ea typeface="標楷體"/>
                        </a:rPr>
                        <a:t>專業團隊</a:t>
                      </a:r>
                      <a:r>
                        <a:rPr lang="en-US" sz="1600" b="0" kern="100" dirty="0">
                          <a:solidFill>
                            <a:srgbClr val="000000"/>
                          </a:solidFill>
                          <a:effectLst/>
                          <a:latin typeface="Times New Roman"/>
                          <a:ea typeface="標楷體"/>
                        </a:rPr>
                        <a:t>(</a:t>
                      </a:r>
                      <a:r>
                        <a:rPr lang="zh-TW" sz="1600" b="0" kern="100" dirty="0">
                          <a:solidFill>
                            <a:srgbClr val="000000"/>
                          </a:solidFill>
                          <a:effectLst/>
                          <a:latin typeface="Times New Roman"/>
                          <a:ea typeface="標楷體"/>
                        </a:rPr>
                        <a:t>跨部會</a:t>
                      </a:r>
                      <a:r>
                        <a:rPr lang="en-US" sz="1600" b="0" kern="100" dirty="0">
                          <a:solidFill>
                            <a:srgbClr val="000000"/>
                          </a:solidFill>
                          <a:effectLst/>
                          <a:latin typeface="Times New Roman"/>
                          <a:ea typeface="標楷體"/>
                        </a:rPr>
                        <a:t>)</a:t>
                      </a:r>
                      <a:r>
                        <a:rPr lang="zh-TW" sz="1600" b="0" kern="100" dirty="0">
                          <a:solidFill>
                            <a:srgbClr val="000000"/>
                          </a:solidFill>
                          <a:effectLst/>
                          <a:latin typeface="Times New Roman"/>
                          <a:ea typeface="標楷體"/>
                        </a:rPr>
                        <a:t>：</a:t>
                      </a:r>
                      <a:endParaRPr lang="en-US" altLang="zh-TW" sz="1600" b="0" kern="100" dirty="0">
                        <a:solidFill>
                          <a:srgbClr val="000000"/>
                        </a:solidFill>
                        <a:effectLst/>
                        <a:latin typeface="Times New Roman"/>
                        <a:ea typeface="標楷體"/>
                      </a:endParaRPr>
                    </a:p>
                    <a:p>
                      <a:pPr marL="3810" algn="just">
                        <a:lnSpc>
                          <a:spcPts val="3200"/>
                        </a:lnSpc>
                        <a:spcAft>
                          <a:spcPts val="0"/>
                        </a:spcAft>
                      </a:pPr>
                      <a:r>
                        <a:rPr lang="zh-TW" sz="1600" b="0" kern="100" dirty="0">
                          <a:solidFill>
                            <a:srgbClr val="000000"/>
                          </a:solidFill>
                          <a:effectLst/>
                          <a:latin typeface="Times New Roman"/>
                          <a:ea typeface="標楷體"/>
                        </a:rPr>
                        <a:t>大旗艦社區夥伴、</a:t>
                      </a:r>
                      <a:endParaRPr lang="en-US" altLang="zh-TW" sz="1600" b="0" kern="100" dirty="0">
                        <a:solidFill>
                          <a:srgbClr val="000000"/>
                        </a:solidFill>
                        <a:effectLst/>
                        <a:latin typeface="Times New Roman"/>
                        <a:ea typeface="標楷體"/>
                      </a:endParaRPr>
                    </a:p>
                    <a:p>
                      <a:pPr marL="3810" algn="just">
                        <a:lnSpc>
                          <a:spcPts val="3200"/>
                        </a:lnSpc>
                        <a:spcAft>
                          <a:spcPts val="0"/>
                        </a:spcAft>
                      </a:pPr>
                      <a:r>
                        <a:rPr lang="zh-TW" sz="1600" b="0" kern="100" dirty="0">
                          <a:solidFill>
                            <a:srgbClr val="000000"/>
                          </a:solidFill>
                          <a:effectLst/>
                          <a:latin typeface="Times New Roman"/>
                          <a:ea typeface="標楷體"/>
                        </a:rPr>
                        <a:t>南投縣政府、</a:t>
                      </a:r>
                      <a:endParaRPr lang="en-US" altLang="zh-TW" sz="1600" b="0" kern="100" dirty="0">
                        <a:solidFill>
                          <a:srgbClr val="000000"/>
                        </a:solidFill>
                        <a:effectLst/>
                        <a:latin typeface="Times New Roman"/>
                        <a:ea typeface="標楷體"/>
                      </a:endParaRPr>
                    </a:p>
                    <a:p>
                      <a:pPr marL="3810" algn="just">
                        <a:lnSpc>
                          <a:spcPts val="3200"/>
                        </a:lnSpc>
                        <a:spcAft>
                          <a:spcPts val="0"/>
                        </a:spcAft>
                      </a:pPr>
                      <a:r>
                        <a:rPr lang="zh-TW" sz="1600" b="0" kern="100" dirty="0">
                          <a:solidFill>
                            <a:srgbClr val="000000"/>
                          </a:solidFill>
                          <a:effectLst/>
                          <a:latin typeface="Times New Roman"/>
                          <a:ea typeface="標楷體"/>
                        </a:rPr>
                        <a:t>竹山鎮公所、</a:t>
                      </a:r>
                      <a:endParaRPr lang="en-US" altLang="zh-TW" sz="1600" b="0" kern="100" dirty="0">
                        <a:solidFill>
                          <a:srgbClr val="000000"/>
                        </a:solidFill>
                        <a:effectLst/>
                        <a:latin typeface="Times New Roman"/>
                        <a:ea typeface="標楷體"/>
                      </a:endParaRPr>
                    </a:p>
                    <a:p>
                      <a:pPr marL="3810" algn="just">
                        <a:lnSpc>
                          <a:spcPts val="3200"/>
                        </a:lnSpc>
                        <a:spcAft>
                          <a:spcPts val="0"/>
                        </a:spcAft>
                      </a:pPr>
                      <a:r>
                        <a:rPr lang="zh-TW" sz="1600" b="0" kern="100" dirty="0">
                          <a:solidFill>
                            <a:srgbClr val="000000"/>
                          </a:solidFill>
                          <a:effectLst/>
                          <a:latin typeface="Times New Roman"/>
                          <a:ea typeface="標楷體"/>
                        </a:rPr>
                        <a:t>竹山鎮樂齡學習中心</a:t>
                      </a:r>
                      <a:endParaRPr lang="zh-TW" sz="1600" b="0" kern="100" dirty="0">
                        <a:effectLst/>
                        <a:latin typeface="Times New Roman"/>
                        <a:ea typeface="超研澤粗楷"/>
                      </a:endParaRPr>
                    </a:p>
                  </a:txBody>
                  <a:tcPr marL="68573" marR="68573" marT="0" marB="0">
                    <a:solidFill>
                      <a:schemeClr val="accent6">
                        <a:lumMod val="20000"/>
                        <a:lumOff val="80000"/>
                      </a:schemeClr>
                    </a:solidFill>
                  </a:tcPr>
                </a:tc>
                <a:extLst>
                  <a:ext uri="{0D108BD9-81ED-4DB2-BD59-A6C34878D82A}">
                    <a16:rowId xmlns:a16="http://schemas.microsoft.com/office/drawing/2014/main" val="10001"/>
                  </a:ext>
                </a:extLst>
              </a:tr>
            </a:tbl>
          </a:graphicData>
        </a:graphic>
      </p:graphicFrame>
      <p:pic>
        <p:nvPicPr>
          <p:cNvPr id="3" name="圖片 2"/>
          <p:cNvPicPr>
            <a:picLocks noChangeAspect="1"/>
          </p:cNvPicPr>
          <p:nvPr/>
        </p:nvPicPr>
        <p:blipFill rotWithShape="1">
          <a:blip r:embed="rId2" cstate="print">
            <a:extLst>
              <a:ext uri="{28A0092B-C50C-407E-A947-70E740481C1C}">
                <a14:useLocalDpi xmlns:a14="http://schemas.microsoft.com/office/drawing/2010/main" val="0"/>
              </a:ext>
            </a:extLst>
          </a:blip>
          <a:srcRect l="5900" t="36533" b="1601"/>
          <a:stretch/>
        </p:blipFill>
        <p:spPr>
          <a:xfrm>
            <a:off x="0" y="5175392"/>
            <a:ext cx="3080704" cy="1519072"/>
          </a:xfrm>
          <a:prstGeom prst="rect">
            <a:avLst/>
          </a:prstGeom>
          <a:ln>
            <a:noFill/>
          </a:ln>
          <a:effectLst>
            <a:softEdge rad="112500"/>
          </a:effectLst>
        </p:spPr>
      </p:pic>
    </p:spTree>
    <p:extLst>
      <p:ext uri="{BB962C8B-B14F-4D97-AF65-F5344CB8AC3E}">
        <p14:creationId xmlns:p14="http://schemas.microsoft.com/office/powerpoint/2010/main" val="208454010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標題 1"/>
          <p:cNvSpPr>
            <a:spLocks noGrp="1"/>
          </p:cNvSpPr>
          <p:nvPr>
            <p:ph type="title"/>
          </p:nvPr>
        </p:nvSpPr>
        <p:spPr>
          <a:xfrm>
            <a:off x="323850" y="260350"/>
            <a:ext cx="8382000" cy="563563"/>
          </a:xfrm>
        </p:spPr>
        <p:txBody>
          <a:bodyPr/>
          <a:lstStyle/>
          <a:p>
            <a:r>
              <a:rPr kumimoji="0" lang="zh-TW" altLang="en-US" sz="4000" b="0"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活動內容規劃</a:t>
            </a:r>
            <a:br>
              <a:rPr lang="zh-TW" altLang="en-US" dirty="0">
                <a:ea typeface="新細明體" pitchFamily="18" charset="-120"/>
              </a:rPr>
            </a:br>
            <a:endParaRPr lang="zh-TW" altLang="en-US" dirty="0">
              <a:ea typeface="新細明體" pitchFamily="18" charset="-120"/>
            </a:endParaRPr>
          </a:p>
        </p:txBody>
      </p:sp>
      <p:graphicFrame>
        <p:nvGraphicFramePr>
          <p:cNvPr id="2" name="表格 1"/>
          <p:cNvGraphicFramePr>
            <a:graphicFrameLocks noGrp="1"/>
          </p:cNvGraphicFramePr>
          <p:nvPr/>
        </p:nvGraphicFramePr>
        <p:xfrm>
          <a:off x="395288" y="1844675"/>
          <a:ext cx="8397874" cy="4362451"/>
        </p:xfrm>
        <a:graphic>
          <a:graphicData uri="http://schemas.openxmlformats.org/drawingml/2006/table">
            <a:tbl>
              <a:tblPr firstRow="1" firstCol="1" bandRow="1">
                <a:tableStyleId>{5C22544A-7EE6-4342-B048-85BDC9FD1C3A}</a:tableStyleId>
              </a:tblPr>
              <a:tblGrid>
                <a:gridCol w="1165853">
                  <a:extLst>
                    <a:ext uri="{9D8B030D-6E8A-4147-A177-3AD203B41FA5}">
                      <a16:colId xmlns:a16="http://schemas.microsoft.com/office/drawing/2014/main" val="20000"/>
                    </a:ext>
                  </a:extLst>
                </a:gridCol>
                <a:gridCol w="2263502">
                  <a:extLst>
                    <a:ext uri="{9D8B030D-6E8A-4147-A177-3AD203B41FA5}">
                      <a16:colId xmlns:a16="http://schemas.microsoft.com/office/drawing/2014/main" val="20001"/>
                    </a:ext>
                  </a:extLst>
                </a:gridCol>
                <a:gridCol w="720075">
                  <a:extLst>
                    <a:ext uri="{9D8B030D-6E8A-4147-A177-3AD203B41FA5}">
                      <a16:colId xmlns:a16="http://schemas.microsoft.com/office/drawing/2014/main" val="20002"/>
                    </a:ext>
                  </a:extLst>
                </a:gridCol>
                <a:gridCol w="2448256">
                  <a:extLst>
                    <a:ext uri="{9D8B030D-6E8A-4147-A177-3AD203B41FA5}">
                      <a16:colId xmlns:a16="http://schemas.microsoft.com/office/drawing/2014/main" val="20003"/>
                    </a:ext>
                  </a:extLst>
                </a:gridCol>
                <a:gridCol w="1800188">
                  <a:extLst>
                    <a:ext uri="{9D8B030D-6E8A-4147-A177-3AD203B41FA5}">
                      <a16:colId xmlns:a16="http://schemas.microsoft.com/office/drawing/2014/main" val="20004"/>
                    </a:ext>
                  </a:extLst>
                </a:gridCol>
              </a:tblGrid>
              <a:tr h="406400">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活動期程</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課程內容</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時間</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講師</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備註</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1625599">
                <a:tc>
                  <a:txBody>
                    <a:bodyPr/>
                    <a:lstStyle/>
                    <a:p>
                      <a:pPr algn="ctr">
                        <a:lnSpc>
                          <a:spcPts val="3200"/>
                        </a:lnSpc>
                        <a:spcAft>
                          <a:spcPts val="0"/>
                        </a:spcAft>
                      </a:pPr>
                      <a:r>
                        <a:rPr lang="en-US" sz="1800" kern="100" dirty="0">
                          <a:solidFill>
                            <a:schemeClr val="bg2">
                              <a:lumMod val="10000"/>
                            </a:schemeClr>
                          </a:solidFill>
                          <a:effectLst/>
                          <a:latin typeface="標楷體" pitchFamily="65" charset="-120"/>
                          <a:ea typeface="標楷體" pitchFamily="65" charset="-120"/>
                        </a:rPr>
                        <a:t>20</a:t>
                      </a:r>
                      <a:r>
                        <a:rPr lang="zh-TW" sz="1800" kern="100" dirty="0">
                          <a:solidFill>
                            <a:schemeClr val="bg2">
                              <a:lumMod val="10000"/>
                            </a:schemeClr>
                          </a:solidFill>
                          <a:effectLst/>
                          <a:latin typeface="標楷體" pitchFamily="65" charset="-120"/>
                          <a:ea typeface="標楷體" pitchFamily="65" charset="-120"/>
                        </a:rPr>
                        <a:t>堂課</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新住民及</a:t>
                      </a:r>
                      <a:endParaRPr lang="en-US" altLang="zh-TW" sz="1800" kern="100" dirty="0">
                        <a:effectLst/>
                        <a:latin typeface="標楷體" pitchFamily="65" charset="-120"/>
                        <a:ea typeface="標楷體" pitchFamily="65" charset="-120"/>
                      </a:endParaRPr>
                    </a:p>
                    <a:p>
                      <a:pPr>
                        <a:lnSpc>
                          <a:spcPts val="3200"/>
                        </a:lnSpc>
                        <a:spcAft>
                          <a:spcPts val="0"/>
                        </a:spcAft>
                      </a:pPr>
                      <a:r>
                        <a:rPr lang="zh-TW" sz="1800" kern="100" dirty="0">
                          <a:effectLst/>
                          <a:latin typeface="標楷體" pitchFamily="65" charset="-120"/>
                          <a:ea typeface="標楷體" pitchFamily="65" charset="-120"/>
                        </a:rPr>
                        <a:t>社區婦女融合學習班</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en-US" sz="1800" kern="100" dirty="0">
                          <a:effectLst/>
                          <a:latin typeface="標楷體" pitchFamily="65" charset="-120"/>
                          <a:ea typeface="標楷體" pitchFamily="65" charset="-120"/>
                        </a:rPr>
                        <a:t>40</a:t>
                      </a:r>
                      <a:r>
                        <a:rPr lang="zh-TW" sz="1800" kern="100" dirty="0">
                          <a:effectLst/>
                          <a:latin typeface="標楷體" pitchFamily="65" charset="-120"/>
                          <a:ea typeface="標楷體" pitchFamily="65" charset="-120"/>
                        </a:rPr>
                        <a:t>節</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陳宇老師</a:t>
                      </a:r>
                    </a:p>
                    <a:p>
                      <a:pPr>
                        <a:lnSpc>
                          <a:spcPts val="3200"/>
                        </a:lnSpc>
                        <a:spcAft>
                          <a:spcPts val="0"/>
                        </a:spcAft>
                      </a:pPr>
                      <a:r>
                        <a:rPr lang="zh-TW" sz="1800" kern="100" dirty="0">
                          <a:effectLst/>
                          <a:latin typeface="標楷體" pitchFamily="65" charset="-120"/>
                          <a:ea typeface="標楷體" pitchFamily="65" charset="-120"/>
                        </a:rPr>
                        <a:t>曾鈺琄理事長</a:t>
                      </a:r>
                      <a:endParaRPr lang="en-US" altLang="zh-TW" sz="1800" kern="100" dirty="0">
                        <a:effectLst/>
                        <a:latin typeface="標楷體" pitchFamily="65" charset="-120"/>
                        <a:ea typeface="標楷體" pitchFamily="65" charset="-120"/>
                      </a:endParaRPr>
                    </a:p>
                    <a:p>
                      <a:pPr>
                        <a:lnSpc>
                          <a:spcPts val="3200"/>
                        </a:lnSpc>
                        <a:spcAft>
                          <a:spcPts val="0"/>
                        </a:spcAft>
                      </a:pPr>
                      <a:r>
                        <a:rPr lang="zh-TW" sz="1800" kern="100" dirty="0">
                          <a:effectLst/>
                          <a:latin typeface="標楷體" pitchFamily="65" charset="-120"/>
                          <a:ea typeface="標楷體" pitchFamily="65" charset="-120"/>
                        </a:rPr>
                        <a:t>陳秀紅老師</a:t>
                      </a:r>
                    </a:p>
                    <a:p>
                      <a:pPr>
                        <a:lnSpc>
                          <a:spcPts val="3200"/>
                        </a:lnSpc>
                        <a:spcAft>
                          <a:spcPts val="0"/>
                        </a:spcAft>
                      </a:pPr>
                      <a:r>
                        <a:rPr lang="zh-TW" sz="1800" kern="100" dirty="0">
                          <a:effectLst/>
                          <a:latin typeface="標楷體" pitchFamily="65" charset="-120"/>
                          <a:ea typeface="標楷體" pitchFamily="65" charset="-120"/>
                        </a:rPr>
                        <a:t>陳麗香老師</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a:effectLst/>
                          <a:latin typeface="標楷體" pitchFamily="65" charset="-120"/>
                          <a:ea typeface="標楷體" pitchFamily="65" charset="-120"/>
                        </a:rPr>
                        <a:t>內聘</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751173">
                <a:tc>
                  <a:txBody>
                    <a:bodyPr/>
                    <a:lstStyle/>
                    <a:p>
                      <a:pPr algn="ctr">
                        <a:lnSpc>
                          <a:spcPts val="3200"/>
                        </a:lnSpc>
                        <a:spcAft>
                          <a:spcPts val="0"/>
                        </a:spcAft>
                      </a:pPr>
                      <a:r>
                        <a:rPr lang="en-US" sz="1800" kern="100" dirty="0">
                          <a:solidFill>
                            <a:schemeClr val="bg2">
                              <a:lumMod val="10000"/>
                            </a:schemeClr>
                          </a:solidFill>
                          <a:effectLst/>
                          <a:latin typeface="標楷體" pitchFamily="65" charset="-120"/>
                          <a:ea typeface="標楷體" pitchFamily="65" charset="-120"/>
                        </a:rPr>
                        <a:t>2</a:t>
                      </a:r>
                      <a:r>
                        <a:rPr lang="zh-TW" sz="1800" kern="100" dirty="0">
                          <a:solidFill>
                            <a:schemeClr val="bg2">
                              <a:lumMod val="10000"/>
                            </a:schemeClr>
                          </a:solidFill>
                          <a:effectLst/>
                          <a:latin typeface="標楷體" pitchFamily="65" charset="-120"/>
                          <a:ea typeface="標楷體" pitchFamily="65" charset="-120"/>
                        </a:rPr>
                        <a:t>堂課</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a:effectLst/>
                          <a:latin typeface="標楷體" pitchFamily="65" charset="-120"/>
                          <a:ea typeface="標楷體" pitchFamily="65" charset="-120"/>
                        </a:rPr>
                        <a:t>婦女權益</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en-US" sz="1800" kern="100">
                          <a:effectLst/>
                          <a:latin typeface="標楷體" pitchFamily="65" charset="-120"/>
                          <a:ea typeface="標楷體" pitchFamily="65" charset="-120"/>
                        </a:rPr>
                        <a:t>4</a:t>
                      </a:r>
                      <a:r>
                        <a:rPr lang="zh-TW" sz="1800" kern="100">
                          <a:effectLst/>
                          <a:latin typeface="標楷體" pitchFamily="65" charset="-120"/>
                          <a:ea typeface="標楷體" pitchFamily="65" charset="-120"/>
                        </a:rPr>
                        <a:t>節</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詹秀員老師</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外聘</a:t>
                      </a:r>
                      <a:r>
                        <a:rPr lang="en-US" sz="1800" kern="100" dirty="0">
                          <a:effectLst/>
                          <a:latin typeface="標楷體" pitchFamily="65" charset="-120"/>
                          <a:ea typeface="標楷體" pitchFamily="65" charset="-120"/>
                        </a:rPr>
                        <a:t>(</a:t>
                      </a:r>
                      <a:r>
                        <a:rPr lang="zh-TW" sz="1800" kern="100" dirty="0">
                          <a:effectLst/>
                          <a:latin typeface="標楷體" pitchFamily="65" charset="-120"/>
                          <a:ea typeface="標楷體" pitchFamily="65" charset="-120"/>
                        </a:rPr>
                        <a:t>婦女講座</a:t>
                      </a:r>
                      <a:r>
                        <a:rPr lang="en-US" sz="1800" kern="100" dirty="0">
                          <a:effectLst/>
                          <a:latin typeface="標楷體" pitchFamily="65" charset="-120"/>
                          <a:ea typeface="標楷體" pitchFamily="65" charset="-120"/>
                        </a:rPr>
                        <a:t>)</a:t>
                      </a:r>
                      <a:endParaRPr lang="zh-TW" sz="1800" kern="100" dirty="0">
                        <a:effectLst/>
                        <a:latin typeface="標楷體" pitchFamily="65" charset="-120"/>
                        <a:ea typeface="標楷體" pitchFamily="65" charset="-12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776817">
                <a:tc>
                  <a:txBody>
                    <a:bodyPr/>
                    <a:lstStyle/>
                    <a:p>
                      <a:pPr algn="ctr">
                        <a:lnSpc>
                          <a:spcPts val="3200"/>
                        </a:lnSpc>
                        <a:spcAft>
                          <a:spcPts val="0"/>
                        </a:spcAft>
                      </a:pPr>
                      <a:r>
                        <a:rPr lang="en-US" sz="1800" kern="100" dirty="0">
                          <a:solidFill>
                            <a:schemeClr val="bg2">
                              <a:lumMod val="10000"/>
                            </a:schemeClr>
                          </a:solidFill>
                          <a:effectLst/>
                          <a:latin typeface="標楷體" pitchFamily="65" charset="-120"/>
                          <a:ea typeface="標楷體" pitchFamily="65" charset="-120"/>
                        </a:rPr>
                        <a:t>2</a:t>
                      </a:r>
                      <a:r>
                        <a:rPr lang="zh-TW" sz="1800" kern="100" dirty="0">
                          <a:solidFill>
                            <a:schemeClr val="bg2">
                              <a:lumMod val="10000"/>
                            </a:schemeClr>
                          </a:solidFill>
                          <a:effectLst/>
                          <a:latin typeface="標楷體" pitchFamily="65" charset="-120"/>
                          <a:ea typeface="標楷體" pitchFamily="65" charset="-120"/>
                        </a:rPr>
                        <a:t>堂課</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a:effectLst/>
                          <a:latin typeface="標楷體" pitchFamily="65" charset="-120"/>
                          <a:ea typeface="標楷體" pitchFamily="65" charset="-120"/>
                        </a:rPr>
                        <a:t>社會參與及性別平等</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en-US" sz="1800" kern="100">
                          <a:effectLst/>
                          <a:latin typeface="標楷體" pitchFamily="65" charset="-120"/>
                          <a:ea typeface="標楷體" pitchFamily="65" charset="-120"/>
                        </a:rPr>
                        <a:t>4</a:t>
                      </a:r>
                      <a:r>
                        <a:rPr lang="zh-TW" sz="1800" kern="100">
                          <a:effectLst/>
                          <a:latin typeface="標楷體" pitchFamily="65" charset="-120"/>
                          <a:ea typeface="標楷體" pitchFamily="65" charset="-120"/>
                        </a:rPr>
                        <a:t>節</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楊莉理老師</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內聘</a:t>
                      </a:r>
                      <a:r>
                        <a:rPr lang="en-US" sz="1800" kern="100" dirty="0">
                          <a:effectLst/>
                          <a:latin typeface="標楷體" pitchFamily="65" charset="-120"/>
                          <a:ea typeface="標楷體" pitchFamily="65" charset="-120"/>
                        </a:rPr>
                        <a:t>(</a:t>
                      </a:r>
                      <a:r>
                        <a:rPr lang="zh-TW" sz="1800" kern="100" dirty="0">
                          <a:effectLst/>
                          <a:latin typeface="標楷體" pitchFamily="65" charset="-120"/>
                          <a:ea typeface="標楷體" pitchFamily="65" charset="-120"/>
                        </a:rPr>
                        <a:t>婦女講座</a:t>
                      </a:r>
                      <a:r>
                        <a:rPr lang="en-US" sz="1800" kern="100" dirty="0">
                          <a:effectLst/>
                          <a:latin typeface="標楷體" pitchFamily="65" charset="-120"/>
                          <a:ea typeface="標楷體" pitchFamily="65" charset="-120"/>
                        </a:rPr>
                        <a:t>)</a:t>
                      </a:r>
                      <a:endParaRPr lang="zh-TW" sz="1800" kern="100" dirty="0">
                        <a:effectLst/>
                        <a:latin typeface="標楷體" pitchFamily="65" charset="-120"/>
                        <a:ea typeface="標楷體" pitchFamily="65" charset="-12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802462">
                <a:tc>
                  <a:txBody>
                    <a:bodyPr/>
                    <a:lstStyle/>
                    <a:p>
                      <a:pPr algn="ctr">
                        <a:lnSpc>
                          <a:spcPts val="3200"/>
                        </a:lnSpc>
                        <a:spcAft>
                          <a:spcPts val="0"/>
                        </a:spcAft>
                      </a:pPr>
                      <a:r>
                        <a:rPr lang="en-US" sz="1800" kern="100" dirty="0">
                          <a:solidFill>
                            <a:schemeClr val="bg2">
                              <a:lumMod val="10000"/>
                            </a:schemeClr>
                          </a:solidFill>
                          <a:effectLst/>
                          <a:latin typeface="標楷體" pitchFamily="65" charset="-120"/>
                          <a:ea typeface="標楷體" pitchFamily="65" charset="-120"/>
                        </a:rPr>
                        <a:t>2</a:t>
                      </a:r>
                      <a:r>
                        <a:rPr lang="zh-TW" sz="1800" kern="100" dirty="0">
                          <a:solidFill>
                            <a:schemeClr val="bg2">
                              <a:lumMod val="10000"/>
                            </a:schemeClr>
                          </a:solidFill>
                          <a:effectLst/>
                          <a:latin typeface="標楷體" pitchFamily="65" charset="-120"/>
                          <a:ea typeface="標楷體" pitchFamily="65" charset="-120"/>
                        </a:rPr>
                        <a:t>堂課</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a:effectLst/>
                          <a:latin typeface="標楷體" pitchFamily="65" charset="-120"/>
                          <a:ea typeface="標楷體" pitchFamily="65" charset="-120"/>
                        </a:rPr>
                        <a:t>多元文化包容與尊重</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en-US" sz="1800" kern="100">
                          <a:effectLst/>
                          <a:latin typeface="標楷體" pitchFamily="65" charset="-120"/>
                          <a:ea typeface="標楷體" pitchFamily="65" charset="-120"/>
                        </a:rPr>
                        <a:t>4</a:t>
                      </a:r>
                      <a:r>
                        <a:rPr lang="zh-TW" sz="1800" kern="100">
                          <a:effectLst/>
                          <a:latin typeface="標楷體" pitchFamily="65" charset="-120"/>
                          <a:ea typeface="標楷體" pitchFamily="65" charset="-120"/>
                        </a:rPr>
                        <a:t>節</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a:effectLst/>
                          <a:latin typeface="標楷體" pitchFamily="65" charset="-120"/>
                          <a:ea typeface="標楷體" pitchFamily="65" charset="-120"/>
                        </a:rPr>
                        <a:t>新移民協會袁玉珍老師</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外聘</a:t>
                      </a:r>
                      <a:r>
                        <a:rPr lang="en-US" sz="1800" kern="100" dirty="0">
                          <a:effectLst/>
                          <a:latin typeface="標楷體" pitchFamily="65" charset="-120"/>
                          <a:ea typeface="標楷體" pitchFamily="65" charset="-120"/>
                        </a:rPr>
                        <a:t>(</a:t>
                      </a:r>
                      <a:r>
                        <a:rPr lang="zh-TW" sz="1800" kern="100" dirty="0">
                          <a:effectLst/>
                          <a:latin typeface="標楷體" pitchFamily="65" charset="-120"/>
                          <a:ea typeface="標楷體" pitchFamily="65" charset="-120"/>
                        </a:rPr>
                        <a:t>婦女講座</a:t>
                      </a:r>
                      <a:r>
                        <a:rPr lang="en-US" sz="1800" kern="100" dirty="0">
                          <a:effectLst/>
                          <a:latin typeface="標楷體" pitchFamily="65" charset="-120"/>
                          <a:ea typeface="標楷體" pitchFamily="65" charset="-120"/>
                        </a:rPr>
                        <a:t>)</a:t>
                      </a:r>
                      <a:endParaRPr lang="zh-TW" sz="1800" kern="100" dirty="0">
                        <a:effectLst/>
                        <a:latin typeface="標楷體" pitchFamily="65" charset="-120"/>
                        <a:ea typeface="標楷體" pitchFamily="65" charset="-12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8" name="內容版面配置區 2"/>
          <p:cNvSpPr>
            <a:spLocks noGrp="1"/>
          </p:cNvSpPr>
          <p:nvPr>
            <p:ph idx="1"/>
          </p:nvPr>
        </p:nvSpPr>
        <p:spPr>
          <a:xfrm>
            <a:off x="395288" y="1125538"/>
            <a:ext cx="8229600" cy="5410200"/>
          </a:xfrm>
        </p:spPr>
        <p:txBody>
          <a:bodyPr/>
          <a:lstStyle/>
          <a:p>
            <a:pPr marL="0" indent="0" algn="ctr">
              <a:spcAft>
                <a:spcPts val="0"/>
              </a:spcAft>
              <a:buFont typeface="Wingdings" pitchFamily="2" charset="2"/>
              <a:buNone/>
              <a:tabLst>
                <a:tab pos="1171575" algn="l"/>
              </a:tabLst>
              <a:defRPr/>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二</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zh-TW" sz="2800" b="1" kern="100" dirty="0">
                <a:latin typeface="Times New Roman"/>
                <a:ea typeface="標楷體"/>
              </a:rPr>
              <a:t>婦女福利</a:t>
            </a:r>
            <a:r>
              <a:rPr lang="en-US" altLang="zh-TW" sz="2800" b="1" kern="100" dirty="0">
                <a:latin typeface="標楷體"/>
                <a:ea typeface="超研澤粗楷"/>
              </a:rPr>
              <a:t>(</a:t>
            </a:r>
            <a:r>
              <a:rPr lang="zh-TW" altLang="zh-TW" sz="2800" b="1" kern="100" dirty="0">
                <a:latin typeface="Times New Roman"/>
                <a:ea typeface="標楷體"/>
              </a:rPr>
              <a:t>婦女、新住民</a:t>
            </a:r>
            <a:r>
              <a:rPr lang="en-US" altLang="zh-TW" sz="2800" b="1" kern="100" dirty="0">
                <a:latin typeface="Times New Roman"/>
                <a:ea typeface="標楷體"/>
              </a:rPr>
              <a:t>)-</a:t>
            </a:r>
            <a:r>
              <a:rPr lang="en-US" altLang="zh-TW" sz="2400" b="1" kern="100" dirty="0">
                <a:latin typeface="Times New Roman"/>
                <a:ea typeface="新細明體"/>
              </a:rPr>
              <a:t> </a:t>
            </a:r>
            <a:r>
              <a:rPr lang="zh-TW" altLang="zh-TW" sz="2800" b="1" kern="100" dirty="0">
                <a:latin typeface="Times New Roman"/>
                <a:ea typeface="標楷體"/>
              </a:rPr>
              <a:t>轉動技藝幸福加分</a:t>
            </a:r>
            <a:endParaRPr lang="en-US" altLang="zh-TW" sz="2800" b="1" kern="100" dirty="0">
              <a:latin typeface="Times New Roman"/>
              <a:ea typeface="標楷體"/>
            </a:endParaRPr>
          </a:p>
          <a:p>
            <a:pPr marL="0" indent="0" algn="just">
              <a:spcAft>
                <a:spcPts val="0"/>
              </a:spcAft>
              <a:buFont typeface="Wingdings" pitchFamily="2" charset="2"/>
              <a:buNone/>
              <a:tabLst>
                <a:tab pos="1171575" algn="l"/>
              </a:tabLst>
              <a:defRPr/>
            </a:pPr>
            <a:endParaRPr lang="zh-TW" altLang="zh-TW" sz="3600" kern="100" dirty="0">
              <a:latin typeface="Times New Roman"/>
              <a:ea typeface="超研澤粗楷"/>
            </a:endParaRPr>
          </a:p>
          <a:p>
            <a:pPr marL="0" indent="0">
              <a:buFont typeface="Wingdings" pitchFamily="2" charset="2"/>
              <a:buNone/>
              <a:defRPr/>
            </a:pPr>
            <a:endParaRPr lang="zh-TW" altLang="zh-TW" sz="2400" dirty="0">
              <a:latin typeface="Times New Roman" pitchFamily="18" charset="0"/>
              <a:ea typeface="超研澤粗楷" charset="-120"/>
            </a:endParaRPr>
          </a:p>
          <a:p>
            <a:pPr marL="0" indent="0">
              <a:buFont typeface="Wingdings" pitchFamily="2" charset="2"/>
              <a:buNone/>
              <a:defRPr/>
            </a:pPr>
            <a:endParaRPr lang="zh-TW" altLang="en-US" dirty="0">
              <a:ea typeface="新細明體" pitchFamily="18" charset="-120"/>
            </a:endParaRPr>
          </a:p>
        </p:txBody>
      </p:sp>
    </p:spTree>
    <p:extLst>
      <p:ext uri="{BB962C8B-B14F-4D97-AF65-F5344CB8AC3E}">
        <p14:creationId xmlns:p14="http://schemas.microsoft.com/office/powerpoint/2010/main" val="111590443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標題 1">
            <a:extLst>
              <a:ext uri="{FF2B5EF4-FFF2-40B4-BE49-F238E27FC236}">
                <a16:creationId xmlns:a16="http://schemas.microsoft.com/office/drawing/2014/main" id="{E3404F18-E093-5D41-F090-3C0B1E5D453B}"/>
              </a:ext>
            </a:extLst>
          </p:cNvPr>
          <p:cNvSpPr>
            <a:spLocks noGrp="1"/>
          </p:cNvSpPr>
          <p:nvPr>
            <p:ph type="title"/>
          </p:nvPr>
        </p:nvSpPr>
        <p:spPr>
          <a:xfrm>
            <a:off x="34925" y="-4763"/>
            <a:ext cx="8229600" cy="1143001"/>
          </a:xfrm>
        </p:spPr>
        <p:txBody>
          <a:bodyPr/>
          <a:lstStyle/>
          <a:p>
            <a:pPr algn="l" eaLnBrk="1" hangingPunct="1"/>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二</a:t>
            </a:r>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a:t>
            </a:r>
            <a:r>
              <a:rPr lang="zh-TW" altLang="zh-TW" sz="3600" b="1" dirty="0">
                <a:latin typeface="標楷體" panose="03000509000000000000" pitchFamily="65" charset="-120"/>
                <a:ea typeface="標楷體" panose="03000509000000000000" pitchFamily="65" charset="-120"/>
              </a:rPr>
              <a:t>婦女福利</a:t>
            </a:r>
            <a:r>
              <a:rPr lang="zh-TW" altLang="en-US" sz="3600" b="1" dirty="0">
                <a:latin typeface="標楷體" panose="03000509000000000000" pitchFamily="65" charset="-120"/>
                <a:ea typeface="標楷體" panose="03000509000000000000" pitchFamily="65" charset="-120"/>
              </a:rPr>
              <a:t>－</a:t>
            </a:r>
            <a:r>
              <a:rPr lang="zh-TW" altLang="zh-TW" sz="3600" b="1" dirty="0">
                <a:latin typeface="標楷體" panose="03000509000000000000" pitchFamily="65" charset="-120"/>
                <a:ea typeface="標楷體" panose="03000509000000000000" pitchFamily="65" charset="-120"/>
              </a:rPr>
              <a:t>轉動技藝幸福加分</a:t>
            </a:r>
            <a:endParaRPr lang="zh-TW" altLang="en-US" sz="3600" b="1" dirty="0"/>
          </a:p>
        </p:txBody>
      </p:sp>
      <p:pic>
        <p:nvPicPr>
          <p:cNvPr id="84995" name="內容版面配置區 3" descr="25281.jpg">
            <a:extLst>
              <a:ext uri="{FF2B5EF4-FFF2-40B4-BE49-F238E27FC236}">
                <a16:creationId xmlns:a16="http://schemas.microsoft.com/office/drawing/2014/main" id="{A79881B5-6ED0-3C4A-A823-7F0F7782EDF0}"/>
              </a:ext>
            </a:extLst>
          </p:cNvPr>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684213" y="1268413"/>
            <a:ext cx="3454400" cy="2592387"/>
          </a:xfrm>
        </p:spPr>
      </p:pic>
      <p:pic>
        <p:nvPicPr>
          <p:cNvPr id="84996" name="圖片 6" descr="8.9茶道_170817_0004.jpg">
            <a:extLst>
              <a:ext uri="{FF2B5EF4-FFF2-40B4-BE49-F238E27FC236}">
                <a16:creationId xmlns:a16="http://schemas.microsoft.com/office/drawing/2014/main" id="{9EA366EE-3BEC-BC5A-9ABF-21CFF08F6B2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572000" y="3860800"/>
            <a:ext cx="4572000" cy="2573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文字方塊 8">
            <a:extLst>
              <a:ext uri="{FF2B5EF4-FFF2-40B4-BE49-F238E27FC236}">
                <a16:creationId xmlns:a16="http://schemas.microsoft.com/office/drawing/2014/main" id="{AE37B597-7B53-A3D0-63F2-F763D42E478A}"/>
              </a:ext>
            </a:extLst>
          </p:cNvPr>
          <p:cNvSpPr txBox="1"/>
          <p:nvPr/>
        </p:nvSpPr>
        <p:spPr>
          <a:xfrm>
            <a:off x="4859338" y="1773238"/>
            <a:ext cx="2808287" cy="1944687"/>
          </a:xfrm>
          <a:prstGeom prst="rect">
            <a:avLst/>
          </a:prstGeom>
          <a:solidFill>
            <a:schemeClr val="accent3">
              <a:lumMod val="20000"/>
              <a:lumOff val="80000"/>
            </a:schemeClr>
          </a:solid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30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烏克麗麗</a:t>
            </a:r>
            <a:endParaRPr kumimoji="0" lang="en-US" altLang="zh-TW" sz="30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30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茶道</a:t>
            </a:r>
            <a:endParaRPr kumimoji="0" lang="en-US" altLang="zh-TW" sz="30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30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特色美食</a:t>
            </a:r>
            <a:endParaRPr kumimoji="0" lang="en-US" altLang="zh-TW" sz="30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30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婦女講座</a:t>
            </a:r>
          </a:p>
        </p:txBody>
      </p:sp>
      <p:pic>
        <p:nvPicPr>
          <p:cNvPr id="84998" name="圖片 1">
            <a:extLst>
              <a:ext uri="{FF2B5EF4-FFF2-40B4-BE49-F238E27FC236}">
                <a16:creationId xmlns:a16="http://schemas.microsoft.com/office/drawing/2014/main" id="{424FC461-0A78-AD3F-8884-7EC1213F9FB4}"/>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95288" y="4113213"/>
            <a:ext cx="3902075" cy="2195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sp>
        <p:nvSpPr>
          <p:cNvPr id="69635" name="內容版面配置區 2"/>
          <p:cNvSpPr>
            <a:spLocks noGrp="1"/>
          </p:cNvSpPr>
          <p:nvPr>
            <p:ph idx="1"/>
          </p:nvPr>
        </p:nvSpPr>
        <p:spPr>
          <a:xfrm>
            <a:off x="323850" y="1125538"/>
            <a:ext cx="8229600" cy="5410200"/>
          </a:xfrm>
        </p:spPr>
        <p:txBody>
          <a:bodyPr/>
          <a:lstStyle/>
          <a:p>
            <a:pPr marL="0" indent="0">
              <a:buFont typeface="Wingdings" pitchFamily="2" charset="2"/>
              <a:buNone/>
              <a:defRPr/>
            </a:pPr>
            <a:r>
              <a:rPr lang="en-US" altLang="zh-TW" sz="2800" b="1" kern="2600" dirty="0">
                <a:solidFill>
                  <a:srgbClr val="024631"/>
                </a:solidFill>
                <a:latin typeface="標楷體"/>
                <a:ea typeface="超研澤粗楷"/>
              </a:rPr>
              <a:t>(</a:t>
            </a:r>
            <a:r>
              <a:rPr lang="zh-TW" altLang="en-US" sz="2800" b="1" kern="2600" dirty="0">
                <a:solidFill>
                  <a:srgbClr val="024631"/>
                </a:solidFill>
                <a:latin typeface="Times New Roman"/>
                <a:ea typeface="標楷體"/>
              </a:rPr>
              <a:t>三</a:t>
            </a:r>
            <a:r>
              <a:rPr lang="en-US" altLang="zh-TW" sz="2800" b="1" kern="2600" dirty="0">
                <a:solidFill>
                  <a:srgbClr val="024631"/>
                </a:solidFill>
                <a:latin typeface="Times New Roman"/>
                <a:ea typeface="標楷體"/>
              </a:rPr>
              <a:t>)</a:t>
            </a:r>
            <a:r>
              <a:rPr lang="zh-TW" altLang="zh-TW" sz="2800" b="1" kern="2600" dirty="0">
                <a:solidFill>
                  <a:srgbClr val="024631"/>
                </a:solidFill>
                <a:latin typeface="Times New Roman"/>
                <a:ea typeface="標楷體"/>
              </a:rPr>
              <a:t>、</a:t>
            </a:r>
            <a:r>
              <a:rPr lang="zh-TW" altLang="zh-TW" sz="2800" b="1" kern="100" dirty="0">
                <a:latin typeface="Times New Roman"/>
                <a:ea typeface="標楷體"/>
              </a:rPr>
              <a:t>兒童福利</a:t>
            </a:r>
            <a:r>
              <a:rPr lang="en-US" altLang="zh-TW" sz="2800" b="1" kern="100" dirty="0">
                <a:latin typeface="Times New Roman"/>
                <a:ea typeface="標楷體"/>
              </a:rPr>
              <a:t>-</a:t>
            </a:r>
            <a:r>
              <a:rPr lang="zh-TW" altLang="zh-TW" sz="2800" b="1" kern="100" dirty="0">
                <a:latin typeface="Times New Roman"/>
                <a:ea typeface="標楷體"/>
              </a:rPr>
              <a:t>轉動才藝幸福無限</a:t>
            </a:r>
            <a:endParaRPr lang="zh-TW" altLang="zh-TW" sz="3200" b="1" kern="100" dirty="0">
              <a:latin typeface="Times New Roman"/>
              <a:ea typeface="超研澤粗楷"/>
            </a:endParaRPr>
          </a:p>
          <a:p>
            <a:pPr marL="0" indent="0" algn="just">
              <a:spcAft>
                <a:spcPts val="0"/>
              </a:spcAft>
              <a:buFont typeface="Wingdings" pitchFamily="2" charset="2"/>
              <a:buNone/>
              <a:tabLst>
                <a:tab pos="1171575" algn="l"/>
              </a:tabLst>
              <a:defRPr/>
            </a:pPr>
            <a:endParaRPr lang="zh-TW" altLang="zh-TW" sz="3600" kern="100" dirty="0">
              <a:latin typeface="Times New Roman"/>
              <a:ea typeface="超研澤粗楷"/>
            </a:endParaRPr>
          </a:p>
          <a:p>
            <a:pPr marL="0" indent="0">
              <a:buFont typeface="Wingdings" pitchFamily="2" charset="2"/>
              <a:buNone/>
              <a:defRPr/>
            </a:pPr>
            <a:endParaRPr lang="zh-TW" altLang="zh-TW" sz="2400" dirty="0">
              <a:latin typeface="Times New Roman" pitchFamily="18" charset="0"/>
              <a:ea typeface="超研澤粗楷" charset="-120"/>
            </a:endParaRPr>
          </a:p>
          <a:p>
            <a:pPr marL="0" indent="0">
              <a:buFont typeface="Wingdings" pitchFamily="2" charset="2"/>
              <a:buNone/>
              <a:defRPr/>
            </a:pPr>
            <a:endParaRPr lang="zh-TW" altLang="en-US" dirty="0">
              <a:ea typeface="新細明體" pitchFamily="18" charset="-120"/>
            </a:endParaRPr>
          </a:p>
        </p:txBody>
      </p:sp>
      <p:graphicFrame>
        <p:nvGraphicFramePr>
          <p:cNvPr id="6" name="表格 5"/>
          <p:cNvGraphicFramePr>
            <a:graphicFrameLocks noGrp="1"/>
          </p:cNvGraphicFramePr>
          <p:nvPr/>
        </p:nvGraphicFramePr>
        <p:xfrm>
          <a:off x="684213" y="1989138"/>
          <a:ext cx="7632699" cy="4106864"/>
        </p:xfrm>
        <a:graphic>
          <a:graphicData uri="http://schemas.openxmlformats.org/drawingml/2006/table">
            <a:tbl>
              <a:tblPr>
                <a:tableStyleId>{5C22544A-7EE6-4342-B048-85BDC9FD1C3A}</a:tableStyleId>
              </a:tblPr>
              <a:tblGrid>
                <a:gridCol w="1272445">
                  <a:extLst>
                    <a:ext uri="{9D8B030D-6E8A-4147-A177-3AD203B41FA5}">
                      <a16:colId xmlns:a16="http://schemas.microsoft.com/office/drawing/2014/main" val="20000"/>
                    </a:ext>
                  </a:extLst>
                </a:gridCol>
                <a:gridCol w="2948722">
                  <a:extLst>
                    <a:ext uri="{9D8B030D-6E8A-4147-A177-3AD203B41FA5}">
                      <a16:colId xmlns:a16="http://schemas.microsoft.com/office/drawing/2014/main" val="20001"/>
                    </a:ext>
                  </a:extLst>
                </a:gridCol>
                <a:gridCol w="3411532">
                  <a:extLst>
                    <a:ext uri="{9D8B030D-6E8A-4147-A177-3AD203B41FA5}">
                      <a16:colId xmlns:a16="http://schemas.microsoft.com/office/drawing/2014/main" val="20002"/>
                    </a:ext>
                  </a:extLst>
                </a:gridCol>
              </a:tblGrid>
              <a:tr h="548876">
                <a:tc>
                  <a:txBody>
                    <a:bodyPr/>
                    <a:lstStyle/>
                    <a:p>
                      <a:pPr algn="ctr" fontAlgn="ctr"/>
                      <a:r>
                        <a:rPr lang="zh-TW" sz="1800" u="none" strike="noStrike" dirty="0">
                          <a:solidFill>
                            <a:schemeClr val="tx1"/>
                          </a:solidFill>
                          <a:effectLst/>
                          <a:latin typeface="標楷體" pitchFamily="65" charset="-120"/>
                          <a:ea typeface="標楷體" pitchFamily="65" charset="-120"/>
                        </a:rPr>
                        <a:t>執行期程</a:t>
                      </a:r>
                      <a:endParaRPr lang="zh-TW" sz="1800" b="1" i="0" u="none" strike="noStrike" dirty="0">
                        <a:solidFill>
                          <a:schemeClr val="tx1"/>
                        </a:solidFill>
                        <a:effectLst/>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1800" u="none" strike="noStrike" dirty="0">
                          <a:solidFill>
                            <a:schemeClr val="tx1"/>
                          </a:solidFill>
                          <a:effectLst/>
                          <a:latin typeface="標楷體" pitchFamily="65" charset="-120"/>
                          <a:ea typeface="標楷體" pitchFamily="65" charset="-120"/>
                        </a:rPr>
                        <a:t>執行項目</a:t>
                      </a:r>
                      <a:endParaRPr lang="zh-TW" sz="1800" b="1" i="0" u="none" strike="noStrike" dirty="0">
                        <a:solidFill>
                          <a:schemeClr val="tx1"/>
                        </a:solidFill>
                        <a:effectLst/>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1800" u="none" strike="noStrike" dirty="0">
                          <a:solidFill>
                            <a:schemeClr val="tx1"/>
                          </a:solidFill>
                          <a:effectLst/>
                          <a:latin typeface="標楷體" pitchFamily="65" charset="-120"/>
                          <a:ea typeface="標楷體" pitchFamily="65" charset="-120"/>
                        </a:rPr>
                        <a:t>執行內容</a:t>
                      </a:r>
                      <a:endParaRPr lang="zh-TW" sz="1800" b="1" i="0" u="none" strike="noStrike" dirty="0">
                        <a:solidFill>
                          <a:schemeClr val="tx1"/>
                        </a:solidFill>
                        <a:effectLst/>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461578">
                <a:tc rowSpan="5">
                  <a:txBody>
                    <a:bodyPr/>
                    <a:lstStyle/>
                    <a:p>
                      <a:pPr algn="ctr" fontAlgn="ctr"/>
                      <a:r>
                        <a:rPr lang="en-US" altLang="zh-TW" sz="1800" kern="1200" dirty="0">
                          <a:solidFill>
                            <a:schemeClr val="dk1"/>
                          </a:solidFill>
                          <a:effectLst/>
                          <a:latin typeface="標楷體" pitchFamily="65" charset="-120"/>
                          <a:ea typeface="標楷體" pitchFamily="65" charset="-120"/>
                          <a:cs typeface="+mn-cs"/>
                        </a:rPr>
                        <a:t>3-11</a:t>
                      </a:r>
                      <a:r>
                        <a:rPr lang="zh-TW" altLang="zh-TW" sz="1800" kern="1200" dirty="0">
                          <a:solidFill>
                            <a:schemeClr val="dk1"/>
                          </a:solidFill>
                          <a:effectLst/>
                          <a:latin typeface="標楷體" pitchFamily="65" charset="-120"/>
                          <a:ea typeface="標楷體" pitchFamily="65" charset="-120"/>
                          <a:cs typeface="+mn-cs"/>
                        </a:rPr>
                        <a:t>月</a:t>
                      </a:r>
                      <a:endParaRPr lang="zh-TW" sz="1800" b="0" i="0" u="none" strike="noStrike" dirty="0">
                        <a:solidFill>
                          <a:schemeClr val="tx1"/>
                        </a:solidFill>
                        <a:effectLst/>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5">
                  <a:txBody>
                    <a:bodyPr/>
                    <a:lstStyle/>
                    <a:p>
                      <a:pPr algn="l" fontAlgn="ctr"/>
                      <a:r>
                        <a:rPr lang="zh-TW" altLang="zh-TW" sz="1800" kern="1200" dirty="0">
                          <a:solidFill>
                            <a:schemeClr val="dk1"/>
                          </a:solidFill>
                          <a:effectLst/>
                          <a:latin typeface="標楷體" pitchFamily="65" charset="-120"/>
                          <a:ea typeface="標楷體" pitchFamily="65" charset="-120"/>
                          <a:cs typeface="+mn-cs"/>
                        </a:rPr>
                        <a:t>課後陪伴班</a:t>
                      </a:r>
                      <a:endParaRPr lang="zh-TW" sz="1800" b="0" i="0" u="none" strike="noStrike" dirty="0">
                        <a:solidFill>
                          <a:schemeClr val="tx1"/>
                        </a:solidFill>
                        <a:effectLst/>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just">
                        <a:lnSpc>
                          <a:spcPts val="3200"/>
                        </a:lnSpc>
                        <a:spcAft>
                          <a:spcPts val="0"/>
                        </a:spcAft>
                      </a:pPr>
                      <a:r>
                        <a:rPr lang="en-US" sz="1800" kern="100" dirty="0">
                          <a:effectLst/>
                          <a:latin typeface="標楷體" pitchFamily="65" charset="-120"/>
                          <a:ea typeface="標楷體" pitchFamily="65" charset="-120"/>
                        </a:rPr>
                        <a:t>1.</a:t>
                      </a:r>
                      <a:r>
                        <a:rPr lang="zh-TW" sz="1800" kern="100" dirty="0">
                          <a:effectLst/>
                          <a:latin typeface="標楷體" pitchFamily="65" charset="-120"/>
                          <a:ea typeface="標楷體" pitchFamily="65" charset="-120"/>
                        </a:rPr>
                        <a:t>兒童課輔</a:t>
                      </a:r>
                    </a:p>
                  </a:txBody>
                  <a:tcPr marL="114287" marR="114287"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1"/>
                  </a:ext>
                </a:extLst>
              </a:tr>
              <a:tr h="462208">
                <a:tc vMerge="1">
                  <a:txBody>
                    <a:bodyPr/>
                    <a:lstStyle/>
                    <a:p>
                      <a:endParaRPr lang="zh-TW" altLang="en-US"/>
                    </a:p>
                  </a:txBody>
                  <a:tcPr/>
                </a:tc>
                <a:tc vMerge="1">
                  <a:txBody>
                    <a:bodyPr/>
                    <a:lstStyle/>
                    <a:p>
                      <a:endParaRPr lang="zh-TW" altLang="en-US"/>
                    </a:p>
                  </a:txBody>
                  <a:tcPr/>
                </a:tc>
                <a:tc>
                  <a:txBody>
                    <a:bodyPr/>
                    <a:lstStyle/>
                    <a:p>
                      <a:pPr algn="just">
                        <a:lnSpc>
                          <a:spcPts val="3200"/>
                        </a:lnSpc>
                        <a:spcAft>
                          <a:spcPts val="0"/>
                        </a:spcAft>
                      </a:pPr>
                      <a:r>
                        <a:rPr lang="en-US" sz="1800" kern="100" dirty="0">
                          <a:effectLst/>
                          <a:latin typeface="標楷體" pitchFamily="65" charset="-120"/>
                          <a:ea typeface="標楷體" pitchFamily="65" charset="-120"/>
                        </a:rPr>
                        <a:t>2.</a:t>
                      </a:r>
                      <a:r>
                        <a:rPr lang="zh-TW" sz="1800" kern="100" dirty="0">
                          <a:effectLst/>
                          <a:latin typeface="標楷體" pitchFamily="65" charset="-120"/>
                          <a:ea typeface="標楷體" pitchFamily="65" charset="-120"/>
                        </a:rPr>
                        <a:t>體育活動</a:t>
                      </a:r>
                    </a:p>
                  </a:txBody>
                  <a:tcPr marL="114287" marR="114287"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2"/>
                  </a:ext>
                </a:extLst>
              </a:tr>
              <a:tr h="462838">
                <a:tc vMerge="1">
                  <a:txBody>
                    <a:bodyPr/>
                    <a:lstStyle/>
                    <a:p>
                      <a:endParaRPr lang="zh-TW" altLang="en-US"/>
                    </a:p>
                  </a:txBody>
                  <a:tcPr/>
                </a:tc>
                <a:tc vMerge="1">
                  <a:txBody>
                    <a:bodyPr/>
                    <a:lstStyle/>
                    <a:p>
                      <a:endParaRPr lang="zh-TW" altLang="en-US"/>
                    </a:p>
                  </a:txBody>
                  <a:tcPr/>
                </a:tc>
                <a:tc>
                  <a:txBody>
                    <a:bodyPr/>
                    <a:lstStyle/>
                    <a:p>
                      <a:pPr algn="just">
                        <a:lnSpc>
                          <a:spcPts val="3200"/>
                        </a:lnSpc>
                        <a:spcAft>
                          <a:spcPts val="0"/>
                        </a:spcAft>
                      </a:pPr>
                      <a:r>
                        <a:rPr lang="en-US" sz="1800" kern="100" dirty="0">
                          <a:effectLst/>
                          <a:latin typeface="標楷體" pitchFamily="65" charset="-120"/>
                          <a:ea typeface="標楷體" pitchFamily="65" charset="-120"/>
                        </a:rPr>
                        <a:t>3.</a:t>
                      </a:r>
                      <a:r>
                        <a:rPr lang="zh-TW" sz="1800" kern="100" dirty="0">
                          <a:effectLst/>
                          <a:latin typeface="標楷體" pitchFamily="65" charset="-120"/>
                          <a:ea typeface="標楷體" pitchFamily="65" charset="-120"/>
                        </a:rPr>
                        <a:t>美勞手藝</a:t>
                      </a:r>
                    </a:p>
                  </a:txBody>
                  <a:tcPr marL="114287" marR="114287"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3"/>
                  </a:ext>
                </a:extLst>
              </a:tr>
              <a:tr h="463468">
                <a:tc vMerge="1">
                  <a:txBody>
                    <a:bodyPr/>
                    <a:lstStyle/>
                    <a:p>
                      <a:endParaRPr lang="zh-TW" altLang="en-US"/>
                    </a:p>
                  </a:txBody>
                  <a:tcPr/>
                </a:tc>
                <a:tc vMerge="1">
                  <a:txBody>
                    <a:bodyPr/>
                    <a:lstStyle/>
                    <a:p>
                      <a:endParaRPr lang="zh-TW" altLang="en-US"/>
                    </a:p>
                  </a:txBody>
                  <a:tcPr/>
                </a:tc>
                <a:tc>
                  <a:txBody>
                    <a:bodyPr/>
                    <a:lstStyle/>
                    <a:p>
                      <a:pPr algn="just">
                        <a:lnSpc>
                          <a:spcPts val="3200"/>
                        </a:lnSpc>
                        <a:spcAft>
                          <a:spcPts val="0"/>
                        </a:spcAft>
                      </a:pPr>
                      <a:r>
                        <a:rPr lang="en-US" sz="1800" kern="100" dirty="0">
                          <a:effectLst/>
                          <a:latin typeface="標楷體" pitchFamily="65" charset="-120"/>
                          <a:ea typeface="標楷體" pitchFamily="65" charset="-120"/>
                        </a:rPr>
                        <a:t>4.</a:t>
                      </a:r>
                      <a:r>
                        <a:rPr lang="zh-TW" sz="1800" kern="100" dirty="0">
                          <a:effectLst/>
                          <a:latin typeface="標楷體" pitchFamily="65" charset="-120"/>
                          <a:ea typeface="標楷體" pitchFamily="65" charset="-120"/>
                        </a:rPr>
                        <a:t>社區服務</a:t>
                      </a:r>
                    </a:p>
                  </a:txBody>
                  <a:tcPr marL="114287" marR="114287"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4"/>
                  </a:ext>
                </a:extLst>
              </a:tr>
              <a:tr h="411725">
                <a:tc vMerge="1">
                  <a:txBody>
                    <a:bodyPr/>
                    <a:lstStyle/>
                    <a:p>
                      <a:pPr algn="ctr" fontAlgn="ct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vMerge="1">
                  <a:txBody>
                    <a:bodyPr/>
                    <a:lstStyle/>
                    <a:p>
                      <a:pPr algn="l" fontAlgn="ctr"/>
                      <a:endParaRPr lang="zh-TW" sz="20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zh-TW" altLang="en-US" sz="1800" kern="1200" dirty="0">
                          <a:solidFill>
                            <a:schemeClr val="dk1"/>
                          </a:solidFill>
                          <a:effectLst/>
                          <a:latin typeface="標楷體" pitchFamily="65" charset="-120"/>
                          <a:ea typeface="標楷體" pitchFamily="65" charset="-120"/>
                          <a:cs typeface="+mn-cs"/>
                        </a:rPr>
                        <a:t> </a:t>
                      </a:r>
                      <a:r>
                        <a:rPr lang="en-US" altLang="zh-TW" sz="1800" kern="1200" dirty="0">
                          <a:solidFill>
                            <a:schemeClr val="dk1"/>
                          </a:solidFill>
                          <a:effectLst/>
                          <a:latin typeface="標楷體" pitchFamily="65" charset="-120"/>
                          <a:ea typeface="標楷體" pitchFamily="65" charset="-120"/>
                          <a:cs typeface="+mn-cs"/>
                        </a:rPr>
                        <a:t>5.</a:t>
                      </a:r>
                      <a:r>
                        <a:rPr lang="zh-TW" altLang="zh-TW" sz="1800" kern="1200" dirty="0">
                          <a:solidFill>
                            <a:schemeClr val="dk1"/>
                          </a:solidFill>
                          <a:effectLst/>
                          <a:latin typeface="標楷體" pitchFamily="65" charset="-120"/>
                          <a:ea typeface="標楷體" pitchFamily="65" charset="-120"/>
                          <a:cs typeface="+mn-cs"/>
                        </a:rPr>
                        <a:t>社區特色學習</a:t>
                      </a:r>
                      <a:endParaRPr lang="zh-TW" sz="1800" b="0" i="0" u="none" strike="noStrike" dirty="0">
                        <a:solidFill>
                          <a:schemeClr val="tx1"/>
                        </a:solidFill>
                        <a:effectLst/>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5"/>
                  </a:ext>
                </a:extLst>
              </a:tr>
              <a:tr h="432057">
                <a:tc rowSpan="3">
                  <a:txBody>
                    <a:bodyPr/>
                    <a:lstStyle/>
                    <a:p>
                      <a:pPr algn="ctr" fontAlgn="ctr"/>
                      <a:r>
                        <a:rPr lang="en-US" altLang="zh-TW" sz="1800" kern="1200" dirty="0">
                          <a:solidFill>
                            <a:schemeClr val="dk1"/>
                          </a:solidFill>
                          <a:effectLst/>
                          <a:latin typeface="標楷體" pitchFamily="65" charset="-120"/>
                          <a:ea typeface="標楷體" pitchFamily="65" charset="-120"/>
                          <a:cs typeface="+mn-cs"/>
                        </a:rPr>
                        <a:t>3-6</a:t>
                      </a:r>
                      <a:r>
                        <a:rPr lang="zh-TW" altLang="zh-TW" sz="1800" kern="1200" dirty="0">
                          <a:solidFill>
                            <a:schemeClr val="dk1"/>
                          </a:solidFill>
                          <a:effectLst/>
                          <a:latin typeface="標楷體" pitchFamily="65" charset="-120"/>
                          <a:ea typeface="標楷體" pitchFamily="65" charset="-120"/>
                          <a:cs typeface="+mn-cs"/>
                        </a:rPr>
                        <a:t>月</a:t>
                      </a:r>
                      <a:endParaRPr lang="zh-TW" sz="1800" b="0" i="0" u="none" strike="noStrike" dirty="0">
                        <a:solidFill>
                          <a:schemeClr val="tx1"/>
                        </a:solidFill>
                        <a:effectLst/>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3">
                  <a:txBody>
                    <a:bodyPr/>
                    <a:lstStyle/>
                    <a:p>
                      <a:pPr algn="l" fontAlgn="ctr"/>
                      <a:r>
                        <a:rPr lang="zh-TW" altLang="zh-TW" sz="1800" kern="1200" dirty="0">
                          <a:solidFill>
                            <a:schemeClr val="dk1"/>
                          </a:solidFill>
                          <a:effectLst/>
                          <a:latin typeface="標楷體" pitchFamily="65" charset="-120"/>
                          <a:ea typeface="標楷體" pitchFamily="65" charset="-120"/>
                          <a:cs typeface="+mn-cs"/>
                        </a:rPr>
                        <a:t>兒童及青少年記者營</a:t>
                      </a:r>
                      <a:endParaRPr lang="en-US" altLang="zh-TW" sz="1800" kern="1200" dirty="0">
                        <a:solidFill>
                          <a:schemeClr val="dk1"/>
                        </a:solidFill>
                        <a:effectLst/>
                        <a:latin typeface="標楷體" pitchFamily="65" charset="-120"/>
                        <a:ea typeface="標楷體" pitchFamily="65" charset="-120"/>
                        <a:cs typeface="+mn-cs"/>
                      </a:endParaRPr>
                    </a:p>
                    <a:p>
                      <a:pPr algn="l" fontAlgn="ctr"/>
                      <a:r>
                        <a:rPr lang="en-US" altLang="zh-TW" sz="1800" b="0" i="0" u="none" strike="noStrike" kern="1200" dirty="0">
                          <a:solidFill>
                            <a:schemeClr val="dk1"/>
                          </a:solidFill>
                          <a:effectLst/>
                          <a:latin typeface="標楷體" pitchFamily="65" charset="-120"/>
                          <a:ea typeface="標楷體" pitchFamily="65" charset="-120"/>
                          <a:cs typeface="+mn-cs"/>
                        </a:rPr>
                        <a:t>(</a:t>
                      </a:r>
                      <a:r>
                        <a:rPr lang="zh-TW" altLang="en-US" sz="1800" b="0" i="0" u="none" strike="noStrike" kern="1200" dirty="0">
                          <a:solidFill>
                            <a:schemeClr val="dk1"/>
                          </a:solidFill>
                          <a:effectLst/>
                          <a:latin typeface="標楷體" pitchFamily="65" charset="-120"/>
                          <a:ea typeface="標楷體" pitchFamily="65" charset="-120"/>
                          <a:cs typeface="+mn-cs"/>
                        </a:rPr>
                        <a:t>執行</a:t>
                      </a:r>
                      <a:r>
                        <a:rPr lang="en-US" altLang="zh-TW" sz="1800" b="0" i="0" u="none" strike="noStrike" kern="1200" dirty="0">
                          <a:solidFill>
                            <a:schemeClr val="dk1"/>
                          </a:solidFill>
                          <a:effectLst/>
                          <a:latin typeface="標楷體" pitchFamily="65" charset="-120"/>
                          <a:ea typeface="標楷體" pitchFamily="65" charset="-120"/>
                          <a:cs typeface="+mn-cs"/>
                        </a:rPr>
                        <a:t>4</a:t>
                      </a:r>
                      <a:r>
                        <a:rPr lang="zh-TW" altLang="en-US" sz="1800" b="0" i="0" u="none" strike="noStrike" kern="1200" dirty="0">
                          <a:solidFill>
                            <a:schemeClr val="dk1"/>
                          </a:solidFill>
                          <a:effectLst/>
                          <a:latin typeface="標楷體" pitchFamily="65" charset="-120"/>
                          <a:ea typeface="標楷體" pitchFamily="65" charset="-120"/>
                          <a:cs typeface="+mn-cs"/>
                        </a:rPr>
                        <a:t>天</a:t>
                      </a:r>
                      <a:r>
                        <a:rPr lang="en-US" altLang="zh-TW" sz="1800" b="0" i="0" u="none" strike="noStrike" kern="1200" dirty="0">
                          <a:solidFill>
                            <a:schemeClr val="dk1"/>
                          </a:solidFill>
                          <a:effectLst/>
                          <a:latin typeface="標楷體" pitchFamily="65" charset="-120"/>
                          <a:ea typeface="標楷體" pitchFamily="65" charset="-120"/>
                          <a:cs typeface="+mn-cs"/>
                        </a:rPr>
                        <a:t>)</a:t>
                      </a:r>
                      <a:endParaRPr lang="zh-TW" sz="1800" b="0" i="0" u="none" strike="noStrike" dirty="0">
                        <a:solidFill>
                          <a:schemeClr val="tx1"/>
                        </a:solidFill>
                        <a:effectLst/>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r>
                        <a:rPr lang="zh-TW" altLang="en-US" sz="1800" dirty="0">
                          <a:latin typeface="標楷體" pitchFamily="65" charset="-120"/>
                          <a:ea typeface="標楷體" pitchFamily="65" charset="-120"/>
                        </a:rPr>
                        <a:t> </a:t>
                      </a:r>
                      <a:r>
                        <a:rPr lang="en-US" altLang="zh-TW" sz="1800" dirty="0">
                          <a:latin typeface="標楷體" pitchFamily="65" charset="-120"/>
                          <a:ea typeface="標楷體" pitchFamily="65" charset="-120"/>
                        </a:rPr>
                        <a:t>1.</a:t>
                      </a:r>
                      <a:r>
                        <a:rPr lang="zh-TW" altLang="en-US" sz="1800" dirty="0">
                          <a:latin typeface="標楷體" pitchFamily="65" charset="-120"/>
                          <a:ea typeface="標楷體" pitchFamily="65" charset="-120"/>
                        </a:rPr>
                        <a:t>基礎訓練</a:t>
                      </a: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6"/>
                  </a:ext>
                </a:extLst>
              </a:tr>
              <a:tr h="432057">
                <a:tc vMerge="1">
                  <a:txBody>
                    <a:bodyPr/>
                    <a:lstStyle/>
                    <a:p>
                      <a:endParaRPr lang="zh-TW" altLang="en-US"/>
                    </a:p>
                  </a:txBody>
                  <a:tcPr/>
                </a:tc>
                <a:tc vMerge="1">
                  <a:txBody>
                    <a:bodyPr/>
                    <a:lstStyle/>
                    <a:p>
                      <a:endParaRPr lang="zh-TW" altLang="en-US"/>
                    </a:p>
                  </a:txBody>
                  <a:tcPr/>
                </a:tc>
                <a:tc>
                  <a:txBody>
                    <a:bodyPr/>
                    <a:lstStyle/>
                    <a:p>
                      <a:r>
                        <a:rPr lang="zh-TW" altLang="en-US" sz="1800" dirty="0">
                          <a:latin typeface="標楷體" pitchFamily="65" charset="-120"/>
                          <a:ea typeface="標楷體" pitchFamily="65" charset="-120"/>
                        </a:rPr>
                        <a:t> </a:t>
                      </a:r>
                      <a:r>
                        <a:rPr lang="en-US" altLang="zh-TW" sz="1800" dirty="0">
                          <a:latin typeface="標楷體" pitchFamily="65" charset="-120"/>
                          <a:ea typeface="標楷體" pitchFamily="65" charset="-120"/>
                        </a:rPr>
                        <a:t>2.</a:t>
                      </a:r>
                      <a:r>
                        <a:rPr lang="zh-TW" altLang="en-US" sz="1800" dirty="0">
                          <a:latin typeface="標楷體" pitchFamily="65" charset="-120"/>
                          <a:ea typeface="標楷體" pitchFamily="65" charset="-120"/>
                        </a:rPr>
                        <a:t>實作課程</a:t>
                      </a: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7"/>
                  </a:ext>
                </a:extLst>
              </a:tr>
              <a:tr h="432057">
                <a:tc vMerge="1">
                  <a:txBody>
                    <a:bodyPr/>
                    <a:lstStyle/>
                    <a:p>
                      <a:endParaRPr lang="zh-TW" altLang="en-US"/>
                    </a:p>
                  </a:txBody>
                  <a:tcPr/>
                </a:tc>
                <a:tc vMerge="1">
                  <a:txBody>
                    <a:bodyPr/>
                    <a:lstStyle/>
                    <a:p>
                      <a:endParaRPr lang="zh-TW" altLang="en-US" dirty="0"/>
                    </a:p>
                  </a:txBody>
                  <a:tcPr/>
                </a:tc>
                <a:tc>
                  <a:txBody>
                    <a:bodyPr/>
                    <a:lstStyle/>
                    <a:p>
                      <a:r>
                        <a:rPr lang="zh-TW" altLang="en-US" sz="1800" kern="1200" dirty="0">
                          <a:solidFill>
                            <a:schemeClr val="dk1"/>
                          </a:solidFill>
                          <a:effectLst/>
                          <a:latin typeface="標楷體" pitchFamily="65" charset="-120"/>
                          <a:ea typeface="標楷體" pitchFamily="65" charset="-120"/>
                          <a:cs typeface="+mn-cs"/>
                        </a:rPr>
                        <a:t> </a:t>
                      </a:r>
                      <a:r>
                        <a:rPr lang="en-US" altLang="zh-TW" sz="1800" kern="1200" dirty="0">
                          <a:solidFill>
                            <a:schemeClr val="dk1"/>
                          </a:solidFill>
                          <a:effectLst/>
                          <a:latin typeface="標楷體" pitchFamily="65" charset="-120"/>
                          <a:ea typeface="標楷體" pitchFamily="65" charset="-120"/>
                          <a:cs typeface="+mn-cs"/>
                        </a:rPr>
                        <a:t>3.</a:t>
                      </a:r>
                      <a:r>
                        <a:rPr lang="zh-TW" altLang="en-US" sz="1800" kern="1200" dirty="0">
                          <a:solidFill>
                            <a:schemeClr val="dk1"/>
                          </a:solidFill>
                          <a:effectLst/>
                          <a:latin typeface="標楷體" pitchFamily="65" charset="-120"/>
                          <a:ea typeface="標楷體" pitchFamily="65" charset="-120"/>
                          <a:cs typeface="+mn-cs"/>
                        </a:rPr>
                        <a:t>寫稿</a:t>
                      </a:r>
                      <a:r>
                        <a:rPr lang="en-US" altLang="zh-TW" sz="1800" kern="1200" dirty="0">
                          <a:solidFill>
                            <a:schemeClr val="dk1"/>
                          </a:solidFill>
                          <a:effectLst/>
                          <a:latin typeface="標楷體" pitchFamily="65" charset="-120"/>
                          <a:ea typeface="標楷體" pitchFamily="65" charset="-120"/>
                          <a:cs typeface="+mn-cs"/>
                        </a:rPr>
                        <a:t>/</a:t>
                      </a:r>
                      <a:r>
                        <a:rPr lang="zh-TW" altLang="zh-TW" sz="1800" kern="1200" dirty="0">
                          <a:solidFill>
                            <a:schemeClr val="dk1"/>
                          </a:solidFill>
                          <a:effectLst/>
                          <a:latin typeface="標楷體" pitchFamily="65" charset="-120"/>
                          <a:ea typeface="標楷體" pitchFamily="65" charset="-120"/>
                          <a:cs typeface="+mn-cs"/>
                        </a:rPr>
                        <a:t>教稿與編排設計</a:t>
                      </a:r>
                      <a:endParaRPr lang="zh-TW" altLang="en-US" sz="1800" dirty="0">
                        <a:latin typeface="標楷體" pitchFamily="65" charset="-120"/>
                        <a:ea typeface="標楷體" pitchFamily="65" charset="-120"/>
                      </a:endParaRPr>
                    </a:p>
                  </a:txBody>
                  <a:tcPr marL="7619" marR="7619"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91831539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標題 1"/>
          <p:cNvSpPr>
            <a:spLocks noGrp="1"/>
          </p:cNvSpPr>
          <p:nvPr>
            <p:ph type="title"/>
          </p:nvPr>
        </p:nvSpPr>
        <p:spPr>
          <a:xfrm>
            <a:off x="323850" y="260350"/>
            <a:ext cx="8382000" cy="563563"/>
          </a:xfrm>
        </p:spPr>
        <p:txBody>
          <a:bodyPr/>
          <a:lstStyle/>
          <a:p>
            <a:r>
              <a:rPr lang="zh-TW" altLang="en-US" b="0" dirty="0">
                <a:latin typeface="標楷體" pitchFamily="65" charset="-120"/>
                <a:ea typeface="標楷體" pitchFamily="65" charset="-120"/>
              </a:rPr>
              <a:t>活動內容規劃</a:t>
            </a:r>
            <a:br>
              <a:rPr lang="zh-TW" altLang="en-US" dirty="0">
                <a:ea typeface="新細明體" pitchFamily="18" charset="-120"/>
              </a:rPr>
            </a:br>
            <a:endParaRPr lang="zh-TW" altLang="en-US" dirty="0">
              <a:ea typeface="新細明體" pitchFamily="18" charset="-120"/>
            </a:endParaRPr>
          </a:p>
        </p:txBody>
      </p:sp>
      <p:graphicFrame>
        <p:nvGraphicFramePr>
          <p:cNvPr id="2" name="表格 1"/>
          <p:cNvGraphicFramePr>
            <a:graphicFrameLocks noGrp="1"/>
          </p:cNvGraphicFramePr>
          <p:nvPr/>
        </p:nvGraphicFramePr>
        <p:xfrm>
          <a:off x="755650" y="2060575"/>
          <a:ext cx="7415213" cy="2850896"/>
        </p:xfrm>
        <a:graphic>
          <a:graphicData uri="http://schemas.openxmlformats.org/drawingml/2006/table">
            <a:tbl>
              <a:tblPr firstRow="1" firstCol="1" bandRow="1">
                <a:tableStyleId>{5C22544A-7EE6-4342-B048-85BDC9FD1C3A}</a:tableStyleId>
              </a:tblPr>
              <a:tblGrid>
                <a:gridCol w="1130046">
                  <a:extLst>
                    <a:ext uri="{9D8B030D-6E8A-4147-A177-3AD203B41FA5}">
                      <a16:colId xmlns:a16="http://schemas.microsoft.com/office/drawing/2014/main" val="20000"/>
                    </a:ext>
                  </a:extLst>
                </a:gridCol>
                <a:gridCol w="1415430">
                  <a:extLst>
                    <a:ext uri="{9D8B030D-6E8A-4147-A177-3AD203B41FA5}">
                      <a16:colId xmlns:a16="http://schemas.microsoft.com/office/drawing/2014/main" val="20001"/>
                    </a:ext>
                  </a:extLst>
                </a:gridCol>
                <a:gridCol w="4869737">
                  <a:extLst>
                    <a:ext uri="{9D8B030D-6E8A-4147-A177-3AD203B41FA5}">
                      <a16:colId xmlns:a16="http://schemas.microsoft.com/office/drawing/2014/main" val="20002"/>
                    </a:ext>
                  </a:extLst>
                </a:gridCol>
              </a:tblGrid>
              <a:tr h="355754">
                <a:tc>
                  <a:txBody>
                    <a:bodyPr/>
                    <a:lstStyle/>
                    <a:p>
                      <a:pPr algn="ctr">
                        <a:lnSpc>
                          <a:spcPts val="3200"/>
                        </a:lnSpc>
                        <a:spcAft>
                          <a:spcPts val="0"/>
                        </a:spcAft>
                      </a:pPr>
                      <a:r>
                        <a:rPr lang="zh-TW" sz="1700" kern="0" dirty="0">
                          <a:solidFill>
                            <a:schemeClr val="bg2">
                              <a:lumMod val="10000"/>
                            </a:schemeClr>
                          </a:solidFill>
                          <a:effectLst/>
                          <a:latin typeface="標楷體" pitchFamily="65" charset="-120"/>
                          <a:ea typeface="標楷體" pitchFamily="65" charset="-120"/>
                        </a:rPr>
                        <a:t>星期</a:t>
                      </a:r>
                      <a:endParaRPr lang="zh-TW" sz="1700" kern="100" dirty="0">
                        <a:solidFill>
                          <a:schemeClr val="bg2">
                            <a:lumMod val="10000"/>
                          </a:schemeClr>
                        </a:solidFill>
                        <a:effectLst/>
                        <a:latin typeface="標楷體" pitchFamily="65" charset="-120"/>
                        <a:ea typeface="標楷體" pitchFamily="65" charset="-120"/>
                      </a:endParaRPr>
                    </a:p>
                  </a:txBody>
                  <a:tcPr marL="60032" marR="600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700" kern="0" dirty="0">
                          <a:solidFill>
                            <a:schemeClr val="bg2">
                              <a:lumMod val="10000"/>
                            </a:schemeClr>
                          </a:solidFill>
                          <a:effectLst/>
                          <a:latin typeface="標楷體" pitchFamily="65" charset="-120"/>
                          <a:ea typeface="標楷體" pitchFamily="65" charset="-120"/>
                        </a:rPr>
                        <a:t>時間</a:t>
                      </a:r>
                      <a:endParaRPr lang="zh-TW" sz="1700" kern="100" dirty="0">
                        <a:solidFill>
                          <a:schemeClr val="bg2">
                            <a:lumMod val="10000"/>
                          </a:schemeClr>
                        </a:solidFill>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700" kern="0" dirty="0">
                          <a:solidFill>
                            <a:schemeClr val="bg2">
                              <a:lumMod val="10000"/>
                            </a:schemeClr>
                          </a:solidFill>
                          <a:effectLst/>
                          <a:latin typeface="標楷體" pitchFamily="65" charset="-120"/>
                          <a:ea typeface="標楷體" pitchFamily="65" charset="-120"/>
                        </a:rPr>
                        <a:t>活動內容</a:t>
                      </a:r>
                      <a:endParaRPr lang="zh-TW" sz="1700" kern="100" dirty="0">
                        <a:solidFill>
                          <a:schemeClr val="bg2">
                            <a:lumMod val="10000"/>
                          </a:schemeClr>
                        </a:solidFill>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55754">
                <a:tc rowSpan="7">
                  <a:txBody>
                    <a:bodyPr/>
                    <a:lstStyle/>
                    <a:p>
                      <a:pPr algn="ctr">
                        <a:lnSpc>
                          <a:spcPts val="3200"/>
                        </a:lnSpc>
                        <a:spcAft>
                          <a:spcPts val="0"/>
                        </a:spcAft>
                      </a:pPr>
                      <a:r>
                        <a:rPr lang="zh-TW" sz="1700" kern="0" dirty="0">
                          <a:solidFill>
                            <a:schemeClr val="bg2">
                              <a:lumMod val="10000"/>
                            </a:schemeClr>
                          </a:solidFill>
                          <a:effectLst/>
                          <a:latin typeface="標楷體" pitchFamily="65" charset="-120"/>
                          <a:ea typeface="標楷體" pitchFamily="65" charset="-120"/>
                        </a:rPr>
                        <a:t>星期三</a:t>
                      </a:r>
                      <a:endParaRPr lang="zh-TW" sz="1700" kern="100" dirty="0">
                        <a:solidFill>
                          <a:schemeClr val="bg2">
                            <a:lumMod val="10000"/>
                          </a:schemeClr>
                        </a:solidFill>
                        <a:effectLst/>
                        <a:latin typeface="標楷體" pitchFamily="65" charset="-120"/>
                        <a:ea typeface="標楷體" pitchFamily="65" charset="-120"/>
                      </a:endParaRPr>
                    </a:p>
                  </a:txBody>
                  <a:tcPr marL="60032" marR="600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700" kern="0" dirty="0">
                          <a:effectLst/>
                          <a:latin typeface="標楷體" pitchFamily="65" charset="-120"/>
                          <a:ea typeface="標楷體" pitchFamily="65" charset="-120"/>
                        </a:rPr>
                        <a:t>12:40-13:20</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700" kern="0" dirty="0">
                          <a:effectLst/>
                          <a:latin typeface="標楷體" pitchFamily="65" charset="-120"/>
                          <a:ea typeface="標楷體" pitchFamily="65" charset="-120"/>
                        </a:rPr>
                        <a:t>第一節：作業指導</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55754">
                <a:tc vMerge="1">
                  <a:txBody>
                    <a:bodyPr/>
                    <a:lstStyle/>
                    <a:p>
                      <a:endParaRPr lang="zh-TW" altLang="en-US"/>
                    </a:p>
                  </a:txBody>
                  <a:tcPr/>
                </a:tc>
                <a:tc>
                  <a:txBody>
                    <a:bodyPr/>
                    <a:lstStyle/>
                    <a:p>
                      <a:pPr algn="ctr">
                        <a:lnSpc>
                          <a:spcPts val="3200"/>
                        </a:lnSpc>
                        <a:spcAft>
                          <a:spcPts val="0"/>
                        </a:spcAft>
                      </a:pPr>
                      <a:r>
                        <a:rPr lang="en-US" sz="1700" kern="0" dirty="0">
                          <a:effectLst/>
                          <a:latin typeface="標楷體" pitchFamily="65" charset="-120"/>
                          <a:ea typeface="標楷體" pitchFamily="65" charset="-120"/>
                        </a:rPr>
                        <a:t>13:20-14:00</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700" kern="0" dirty="0">
                          <a:effectLst/>
                          <a:latin typeface="標楷體" pitchFamily="65" charset="-120"/>
                          <a:ea typeface="標楷體" pitchFamily="65" charset="-120"/>
                        </a:rPr>
                        <a:t>第二節：才藝課程</a:t>
                      </a:r>
                      <a:r>
                        <a:rPr lang="en-US" sz="1700" kern="0" dirty="0">
                          <a:effectLst/>
                          <a:latin typeface="標楷體" pitchFamily="65" charset="-120"/>
                          <a:ea typeface="標楷體" pitchFamily="65" charset="-120"/>
                        </a:rPr>
                        <a:t>/</a:t>
                      </a:r>
                      <a:r>
                        <a:rPr lang="zh-TW" sz="1700" kern="0" dirty="0">
                          <a:effectLst/>
                          <a:latin typeface="標楷體" pitchFamily="65" charset="-120"/>
                          <a:ea typeface="標楷體" pitchFamily="65" charset="-120"/>
                        </a:rPr>
                        <a:t>社區探索</a:t>
                      </a:r>
                      <a:r>
                        <a:rPr lang="en-US" sz="1700" kern="0" dirty="0">
                          <a:effectLst/>
                          <a:latin typeface="標楷體" pitchFamily="65" charset="-120"/>
                          <a:ea typeface="標楷體" pitchFamily="65" charset="-120"/>
                        </a:rPr>
                        <a:t>/</a:t>
                      </a:r>
                      <a:r>
                        <a:rPr lang="zh-TW" sz="1700" kern="0" dirty="0">
                          <a:effectLst/>
                          <a:latin typeface="標楷體" pitchFamily="65" charset="-120"/>
                          <a:ea typeface="標楷體" pitchFamily="65" charset="-120"/>
                        </a:rPr>
                        <a:t>服務學習</a:t>
                      </a:r>
                      <a:r>
                        <a:rPr lang="en-US" sz="1700" kern="0" dirty="0">
                          <a:effectLst/>
                          <a:latin typeface="標楷體" pitchFamily="65" charset="-120"/>
                          <a:ea typeface="標楷體" pitchFamily="65" charset="-120"/>
                        </a:rPr>
                        <a:t>/</a:t>
                      </a:r>
                      <a:r>
                        <a:rPr lang="zh-TW" sz="1700" kern="0" dirty="0">
                          <a:effectLst/>
                          <a:latin typeface="標楷體" pitchFamily="65" charset="-120"/>
                          <a:ea typeface="標楷體" pitchFamily="65" charset="-120"/>
                        </a:rPr>
                        <a:t>體育活動</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55754">
                <a:tc vMerge="1">
                  <a:txBody>
                    <a:bodyPr/>
                    <a:lstStyle/>
                    <a:p>
                      <a:endParaRPr lang="zh-TW" altLang="en-US"/>
                    </a:p>
                  </a:txBody>
                  <a:tcPr/>
                </a:tc>
                <a:tc>
                  <a:txBody>
                    <a:bodyPr/>
                    <a:lstStyle/>
                    <a:p>
                      <a:pPr algn="ctr">
                        <a:lnSpc>
                          <a:spcPts val="3200"/>
                        </a:lnSpc>
                        <a:spcAft>
                          <a:spcPts val="0"/>
                        </a:spcAft>
                      </a:pPr>
                      <a:r>
                        <a:rPr lang="en-US" sz="1700" kern="0" dirty="0">
                          <a:effectLst/>
                          <a:latin typeface="標楷體" pitchFamily="65" charset="-120"/>
                          <a:ea typeface="標楷體" pitchFamily="65" charset="-120"/>
                        </a:rPr>
                        <a:t>14:00-14:10</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700" kern="0" dirty="0">
                          <a:effectLst/>
                          <a:latin typeface="標楷體" pitchFamily="65" charset="-120"/>
                          <a:ea typeface="標楷體" pitchFamily="65" charset="-120"/>
                        </a:rPr>
                        <a:t>下課時間</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55754">
                <a:tc vMerge="1">
                  <a:txBody>
                    <a:bodyPr/>
                    <a:lstStyle/>
                    <a:p>
                      <a:endParaRPr lang="zh-TW" altLang="en-US"/>
                    </a:p>
                  </a:txBody>
                  <a:tcPr/>
                </a:tc>
                <a:tc>
                  <a:txBody>
                    <a:bodyPr/>
                    <a:lstStyle/>
                    <a:p>
                      <a:pPr algn="ctr">
                        <a:lnSpc>
                          <a:spcPts val="3200"/>
                        </a:lnSpc>
                        <a:spcAft>
                          <a:spcPts val="0"/>
                        </a:spcAft>
                      </a:pPr>
                      <a:r>
                        <a:rPr lang="en-US" sz="1700" kern="0" dirty="0">
                          <a:effectLst/>
                          <a:latin typeface="標楷體" pitchFamily="65" charset="-120"/>
                          <a:ea typeface="標楷體" pitchFamily="65" charset="-120"/>
                        </a:rPr>
                        <a:t>14:10-15:50</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700" kern="0" dirty="0">
                          <a:effectLst/>
                          <a:latin typeface="標楷體" pitchFamily="65" charset="-120"/>
                          <a:ea typeface="標楷體" pitchFamily="65" charset="-120"/>
                        </a:rPr>
                        <a:t>第三節：才藝課程</a:t>
                      </a:r>
                      <a:r>
                        <a:rPr lang="en-US" sz="1700" kern="0" dirty="0">
                          <a:effectLst/>
                          <a:latin typeface="標楷體" pitchFamily="65" charset="-120"/>
                          <a:ea typeface="標楷體" pitchFamily="65" charset="-120"/>
                        </a:rPr>
                        <a:t>/</a:t>
                      </a:r>
                      <a:r>
                        <a:rPr lang="zh-TW" sz="1700" kern="0" dirty="0">
                          <a:effectLst/>
                          <a:latin typeface="標楷體" pitchFamily="65" charset="-120"/>
                          <a:ea typeface="標楷體" pitchFamily="65" charset="-120"/>
                        </a:rPr>
                        <a:t>社區探索</a:t>
                      </a:r>
                      <a:r>
                        <a:rPr lang="en-US" sz="1700" kern="0" dirty="0">
                          <a:effectLst/>
                          <a:latin typeface="標楷體" pitchFamily="65" charset="-120"/>
                          <a:ea typeface="標楷體" pitchFamily="65" charset="-120"/>
                        </a:rPr>
                        <a:t>/</a:t>
                      </a:r>
                      <a:r>
                        <a:rPr lang="zh-TW" sz="1700" kern="0" dirty="0">
                          <a:effectLst/>
                          <a:latin typeface="標楷體" pitchFamily="65" charset="-120"/>
                          <a:ea typeface="標楷體" pitchFamily="65" charset="-120"/>
                        </a:rPr>
                        <a:t>服務學習</a:t>
                      </a:r>
                      <a:r>
                        <a:rPr lang="en-US" sz="1700" kern="0" dirty="0">
                          <a:effectLst/>
                          <a:latin typeface="標楷體" pitchFamily="65" charset="-120"/>
                          <a:ea typeface="標楷體" pitchFamily="65" charset="-120"/>
                        </a:rPr>
                        <a:t>/</a:t>
                      </a:r>
                      <a:r>
                        <a:rPr lang="zh-TW" sz="1700" kern="0" dirty="0">
                          <a:effectLst/>
                          <a:latin typeface="標楷體" pitchFamily="65" charset="-120"/>
                          <a:ea typeface="標楷體" pitchFamily="65" charset="-120"/>
                        </a:rPr>
                        <a:t>體育活動</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55754">
                <a:tc vMerge="1">
                  <a:txBody>
                    <a:bodyPr/>
                    <a:lstStyle/>
                    <a:p>
                      <a:endParaRPr lang="zh-TW" altLang="en-US"/>
                    </a:p>
                  </a:txBody>
                  <a:tcPr/>
                </a:tc>
                <a:tc>
                  <a:txBody>
                    <a:bodyPr/>
                    <a:lstStyle/>
                    <a:p>
                      <a:pPr algn="ctr">
                        <a:lnSpc>
                          <a:spcPts val="3200"/>
                        </a:lnSpc>
                        <a:spcAft>
                          <a:spcPts val="0"/>
                        </a:spcAft>
                      </a:pPr>
                      <a:r>
                        <a:rPr lang="en-US" sz="1700" kern="0">
                          <a:effectLst/>
                          <a:latin typeface="標楷體" pitchFamily="65" charset="-120"/>
                          <a:ea typeface="標楷體" pitchFamily="65" charset="-120"/>
                        </a:rPr>
                        <a:t>15:50-16:20</a:t>
                      </a:r>
                      <a:endParaRPr lang="zh-TW" sz="1700" kern="10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700" kern="0" dirty="0">
                          <a:effectLst/>
                          <a:latin typeface="標楷體" pitchFamily="65" charset="-120"/>
                          <a:ea typeface="標楷體" pitchFamily="65" charset="-120"/>
                        </a:rPr>
                        <a:t>點心時間</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355754">
                <a:tc vMerge="1">
                  <a:txBody>
                    <a:bodyPr/>
                    <a:lstStyle/>
                    <a:p>
                      <a:endParaRPr lang="zh-TW" altLang="en-US"/>
                    </a:p>
                  </a:txBody>
                  <a:tcPr/>
                </a:tc>
                <a:tc>
                  <a:txBody>
                    <a:bodyPr/>
                    <a:lstStyle/>
                    <a:p>
                      <a:pPr algn="ctr">
                        <a:lnSpc>
                          <a:spcPts val="3200"/>
                        </a:lnSpc>
                        <a:spcAft>
                          <a:spcPts val="0"/>
                        </a:spcAft>
                      </a:pPr>
                      <a:r>
                        <a:rPr lang="en-US" sz="1700" kern="0">
                          <a:effectLst/>
                          <a:latin typeface="標楷體" pitchFamily="65" charset="-120"/>
                          <a:ea typeface="標楷體" pitchFamily="65" charset="-120"/>
                        </a:rPr>
                        <a:t>16:20-17:00</a:t>
                      </a:r>
                      <a:endParaRPr lang="zh-TW" sz="1700" kern="10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700" kern="0" dirty="0">
                          <a:effectLst/>
                          <a:latin typeface="標楷體" pitchFamily="65" charset="-120"/>
                          <a:ea typeface="標楷體" pitchFamily="65" charset="-120"/>
                        </a:rPr>
                        <a:t>第四節：精熟學習</a:t>
                      </a:r>
                      <a:r>
                        <a:rPr lang="en-US" sz="1700" kern="0" dirty="0">
                          <a:effectLst/>
                          <a:latin typeface="標楷體" pitchFamily="65" charset="-120"/>
                          <a:ea typeface="標楷體" pitchFamily="65" charset="-120"/>
                        </a:rPr>
                        <a:t>/</a:t>
                      </a:r>
                      <a:r>
                        <a:rPr lang="zh-TW" sz="1700" kern="0" dirty="0">
                          <a:effectLst/>
                          <a:latin typeface="標楷體" pitchFamily="65" charset="-120"/>
                          <a:ea typeface="標楷體" pitchFamily="65" charset="-120"/>
                        </a:rPr>
                        <a:t>課程預習</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355754">
                <a:tc vMerge="1">
                  <a:txBody>
                    <a:bodyPr/>
                    <a:lstStyle/>
                    <a:p>
                      <a:endParaRPr lang="zh-TW" altLang="en-US"/>
                    </a:p>
                  </a:txBody>
                  <a:tcPr/>
                </a:tc>
                <a:tc>
                  <a:txBody>
                    <a:bodyPr/>
                    <a:lstStyle/>
                    <a:p>
                      <a:pPr algn="ctr">
                        <a:lnSpc>
                          <a:spcPts val="3200"/>
                        </a:lnSpc>
                        <a:spcAft>
                          <a:spcPts val="0"/>
                        </a:spcAft>
                      </a:pPr>
                      <a:r>
                        <a:rPr lang="en-US" sz="1700" kern="0" dirty="0">
                          <a:effectLst/>
                          <a:latin typeface="標楷體" pitchFamily="65" charset="-120"/>
                          <a:ea typeface="標楷體" pitchFamily="65" charset="-120"/>
                        </a:rPr>
                        <a:t> 17:00-</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700" kern="0" dirty="0">
                          <a:effectLst/>
                          <a:latin typeface="標楷體" pitchFamily="65" charset="-120"/>
                          <a:ea typeface="標楷體" pitchFamily="65" charset="-120"/>
                        </a:rPr>
                        <a:t>放學</a:t>
                      </a:r>
                      <a:endParaRPr lang="zh-TW" sz="1700" kern="100" dirty="0">
                        <a:effectLst/>
                        <a:latin typeface="標楷體" pitchFamily="65" charset="-120"/>
                        <a:ea typeface="標楷體" pitchFamily="65" charset="-120"/>
                      </a:endParaRPr>
                    </a:p>
                  </a:txBody>
                  <a:tcPr marL="60032" marR="6003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
        <p:nvSpPr>
          <p:cNvPr id="9" name="內容版面配置區 2"/>
          <p:cNvSpPr>
            <a:spLocks noGrp="1"/>
          </p:cNvSpPr>
          <p:nvPr>
            <p:ph idx="1"/>
          </p:nvPr>
        </p:nvSpPr>
        <p:spPr>
          <a:xfrm>
            <a:off x="395288" y="1125538"/>
            <a:ext cx="8229600" cy="5410200"/>
          </a:xfrm>
        </p:spPr>
        <p:txBody>
          <a:bodyPr/>
          <a:lstStyle/>
          <a:p>
            <a:pPr fontAlgn="ctr">
              <a:defRPr/>
            </a:pPr>
            <a:r>
              <a:rPr lang="zh-TW" altLang="en-US" sz="2800" kern="1200" dirty="0">
                <a:solidFill>
                  <a:schemeClr val="dk1"/>
                </a:solidFill>
                <a:latin typeface="標楷體" pitchFamily="65" charset="-120"/>
                <a:ea typeface="標楷體" pitchFamily="65" charset="-120"/>
              </a:rPr>
              <a:t>中崎</a:t>
            </a:r>
            <a:r>
              <a:rPr lang="zh-TW" altLang="zh-TW" sz="2800" kern="1200" dirty="0">
                <a:solidFill>
                  <a:schemeClr val="dk1"/>
                </a:solidFill>
                <a:latin typeface="標楷體" pitchFamily="65" charset="-120"/>
                <a:ea typeface="標楷體" pitchFamily="65" charset="-120"/>
              </a:rPr>
              <a:t>課後陪伴班</a:t>
            </a:r>
            <a:endParaRPr lang="zh-TW" altLang="zh-TW" sz="2800" dirty="0">
              <a:latin typeface="標楷體" pitchFamily="65" charset="-120"/>
              <a:ea typeface="標楷體" pitchFamily="65" charset="-120"/>
            </a:endParaRPr>
          </a:p>
          <a:p>
            <a:pPr marL="0" indent="0">
              <a:buFont typeface="Wingdings" pitchFamily="2" charset="2"/>
              <a:buNone/>
              <a:defRPr/>
            </a:pPr>
            <a:endParaRPr lang="zh-TW" altLang="zh-TW" sz="2400" dirty="0">
              <a:latin typeface="Times New Roman" pitchFamily="18" charset="0"/>
              <a:ea typeface="超研澤粗楷" charset="-120"/>
            </a:endParaRPr>
          </a:p>
          <a:p>
            <a:pPr marL="0" indent="0">
              <a:buFont typeface="Wingdings" pitchFamily="2" charset="2"/>
              <a:buNone/>
              <a:defRPr/>
            </a:pPr>
            <a:endParaRPr lang="zh-TW" altLang="en-US" dirty="0">
              <a:ea typeface="新細明體" pitchFamily="18" charset="-120"/>
            </a:endParaRPr>
          </a:p>
        </p:txBody>
      </p:sp>
      <p:pic>
        <p:nvPicPr>
          <p:cNvPr id="3" name="圖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22720" y="5193736"/>
            <a:ext cx="2693808" cy="1515637"/>
          </a:xfrm>
          <a:prstGeom prst="rect">
            <a:avLst/>
          </a:prstGeom>
          <a:ln>
            <a:noFill/>
          </a:ln>
          <a:effectLst>
            <a:softEdge rad="112500"/>
          </a:effectLst>
        </p:spPr>
      </p:pic>
      <p:pic>
        <p:nvPicPr>
          <p:cNvPr id="4" name="圖片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7488" y="5229200"/>
            <a:ext cx="2693808" cy="1515637"/>
          </a:xfrm>
          <a:prstGeom prst="rect">
            <a:avLst/>
          </a:prstGeom>
          <a:ln>
            <a:noFill/>
          </a:ln>
          <a:effectLst>
            <a:softEdge rad="112500"/>
          </a:effectLst>
        </p:spPr>
      </p:pic>
      <p:pic>
        <p:nvPicPr>
          <p:cNvPr id="5" name="圖片 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156176" y="5193735"/>
            <a:ext cx="2693808" cy="1515637"/>
          </a:xfrm>
          <a:prstGeom prst="rect">
            <a:avLst/>
          </a:prstGeom>
          <a:ln>
            <a:noFill/>
          </a:ln>
          <a:effectLst>
            <a:softEdge rad="112500"/>
          </a:effectLst>
        </p:spPr>
      </p:pic>
    </p:spTree>
    <p:extLst>
      <p:ext uri="{BB962C8B-B14F-4D97-AF65-F5344CB8AC3E}">
        <p14:creationId xmlns:p14="http://schemas.microsoft.com/office/powerpoint/2010/main" val="208567897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標題 1">
            <a:extLst>
              <a:ext uri="{FF2B5EF4-FFF2-40B4-BE49-F238E27FC236}">
                <a16:creationId xmlns:a16="http://schemas.microsoft.com/office/drawing/2014/main" id="{929A76D8-EEF8-DED4-7E7A-D1D246C7E7F4}"/>
              </a:ext>
            </a:extLst>
          </p:cNvPr>
          <p:cNvSpPr>
            <a:spLocks noGrp="1"/>
          </p:cNvSpPr>
          <p:nvPr>
            <p:ph type="title"/>
          </p:nvPr>
        </p:nvSpPr>
        <p:spPr>
          <a:xfrm>
            <a:off x="95250" y="0"/>
            <a:ext cx="8229600" cy="1143000"/>
          </a:xfrm>
        </p:spPr>
        <p:txBody>
          <a:bodyPr/>
          <a:lstStyle/>
          <a:p>
            <a:pPr algn="l" eaLnBrk="1" hangingPunct="1"/>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三</a:t>
            </a:r>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a:t>
            </a:r>
            <a:r>
              <a:rPr lang="zh-TW" altLang="zh-TW" sz="3600" b="1" dirty="0">
                <a:latin typeface="標楷體" panose="03000509000000000000" pitchFamily="65" charset="-120"/>
                <a:ea typeface="標楷體" panose="03000509000000000000" pitchFamily="65" charset="-120"/>
              </a:rPr>
              <a:t>兒童福利</a:t>
            </a:r>
            <a:r>
              <a:rPr lang="zh-TW" altLang="en-US" sz="3600" b="1" dirty="0">
                <a:latin typeface="標楷體" panose="03000509000000000000" pitchFamily="65" charset="-120"/>
                <a:ea typeface="標楷體" panose="03000509000000000000" pitchFamily="65" charset="-120"/>
              </a:rPr>
              <a:t>－</a:t>
            </a:r>
            <a:r>
              <a:rPr lang="zh-TW" altLang="zh-TW" sz="3600" b="1" dirty="0">
                <a:latin typeface="標楷體" panose="03000509000000000000" pitchFamily="65" charset="-120"/>
                <a:ea typeface="標楷體" panose="03000509000000000000" pitchFamily="65" charset="-120"/>
              </a:rPr>
              <a:t>轉動陪伴幸福無限</a:t>
            </a:r>
            <a:endParaRPr lang="zh-TW" altLang="en-US" sz="3600" b="1" dirty="0"/>
          </a:p>
        </p:txBody>
      </p:sp>
      <p:pic>
        <p:nvPicPr>
          <p:cNvPr id="90115" name="圖片 8" descr="0420中崎課後陪伴班_170421_0063.jpg">
            <a:extLst>
              <a:ext uri="{FF2B5EF4-FFF2-40B4-BE49-F238E27FC236}">
                <a16:creationId xmlns:a16="http://schemas.microsoft.com/office/drawing/2014/main" id="{F8345563-0E51-52D7-857B-8D7DFDE04AF5}"/>
              </a:ext>
            </a:extLst>
          </p:cNvPr>
          <p:cNvPicPr>
            <a:picLocks noChangeAspect="1"/>
          </p:cNvPicPr>
          <p:nvPr/>
        </p:nvPicPr>
        <p:blipFill>
          <a:blip r:embed="rId2">
            <a:extLst>
              <a:ext uri="{28A0092B-C50C-407E-A947-70E740481C1C}">
                <a14:useLocalDpi xmlns:a14="http://schemas.microsoft.com/office/drawing/2010/main" val="0"/>
              </a:ext>
            </a:extLst>
          </a:blip>
          <a:srcRect l="11424" r="15312"/>
          <a:stretch>
            <a:fillRect/>
          </a:stretch>
        </p:blipFill>
        <p:spPr bwMode="auto">
          <a:xfrm>
            <a:off x="6732588" y="3429000"/>
            <a:ext cx="2232025" cy="171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16" name="圖片 10" descr="0420中崎課後陪伴班_170421_0066.jpg">
            <a:extLst>
              <a:ext uri="{FF2B5EF4-FFF2-40B4-BE49-F238E27FC236}">
                <a16:creationId xmlns:a16="http://schemas.microsoft.com/office/drawing/2014/main" id="{78DD9F2C-528A-E296-E3FB-D6FEA42A5732}"/>
              </a:ext>
            </a:extLst>
          </p:cNvPr>
          <p:cNvPicPr>
            <a:picLocks noChangeAspect="1"/>
          </p:cNvPicPr>
          <p:nvPr/>
        </p:nvPicPr>
        <p:blipFill>
          <a:blip r:embed="rId3">
            <a:extLst>
              <a:ext uri="{28A0092B-C50C-407E-A947-70E740481C1C}">
                <a14:useLocalDpi xmlns:a14="http://schemas.microsoft.com/office/drawing/2010/main" val="0"/>
              </a:ext>
            </a:extLst>
          </a:blip>
          <a:srcRect l="7091" r="14919" b="3387"/>
          <a:stretch>
            <a:fillRect/>
          </a:stretch>
        </p:blipFill>
        <p:spPr bwMode="auto">
          <a:xfrm>
            <a:off x="2051050" y="3573463"/>
            <a:ext cx="2303463" cy="160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17" name="圖片 9" descr="0420中崎課後陪伴班_170421_0065.jpg">
            <a:extLst>
              <a:ext uri="{FF2B5EF4-FFF2-40B4-BE49-F238E27FC236}">
                <a16:creationId xmlns:a16="http://schemas.microsoft.com/office/drawing/2014/main" id="{CC86BB85-02F0-AD7A-0D7D-26A4D8C8B8C6}"/>
              </a:ext>
            </a:extLst>
          </p:cNvPr>
          <p:cNvPicPr>
            <a:picLocks noChangeAspect="1"/>
          </p:cNvPicPr>
          <p:nvPr/>
        </p:nvPicPr>
        <p:blipFill>
          <a:blip r:embed="rId4">
            <a:extLst>
              <a:ext uri="{28A0092B-C50C-407E-A947-70E740481C1C}">
                <a14:useLocalDpi xmlns:a14="http://schemas.microsoft.com/office/drawing/2010/main" val="0"/>
              </a:ext>
            </a:extLst>
          </a:blip>
          <a:srcRect l="11227" r="13145"/>
          <a:stretch>
            <a:fillRect/>
          </a:stretch>
        </p:blipFill>
        <p:spPr bwMode="auto">
          <a:xfrm>
            <a:off x="107950" y="3644900"/>
            <a:ext cx="1917700" cy="142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18" name="圖片 12" descr="0420中崎課後陪伴班_170421_0070.jpg">
            <a:extLst>
              <a:ext uri="{FF2B5EF4-FFF2-40B4-BE49-F238E27FC236}">
                <a16:creationId xmlns:a16="http://schemas.microsoft.com/office/drawing/2014/main" id="{1234BBBB-F8A4-D546-AD10-BB92AC03CE32}"/>
              </a:ext>
            </a:extLst>
          </p:cNvPr>
          <p:cNvPicPr>
            <a:picLocks noChangeAspect="1"/>
          </p:cNvPicPr>
          <p:nvPr/>
        </p:nvPicPr>
        <p:blipFill>
          <a:blip r:embed="rId5">
            <a:extLst>
              <a:ext uri="{28A0092B-C50C-407E-A947-70E740481C1C}">
                <a14:useLocalDpi xmlns:a14="http://schemas.microsoft.com/office/drawing/2010/main" val="0"/>
              </a:ext>
            </a:extLst>
          </a:blip>
          <a:srcRect l="14180" t="8401" r="12555"/>
          <a:stretch>
            <a:fillRect/>
          </a:stretch>
        </p:blipFill>
        <p:spPr bwMode="auto">
          <a:xfrm>
            <a:off x="4500563" y="3573463"/>
            <a:ext cx="2232025"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19" name="圖片 15" descr="0426延平課後陪伴_170428_0008.jpg">
            <a:extLst>
              <a:ext uri="{FF2B5EF4-FFF2-40B4-BE49-F238E27FC236}">
                <a16:creationId xmlns:a16="http://schemas.microsoft.com/office/drawing/2014/main" id="{FBD6CEC7-7D14-2C33-7BB6-CD81964C1DA9}"/>
              </a:ext>
            </a:extLst>
          </p:cNvPr>
          <p:cNvPicPr>
            <a:picLocks noChangeAspect="1"/>
          </p:cNvPicPr>
          <p:nvPr/>
        </p:nvPicPr>
        <p:blipFill>
          <a:blip r:embed="rId6">
            <a:extLst>
              <a:ext uri="{28A0092B-C50C-407E-A947-70E740481C1C}">
                <a14:useLocalDpi xmlns:a14="http://schemas.microsoft.com/office/drawing/2010/main" val="0"/>
              </a:ext>
            </a:extLst>
          </a:blip>
          <a:srcRect l="9660" t="30405" r="9097" b="8257"/>
          <a:stretch>
            <a:fillRect/>
          </a:stretch>
        </p:blipFill>
        <p:spPr bwMode="auto">
          <a:xfrm>
            <a:off x="4284663" y="1341438"/>
            <a:ext cx="4608512" cy="2087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20" name="圖片 16" descr="0413中崎課後陪伴班_170414_0010.jpg">
            <a:extLst>
              <a:ext uri="{FF2B5EF4-FFF2-40B4-BE49-F238E27FC236}">
                <a16:creationId xmlns:a16="http://schemas.microsoft.com/office/drawing/2014/main" id="{E91C33FD-5D77-AD00-430D-77D0B4B30917}"/>
              </a:ext>
            </a:extLst>
          </p:cNvPr>
          <p:cNvPicPr>
            <a:picLocks noChangeAspect="1"/>
          </p:cNvPicPr>
          <p:nvPr/>
        </p:nvPicPr>
        <p:blipFill>
          <a:blip r:embed="rId7">
            <a:extLst>
              <a:ext uri="{28A0092B-C50C-407E-A947-70E740481C1C}">
                <a14:useLocalDpi xmlns:a14="http://schemas.microsoft.com/office/drawing/2010/main" val="0"/>
              </a:ext>
            </a:extLst>
          </a:blip>
          <a:srcRect l="8270" t="17189" r="10216" b="4231"/>
          <a:stretch>
            <a:fillRect/>
          </a:stretch>
        </p:blipFill>
        <p:spPr bwMode="auto">
          <a:xfrm>
            <a:off x="179388" y="1341438"/>
            <a:ext cx="3983037" cy="215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21" name="圖片 17" descr="0420中崎課後陪伴班_170421_0056.jpg">
            <a:extLst>
              <a:ext uri="{FF2B5EF4-FFF2-40B4-BE49-F238E27FC236}">
                <a16:creationId xmlns:a16="http://schemas.microsoft.com/office/drawing/2014/main" id="{A645E441-9977-1B67-C9BB-0F62AE9FC971}"/>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2916238" y="5176838"/>
            <a:ext cx="2987675" cy="168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22" name="圖片 18" descr="0420中崎課後陪伴班_170421_0058.jpg">
            <a:extLst>
              <a:ext uri="{FF2B5EF4-FFF2-40B4-BE49-F238E27FC236}">
                <a16:creationId xmlns:a16="http://schemas.microsoft.com/office/drawing/2014/main" id="{83F46265-BB29-A9B1-26B8-50A31B80AD5E}"/>
              </a:ext>
            </a:extLst>
          </p:cNvPr>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6156325" y="5157788"/>
            <a:ext cx="2771775" cy="155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23" name="圖片 19" descr="0420中崎課後陪伴班_170421_0068.jpg">
            <a:extLst>
              <a:ext uri="{FF2B5EF4-FFF2-40B4-BE49-F238E27FC236}">
                <a16:creationId xmlns:a16="http://schemas.microsoft.com/office/drawing/2014/main" id="{4AF71D29-67D0-0598-6847-0DB3BB8B9A23}"/>
              </a:ext>
            </a:extLst>
          </p:cNvPr>
          <p:cNvPicPr>
            <a:picLocks noChangeAspect="1"/>
          </p:cNvPicPr>
          <p:nvPr/>
        </p:nvPicPr>
        <p:blipFill>
          <a:blip r:embed="rId10">
            <a:extLst>
              <a:ext uri="{28A0092B-C50C-407E-A947-70E740481C1C}">
                <a14:useLocalDpi xmlns:a14="http://schemas.microsoft.com/office/drawing/2010/main" val="0"/>
              </a:ext>
            </a:extLst>
          </a:blip>
          <a:srcRect l="26511"/>
          <a:stretch>
            <a:fillRect/>
          </a:stretch>
        </p:blipFill>
        <p:spPr bwMode="auto">
          <a:xfrm>
            <a:off x="179388" y="5176838"/>
            <a:ext cx="2195512" cy="168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內容版面配置區 2"/>
          <p:cNvSpPr>
            <a:spLocks noGrp="1"/>
          </p:cNvSpPr>
          <p:nvPr>
            <p:ph idx="1"/>
          </p:nvPr>
        </p:nvSpPr>
        <p:spPr>
          <a:xfrm>
            <a:off x="-31750" y="836613"/>
            <a:ext cx="8229600" cy="5410200"/>
          </a:xfrm>
        </p:spPr>
        <p:txBody>
          <a:bodyPr/>
          <a:lstStyle/>
          <a:p>
            <a:pPr fontAlgn="ctr">
              <a:defRPr/>
            </a:pPr>
            <a:r>
              <a:rPr lang="zh-TW" altLang="zh-TW" sz="2800" kern="1200" dirty="0">
                <a:solidFill>
                  <a:schemeClr val="dk1"/>
                </a:solidFill>
                <a:latin typeface="標楷體" pitchFamily="65" charset="-120"/>
                <a:ea typeface="標楷體" pitchFamily="65" charset="-120"/>
              </a:rPr>
              <a:t>兒童及青少年記者營</a:t>
            </a:r>
            <a:endParaRPr lang="en-US" altLang="zh-TW" sz="2800" kern="1200" dirty="0">
              <a:solidFill>
                <a:schemeClr val="dk1"/>
              </a:solidFill>
              <a:latin typeface="標楷體" pitchFamily="65" charset="-120"/>
              <a:ea typeface="標楷體" pitchFamily="65" charset="-120"/>
            </a:endParaRPr>
          </a:p>
          <a:p>
            <a:pPr marL="0" indent="0">
              <a:buFont typeface="Wingdings" pitchFamily="2" charset="2"/>
              <a:buNone/>
              <a:defRPr/>
            </a:pPr>
            <a:endParaRPr lang="zh-TW" altLang="zh-TW" sz="2400" dirty="0">
              <a:latin typeface="Times New Roman" pitchFamily="18" charset="0"/>
              <a:ea typeface="超研澤粗楷" charset="-120"/>
            </a:endParaRPr>
          </a:p>
          <a:p>
            <a:pPr marL="0" indent="0">
              <a:buFont typeface="Wingdings" pitchFamily="2" charset="2"/>
              <a:buNone/>
              <a:defRPr/>
            </a:pPr>
            <a:endParaRPr lang="zh-TW" altLang="en-US" dirty="0">
              <a:ea typeface="新細明體" pitchFamily="18" charset="-120"/>
            </a:endParaRPr>
          </a:p>
        </p:txBody>
      </p:sp>
      <p:sp>
        <p:nvSpPr>
          <p:cNvPr id="95235" name="標題 1"/>
          <p:cNvSpPr>
            <a:spLocks noGrp="1"/>
          </p:cNvSpPr>
          <p:nvPr>
            <p:ph type="title"/>
          </p:nvPr>
        </p:nvSpPr>
        <p:spPr>
          <a:xfrm>
            <a:off x="323850" y="260350"/>
            <a:ext cx="8382000" cy="563563"/>
          </a:xfrm>
        </p:spPr>
        <p:txBody>
          <a:bodyPr/>
          <a:lstStyle/>
          <a:p>
            <a:r>
              <a:rPr lang="zh-TW" altLang="en-US" b="0">
                <a:latin typeface="標楷體" pitchFamily="65" charset="-120"/>
                <a:ea typeface="標楷體" pitchFamily="65" charset="-120"/>
              </a:rPr>
              <a:t>活動內容規劃</a:t>
            </a:r>
            <a:br>
              <a:rPr lang="zh-TW" altLang="en-US">
                <a:ea typeface="新細明體" pitchFamily="18" charset="-120"/>
              </a:rPr>
            </a:br>
            <a:endParaRPr lang="zh-TW" altLang="en-US">
              <a:ea typeface="新細明體" pitchFamily="18" charset="-120"/>
            </a:endParaRPr>
          </a:p>
        </p:txBody>
      </p:sp>
      <p:graphicFrame>
        <p:nvGraphicFramePr>
          <p:cNvPr id="3" name="表格 2"/>
          <p:cNvGraphicFramePr>
            <a:graphicFrameLocks noGrp="1"/>
          </p:cNvGraphicFramePr>
          <p:nvPr/>
        </p:nvGraphicFramePr>
        <p:xfrm>
          <a:off x="26988" y="1268413"/>
          <a:ext cx="4392612" cy="2763836"/>
        </p:xfrm>
        <a:graphic>
          <a:graphicData uri="http://schemas.openxmlformats.org/drawingml/2006/table">
            <a:tbl>
              <a:tblPr firstRow="1" firstCol="1" bandRow="1">
                <a:tableStyleId>{5C22544A-7EE6-4342-B048-85BDC9FD1C3A}</a:tableStyleId>
              </a:tblPr>
              <a:tblGrid>
                <a:gridCol w="632478">
                  <a:extLst>
                    <a:ext uri="{9D8B030D-6E8A-4147-A177-3AD203B41FA5}">
                      <a16:colId xmlns:a16="http://schemas.microsoft.com/office/drawing/2014/main" val="20000"/>
                    </a:ext>
                  </a:extLst>
                </a:gridCol>
                <a:gridCol w="1095763">
                  <a:extLst>
                    <a:ext uri="{9D8B030D-6E8A-4147-A177-3AD203B41FA5}">
                      <a16:colId xmlns:a16="http://schemas.microsoft.com/office/drawing/2014/main" val="20001"/>
                    </a:ext>
                  </a:extLst>
                </a:gridCol>
                <a:gridCol w="2664371">
                  <a:extLst>
                    <a:ext uri="{9D8B030D-6E8A-4147-A177-3AD203B41FA5}">
                      <a16:colId xmlns:a16="http://schemas.microsoft.com/office/drawing/2014/main" val="20002"/>
                    </a:ext>
                  </a:extLst>
                </a:gridCol>
              </a:tblGrid>
              <a:tr h="265521">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 </a:t>
                      </a:r>
                    </a:p>
                  </a:txBody>
                  <a:tcPr marL="68582" marR="68582" marT="0" marB="0"/>
                </a:tc>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時間</a:t>
                      </a:r>
                    </a:p>
                  </a:txBody>
                  <a:tcPr marL="68582" marR="68582" marT="0" marB="0"/>
                </a:tc>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內容</a:t>
                      </a:r>
                      <a:r>
                        <a:rPr lang="en-US" sz="1200" kern="100" dirty="0">
                          <a:solidFill>
                            <a:schemeClr val="bg2">
                              <a:lumMod val="10000"/>
                            </a:schemeClr>
                          </a:solidFill>
                          <a:effectLst/>
                          <a:latin typeface="標楷體" pitchFamily="65" charset="-120"/>
                          <a:ea typeface="標楷體" pitchFamily="65" charset="-120"/>
                        </a:rPr>
                        <a:t>(</a:t>
                      </a:r>
                      <a:r>
                        <a:rPr lang="zh-TW" sz="1200" kern="100" dirty="0">
                          <a:solidFill>
                            <a:schemeClr val="bg2">
                              <a:lumMod val="10000"/>
                            </a:schemeClr>
                          </a:solidFill>
                          <a:effectLst/>
                          <a:latin typeface="標楷體" pitchFamily="65" charset="-120"/>
                          <a:ea typeface="標楷體" pitchFamily="65" charset="-120"/>
                        </a:rPr>
                        <a:t>暫定</a:t>
                      </a:r>
                      <a:r>
                        <a:rPr lang="en-US" sz="1200" kern="100" dirty="0">
                          <a:solidFill>
                            <a:schemeClr val="bg2">
                              <a:lumMod val="10000"/>
                            </a:schemeClr>
                          </a:solidFill>
                          <a:effectLst/>
                          <a:latin typeface="標楷體" pitchFamily="65" charset="-120"/>
                          <a:ea typeface="標楷體" pitchFamily="65" charset="-120"/>
                        </a:rPr>
                        <a:t>)</a:t>
                      </a:r>
                      <a:endParaRPr lang="zh-TW" sz="1200" kern="100" dirty="0">
                        <a:solidFill>
                          <a:schemeClr val="bg2">
                            <a:lumMod val="10000"/>
                          </a:schemeClr>
                        </a:solidFill>
                        <a:effectLst/>
                        <a:latin typeface="標楷體" pitchFamily="65" charset="-120"/>
                        <a:ea typeface="標楷體" pitchFamily="65" charset="-120"/>
                      </a:endParaRPr>
                    </a:p>
                  </a:txBody>
                  <a:tcPr marL="68582" marR="68582" marT="0" marB="0"/>
                </a:tc>
                <a:extLst>
                  <a:ext uri="{0D108BD9-81ED-4DB2-BD59-A6C34878D82A}">
                    <a16:rowId xmlns:a16="http://schemas.microsoft.com/office/drawing/2014/main" val="10000"/>
                  </a:ext>
                </a:extLst>
              </a:tr>
              <a:tr h="206446">
                <a:tc rowSpan="5">
                  <a:txBody>
                    <a:bodyPr/>
                    <a:lstStyle/>
                    <a:p>
                      <a:pPr algn="ctr">
                        <a:lnSpc>
                          <a:spcPts val="1600"/>
                        </a:lnSpc>
                        <a:spcAft>
                          <a:spcPts val="0"/>
                        </a:spcAft>
                      </a:pPr>
                      <a:r>
                        <a:rPr lang="en-US" sz="1200" kern="100" dirty="0">
                          <a:effectLst/>
                          <a:latin typeface="標楷體" pitchFamily="65" charset="-120"/>
                          <a:ea typeface="標楷體" pitchFamily="65" charset="-120"/>
                        </a:rPr>
                        <a:t> </a:t>
                      </a:r>
                      <a:endParaRPr lang="zh-TW" sz="1200" kern="100" dirty="0">
                        <a:effectLst/>
                        <a:latin typeface="標楷體" pitchFamily="65" charset="-120"/>
                        <a:ea typeface="標楷體" pitchFamily="65" charset="-120"/>
                      </a:endParaRPr>
                    </a:p>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第一天</a:t>
                      </a:r>
                    </a:p>
                  </a:txBody>
                  <a:tcPr marL="68582" marR="68582" marT="0" marB="0" anchor="ctr"/>
                </a:tc>
                <a:tc>
                  <a:txBody>
                    <a:bodyPr/>
                    <a:lstStyle/>
                    <a:p>
                      <a:pPr algn="l">
                        <a:lnSpc>
                          <a:spcPts val="1600"/>
                        </a:lnSpc>
                        <a:spcAft>
                          <a:spcPts val="0"/>
                        </a:spcAft>
                      </a:pPr>
                      <a:r>
                        <a:rPr lang="en-US" sz="1200" kern="100" dirty="0">
                          <a:effectLst/>
                          <a:latin typeface="標楷體" pitchFamily="65" charset="-120"/>
                          <a:ea typeface="標楷體" pitchFamily="65" charset="-120"/>
                        </a:rPr>
                        <a:t>08:30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09:00</a:t>
                      </a:r>
                      <a:endParaRPr lang="zh-TW" sz="1200" kern="100" dirty="0">
                        <a:effectLst/>
                        <a:latin typeface="標楷體" pitchFamily="65" charset="-120"/>
                        <a:ea typeface="標楷體" pitchFamily="65" charset="-120"/>
                      </a:endParaRPr>
                    </a:p>
                  </a:txBody>
                  <a:tcPr marL="68582" marR="68582" marT="0" marB="0" anchor="ctr"/>
                </a:tc>
                <a:tc>
                  <a:txBody>
                    <a:bodyPr/>
                    <a:lstStyle/>
                    <a:p>
                      <a:pPr>
                        <a:lnSpc>
                          <a:spcPts val="1600"/>
                        </a:lnSpc>
                        <a:spcAft>
                          <a:spcPts val="0"/>
                        </a:spcAft>
                      </a:pPr>
                      <a:r>
                        <a:rPr lang="zh-TW" sz="1200" kern="100">
                          <a:effectLst/>
                          <a:latin typeface="標楷體" pitchFamily="65" charset="-120"/>
                          <a:ea typeface="標楷體" pitchFamily="65" charset="-120"/>
                        </a:rPr>
                        <a:t>學員報到</a:t>
                      </a:r>
                    </a:p>
                  </a:txBody>
                  <a:tcPr marL="68582" marR="68582" marT="0" marB="0"/>
                </a:tc>
                <a:extLst>
                  <a:ext uri="{0D108BD9-81ED-4DB2-BD59-A6C34878D82A}">
                    <a16:rowId xmlns:a16="http://schemas.microsoft.com/office/drawing/2014/main" val="10001"/>
                  </a:ext>
                </a:extLst>
              </a:tr>
              <a:tr h="1219620">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9:00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12:00</a:t>
                      </a:r>
                      <a:endParaRPr lang="zh-TW" sz="1200" kern="100" dirty="0">
                        <a:effectLst/>
                        <a:latin typeface="標楷體" pitchFamily="65" charset="-120"/>
                        <a:ea typeface="標楷體" pitchFamily="65" charset="-120"/>
                      </a:endParaRPr>
                    </a:p>
                  </a:txBody>
                  <a:tcPr marL="68582" marR="68582"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第一課 小記者的職責及素質</a:t>
                      </a:r>
                    </a:p>
                    <a:p>
                      <a:pPr marL="355600" indent="-355600">
                        <a:lnSpc>
                          <a:spcPts val="1600"/>
                        </a:lnSpc>
                        <a:spcAft>
                          <a:spcPts val="0"/>
                        </a:spcAft>
                      </a:pPr>
                      <a:r>
                        <a:rPr lang="en-US" sz="1200" kern="100" dirty="0">
                          <a:effectLst/>
                          <a:latin typeface="標楷體" pitchFamily="65" charset="-120"/>
                          <a:ea typeface="標楷體" pitchFamily="65" charset="-120"/>
                        </a:rPr>
                        <a:t>     -</a:t>
                      </a:r>
                      <a:r>
                        <a:rPr lang="zh-TW" sz="1200" kern="100" dirty="0">
                          <a:effectLst/>
                          <a:latin typeface="標楷體" pitchFamily="65" charset="-120"/>
                          <a:ea typeface="標楷體" pitchFamily="65" charset="-120"/>
                        </a:rPr>
                        <a:t>了解小記者的職責及素質</a:t>
                      </a:r>
                    </a:p>
                    <a:p>
                      <a:pPr marL="355600" indent="-355600">
                        <a:lnSpc>
                          <a:spcPts val="1600"/>
                        </a:lnSpc>
                        <a:spcAft>
                          <a:spcPts val="0"/>
                        </a:spcAft>
                      </a:pPr>
                      <a:r>
                        <a:rPr lang="en-US" sz="1200" kern="100" dirty="0">
                          <a:effectLst/>
                          <a:latin typeface="標楷體" pitchFamily="65" charset="-120"/>
                          <a:ea typeface="標楷體" pitchFamily="65" charset="-120"/>
                        </a:rPr>
                        <a:t>     -</a:t>
                      </a:r>
                      <a:r>
                        <a:rPr lang="zh-TW" sz="1200" kern="100" dirty="0">
                          <a:effectLst/>
                          <a:latin typeface="標楷體" pitchFamily="65" charset="-120"/>
                          <a:ea typeface="標楷體" pitchFamily="65" charset="-120"/>
                        </a:rPr>
                        <a:t>能流暢地說話</a:t>
                      </a:r>
                    </a:p>
                    <a:p>
                      <a:pPr>
                        <a:lnSpc>
                          <a:spcPts val="1600"/>
                        </a:lnSpc>
                        <a:spcAft>
                          <a:spcPts val="0"/>
                        </a:spcAft>
                      </a:pPr>
                      <a:r>
                        <a:rPr lang="zh-TW" sz="1200" kern="100" dirty="0">
                          <a:effectLst/>
                          <a:latin typeface="標楷體" pitchFamily="65" charset="-120"/>
                          <a:ea typeface="標楷體" pitchFamily="65" charset="-120"/>
                        </a:rPr>
                        <a:t>第二課 訪問技巧</a:t>
                      </a:r>
                    </a:p>
                    <a:p>
                      <a:pPr>
                        <a:lnSpc>
                          <a:spcPts val="1600"/>
                        </a:lnSpc>
                        <a:spcAft>
                          <a:spcPts val="0"/>
                        </a:spcAft>
                      </a:pPr>
                      <a:r>
                        <a:rPr lang="en-US" sz="1200" kern="100" dirty="0">
                          <a:effectLst/>
                          <a:latin typeface="標楷體" pitchFamily="65" charset="-120"/>
                          <a:ea typeface="標楷體" pitchFamily="65" charset="-120"/>
                        </a:rPr>
                        <a:t>     -</a:t>
                      </a:r>
                      <a:r>
                        <a:rPr lang="zh-TW" sz="1200" kern="100" dirty="0">
                          <a:effectLst/>
                          <a:latin typeface="標楷體" pitchFamily="65" charset="-120"/>
                          <a:ea typeface="標楷體" pitchFamily="65" charset="-120"/>
                        </a:rPr>
                        <a:t>學習基本的訪問技巧</a:t>
                      </a:r>
                    </a:p>
                    <a:p>
                      <a:pPr indent="177800">
                        <a:lnSpc>
                          <a:spcPts val="1600"/>
                        </a:lnSpc>
                        <a:spcAft>
                          <a:spcPts val="0"/>
                        </a:spcAft>
                      </a:pPr>
                      <a:r>
                        <a:rPr lang="en-US" sz="1200" kern="100" dirty="0">
                          <a:effectLst/>
                          <a:latin typeface="標楷體" pitchFamily="65" charset="-120"/>
                          <a:ea typeface="標楷體" pitchFamily="65" charset="-120"/>
                        </a:rPr>
                        <a:t>   -</a:t>
                      </a:r>
                      <a:r>
                        <a:rPr lang="zh-TW" sz="1200" kern="100" dirty="0">
                          <a:effectLst/>
                          <a:latin typeface="標楷體" pitchFamily="65" charset="-120"/>
                          <a:ea typeface="標楷體" pitchFamily="65" charset="-120"/>
                        </a:rPr>
                        <a:t>透過採訪實習，實踐訪問技巧</a:t>
                      </a:r>
                    </a:p>
                  </a:txBody>
                  <a:tcPr marL="68582" marR="68582" marT="0" marB="0"/>
                </a:tc>
                <a:extLst>
                  <a:ext uri="{0D108BD9-81ED-4DB2-BD59-A6C34878D82A}">
                    <a16:rowId xmlns:a16="http://schemas.microsoft.com/office/drawing/2014/main" val="10002"/>
                  </a:ext>
                </a:extLst>
              </a:tr>
              <a:tr h="203270">
                <a:tc vMerge="1">
                  <a:txBody>
                    <a:bodyPr/>
                    <a:lstStyle/>
                    <a:p>
                      <a:endParaRPr lang="zh-TW" altLang="en-US"/>
                    </a:p>
                  </a:txBody>
                  <a:tcPr/>
                </a:tc>
                <a:tc>
                  <a:txBody>
                    <a:bodyPr/>
                    <a:lstStyle/>
                    <a:p>
                      <a:pPr>
                        <a:lnSpc>
                          <a:spcPts val="1600"/>
                        </a:lnSpc>
                        <a:spcAft>
                          <a:spcPts val="0"/>
                        </a:spcAft>
                      </a:pPr>
                      <a:r>
                        <a:rPr lang="en-US" sz="1200" kern="100">
                          <a:effectLst/>
                          <a:latin typeface="標楷體" pitchFamily="65" charset="-120"/>
                          <a:ea typeface="標楷體" pitchFamily="65" charset="-120"/>
                        </a:rPr>
                        <a:t>12:00</a:t>
                      </a:r>
                      <a:r>
                        <a:rPr lang="zh-TW" sz="1200" kern="100">
                          <a:effectLst/>
                          <a:latin typeface="標楷體" pitchFamily="65" charset="-120"/>
                          <a:ea typeface="標楷體" pitchFamily="65" charset="-120"/>
                        </a:rPr>
                        <a:t>〜</a:t>
                      </a:r>
                      <a:r>
                        <a:rPr lang="en-US" sz="1200" kern="100">
                          <a:effectLst/>
                          <a:latin typeface="標楷體" pitchFamily="65" charset="-120"/>
                          <a:ea typeface="標楷體" pitchFamily="65" charset="-120"/>
                        </a:rPr>
                        <a:t>13:00</a:t>
                      </a:r>
                      <a:endParaRPr lang="zh-TW" sz="1200" kern="100">
                        <a:effectLst/>
                        <a:latin typeface="標楷體" pitchFamily="65" charset="-120"/>
                        <a:ea typeface="標楷體" pitchFamily="65" charset="-120"/>
                      </a:endParaRPr>
                    </a:p>
                  </a:txBody>
                  <a:tcPr marL="68582" marR="68582"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用餐及休息</a:t>
                      </a:r>
                    </a:p>
                  </a:txBody>
                  <a:tcPr marL="68582" marR="68582" marT="0" marB="0"/>
                </a:tc>
                <a:extLst>
                  <a:ext uri="{0D108BD9-81ED-4DB2-BD59-A6C34878D82A}">
                    <a16:rowId xmlns:a16="http://schemas.microsoft.com/office/drawing/2014/main" val="10003"/>
                  </a:ext>
                </a:extLst>
              </a:tr>
              <a:tr h="609810">
                <a:tc vMerge="1">
                  <a:txBody>
                    <a:bodyPr/>
                    <a:lstStyle/>
                    <a:p>
                      <a:endParaRPr lang="zh-TW" altLang="en-US"/>
                    </a:p>
                  </a:txBody>
                  <a:tcPr/>
                </a:tc>
                <a:tc>
                  <a:txBody>
                    <a:bodyPr/>
                    <a:lstStyle/>
                    <a:p>
                      <a:pPr>
                        <a:lnSpc>
                          <a:spcPts val="1600"/>
                        </a:lnSpc>
                        <a:spcAft>
                          <a:spcPts val="0"/>
                        </a:spcAft>
                      </a:pPr>
                      <a:r>
                        <a:rPr lang="en-US" sz="1200" kern="100">
                          <a:effectLst/>
                          <a:latin typeface="標楷體" pitchFamily="65" charset="-120"/>
                          <a:ea typeface="標楷體" pitchFamily="65" charset="-120"/>
                        </a:rPr>
                        <a:t>13:00</a:t>
                      </a:r>
                      <a:r>
                        <a:rPr lang="zh-TW" sz="1200" kern="100">
                          <a:effectLst/>
                          <a:latin typeface="標楷體" pitchFamily="65" charset="-120"/>
                          <a:ea typeface="標楷體" pitchFamily="65" charset="-120"/>
                        </a:rPr>
                        <a:t>〜</a:t>
                      </a:r>
                      <a:r>
                        <a:rPr lang="en-US" sz="1200" kern="100">
                          <a:effectLst/>
                          <a:latin typeface="標楷體" pitchFamily="65" charset="-120"/>
                          <a:ea typeface="標楷體" pitchFamily="65" charset="-120"/>
                        </a:rPr>
                        <a:t>14:00</a:t>
                      </a:r>
                      <a:endParaRPr lang="zh-TW" sz="1200" kern="100">
                        <a:effectLst/>
                        <a:latin typeface="標楷體" pitchFamily="65" charset="-120"/>
                        <a:ea typeface="標楷體" pitchFamily="65" charset="-120"/>
                      </a:endParaRPr>
                    </a:p>
                  </a:txBody>
                  <a:tcPr marL="68582" marR="68582"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第三課 人物</a:t>
                      </a:r>
                      <a:r>
                        <a:rPr lang="en-US" sz="1200" kern="100" dirty="0">
                          <a:effectLst/>
                          <a:latin typeface="標楷體" pitchFamily="65" charset="-120"/>
                          <a:ea typeface="標楷體" pitchFamily="65" charset="-120"/>
                        </a:rPr>
                        <a:t> / </a:t>
                      </a:r>
                      <a:r>
                        <a:rPr lang="zh-TW" sz="1200" kern="100" dirty="0">
                          <a:effectLst/>
                          <a:latin typeface="標楷體" pitchFamily="65" charset="-120"/>
                          <a:ea typeface="標楷體" pitchFamily="65" charset="-120"/>
                        </a:rPr>
                        <a:t>活動專題寫作</a:t>
                      </a:r>
                    </a:p>
                    <a:p>
                      <a:pPr>
                        <a:lnSpc>
                          <a:spcPts val="1600"/>
                        </a:lnSpc>
                        <a:spcAft>
                          <a:spcPts val="0"/>
                        </a:spcAft>
                      </a:pPr>
                      <a:r>
                        <a:rPr lang="en-US" sz="1200" kern="100" dirty="0">
                          <a:effectLst/>
                          <a:latin typeface="標楷體" pitchFamily="65" charset="-120"/>
                          <a:ea typeface="標楷體" pitchFamily="65" charset="-120"/>
                        </a:rPr>
                        <a:t>      -</a:t>
                      </a:r>
                      <a:r>
                        <a:rPr lang="zh-TW" sz="1200" kern="100" dirty="0">
                          <a:effectLst/>
                          <a:latin typeface="標楷體" pitchFamily="65" charset="-120"/>
                          <a:ea typeface="標楷體" pitchFamily="65" charset="-120"/>
                        </a:rPr>
                        <a:t>能搜集人物資料</a:t>
                      </a:r>
                    </a:p>
                    <a:p>
                      <a:pPr>
                        <a:lnSpc>
                          <a:spcPts val="1600"/>
                        </a:lnSpc>
                        <a:spcAft>
                          <a:spcPts val="0"/>
                        </a:spcAft>
                      </a:pPr>
                      <a:r>
                        <a:rPr lang="en-US" sz="1200" kern="100" dirty="0">
                          <a:effectLst/>
                          <a:latin typeface="標楷體" pitchFamily="65" charset="-120"/>
                          <a:ea typeface="標楷體" pitchFamily="65" charset="-120"/>
                        </a:rPr>
                        <a:t>      -</a:t>
                      </a:r>
                      <a:r>
                        <a:rPr lang="zh-TW" sz="1200" kern="100" dirty="0">
                          <a:effectLst/>
                          <a:latin typeface="標楷體" pitchFamily="65" charset="-120"/>
                          <a:ea typeface="標楷體" pitchFamily="65" charset="-120"/>
                        </a:rPr>
                        <a:t>能寫作專題文稿</a:t>
                      </a:r>
                    </a:p>
                  </a:txBody>
                  <a:tcPr marL="68582" marR="68582" marT="0" marB="0"/>
                </a:tc>
                <a:extLst>
                  <a:ext uri="{0D108BD9-81ED-4DB2-BD59-A6C34878D82A}">
                    <a16:rowId xmlns:a16="http://schemas.microsoft.com/office/drawing/2014/main" val="10004"/>
                  </a:ext>
                </a:extLst>
              </a:tr>
              <a:tr h="259169">
                <a:tc vMerge="1">
                  <a:txBody>
                    <a:bodyPr/>
                    <a:lstStyle/>
                    <a:p>
                      <a:endParaRPr lang="zh-TW" altLang="en-US"/>
                    </a:p>
                  </a:txBody>
                  <a:tcPr/>
                </a:tc>
                <a:tc>
                  <a:txBody>
                    <a:bodyPr/>
                    <a:lstStyle/>
                    <a:p>
                      <a:pPr>
                        <a:lnSpc>
                          <a:spcPts val="1600"/>
                        </a:lnSpc>
                        <a:spcAft>
                          <a:spcPts val="0"/>
                        </a:spcAft>
                      </a:pPr>
                      <a:r>
                        <a:rPr lang="en-US" sz="1200" kern="100">
                          <a:effectLst/>
                          <a:latin typeface="標楷體" pitchFamily="65" charset="-120"/>
                          <a:ea typeface="標楷體" pitchFamily="65" charset="-120"/>
                        </a:rPr>
                        <a:t>14:00</a:t>
                      </a:r>
                      <a:r>
                        <a:rPr lang="zh-TW" sz="1200" kern="100">
                          <a:effectLst/>
                          <a:latin typeface="標楷體" pitchFamily="65" charset="-120"/>
                          <a:ea typeface="標楷體" pitchFamily="65" charset="-120"/>
                        </a:rPr>
                        <a:t>〜</a:t>
                      </a:r>
                    </a:p>
                  </a:txBody>
                  <a:tcPr marL="68582" marR="68582"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集合放學</a:t>
                      </a:r>
                    </a:p>
                  </a:txBody>
                  <a:tcPr marL="68582" marR="68582" marT="0" marB="0"/>
                </a:tc>
                <a:extLst>
                  <a:ext uri="{0D108BD9-81ED-4DB2-BD59-A6C34878D82A}">
                    <a16:rowId xmlns:a16="http://schemas.microsoft.com/office/drawing/2014/main" val="10005"/>
                  </a:ext>
                </a:extLst>
              </a:tr>
            </a:tbl>
          </a:graphicData>
        </a:graphic>
      </p:graphicFrame>
      <p:graphicFrame>
        <p:nvGraphicFramePr>
          <p:cNvPr id="4" name="表格 3"/>
          <p:cNvGraphicFramePr>
            <a:graphicFrameLocks noGrp="1"/>
          </p:cNvGraphicFramePr>
          <p:nvPr/>
        </p:nvGraphicFramePr>
        <p:xfrm>
          <a:off x="4500563" y="1268413"/>
          <a:ext cx="4522787" cy="2765424"/>
        </p:xfrm>
        <a:graphic>
          <a:graphicData uri="http://schemas.openxmlformats.org/drawingml/2006/table">
            <a:tbl>
              <a:tblPr firstRow="1" firstCol="1" bandRow="1">
                <a:tableStyleId>{5C22544A-7EE6-4342-B048-85BDC9FD1C3A}</a:tableStyleId>
              </a:tblPr>
              <a:tblGrid>
                <a:gridCol w="670488">
                  <a:extLst>
                    <a:ext uri="{9D8B030D-6E8A-4147-A177-3AD203B41FA5}">
                      <a16:colId xmlns:a16="http://schemas.microsoft.com/office/drawing/2014/main" val="20000"/>
                    </a:ext>
                  </a:extLst>
                </a:gridCol>
                <a:gridCol w="1127639">
                  <a:extLst>
                    <a:ext uri="{9D8B030D-6E8A-4147-A177-3AD203B41FA5}">
                      <a16:colId xmlns:a16="http://schemas.microsoft.com/office/drawing/2014/main" val="20001"/>
                    </a:ext>
                  </a:extLst>
                </a:gridCol>
                <a:gridCol w="2724660">
                  <a:extLst>
                    <a:ext uri="{9D8B030D-6E8A-4147-A177-3AD203B41FA5}">
                      <a16:colId xmlns:a16="http://schemas.microsoft.com/office/drawing/2014/main" val="20002"/>
                    </a:ext>
                  </a:extLst>
                </a:gridCol>
              </a:tblGrid>
              <a:tr h="265470">
                <a:tc>
                  <a:txBody>
                    <a:bodyPr/>
                    <a:lstStyle/>
                    <a:p>
                      <a:pPr algn="ctr">
                        <a:lnSpc>
                          <a:spcPts val="1600"/>
                        </a:lnSpc>
                        <a:spcAft>
                          <a:spcPts val="0"/>
                        </a:spcAft>
                      </a:pPr>
                      <a:endParaRPr lang="zh-TW" sz="1200" kern="100" dirty="0">
                        <a:solidFill>
                          <a:schemeClr val="bg2">
                            <a:lumMod val="10000"/>
                          </a:schemeClr>
                        </a:solidFill>
                        <a:effectLst/>
                        <a:latin typeface="標楷體" pitchFamily="65" charset="-120"/>
                        <a:ea typeface="標楷體" pitchFamily="65" charset="-120"/>
                      </a:endParaRPr>
                    </a:p>
                  </a:txBody>
                  <a:tcPr marL="68573" marR="68573" marT="0" marB="0"/>
                </a:tc>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時間</a:t>
                      </a:r>
                    </a:p>
                  </a:txBody>
                  <a:tcPr marL="68573" marR="68573" marT="0" marB="0"/>
                </a:tc>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內容</a:t>
                      </a:r>
                      <a:r>
                        <a:rPr lang="en-US" sz="1200" kern="100" dirty="0">
                          <a:solidFill>
                            <a:schemeClr val="bg2">
                              <a:lumMod val="10000"/>
                            </a:schemeClr>
                          </a:solidFill>
                          <a:effectLst/>
                          <a:latin typeface="標楷體" pitchFamily="65" charset="-120"/>
                          <a:ea typeface="標楷體" pitchFamily="65" charset="-120"/>
                        </a:rPr>
                        <a:t>(</a:t>
                      </a:r>
                      <a:r>
                        <a:rPr lang="zh-TW" sz="1200" kern="100" dirty="0">
                          <a:solidFill>
                            <a:schemeClr val="bg2">
                              <a:lumMod val="10000"/>
                            </a:schemeClr>
                          </a:solidFill>
                          <a:effectLst/>
                          <a:latin typeface="標楷體" pitchFamily="65" charset="-120"/>
                          <a:ea typeface="標楷體" pitchFamily="65" charset="-120"/>
                        </a:rPr>
                        <a:t>暫定</a:t>
                      </a:r>
                      <a:r>
                        <a:rPr lang="en-US" sz="1200" kern="100" dirty="0">
                          <a:solidFill>
                            <a:schemeClr val="bg2">
                              <a:lumMod val="10000"/>
                            </a:schemeClr>
                          </a:solidFill>
                          <a:effectLst/>
                          <a:latin typeface="標楷體" pitchFamily="65" charset="-120"/>
                          <a:ea typeface="標楷體" pitchFamily="65" charset="-120"/>
                        </a:rPr>
                        <a:t>)</a:t>
                      </a:r>
                      <a:endParaRPr lang="zh-TW" sz="1200" kern="100" dirty="0">
                        <a:solidFill>
                          <a:schemeClr val="bg2">
                            <a:lumMod val="10000"/>
                          </a:schemeClr>
                        </a:solidFill>
                        <a:effectLst/>
                        <a:latin typeface="標楷體" pitchFamily="65" charset="-120"/>
                        <a:ea typeface="標楷體" pitchFamily="65" charset="-120"/>
                      </a:endParaRPr>
                    </a:p>
                  </a:txBody>
                  <a:tcPr marL="68573" marR="68573" marT="0" marB="0"/>
                </a:tc>
                <a:extLst>
                  <a:ext uri="{0D108BD9-81ED-4DB2-BD59-A6C34878D82A}">
                    <a16:rowId xmlns:a16="http://schemas.microsoft.com/office/drawing/2014/main" val="10000"/>
                  </a:ext>
                </a:extLst>
              </a:tr>
              <a:tr h="206406">
                <a:tc rowSpan="5">
                  <a:txBody>
                    <a:bodyPr/>
                    <a:lstStyle/>
                    <a:p>
                      <a:pPr algn="ctr">
                        <a:lnSpc>
                          <a:spcPts val="1600"/>
                        </a:lnSpc>
                        <a:spcAft>
                          <a:spcPts val="0"/>
                        </a:spcAft>
                      </a:pPr>
                      <a:r>
                        <a:rPr lang="zh-TW" sz="1200" b="1" kern="100" dirty="0">
                          <a:solidFill>
                            <a:schemeClr val="bg2">
                              <a:lumMod val="10000"/>
                            </a:schemeClr>
                          </a:solidFill>
                          <a:effectLst/>
                          <a:latin typeface="標楷體" pitchFamily="65" charset="-120"/>
                          <a:ea typeface="標楷體" pitchFamily="65" charset="-120"/>
                        </a:rPr>
                        <a:t>第二天</a:t>
                      </a:r>
                    </a:p>
                  </a:txBody>
                  <a:tcPr marL="68573" marR="68573" marT="0" marB="0" anchor="ctr"/>
                </a:tc>
                <a:tc>
                  <a:txBody>
                    <a:bodyPr/>
                    <a:lstStyle/>
                    <a:p>
                      <a:pPr algn="l">
                        <a:lnSpc>
                          <a:spcPts val="1600"/>
                        </a:lnSpc>
                        <a:spcAft>
                          <a:spcPts val="0"/>
                        </a:spcAft>
                      </a:pPr>
                      <a:r>
                        <a:rPr lang="en-US" sz="1200" kern="100" dirty="0">
                          <a:effectLst/>
                          <a:latin typeface="標楷體" pitchFamily="65" charset="-120"/>
                          <a:ea typeface="標楷體" pitchFamily="65" charset="-120"/>
                        </a:rPr>
                        <a:t>08:30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09:00</a:t>
                      </a:r>
                      <a:endParaRPr lang="zh-TW" sz="1200" kern="100" dirty="0">
                        <a:effectLst/>
                        <a:latin typeface="標楷體" pitchFamily="65" charset="-120"/>
                        <a:ea typeface="標楷體" pitchFamily="65" charset="-120"/>
                      </a:endParaRPr>
                    </a:p>
                  </a:txBody>
                  <a:tcPr marL="68573" marR="68573" marT="0" marB="0" anchor="ctr"/>
                </a:tc>
                <a:tc>
                  <a:txBody>
                    <a:bodyPr/>
                    <a:lstStyle/>
                    <a:p>
                      <a:pPr>
                        <a:lnSpc>
                          <a:spcPts val="1600"/>
                        </a:lnSpc>
                        <a:spcAft>
                          <a:spcPts val="0"/>
                        </a:spcAft>
                      </a:pPr>
                      <a:r>
                        <a:rPr lang="zh-TW" sz="1200" kern="100">
                          <a:effectLst/>
                          <a:latin typeface="標楷體" pitchFamily="65" charset="-120"/>
                          <a:ea typeface="標楷體" pitchFamily="65" charset="-120"/>
                        </a:rPr>
                        <a:t>學員報到</a:t>
                      </a:r>
                    </a:p>
                  </a:txBody>
                  <a:tcPr marL="68573" marR="68573" marT="0" marB="0"/>
                </a:tc>
                <a:extLst>
                  <a:ext uri="{0D108BD9-81ED-4DB2-BD59-A6C34878D82A}">
                    <a16:rowId xmlns:a16="http://schemas.microsoft.com/office/drawing/2014/main" val="10001"/>
                  </a:ext>
                </a:extLst>
              </a:tr>
              <a:tr h="609692">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9:00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12:00</a:t>
                      </a:r>
                      <a:endParaRPr lang="zh-TW" sz="1200" kern="100" dirty="0">
                        <a:effectLst/>
                        <a:latin typeface="標楷體" pitchFamily="65" charset="-120"/>
                        <a:ea typeface="標楷體" pitchFamily="65" charset="-120"/>
                      </a:endParaRPr>
                    </a:p>
                  </a:txBody>
                  <a:tcPr marL="68573" marR="68573"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第四課 能編寫劇本</a:t>
                      </a:r>
                    </a:p>
                    <a:p>
                      <a:pPr>
                        <a:lnSpc>
                          <a:spcPts val="1600"/>
                        </a:lnSpc>
                        <a:spcAft>
                          <a:spcPts val="0"/>
                        </a:spcAft>
                      </a:pPr>
                      <a:r>
                        <a:rPr lang="zh-TW" sz="1200" kern="100" dirty="0">
                          <a:effectLst/>
                          <a:latin typeface="標楷體" pitchFamily="65" charset="-120"/>
                          <a:ea typeface="標楷體" pitchFamily="65" charset="-120"/>
                        </a:rPr>
                        <a:t>第五課 基本攝影技巧</a:t>
                      </a:r>
                    </a:p>
                    <a:p>
                      <a:pPr indent="177800">
                        <a:lnSpc>
                          <a:spcPts val="1600"/>
                        </a:lnSpc>
                        <a:spcAft>
                          <a:spcPts val="0"/>
                        </a:spcAft>
                      </a:pPr>
                      <a:r>
                        <a:rPr lang="en-US" sz="1200" kern="100" dirty="0">
                          <a:effectLst/>
                          <a:latin typeface="標楷體" pitchFamily="65" charset="-120"/>
                          <a:ea typeface="標楷體" pitchFamily="65" charset="-120"/>
                        </a:rPr>
                        <a:t>  -</a:t>
                      </a:r>
                      <a:r>
                        <a:rPr lang="zh-TW" sz="1200" kern="100" dirty="0">
                          <a:effectLst/>
                          <a:latin typeface="標楷體" pitchFamily="65" charset="-120"/>
                          <a:ea typeface="標楷體" pitchFamily="65" charset="-120"/>
                        </a:rPr>
                        <a:t>學習構圖及拍攝技巧</a:t>
                      </a:r>
                    </a:p>
                  </a:txBody>
                  <a:tcPr marL="68573" marR="68573" marT="0" marB="0"/>
                </a:tc>
                <a:extLst>
                  <a:ext uri="{0D108BD9-81ED-4DB2-BD59-A6C34878D82A}">
                    <a16:rowId xmlns:a16="http://schemas.microsoft.com/office/drawing/2014/main" val="10002"/>
                  </a:ext>
                </a:extLst>
              </a:tr>
              <a:tr h="429960">
                <a:tc vMerge="1">
                  <a:txBody>
                    <a:bodyPr/>
                    <a:lstStyle/>
                    <a:p>
                      <a:endParaRPr lang="zh-TW" altLang="en-US"/>
                    </a:p>
                  </a:txBody>
                  <a:tcPr/>
                </a:tc>
                <a:tc>
                  <a:txBody>
                    <a:bodyPr/>
                    <a:lstStyle/>
                    <a:p>
                      <a:pPr algn="l">
                        <a:lnSpc>
                          <a:spcPts val="1600"/>
                        </a:lnSpc>
                        <a:spcAft>
                          <a:spcPts val="0"/>
                        </a:spcAft>
                      </a:pPr>
                      <a:r>
                        <a:rPr lang="en-US" sz="1200" kern="100">
                          <a:effectLst/>
                          <a:latin typeface="標楷體" pitchFamily="65" charset="-120"/>
                          <a:ea typeface="標楷體" pitchFamily="65" charset="-120"/>
                        </a:rPr>
                        <a:t>12:00</a:t>
                      </a:r>
                      <a:r>
                        <a:rPr lang="zh-TW" sz="1200" kern="100">
                          <a:effectLst/>
                          <a:latin typeface="標楷體" pitchFamily="65" charset="-120"/>
                          <a:ea typeface="標楷體" pitchFamily="65" charset="-120"/>
                        </a:rPr>
                        <a:t>〜</a:t>
                      </a:r>
                      <a:r>
                        <a:rPr lang="en-US" sz="1200" kern="100">
                          <a:effectLst/>
                          <a:latin typeface="標楷體" pitchFamily="65" charset="-120"/>
                          <a:ea typeface="標楷體" pitchFamily="65" charset="-120"/>
                        </a:rPr>
                        <a:t>13:00</a:t>
                      </a:r>
                      <a:endParaRPr lang="zh-TW" sz="1200" kern="100">
                        <a:effectLst/>
                        <a:latin typeface="標楷體" pitchFamily="65" charset="-120"/>
                        <a:ea typeface="標楷體" pitchFamily="65" charset="-120"/>
                      </a:endParaRPr>
                    </a:p>
                  </a:txBody>
                  <a:tcPr marL="68573" marR="68573"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用餐及休息</a:t>
                      </a:r>
                    </a:p>
                  </a:txBody>
                  <a:tcPr marL="68573" marR="68573" marT="0" marB="0"/>
                </a:tc>
                <a:extLst>
                  <a:ext uri="{0D108BD9-81ED-4DB2-BD59-A6C34878D82A}">
                    <a16:rowId xmlns:a16="http://schemas.microsoft.com/office/drawing/2014/main" val="10003"/>
                  </a:ext>
                </a:extLst>
              </a:tr>
              <a:tr h="812923">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13:00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14:00</a:t>
                      </a:r>
                      <a:endParaRPr lang="zh-TW" sz="1200" kern="100" dirty="0">
                        <a:effectLst/>
                        <a:latin typeface="標楷體" pitchFamily="65" charset="-120"/>
                        <a:ea typeface="標楷體" pitchFamily="65" charset="-120"/>
                      </a:endParaRPr>
                    </a:p>
                  </a:txBody>
                  <a:tcPr marL="68573" marR="68573"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社區巡禮採錄</a:t>
                      </a:r>
                      <a:r>
                        <a:rPr lang="en-US" sz="1200" kern="100" dirty="0">
                          <a:effectLst/>
                          <a:latin typeface="標楷體" pitchFamily="65" charset="-120"/>
                          <a:ea typeface="標楷體" pitchFamily="65" charset="-120"/>
                        </a:rPr>
                        <a:t>(</a:t>
                      </a:r>
                      <a:r>
                        <a:rPr lang="zh-TW" sz="1200" kern="100" dirty="0">
                          <a:effectLst/>
                          <a:latin typeface="標楷體" pitchFamily="65" charset="-120"/>
                          <a:ea typeface="標楷體" pitchFamily="65" charset="-120"/>
                        </a:rPr>
                        <a:t>上</a:t>
                      </a:r>
                      <a:r>
                        <a:rPr lang="en-US" sz="1200" kern="100" dirty="0">
                          <a:effectLst/>
                          <a:latin typeface="標楷體" pitchFamily="65" charset="-120"/>
                          <a:ea typeface="標楷體" pitchFamily="65" charset="-120"/>
                        </a:rPr>
                        <a:t>)</a:t>
                      </a:r>
                      <a:endParaRPr lang="zh-TW" sz="1200" kern="100" dirty="0">
                        <a:effectLst/>
                        <a:latin typeface="標楷體" pitchFamily="65" charset="-120"/>
                        <a:ea typeface="標楷體" pitchFamily="65" charset="-120"/>
                      </a:endParaRPr>
                    </a:p>
                    <a:p>
                      <a:pPr>
                        <a:lnSpc>
                          <a:spcPts val="1600"/>
                        </a:lnSpc>
                        <a:spcAft>
                          <a:spcPts val="0"/>
                        </a:spcAft>
                      </a:pPr>
                      <a:r>
                        <a:rPr lang="zh-TW" sz="1200" kern="100" dirty="0">
                          <a:effectLst/>
                          <a:latin typeface="標楷體" pitchFamily="65" charset="-120"/>
                          <a:ea typeface="標楷體" pitchFamily="65" charset="-120"/>
                        </a:rPr>
                        <a:t>透過紙筆、影像紀錄著社區故事，小朋友現場採錄，淺入深出，訓練文字影音，拍攝大旗艦計畫活動。</a:t>
                      </a:r>
                    </a:p>
                  </a:txBody>
                  <a:tcPr marL="68573" marR="68573" marT="0" marB="0"/>
                </a:tc>
                <a:extLst>
                  <a:ext uri="{0D108BD9-81ED-4DB2-BD59-A6C34878D82A}">
                    <a16:rowId xmlns:a16="http://schemas.microsoft.com/office/drawing/2014/main" val="10004"/>
                  </a:ext>
                </a:extLst>
              </a:tr>
              <a:tr h="440973">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14:00</a:t>
                      </a:r>
                      <a:r>
                        <a:rPr lang="zh-TW" sz="1200" kern="100" dirty="0">
                          <a:effectLst/>
                          <a:latin typeface="標楷體" pitchFamily="65" charset="-120"/>
                          <a:ea typeface="標楷體" pitchFamily="65" charset="-120"/>
                        </a:rPr>
                        <a:t>〜</a:t>
                      </a:r>
                    </a:p>
                  </a:txBody>
                  <a:tcPr marL="68573" marR="68573"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集合放學</a:t>
                      </a:r>
                    </a:p>
                  </a:txBody>
                  <a:tcPr marL="68573" marR="68573" marT="0" marB="0"/>
                </a:tc>
                <a:extLst>
                  <a:ext uri="{0D108BD9-81ED-4DB2-BD59-A6C34878D82A}">
                    <a16:rowId xmlns:a16="http://schemas.microsoft.com/office/drawing/2014/main" val="10005"/>
                  </a:ext>
                </a:extLst>
              </a:tr>
            </a:tbl>
          </a:graphicData>
        </a:graphic>
      </p:graphicFrame>
      <p:graphicFrame>
        <p:nvGraphicFramePr>
          <p:cNvPr id="5" name="表格 4"/>
          <p:cNvGraphicFramePr>
            <a:graphicFrameLocks noGrp="1"/>
          </p:cNvGraphicFramePr>
          <p:nvPr/>
        </p:nvGraphicFramePr>
        <p:xfrm>
          <a:off x="34925" y="4086225"/>
          <a:ext cx="4522788" cy="2786064"/>
        </p:xfrm>
        <a:graphic>
          <a:graphicData uri="http://schemas.openxmlformats.org/drawingml/2006/table">
            <a:tbl>
              <a:tblPr firstRow="1" firstCol="1" bandRow="1">
                <a:tableStyleId>{5C22544A-7EE6-4342-B048-85BDC9FD1C3A}</a:tableStyleId>
              </a:tblPr>
              <a:tblGrid>
                <a:gridCol w="670488">
                  <a:extLst>
                    <a:ext uri="{9D8B030D-6E8A-4147-A177-3AD203B41FA5}">
                      <a16:colId xmlns:a16="http://schemas.microsoft.com/office/drawing/2014/main" val="20000"/>
                    </a:ext>
                  </a:extLst>
                </a:gridCol>
                <a:gridCol w="1127639">
                  <a:extLst>
                    <a:ext uri="{9D8B030D-6E8A-4147-A177-3AD203B41FA5}">
                      <a16:colId xmlns:a16="http://schemas.microsoft.com/office/drawing/2014/main" val="20001"/>
                    </a:ext>
                  </a:extLst>
                </a:gridCol>
                <a:gridCol w="2724661">
                  <a:extLst>
                    <a:ext uri="{9D8B030D-6E8A-4147-A177-3AD203B41FA5}">
                      <a16:colId xmlns:a16="http://schemas.microsoft.com/office/drawing/2014/main" val="20002"/>
                    </a:ext>
                  </a:extLst>
                </a:gridCol>
              </a:tblGrid>
              <a:tr h="265359">
                <a:tc>
                  <a:txBody>
                    <a:bodyPr/>
                    <a:lstStyle/>
                    <a:p>
                      <a:pPr algn="ctr">
                        <a:lnSpc>
                          <a:spcPts val="1600"/>
                        </a:lnSpc>
                        <a:spcAft>
                          <a:spcPts val="0"/>
                        </a:spcAft>
                      </a:pPr>
                      <a:endParaRPr lang="zh-TW" sz="1200" kern="100" dirty="0">
                        <a:solidFill>
                          <a:schemeClr val="bg2">
                            <a:lumMod val="10000"/>
                          </a:schemeClr>
                        </a:solidFill>
                        <a:effectLst/>
                        <a:latin typeface="標楷體" pitchFamily="65" charset="-120"/>
                        <a:ea typeface="標楷體" pitchFamily="65" charset="-120"/>
                      </a:endParaRPr>
                    </a:p>
                  </a:txBody>
                  <a:tcPr marL="68573" marR="68573" marT="0" marB="0"/>
                </a:tc>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時間</a:t>
                      </a:r>
                    </a:p>
                  </a:txBody>
                  <a:tcPr marL="68573" marR="68573" marT="0" marB="0"/>
                </a:tc>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內容</a:t>
                      </a:r>
                      <a:r>
                        <a:rPr lang="en-US" sz="1200" kern="100" dirty="0">
                          <a:solidFill>
                            <a:schemeClr val="bg2">
                              <a:lumMod val="10000"/>
                            </a:schemeClr>
                          </a:solidFill>
                          <a:effectLst/>
                          <a:latin typeface="標楷體" pitchFamily="65" charset="-120"/>
                          <a:ea typeface="標楷體" pitchFamily="65" charset="-120"/>
                        </a:rPr>
                        <a:t>(</a:t>
                      </a:r>
                      <a:r>
                        <a:rPr lang="zh-TW" sz="1200" kern="100" dirty="0">
                          <a:solidFill>
                            <a:schemeClr val="bg2">
                              <a:lumMod val="10000"/>
                            </a:schemeClr>
                          </a:solidFill>
                          <a:effectLst/>
                          <a:latin typeface="標楷體" pitchFamily="65" charset="-120"/>
                          <a:ea typeface="標楷體" pitchFamily="65" charset="-120"/>
                        </a:rPr>
                        <a:t>暫定</a:t>
                      </a:r>
                      <a:r>
                        <a:rPr lang="en-US" sz="1200" kern="100" dirty="0">
                          <a:solidFill>
                            <a:schemeClr val="bg2">
                              <a:lumMod val="10000"/>
                            </a:schemeClr>
                          </a:solidFill>
                          <a:effectLst/>
                          <a:latin typeface="標楷體" pitchFamily="65" charset="-120"/>
                          <a:ea typeface="標楷體" pitchFamily="65" charset="-120"/>
                        </a:rPr>
                        <a:t>)</a:t>
                      </a:r>
                      <a:endParaRPr lang="zh-TW" sz="1200" kern="100" dirty="0">
                        <a:solidFill>
                          <a:schemeClr val="bg2">
                            <a:lumMod val="10000"/>
                          </a:schemeClr>
                        </a:solidFill>
                        <a:effectLst/>
                        <a:latin typeface="標楷體" pitchFamily="65" charset="-120"/>
                        <a:ea typeface="標楷體" pitchFamily="65" charset="-120"/>
                      </a:endParaRPr>
                    </a:p>
                  </a:txBody>
                  <a:tcPr marL="68573" marR="68573" marT="0" marB="0"/>
                </a:tc>
                <a:extLst>
                  <a:ext uri="{0D108BD9-81ED-4DB2-BD59-A6C34878D82A}">
                    <a16:rowId xmlns:a16="http://schemas.microsoft.com/office/drawing/2014/main" val="10000"/>
                  </a:ext>
                </a:extLst>
              </a:tr>
              <a:tr h="206318">
                <a:tc rowSpan="5">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第三天</a:t>
                      </a:r>
                    </a:p>
                  </a:txBody>
                  <a:tcPr marL="68573" marR="68573" marT="0" marB="0" anchor="ctr"/>
                </a:tc>
                <a:tc>
                  <a:txBody>
                    <a:bodyPr/>
                    <a:lstStyle/>
                    <a:p>
                      <a:pPr algn="l">
                        <a:lnSpc>
                          <a:spcPts val="1600"/>
                        </a:lnSpc>
                        <a:spcAft>
                          <a:spcPts val="0"/>
                        </a:spcAft>
                      </a:pPr>
                      <a:r>
                        <a:rPr lang="en-US" sz="1200" kern="100" dirty="0">
                          <a:effectLst/>
                          <a:latin typeface="標楷體" pitchFamily="65" charset="-120"/>
                          <a:ea typeface="標楷體" pitchFamily="65" charset="-120"/>
                        </a:rPr>
                        <a:t>08:30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09:00</a:t>
                      </a:r>
                      <a:endParaRPr lang="zh-TW" sz="1200" kern="100" dirty="0">
                        <a:effectLst/>
                        <a:latin typeface="標楷體" pitchFamily="65" charset="-120"/>
                        <a:ea typeface="標楷體" pitchFamily="65" charset="-120"/>
                      </a:endParaRPr>
                    </a:p>
                  </a:txBody>
                  <a:tcPr marL="68573" marR="68573" marT="0" marB="0" anchor="ctr"/>
                </a:tc>
                <a:tc>
                  <a:txBody>
                    <a:bodyPr/>
                    <a:lstStyle/>
                    <a:p>
                      <a:pPr>
                        <a:lnSpc>
                          <a:spcPts val="1600"/>
                        </a:lnSpc>
                        <a:spcAft>
                          <a:spcPts val="0"/>
                        </a:spcAft>
                      </a:pPr>
                      <a:r>
                        <a:rPr lang="zh-TW" sz="1200" kern="100">
                          <a:effectLst/>
                          <a:latin typeface="標楷體" pitchFamily="65" charset="-120"/>
                          <a:ea typeface="標楷體" pitchFamily="65" charset="-120"/>
                        </a:rPr>
                        <a:t>學員報到</a:t>
                      </a:r>
                    </a:p>
                  </a:txBody>
                  <a:tcPr marL="68573" marR="68573" marT="0" marB="0"/>
                </a:tc>
                <a:extLst>
                  <a:ext uri="{0D108BD9-81ED-4DB2-BD59-A6C34878D82A}">
                    <a16:rowId xmlns:a16="http://schemas.microsoft.com/office/drawing/2014/main" val="10001"/>
                  </a:ext>
                </a:extLst>
              </a:tr>
              <a:tr h="812799">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9:00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12:00</a:t>
                      </a:r>
                      <a:endParaRPr lang="zh-TW" sz="1200" kern="100" dirty="0">
                        <a:effectLst/>
                        <a:latin typeface="標楷體" pitchFamily="65" charset="-120"/>
                        <a:ea typeface="標楷體" pitchFamily="65" charset="-120"/>
                      </a:endParaRPr>
                    </a:p>
                  </a:txBody>
                  <a:tcPr marL="68573" marR="68573" marT="0" marB="0" anchor="ctr"/>
                </a:tc>
                <a:tc>
                  <a:txBody>
                    <a:bodyPr/>
                    <a:lstStyle/>
                    <a:p>
                      <a:pPr>
                        <a:lnSpc>
                          <a:spcPts val="1600"/>
                        </a:lnSpc>
                        <a:spcAft>
                          <a:spcPts val="0"/>
                        </a:spcAft>
                      </a:pPr>
                      <a:r>
                        <a:rPr lang="zh-TW" sz="1200" kern="100">
                          <a:effectLst/>
                          <a:latin typeface="標楷體" pitchFamily="65" charset="-120"/>
                          <a:ea typeface="標楷體" pitchFamily="65" charset="-120"/>
                        </a:rPr>
                        <a:t>社區巡禮採錄</a:t>
                      </a:r>
                      <a:r>
                        <a:rPr lang="en-US" sz="1200" kern="100">
                          <a:effectLst/>
                          <a:latin typeface="標楷體" pitchFamily="65" charset="-120"/>
                          <a:ea typeface="標楷體" pitchFamily="65" charset="-120"/>
                        </a:rPr>
                        <a:t>(</a:t>
                      </a:r>
                      <a:r>
                        <a:rPr lang="zh-TW" sz="1200" kern="100">
                          <a:effectLst/>
                          <a:latin typeface="標楷體" pitchFamily="65" charset="-120"/>
                          <a:ea typeface="標楷體" pitchFamily="65" charset="-120"/>
                        </a:rPr>
                        <a:t>中</a:t>
                      </a:r>
                      <a:r>
                        <a:rPr lang="en-US" sz="1200" kern="100">
                          <a:effectLst/>
                          <a:latin typeface="標楷體" pitchFamily="65" charset="-120"/>
                          <a:ea typeface="標楷體" pitchFamily="65" charset="-120"/>
                        </a:rPr>
                        <a:t>)</a:t>
                      </a:r>
                      <a:endParaRPr lang="zh-TW" sz="1200" kern="100">
                        <a:effectLst/>
                        <a:latin typeface="標楷體" pitchFamily="65" charset="-120"/>
                        <a:ea typeface="標楷體" pitchFamily="65" charset="-120"/>
                      </a:endParaRPr>
                    </a:p>
                    <a:p>
                      <a:pPr>
                        <a:lnSpc>
                          <a:spcPts val="1600"/>
                        </a:lnSpc>
                        <a:spcAft>
                          <a:spcPts val="0"/>
                        </a:spcAft>
                      </a:pPr>
                      <a:r>
                        <a:rPr lang="zh-TW" sz="1200" kern="100">
                          <a:effectLst/>
                          <a:latin typeface="標楷體" pitchFamily="65" charset="-120"/>
                          <a:ea typeface="標楷體" pitchFamily="65" charset="-120"/>
                        </a:rPr>
                        <a:t>透過紙筆、影像紀錄著社區故事，小朋友現場採錄，淺入深出，訓練文字影音，拍攝大旗艦計畫活動。</a:t>
                      </a:r>
                    </a:p>
                  </a:txBody>
                  <a:tcPr marL="68573" marR="68573" marT="0" marB="0"/>
                </a:tc>
                <a:extLst>
                  <a:ext uri="{0D108BD9-81ED-4DB2-BD59-A6C34878D82A}">
                    <a16:rowId xmlns:a16="http://schemas.microsoft.com/office/drawing/2014/main" val="10002"/>
                  </a:ext>
                </a:extLst>
              </a:tr>
              <a:tr h="429778">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12:00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13:00</a:t>
                      </a:r>
                      <a:endParaRPr lang="zh-TW" sz="1200" kern="100" dirty="0">
                        <a:effectLst/>
                        <a:latin typeface="標楷體" pitchFamily="65" charset="-120"/>
                        <a:ea typeface="標楷體" pitchFamily="65" charset="-120"/>
                      </a:endParaRPr>
                    </a:p>
                  </a:txBody>
                  <a:tcPr marL="68573" marR="68573"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用餐及休息</a:t>
                      </a:r>
                    </a:p>
                  </a:txBody>
                  <a:tcPr marL="68573" marR="68573" marT="0" marB="0"/>
                </a:tc>
                <a:extLst>
                  <a:ext uri="{0D108BD9-81ED-4DB2-BD59-A6C34878D82A}">
                    <a16:rowId xmlns:a16="http://schemas.microsoft.com/office/drawing/2014/main" val="10003"/>
                  </a:ext>
                </a:extLst>
              </a:tr>
              <a:tr h="812799">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13:00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14:00</a:t>
                      </a:r>
                      <a:endParaRPr lang="zh-TW" sz="1200" kern="100" dirty="0">
                        <a:effectLst/>
                        <a:latin typeface="標楷體" pitchFamily="65" charset="-120"/>
                        <a:ea typeface="標楷體" pitchFamily="65" charset="-120"/>
                      </a:endParaRPr>
                    </a:p>
                  </a:txBody>
                  <a:tcPr marL="68573" marR="68573"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社區巡禮採錄</a:t>
                      </a:r>
                      <a:r>
                        <a:rPr lang="en-US" sz="1200" kern="100" dirty="0">
                          <a:effectLst/>
                          <a:latin typeface="標楷體" pitchFamily="65" charset="-120"/>
                          <a:ea typeface="標楷體" pitchFamily="65" charset="-120"/>
                        </a:rPr>
                        <a:t>(</a:t>
                      </a:r>
                      <a:r>
                        <a:rPr lang="zh-TW" sz="1200" kern="100" dirty="0">
                          <a:effectLst/>
                          <a:latin typeface="標楷體" pitchFamily="65" charset="-120"/>
                          <a:ea typeface="標楷體" pitchFamily="65" charset="-120"/>
                        </a:rPr>
                        <a:t>下</a:t>
                      </a:r>
                      <a:r>
                        <a:rPr lang="en-US" sz="1200" kern="100" dirty="0">
                          <a:effectLst/>
                          <a:latin typeface="標楷體" pitchFamily="65" charset="-120"/>
                          <a:ea typeface="標楷體" pitchFamily="65" charset="-120"/>
                        </a:rPr>
                        <a:t>)</a:t>
                      </a:r>
                      <a:endParaRPr lang="zh-TW" sz="1200" kern="100" dirty="0">
                        <a:effectLst/>
                        <a:latin typeface="標楷體" pitchFamily="65" charset="-120"/>
                        <a:ea typeface="標楷體" pitchFamily="65" charset="-120"/>
                      </a:endParaRPr>
                    </a:p>
                    <a:p>
                      <a:pPr>
                        <a:lnSpc>
                          <a:spcPts val="1600"/>
                        </a:lnSpc>
                        <a:spcAft>
                          <a:spcPts val="0"/>
                        </a:spcAft>
                      </a:pPr>
                      <a:r>
                        <a:rPr lang="zh-TW" sz="1200" kern="100" dirty="0">
                          <a:effectLst/>
                          <a:latin typeface="標楷體" pitchFamily="65" charset="-120"/>
                          <a:ea typeface="標楷體" pitchFamily="65" charset="-120"/>
                        </a:rPr>
                        <a:t>透過紙筆、影像紀錄著社區故事，小朋友現場採錄，淺入深出，訓練文字影音，拍攝大旗艦計畫活動。</a:t>
                      </a:r>
                    </a:p>
                  </a:txBody>
                  <a:tcPr marL="68573" marR="68573" marT="0" marB="0"/>
                </a:tc>
                <a:extLst>
                  <a:ext uri="{0D108BD9-81ED-4DB2-BD59-A6C34878D82A}">
                    <a16:rowId xmlns:a16="http://schemas.microsoft.com/office/drawing/2014/main" val="10004"/>
                  </a:ext>
                </a:extLst>
              </a:tr>
              <a:tr h="259011">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14:00</a:t>
                      </a:r>
                      <a:r>
                        <a:rPr lang="zh-TW" sz="1200" kern="100" dirty="0">
                          <a:effectLst/>
                          <a:latin typeface="標楷體" pitchFamily="65" charset="-120"/>
                          <a:ea typeface="標楷體" pitchFamily="65" charset="-120"/>
                        </a:rPr>
                        <a:t>〜</a:t>
                      </a:r>
                    </a:p>
                  </a:txBody>
                  <a:tcPr marL="68573" marR="68573" marT="0" marB="0" anchor="ctr"/>
                </a:tc>
                <a:tc>
                  <a:txBody>
                    <a:bodyPr/>
                    <a:lstStyle/>
                    <a:p>
                      <a:pPr>
                        <a:lnSpc>
                          <a:spcPts val="1600"/>
                        </a:lnSpc>
                        <a:spcAft>
                          <a:spcPts val="0"/>
                        </a:spcAft>
                      </a:pPr>
                      <a:r>
                        <a:rPr lang="zh-TW" sz="1200" kern="100" dirty="0">
                          <a:effectLst/>
                          <a:latin typeface="標楷體" pitchFamily="65" charset="-120"/>
                          <a:ea typeface="標楷體" pitchFamily="65" charset="-120"/>
                        </a:rPr>
                        <a:t>集合放學</a:t>
                      </a:r>
                    </a:p>
                  </a:txBody>
                  <a:tcPr marL="68573" marR="68573" marT="0" marB="0"/>
                </a:tc>
                <a:extLst>
                  <a:ext uri="{0D108BD9-81ED-4DB2-BD59-A6C34878D82A}">
                    <a16:rowId xmlns:a16="http://schemas.microsoft.com/office/drawing/2014/main" val="10005"/>
                  </a:ext>
                </a:extLst>
              </a:tr>
            </a:tbl>
          </a:graphicData>
        </a:graphic>
      </p:graphicFrame>
      <p:graphicFrame>
        <p:nvGraphicFramePr>
          <p:cNvPr id="6" name="表格 5"/>
          <p:cNvGraphicFramePr>
            <a:graphicFrameLocks noGrp="1"/>
          </p:cNvGraphicFramePr>
          <p:nvPr/>
        </p:nvGraphicFramePr>
        <p:xfrm>
          <a:off x="4433888" y="4076700"/>
          <a:ext cx="4683125" cy="2665413"/>
        </p:xfrm>
        <a:graphic>
          <a:graphicData uri="http://schemas.openxmlformats.org/drawingml/2006/table">
            <a:tbl>
              <a:tblPr firstRow="1" firstCol="1" bandRow="1">
                <a:tableStyleId>{5C22544A-7EE6-4342-B048-85BDC9FD1C3A}</a:tableStyleId>
              </a:tblPr>
              <a:tblGrid>
                <a:gridCol w="829749">
                  <a:extLst>
                    <a:ext uri="{9D8B030D-6E8A-4147-A177-3AD203B41FA5}">
                      <a16:colId xmlns:a16="http://schemas.microsoft.com/office/drawing/2014/main" val="20000"/>
                    </a:ext>
                  </a:extLst>
                </a:gridCol>
                <a:gridCol w="1127954">
                  <a:extLst>
                    <a:ext uri="{9D8B030D-6E8A-4147-A177-3AD203B41FA5}">
                      <a16:colId xmlns:a16="http://schemas.microsoft.com/office/drawing/2014/main" val="20001"/>
                    </a:ext>
                  </a:extLst>
                </a:gridCol>
                <a:gridCol w="2725422">
                  <a:extLst>
                    <a:ext uri="{9D8B030D-6E8A-4147-A177-3AD203B41FA5}">
                      <a16:colId xmlns:a16="http://schemas.microsoft.com/office/drawing/2014/main" val="20002"/>
                    </a:ext>
                  </a:extLst>
                </a:gridCol>
              </a:tblGrid>
              <a:tr h="207676">
                <a:tc>
                  <a:txBody>
                    <a:bodyPr/>
                    <a:lstStyle/>
                    <a:p>
                      <a:pPr algn="ctr">
                        <a:lnSpc>
                          <a:spcPts val="1600"/>
                        </a:lnSpc>
                        <a:spcAft>
                          <a:spcPts val="0"/>
                        </a:spcAft>
                      </a:pPr>
                      <a:endParaRPr lang="zh-TW" sz="1200" kern="100" dirty="0">
                        <a:solidFill>
                          <a:schemeClr val="bg2">
                            <a:lumMod val="10000"/>
                          </a:schemeClr>
                        </a:solidFill>
                        <a:effectLst/>
                        <a:latin typeface="標楷體" pitchFamily="65" charset="-120"/>
                        <a:ea typeface="標楷體" pitchFamily="65" charset="-120"/>
                      </a:endParaRPr>
                    </a:p>
                  </a:txBody>
                  <a:tcPr marL="68592" marR="68592" marT="0" marB="0"/>
                </a:tc>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時間</a:t>
                      </a:r>
                    </a:p>
                  </a:txBody>
                  <a:tcPr marL="68592" marR="68592" marT="0" marB="0"/>
                </a:tc>
                <a:tc>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內容</a:t>
                      </a:r>
                      <a:r>
                        <a:rPr lang="en-US" sz="1200" kern="100" dirty="0">
                          <a:solidFill>
                            <a:schemeClr val="bg2">
                              <a:lumMod val="10000"/>
                            </a:schemeClr>
                          </a:solidFill>
                          <a:effectLst/>
                          <a:latin typeface="標楷體" pitchFamily="65" charset="-120"/>
                          <a:ea typeface="標楷體" pitchFamily="65" charset="-120"/>
                        </a:rPr>
                        <a:t>(</a:t>
                      </a:r>
                      <a:r>
                        <a:rPr lang="zh-TW" sz="1200" kern="100" dirty="0">
                          <a:solidFill>
                            <a:schemeClr val="bg2">
                              <a:lumMod val="10000"/>
                            </a:schemeClr>
                          </a:solidFill>
                          <a:effectLst/>
                          <a:latin typeface="標楷體" pitchFamily="65" charset="-120"/>
                          <a:ea typeface="標楷體" pitchFamily="65" charset="-120"/>
                        </a:rPr>
                        <a:t>暫定</a:t>
                      </a:r>
                      <a:r>
                        <a:rPr lang="en-US" sz="1200" kern="100" dirty="0">
                          <a:solidFill>
                            <a:schemeClr val="bg2">
                              <a:lumMod val="10000"/>
                            </a:schemeClr>
                          </a:solidFill>
                          <a:effectLst/>
                          <a:latin typeface="標楷體" pitchFamily="65" charset="-120"/>
                          <a:ea typeface="標楷體" pitchFamily="65" charset="-120"/>
                        </a:rPr>
                        <a:t>)</a:t>
                      </a:r>
                      <a:endParaRPr lang="zh-TW" sz="1200" kern="100" dirty="0">
                        <a:solidFill>
                          <a:schemeClr val="bg2">
                            <a:lumMod val="10000"/>
                          </a:schemeClr>
                        </a:solidFill>
                        <a:effectLst/>
                        <a:latin typeface="標楷體" pitchFamily="65" charset="-120"/>
                        <a:ea typeface="標楷體" pitchFamily="65" charset="-120"/>
                      </a:endParaRPr>
                    </a:p>
                  </a:txBody>
                  <a:tcPr marL="68592" marR="68592" marT="0" marB="0"/>
                </a:tc>
                <a:extLst>
                  <a:ext uri="{0D108BD9-81ED-4DB2-BD59-A6C34878D82A}">
                    <a16:rowId xmlns:a16="http://schemas.microsoft.com/office/drawing/2014/main" val="10000"/>
                  </a:ext>
                </a:extLst>
              </a:tr>
              <a:tr h="221584">
                <a:tc rowSpan="5">
                  <a:txBody>
                    <a:bodyPr/>
                    <a:lstStyle/>
                    <a:p>
                      <a:pPr algn="ctr">
                        <a:lnSpc>
                          <a:spcPts val="1600"/>
                        </a:lnSpc>
                        <a:spcAft>
                          <a:spcPts val="0"/>
                        </a:spcAft>
                      </a:pPr>
                      <a:r>
                        <a:rPr lang="zh-TW" sz="1200" kern="100" dirty="0">
                          <a:solidFill>
                            <a:schemeClr val="bg2">
                              <a:lumMod val="10000"/>
                            </a:schemeClr>
                          </a:solidFill>
                          <a:effectLst/>
                          <a:latin typeface="標楷體" pitchFamily="65" charset="-120"/>
                          <a:ea typeface="標楷體" pitchFamily="65" charset="-120"/>
                        </a:rPr>
                        <a:t>第四天</a:t>
                      </a:r>
                    </a:p>
                  </a:txBody>
                  <a:tcPr marL="68592" marR="68592" marT="0" marB="0" anchor="ctr"/>
                </a:tc>
                <a:tc>
                  <a:txBody>
                    <a:bodyPr/>
                    <a:lstStyle/>
                    <a:p>
                      <a:pPr algn="l">
                        <a:lnSpc>
                          <a:spcPts val="1600"/>
                        </a:lnSpc>
                        <a:spcAft>
                          <a:spcPts val="0"/>
                        </a:spcAft>
                      </a:pPr>
                      <a:r>
                        <a:rPr lang="en-US" sz="1200" kern="100" dirty="0">
                          <a:effectLst/>
                          <a:latin typeface="標楷體" pitchFamily="65" charset="-120"/>
                          <a:ea typeface="標楷體" pitchFamily="65" charset="-120"/>
                        </a:rPr>
                        <a:t>08:30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09:00</a:t>
                      </a:r>
                      <a:endParaRPr lang="zh-TW" sz="1200" kern="100" dirty="0">
                        <a:effectLst/>
                        <a:latin typeface="標楷體" pitchFamily="65" charset="-120"/>
                        <a:ea typeface="標楷體" pitchFamily="65" charset="-120"/>
                      </a:endParaRPr>
                    </a:p>
                  </a:txBody>
                  <a:tcPr marL="68592" marR="68592" marT="0" marB="0" anchor="ctr"/>
                </a:tc>
                <a:tc>
                  <a:txBody>
                    <a:bodyPr/>
                    <a:lstStyle/>
                    <a:p>
                      <a:pPr algn="l">
                        <a:lnSpc>
                          <a:spcPts val="1600"/>
                        </a:lnSpc>
                        <a:spcAft>
                          <a:spcPts val="0"/>
                        </a:spcAft>
                      </a:pPr>
                      <a:r>
                        <a:rPr lang="zh-TW" sz="1200" kern="100" dirty="0">
                          <a:effectLst/>
                          <a:latin typeface="標楷體" pitchFamily="65" charset="-120"/>
                          <a:ea typeface="標楷體" pitchFamily="65" charset="-120"/>
                        </a:rPr>
                        <a:t>學員報到</a:t>
                      </a:r>
                    </a:p>
                  </a:txBody>
                  <a:tcPr marL="68592" marR="68592" marT="0" marB="0"/>
                </a:tc>
                <a:extLst>
                  <a:ext uri="{0D108BD9-81ED-4DB2-BD59-A6C34878D82A}">
                    <a16:rowId xmlns:a16="http://schemas.microsoft.com/office/drawing/2014/main" val="10001"/>
                  </a:ext>
                </a:extLst>
              </a:tr>
              <a:tr h="857290">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9:00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12:00</a:t>
                      </a:r>
                      <a:endParaRPr lang="zh-TW" sz="1200" kern="100" dirty="0">
                        <a:effectLst/>
                        <a:latin typeface="標楷體" pitchFamily="65" charset="-120"/>
                        <a:ea typeface="標楷體" pitchFamily="65" charset="-120"/>
                      </a:endParaRPr>
                    </a:p>
                  </a:txBody>
                  <a:tcPr marL="68592" marR="68592" marT="0" marB="0" anchor="ctr"/>
                </a:tc>
                <a:tc>
                  <a:txBody>
                    <a:bodyPr/>
                    <a:lstStyle/>
                    <a:p>
                      <a:pPr algn="l">
                        <a:lnSpc>
                          <a:spcPts val="1600"/>
                        </a:lnSpc>
                        <a:spcAft>
                          <a:spcPts val="0"/>
                        </a:spcAft>
                      </a:pPr>
                      <a:r>
                        <a:rPr lang="zh-TW" sz="1200" kern="100" dirty="0">
                          <a:effectLst/>
                          <a:latin typeface="標楷體" pitchFamily="65" charset="-120"/>
                          <a:ea typeface="標楷體" pitchFamily="65" charset="-120"/>
                        </a:rPr>
                        <a:t>選稿</a:t>
                      </a:r>
                      <a:r>
                        <a:rPr lang="en-US" sz="1200" kern="100" dirty="0">
                          <a:effectLst/>
                          <a:latin typeface="標楷體" pitchFamily="65" charset="-120"/>
                          <a:ea typeface="標楷體" pitchFamily="65" charset="-120"/>
                        </a:rPr>
                        <a:t>/</a:t>
                      </a:r>
                      <a:r>
                        <a:rPr lang="zh-TW" sz="1200" kern="100" dirty="0">
                          <a:effectLst/>
                          <a:latin typeface="標楷體" pitchFamily="65" charset="-120"/>
                          <a:ea typeface="標楷體" pitchFamily="65" charset="-120"/>
                        </a:rPr>
                        <a:t>教稿與編排設計</a:t>
                      </a:r>
                    </a:p>
                    <a:p>
                      <a:pPr algn="l">
                        <a:lnSpc>
                          <a:spcPts val="1600"/>
                        </a:lnSpc>
                        <a:spcAft>
                          <a:spcPts val="0"/>
                        </a:spcAft>
                      </a:pPr>
                      <a:r>
                        <a:rPr lang="zh-TW" sz="1200" kern="100" dirty="0">
                          <a:effectLst/>
                          <a:latin typeface="標楷體" pitchFamily="65" charset="-120"/>
                          <a:ea typeface="標楷體" pitchFamily="65" charset="-120"/>
                        </a:rPr>
                        <a:t>透過討論編排方式最後將稿件結集成刊物出版，讓其他同學及社區居民分享</a:t>
                      </a:r>
                    </a:p>
                  </a:txBody>
                  <a:tcPr marL="68592" marR="68592" marT="0" marB="0"/>
                </a:tc>
                <a:extLst>
                  <a:ext uri="{0D108BD9-81ED-4DB2-BD59-A6C34878D82A}">
                    <a16:rowId xmlns:a16="http://schemas.microsoft.com/office/drawing/2014/main" val="10002"/>
                  </a:ext>
                </a:extLst>
              </a:tr>
              <a:tr h="461575">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12:00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13:00</a:t>
                      </a:r>
                      <a:endParaRPr lang="zh-TW" sz="1200" kern="100" dirty="0">
                        <a:effectLst/>
                        <a:latin typeface="標楷體" pitchFamily="65" charset="-120"/>
                        <a:ea typeface="標楷體" pitchFamily="65" charset="-120"/>
                      </a:endParaRPr>
                    </a:p>
                  </a:txBody>
                  <a:tcPr marL="68592" marR="68592" marT="0" marB="0" anchor="ctr"/>
                </a:tc>
                <a:tc>
                  <a:txBody>
                    <a:bodyPr/>
                    <a:lstStyle/>
                    <a:p>
                      <a:pPr algn="l">
                        <a:lnSpc>
                          <a:spcPts val="1600"/>
                        </a:lnSpc>
                        <a:spcAft>
                          <a:spcPts val="0"/>
                        </a:spcAft>
                      </a:pPr>
                      <a:r>
                        <a:rPr lang="zh-TW" sz="1200" kern="100" dirty="0">
                          <a:effectLst/>
                          <a:latin typeface="標楷體" pitchFamily="65" charset="-120"/>
                          <a:ea typeface="標楷體" pitchFamily="65" charset="-120"/>
                        </a:rPr>
                        <a:t>用餐及休息</a:t>
                      </a:r>
                    </a:p>
                  </a:txBody>
                  <a:tcPr marL="68592" marR="68592" marT="0" marB="0"/>
                </a:tc>
                <a:extLst>
                  <a:ext uri="{0D108BD9-81ED-4DB2-BD59-A6C34878D82A}">
                    <a16:rowId xmlns:a16="http://schemas.microsoft.com/office/drawing/2014/main" val="10003"/>
                  </a:ext>
                </a:extLst>
              </a:tr>
              <a:tr h="639115">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13:00</a:t>
                      </a:r>
                      <a:r>
                        <a:rPr lang="zh-TW" sz="1200" kern="100" dirty="0">
                          <a:effectLst/>
                          <a:latin typeface="標楷體" pitchFamily="65" charset="-120"/>
                          <a:ea typeface="標楷體" pitchFamily="65" charset="-120"/>
                        </a:rPr>
                        <a:t>〜</a:t>
                      </a:r>
                      <a:r>
                        <a:rPr lang="en-US" sz="1200" kern="100" dirty="0">
                          <a:effectLst/>
                          <a:latin typeface="標楷體" pitchFamily="65" charset="-120"/>
                          <a:ea typeface="標楷體" pitchFamily="65" charset="-120"/>
                        </a:rPr>
                        <a:t>14:00</a:t>
                      </a:r>
                      <a:endParaRPr lang="zh-TW" sz="1200" kern="100" dirty="0">
                        <a:effectLst/>
                        <a:latin typeface="標楷體" pitchFamily="65" charset="-120"/>
                        <a:ea typeface="標楷體" pitchFamily="65" charset="-120"/>
                      </a:endParaRPr>
                    </a:p>
                  </a:txBody>
                  <a:tcPr marL="68592" marR="68592" marT="0" marB="0" anchor="ctr"/>
                </a:tc>
                <a:tc>
                  <a:txBody>
                    <a:bodyPr/>
                    <a:lstStyle/>
                    <a:p>
                      <a:pPr algn="l">
                        <a:lnSpc>
                          <a:spcPts val="1600"/>
                        </a:lnSpc>
                        <a:spcAft>
                          <a:spcPts val="0"/>
                        </a:spcAft>
                      </a:pPr>
                      <a:r>
                        <a:rPr lang="zh-TW" sz="1200" kern="100" dirty="0">
                          <a:effectLst/>
                          <a:latin typeface="標楷體" pitchFamily="65" charset="-120"/>
                          <a:ea typeface="標楷體" pitchFamily="65" charset="-120"/>
                        </a:rPr>
                        <a:t>小記者結業式</a:t>
                      </a:r>
                    </a:p>
                    <a:p>
                      <a:pPr algn="l">
                        <a:lnSpc>
                          <a:spcPts val="1600"/>
                        </a:lnSpc>
                        <a:spcAft>
                          <a:spcPts val="0"/>
                        </a:spcAft>
                      </a:pPr>
                      <a:r>
                        <a:rPr lang="zh-TW" sz="1200" kern="100" dirty="0">
                          <a:effectLst/>
                          <a:latin typeface="標楷體" pitchFamily="65" charset="-120"/>
                          <a:ea typeface="標楷體" pitchFamily="65" charset="-120"/>
                        </a:rPr>
                        <a:t>勉勵小記者兩天學習成果。最後由社區理事長頒發每位小記者研習證書。</a:t>
                      </a:r>
                    </a:p>
                  </a:txBody>
                  <a:tcPr marL="68592" marR="68592" marT="0" marB="0"/>
                </a:tc>
                <a:extLst>
                  <a:ext uri="{0D108BD9-81ED-4DB2-BD59-A6C34878D82A}">
                    <a16:rowId xmlns:a16="http://schemas.microsoft.com/office/drawing/2014/main" val="10004"/>
                  </a:ext>
                </a:extLst>
              </a:tr>
              <a:tr h="278173">
                <a:tc vMerge="1">
                  <a:txBody>
                    <a:bodyPr/>
                    <a:lstStyle/>
                    <a:p>
                      <a:endParaRPr lang="zh-TW" altLang="en-US"/>
                    </a:p>
                  </a:txBody>
                  <a:tcPr/>
                </a:tc>
                <a:tc>
                  <a:txBody>
                    <a:bodyPr/>
                    <a:lstStyle/>
                    <a:p>
                      <a:pPr algn="l">
                        <a:lnSpc>
                          <a:spcPts val="1600"/>
                        </a:lnSpc>
                        <a:spcAft>
                          <a:spcPts val="0"/>
                        </a:spcAft>
                      </a:pPr>
                      <a:r>
                        <a:rPr lang="en-US" sz="1200" kern="100" dirty="0">
                          <a:effectLst/>
                          <a:latin typeface="標楷體" pitchFamily="65" charset="-120"/>
                          <a:ea typeface="標楷體" pitchFamily="65" charset="-120"/>
                        </a:rPr>
                        <a:t>14:00</a:t>
                      </a:r>
                      <a:r>
                        <a:rPr lang="zh-TW" sz="1200" kern="100" dirty="0">
                          <a:effectLst/>
                          <a:latin typeface="標楷體" pitchFamily="65" charset="-120"/>
                          <a:ea typeface="標楷體" pitchFamily="65" charset="-120"/>
                        </a:rPr>
                        <a:t>〜</a:t>
                      </a:r>
                    </a:p>
                  </a:txBody>
                  <a:tcPr marL="68592" marR="68592" marT="0" marB="0" anchor="ctr"/>
                </a:tc>
                <a:tc>
                  <a:txBody>
                    <a:bodyPr/>
                    <a:lstStyle/>
                    <a:p>
                      <a:pPr algn="l">
                        <a:lnSpc>
                          <a:spcPts val="1600"/>
                        </a:lnSpc>
                        <a:spcAft>
                          <a:spcPts val="0"/>
                        </a:spcAft>
                      </a:pPr>
                      <a:r>
                        <a:rPr lang="zh-TW" sz="1200" kern="100" dirty="0">
                          <a:effectLst/>
                          <a:latin typeface="標楷體" pitchFamily="65" charset="-120"/>
                          <a:ea typeface="標楷體" pitchFamily="65" charset="-120"/>
                        </a:rPr>
                        <a:t>集合放學</a:t>
                      </a:r>
                    </a:p>
                  </a:txBody>
                  <a:tcPr marL="68592" marR="68592" marT="0" marB="0"/>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72132385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標題 1">
            <a:extLst>
              <a:ext uri="{FF2B5EF4-FFF2-40B4-BE49-F238E27FC236}">
                <a16:creationId xmlns:a16="http://schemas.microsoft.com/office/drawing/2014/main" id="{3BE3EBF2-0CAD-A968-1FE8-DFE286FC7ED9}"/>
              </a:ext>
            </a:extLst>
          </p:cNvPr>
          <p:cNvSpPr>
            <a:spLocks noGrp="1"/>
          </p:cNvSpPr>
          <p:nvPr>
            <p:ph type="title"/>
          </p:nvPr>
        </p:nvSpPr>
        <p:spPr>
          <a:xfrm>
            <a:off x="107950" y="-31750"/>
            <a:ext cx="8229600" cy="1143000"/>
          </a:xfrm>
        </p:spPr>
        <p:txBody>
          <a:bodyPr/>
          <a:lstStyle/>
          <a:p>
            <a:pPr algn="l" eaLnBrk="1" hangingPunct="1"/>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三</a:t>
            </a:r>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a:t>
            </a:r>
            <a:r>
              <a:rPr lang="zh-TW" altLang="zh-TW" sz="3600" b="1" dirty="0">
                <a:latin typeface="標楷體" panose="03000509000000000000" pitchFamily="65" charset="-120"/>
                <a:ea typeface="標楷體" panose="03000509000000000000" pitchFamily="65" charset="-120"/>
              </a:rPr>
              <a:t>兒童福利</a:t>
            </a:r>
            <a:r>
              <a:rPr lang="zh-TW" altLang="en-US" sz="3600" b="1" dirty="0">
                <a:latin typeface="標楷體" panose="03000509000000000000" pitchFamily="65" charset="-120"/>
                <a:ea typeface="標楷體" panose="03000509000000000000" pitchFamily="65" charset="-120"/>
              </a:rPr>
              <a:t>－</a:t>
            </a:r>
            <a:r>
              <a:rPr lang="zh-TW" altLang="zh-TW" sz="3600" b="1" dirty="0">
                <a:latin typeface="標楷體" panose="03000509000000000000" pitchFamily="65" charset="-120"/>
                <a:ea typeface="標楷體" panose="03000509000000000000" pitchFamily="65" charset="-120"/>
              </a:rPr>
              <a:t>轉動陪伴幸福無限</a:t>
            </a:r>
            <a:endParaRPr lang="zh-TW" altLang="en-US" sz="3600" b="1" dirty="0"/>
          </a:p>
        </p:txBody>
      </p:sp>
      <p:sp>
        <p:nvSpPr>
          <p:cNvPr id="89091" name="矩形 8">
            <a:extLst>
              <a:ext uri="{FF2B5EF4-FFF2-40B4-BE49-F238E27FC236}">
                <a16:creationId xmlns:a16="http://schemas.microsoft.com/office/drawing/2014/main" id="{769EBA2C-E21B-479E-8FF1-8EF293AC92EE}"/>
              </a:ext>
            </a:extLst>
          </p:cNvPr>
          <p:cNvSpPr>
            <a:spLocks noChangeArrowheads="1"/>
          </p:cNvSpPr>
          <p:nvPr/>
        </p:nvSpPr>
        <p:spPr bwMode="auto">
          <a:xfrm>
            <a:off x="3563938" y="3805238"/>
            <a:ext cx="1466850" cy="400050"/>
          </a:xfrm>
          <a:prstGeom prst="rect">
            <a:avLst/>
          </a:prstGeom>
          <a:solidFill>
            <a:srgbClr val="00B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1" lang="zh-TW" altLang="en-US" sz="2000" b="0" i="0" u="none" strike="noStrike" kern="1200" cap="none" spc="0" normalizeH="0" baseline="0" noProof="0">
                <a:ln>
                  <a:noFill/>
                </a:ln>
                <a:solidFill>
                  <a:srgbClr val="000000"/>
                </a:solidFill>
                <a:effectLst/>
                <a:uLnTx/>
                <a:uFillTx/>
                <a:latin typeface="標楷體" panose="03000509000000000000" pitchFamily="65" charset="-120"/>
                <a:ea typeface="標楷體" panose="03000509000000000000" pitchFamily="65" charset="-120"/>
                <a:cs typeface="+mn-cs"/>
              </a:rPr>
              <a:t>小小記者營</a:t>
            </a:r>
            <a:endParaRPr kumimoji="1" lang="zh-TW" altLang="zh-TW" sz="2000" b="0" i="0" u="none" strike="noStrike" kern="1200" cap="none" spc="0" normalizeH="0" baseline="0" noProof="0">
              <a:ln>
                <a:noFill/>
              </a:ln>
              <a:solidFill>
                <a:srgbClr val="000000"/>
              </a:solidFill>
              <a:effectLst/>
              <a:uLnTx/>
              <a:uFillTx/>
              <a:latin typeface="標楷體" panose="03000509000000000000" pitchFamily="65" charset="-120"/>
              <a:ea typeface="標楷體" panose="03000509000000000000" pitchFamily="65" charset="-120"/>
              <a:cs typeface="+mn-cs"/>
            </a:endParaRPr>
          </a:p>
        </p:txBody>
      </p:sp>
      <p:pic>
        <p:nvPicPr>
          <p:cNvPr id="12" name="圖片 11" descr="oeb917fee66ecb9ffe85b0f9fcad4f8e7_22242116_180821_0048.jpg">
            <a:extLst>
              <a:ext uri="{FF2B5EF4-FFF2-40B4-BE49-F238E27FC236}">
                <a16:creationId xmlns:a16="http://schemas.microsoft.com/office/drawing/2014/main" id="{98033A9F-563D-FF11-5BDF-A2787ACFEB68}"/>
              </a:ext>
            </a:extLst>
          </p:cNvPr>
          <p:cNvPicPr>
            <a:picLocks noChangeAspect="1"/>
          </p:cNvPicPr>
          <p:nvPr/>
        </p:nvPicPr>
        <p:blipFill>
          <a:blip r:embed="rId2" cstate="print"/>
          <a:stretch>
            <a:fillRect/>
          </a:stretch>
        </p:blipFill>
        <p:spPr>
          <a:xfrm>
            <a:off x="4675254" y="4016344"/>
            <a:ext cx="3300264" cy="2474153"/>
          </a:xfrm>
          <a:prstGeom prst="rect">
            <a:avLst/>
          </a:prstGeom>
          <a:ln>
            <a:noFill/>
          </a:ln>
          <a:effectLst>
            <a:softEdge rad="112500"/>
          </a:effectLst>
        </p:spPr>
      </p:pic>
      <p:pic>
        <p:nvPicPr>
          <p:cNvPr id="13" name="圖片 12" descr="oeb917fee66ecb9ffe85b0f9fcad4f8e7_22242116_180821_0054.jpg">
            <a:extLst>
              <a:ext uri="{FF2B5EF4-FFF2-40B4-BE49-F238E27FC236}">
                <a16:creationId xmlns:a16="http://schemas.microsoft.com/office/drawing/2014/main" id="{A45759E6-BDDB-C381-B1FE-390902AF3BA5}"/>
              </a:ext>
            </a:extLst>
          </p:cNvPr>
          <p:cNvPicPr>
            <a:picLocks noChangeAspect="1"/>
          </p:cNvPicPr>
          <p:nvPr/>
        </p:nvPicPr>
        <p:blipFill>
          <a:blip r:embed="rId3" cstate="print"/>
          <a:stretch>
            <a:fillRect/>
          </a:stretch>
        </p:blipFill>
        <p:spPr>
          <a:xfrm>
            <a:off x="4643246" y="1503587"/>
            <a:ext cx="3300264" cy="2474153"/>
          </a:xfrm>
          <a:prstGeom prst="rect">
            <a:avLst/>
          </a:prstGeom>
          <a:ln>
            <a:noFill/>
          </a:ln>
          <a:effectLst>
            <a:softEdge rad="112500"/>
          </a:effectLst>
        </p:spPr>
      </p:pic>
      <p:pic>
        <p:nvPicPr>
          <p:cNvPr id="14" name="圖片 13" descr="oeb917fee66ecb9ffe85b0f9fcad4f8e7_22242116_180821_0083.jpg">
            <a:extLst>
              <a:ext uri="{FF2B5EF4-FFF2-40B4-BE49-F238E27FC236}">
                <a16:creationId xmlns:a16="http://schemas.microsoft.com/office/drawing/2014/main" id="{D19F3194-E793-2A14-C76D-047D28E59981}"/>
              </a:ext>
            </a:extLst>
          </p:cNvPr>
          <p:cNvPicPr>
            <a:picLocks noChangeAspect="1"/>
          </p:cNvPicPr>
          <p:nvPr/>
        </p:nvPicPr>
        <p:blipFill>
          <a:blip r:embed="rId4" cstate="print"/>
          <a:stretch>
            <a:fillRect/>
          </a:stretch>
        </p:blipFill>
        <p:spPr>
          <a:xfrm>
            <a:off x="454633" y="4117056"/>
            <a:ext cx="3300264" cy="2474153"/>
          </a:xfrm>
          <a:prstGeom prst="rect">
            <a:avLst/>
          </a:prstGeom>
          <a:ln>
            <a:noFill/>
          </a:ln>
          <a:effectLst>
            <a:softEdge rad="112500"/>
          </a:effectLst>
        </p:spPr>
      </p:pic>
      <p:pic>
        <p:nvPicPr>
          <p:cNvPr id="63491" name="Picture 3" descr="oeb917fee66ecb9ffe85b0f9fcad4f8e7_22242116_180821_0052">
            <a:extLst>
              <a:ext uri="{FF2B5EF4-FFF2-40B4-BE49-F238E27FC236}">
                <a16:creationId xmlns:a16="http://schemas.microsoft.com/office/drawing/2014/main" id="{E610DE14-6843-4242-623E-144115540F7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54633" y="1602226"/>
            <a:ext cx="3300264" cy="2472773"/>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sp>
        <p:nvSpPr>
          <p:cNvPr id="69635" name="內容版面配置區 2"/>
          <p:cNvSpPr>
            <a:spLocks noGrp="1"/>
          </p:cNvSpPr>
          <p:nvPr>
            <p:ph idx="1"/>
          </p:nvPr>
        </p:nvSpPr>
        <p:spPr>
          <a:xfrm>
            <a:off x="395288" y="1125538"/>
            <a:ext cx="8229600" cy="5410200"/>
          </a:xfrm>
        </p:spPr>
        <p:txBody>
          <a:bodyPr/>
          <a:lstStyle/>
          <a:p>
            <a:pPr marL="0" indent="0">
              <a:buFont typeface="Wingdings"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四</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、志工轉動熱情幸福滿滿</a:t>
            </a:r>
            <a:endParaRPr lang="zh-TW" altLang="zh-TW" sz="3600" kern="100" dirty="0">
              <a:latin typeface="標楷體" pitchFamily="65" charset="-120"/>
              <a:ea typeface="標楷體" pitchFamily="65" charset="-120"/>
            </a:endParaRPr>
          </a:p>
          <a:p>
            <a:pPr marL="0" indent="0">
              <a:buFont typeface="Wingdings" pitchFamily="2" charset="2"/>
              <a:buNone/>
              <a:defRPr/>
            </a:pPr>
            <a:endParaRPr lang="zh-TW" altLang="zh-TW" sz="2400" dirty="0">
              <a:latin typeface="Times New Roman" pitchFamily="18" charset="0"/>
              <a:ea typeface="超研澤粗楷" charset="-120"/>
            </a:endParaRPr>
          </a:p>
          <a:p>
            <a:pPr marL="0" indent="0">
              <a:buFont typeface="Wingdings" pitchFamily="2" charset="2"/>
              <a:buNone/>
              <a:defRPr/>
            </a:pPr>
            <a:endParaRPr lang="zh-TW" altLang="en-US" dirty="0">
              <a:ea typeface="新細明體" pitchFamily="18" charset="-120"/>
            </a:endParaRPr>
          </a:p>
        </p:txBody>
      </p:sp>
      <p:graphicFrame>
        <p:nvGraphicFramePr>
          <p:cNvPr id="6" name="表格 5"/>
          <p:cNvGraphicFramePr>
            <a:graphicFrameLocks noGrp="1"/>
          </p:cNvGraphicFramePr>
          <p:nvPr/>
        </p:nvGraphicFramePr>
        <p:xfrm>
          <a:off x="720725" y="1844675"/>
          <a:ext cx="7634287" cy="3295652"/>
        </p:xfrm>
        <a:graphic>
          <a:graphicData uri="http://schemas.openxmlformats.org/drawingml/2006/table">
            <a:tbl>
              <a:tblPr>
                <a:tableStyleId>{5C22544A-7EE6-4342-B048-85BDC9FD1C3A}</a:tableStyleId>
              </a:tblPr>
              <a:tblGrid>
                <a:gridCol w="1272710">
                  <a:extLst>
                    <a:ext uri="{9D8B030D-6E8A-4147-A177-3AD203B41FA5}">
                      <a16:colId xmlns:a16="http://schemas.microsoft.com/office/drawing/2014/main" val="20000"/>
                    </a:ext>
                  </a:extLst>
                </a:gridCol>
                <a:gridCol w="2976176">
                  <a:extLst>
                    <a:ext uri="{9D8B030D-6E8A-4147-A177-3AD203B41FA5}">
                      <a16:colId xmlns:a16="http://schemas.microsoft.com/office/drawing/2014/main" val="20001"/>
                    </a:ext>
                  </a:extLst>
                </a:gridCol>
                <a:gridCol w="3385401">
                  <a:extLst>
                    <a:ext uri="{9D8B030D-6E8A-4147-A177-3AD203B41FA5}">
                      <a16:colId xmlns:a16="http://schemas.microsoft.com/office/drawing/2014/main" val="20002"/>
                    </a:ext>
                  </a:extLst>
                </a:gridCol>
              </a:tblGrid>
              <a:tr h="548722">
                <a:tc>
                  <a:txBody>
                    <a:bodyPr/>
                    <a:lstStyle/>
                    <a:p>
                      <a:pPr algn="ctr" fontAlgn="ctr"/>
                      <a:r>
                        <a:rPr lang="zh-TW" sz="1800" u="none" strike="noStrike" dirty="0">
                          <a:solidFill>
                            <a:schemeClr val="tx1"/>
                          </a:solidFill>
                          <a:effectLst/>
                          <a:latin typeface="標楷體" pitchFamily="65" charset="-120"/>
                          <a:ea typeface="標楷體" pitchFamily="65" charset="-120"/>
                        </a:rPr>
                        <a:t>執行期程</a:t>
                      </a:r>
                      <a:endParaRPr lang="zh-TW" sz="1800" b="1" i="0" u="none" strike="noStrike" dirty="0">
                        <a:solidFill>
                          <a:schemeClr val="tx1"/>
                        </a:solidFill>
                        <a:effectLst/>
                        <a:latin typeface="標楷體" pitchFamily="65" charset="-120"/>
                        <a:ea typeface="標楷體" pitchFamily="65" charset="-120"/>
                      </a:endParaRPr>
                    </a:p>
                  </a:txBody>
                  <a:tcPr marL="7621" marR="7621" marT="76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1800" u="none" strike="noStrike" dirty="0">
                          <a:solidFill>
                            <a:schemeClr val="tx1"/>
                          </a:solidFill>
                          <a:effectLst/>
                          <a:latin typeface="標楷體" pitchFamily="65" charset="-120"/>
                          <a:ea typeface="標楷體" pitchFamily="65" charset="-120"/>
                        </a:rPr>
                        <a:t>執行項目</a:t>
                      </a:r>
                      <a:endParaRPr lang="zh-TW" sz="1800" b="1" i="0" u="none" strike="noStrike" dirty="0">
                        <a:solidFill>
                          <a:schemeClr val="tx1"/>
                        </a:solidFill>
                        <a:effectLst/>
                        <a:latin typeface="標楷體" pitchFamily="65" charset="-120"/>
                        <a:ea typeface="標楷體" pitchFamily="65" charset="-120"/>
                      </a:endParaRPr>
                    </a:p>
                  </a:txBody>
                  <a:tcPr marL="7621" marR="7621" marT="76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1800" u="none" strike="noStrike" dirty="0">
                          <a:solidFill>
                            <a:schemeClr val="tx1"/>
                          </a:solidFill>
                          <a:effectLst/>
                          <a:latin typeface="標楷體" pitchFamily="65" charset="-120"/>
                          <a:ea typeface="標楷體" pitchFamily="65" charset="-120"/>
                        </a:rPr>
                        <a:t>執行內容</a:t>
                      </a:r>
                      <a:endParaRPr lang="zh-TW" sz="1800" b="1" i="0" u="none" strike="noStrike" dirty="0">
                        <a:solidFill>
                          <a:schemeClr val="tx1"/>
                        </a:solidFill>
                        <a:effectLst/>
                        <a:latin typeface="標楷體" pitchFamily="65" charset="-120"/>
                        <a:ea typeface="標楷體" pitchFamily="65" charset="-120"/>
                      </a:endParaRPr>
                    </a:p>
                  </a:txBody>
                  <a:tcPr marL="7621" marR="7621" marT="76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819072">
                <a:tc>
                  <a:txBody>
                    <a:bodyPr/>
                    <a:lstStyle/>
                    <a:p>
                      <a:pPr algn="ctr" fontAlgn="ctr"/>
                      <a:r>
                        <a:rPr lang="en-US" altLang="zh-TW" sz="1800" kern="1200" dirty="0">
                          <a:solidFill>
                            <a:schemeClr val="dk1"/>
                          </a:solidFill>
                          <a:effectLst/>
                          <a:latin typeface="標楷體" pitchFamily="65" charset="-120"/>
                          <a:ea typeface="標楷體" pitchFamily="65" charset="-120"/>
                          <a:cs typeface="+mn-cs"/>
                        </a:rPr>
                        <a:t>3-9</a:t>
                      </a:r>
                      <a:r>
                        <a:rPr lang="zh-TW" altLang="zh-TW" sz="1800" kern="1200" dirty="0">
                          <a:solidFill>
                            <a:schemeClr val="dk1"/>
                          </a:solidFill>
                          <a:effectLst/>
                          <a:latin typeface="標楷體" pitchFamily="65" charset="-120"/>
                          <a:ea typeface="標楷體" pitchFamily="65" charset="-120"/>
                          <a:cs typeface="+mn-cs"/>
                        </a:rPr>
                        <a:t>月</a:t>
                      </a:r>
                      <a:endParaRPr lang="zh-TW" sz="1800" b="0" i="0" u="none" strike="noStrike" dirty="0">
                        <a:solidFill>
                          <a:schemeClr val="tx1"/>
                        </a:solidFill>
                        <a:effectLst/>
                        <a:latin typeface="標楷體" pitchFamily="65" charset="-120"/>
                        <a:ea typeface="標楷體" pitchFamily="65" charset="-120"/>
                      </a:endParaRPr>
                    </a:p>
                  </a:txBody>
                  <a:tcPr marL="7621" marR="7621" marT="76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ctr" fontAlgn="ctr"/>
                      <a:r>
                        <a:rPr lang="zh-TW" altLang="zh-TW" sz="1800" kern="1200" dirty="0">
                          <a:solidFill>
                            <a:schemeClr val="dk1"/>
                          </a:solidFill>
                          <a:effectLst/>
                          <a:latin typeface="標楷體" pitchFamily="65" charset="-120"/>
                          <a:ea typeface="標楷體" pitchFamily="65" charset="-120"/>
                          <a:cs typeface="+mn-cs"/>
                        </a:rPr>
                        <a:t>志工訓練</a:t>
                      </a:r>
                      <a:endParaRPr lang="zh-TW" sz="1800" b="0" i="0" u="none" strike="noStrike" dirty="0">
                        <a:solidFill>
                          <a:schemeClr val="tx1"/>
                        </a:solidFill>
                        <a:effectLst/>
                        <a:latin typeface="標楷體" pitchFamily="65" charset="-120"/>
                        <a:ea typeface="標楷體" pitchFamily="65" charset="-120"/>
                      </a:endParaRPr>
                    </a:p>
                  </a:txBody>
                  <a:tcPr marL="7621" marR="7621" marT="76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ctr">
                        <a:lnSpc>
                          <a:spcPts val="3200"/>
                        </a:lnSpc>
                        <a:spcAft>
                          <a:spcPts val="0"/>
                        </a:spcAft>
                      </a:pPr>
                      <a:r>
                        <a:rPr lang="zh-TW" altLang="zh-TW" sz="1800" kern="1200" dirty="0">
                          <a:solidFill>
                            <a:schemeClr val="dk1"/>
                          </a:solidFill>
                          <a:effectLst/>
                          <a:latin typeface="標楷體" pitchFamily="65" charset="-120"/>
                          <a:ea typeface="標楷體" pitchFamily="65" charset="-120"/>
                          <a:cs typeface="+mn-cs"/>
                        </a:rPr>
                        <a:t>社區自主防災安全網絡</a:t>
                      </a:r>
                      <a:endParaRPr lang="zh-TW" sz="1800" kern="100" dirty="0">
                        <a:effectLst/>
                        <a:latin typeface="標楷體" pitchFamily="65" charset="-120"/>
                        <a:ea typeface="標楷體" pitchFamily="65" charset="-120"/>
                      </a:endParaRPr>
                    </a:p>
                  </a:txBody>
                  <a:tcPr marL="114311" marR="11431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1"/>
                  </a:ext>
                </a:extLst>
              </a:tr>
              <a:tr h="1927857">
                <a:tc>
                  <a:txBody>
                    <a:bodyPr/>
                    <a:lstStyle/>
                    <a:p>
                      <a:pPr algn="ctr" fontAlgn="ctr"/>
                      <a:r>
                        <a:rPr lang="en-US" altLang="zh-TW" sz="1800" kern="1200" dirty="0">
                          <a:solidFill>
                            <a:schemeClr val="dk1"/>
                          </a:solidFill>
                          <a:effectLst/>
                          <a:latin typeface="標楷體" pitchFamily="65" charset="-120"/>
                          <a:ea typeface="標楷體" pitchFamily="65" charset="-120"/>
                          <a:cs typeface="+mn-cs"/>
                        </a:rPr>
                        <a:t>3-9</a:t>
                      </a:r>
                      <a:r>
                        <a:rPr lang="zh-TW" altLang="zh-TW" sz="1800" kern="1200" dirty="0">
                          <a:solidFill>
                            <a:schemeClr val="dk1"/>
                          </a:solidFill>
                          <a:effectLst/>
                          <a:latin typeface="標楷體" pitchFamily="65" charset="-120"/>
                          <a:ea typeface="標楷體" pitchFamily="65" charset="-120"/>
                          <a:cs typeface="+mn-cs"/>
                        </a:rPr>
                        <a:t>月</a:t>
                      </a:r>
                      <a:endParaRPr lang="zh-TW" sz="1800" b="0" i="0" u="none" strike="noStrike" dirty="0">
                        <a:solidFill>
                          <a:schemeClr val="tx1"/>
                        </a:solidFill>
                        <a:effectLst/>
                        <a:latin typeface="標楷體" pitchFamily="65" charset="-120"/>
                        <a:ea typeface="標楷體" pitchFamily="65" charset="-120"/>
                      </a:endParaRPr>
                    </a:p>
                  </a:txBody>
                  <a:tcPr marL="7621" marR="7621" marT="76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ctr" fontAlgn="ctr"/>
                      <a:r>
                        <a:rPr lang="zh-TW" altLang="zh-TW" sz="1800" kern="1200" dirty="0">
                          <a:solidFill>
                            <a:schemeClr val="dk1"/>
                          </a:solidFill>
                          <a:effectLst/>
                          <a:latin typeface="標楷體" pitchFamily="65" charset="-120"/>
                          <a:ea typeface="標楷體" pitchFamily="65" charset="-120"/>
                          <a:cs typeface="+mn-cs"/>
                        </a:rPr>
                        <a:t>居家安全設施</a:t>
                      </a:r>
                      <a:endParaRPr lang="zh-TW" sz="1800" b="0" i="0" u="none" strike="noStrike" dirty="0">
                        <a:solidFill>
                          <a:schemeClr val="tx1"/>
                        </a:solidFill>
                        <a:effectLst/>
                        <a:latin typeface="標楷體" pitchFamily="65" charset="-120"/>
                        <a:ea typeface="標楷體" pitchFamily="65" charset="-120"/>
                      </a:endParaRPr>
                    </a:p>
                  </a:txBody>
                  <a:tcPr marL="7621" marR="7621" marT="76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r>
                        <a:rPr lang="zh-TW" altLang="en-US" sz="1800" kern="1200" dirty="0">
                          <a:solidFill>
                            <a:schemeClr val="dk1"/>
                          </a:solidFill>
                          <a:effectLst/>
                          <a:latin typeface="標楷體" pitchFamily="65" charset="-120"/>
                          <a:ea typeface="標楷體" pitchFamily="65" charset="-120"/>
                          <a:cs typeface="+mn-cs"/>
                        </a:rPr>
                        <a:t> </a:t>
                      </a:r>
                      <a:endParaRPr lang="en-US" altLang="zh-TW" sz="1800" kern="1200" dirty="0">
                        <a:solidFill>
                          <a:schemeClr val="dk1"/>
                        </a:solidFill>
                        <a:effectLst/>
                        <a:latin typeface="標楷體" pitchFamily="65" charset="-120"/>
                        <a:ea typeface="標楷體" pitchFamily="65" charset="-120"/>
                        <a:cs typeface="+mn-cs"/>
                      </a:endParaRPr>
                    </a:p>
                    <a:p>
                      <a:r>
                        <a:rPr lang="zh-TW" altLang="en-US" sz="1800" kern="1200" dirty="0">
                          <a:solidFill>
                            <a:schemeClr val="dk1"/>
                          </a:solidFill>
                          <a:effectLst/>
                          <a:latin typeface="標楷體" pitchFamily="65" charset="-120"/>
                          <a:ea typeface="標楷體" pitchFamily="65" charset="-120"/>
                          <a:cs typeface="+mn-cs"/>
                        </a:rPr>
                        <a:t> </a:t>
                      </a:r>
                      <a:r>
                        <a:rPr lang="en-US" altLang="zh-TW" sz="1800" kern="1200" dirty="0">
                          <a:solidFill>
                            <a:schemeClr val="dk1"/>
                          </a:solidFill>
                          <a:effectLst/>
                          <a:latin typeface="標楷體" pitchFamily="65" charset="-120"/>
                          <a:ea typeface="標楷體" pitchFamily="65" charset="-120"/>
                          <a:cs typeface="+mn-cs"/>
                        </a:rPr>
                        <a:t>1.</a:t>
                      </a:r>
                      <a:r>
                        <a:rPr lang="zh-TW" altLang="zh-TW" sz="1800" kern="1200" dirty="0">
                          <a:solidFill>
                            <a:schemeClr val="dk1"/>
                          </a:solidFill>
                          <a:effectLst/>
                          <a:latin typeface="標楷體" pitchFamily="65" charset="-120"/>
                          <a:ea typeface="標楷體" pitchFamily="65" charset="-120"/>
                          <a:cs typeface="+mn-cs"/>
                        </a:rPr>
                        <a:t>蹲式廁所扶手</a:t>
                      </a:r>
                      <a:endParaRPr lang="en-US" altLang="zh-TW" sz="1800" kern="1200" dirty="0">
                        <a:solidFill>
                          <a:schemeClr val="dk1"/>
                        </a:solidFill>
                        <a:effectLst/>
                        <a:latin typeface="標楷體" pitchFamily="65" charset="-120"/>
                        <a:ea typeface="標楷體" pitchFamily="65" charset="-120"/>
                        <a:cs typeface="+mn-cs"/>
                      </a:endParaRPr>
                    </a:p>
                    <a:p>
                      <a:r>
                        <a:rPr lang="zh-TW" altLang="en-US" sz="1800" kern="1200" dirty="0">
                          <a:solidFill>
                            <a:schemeClr val="dk1"/>
                          </a:solidFill>
                          <a:effectLst/>
                          <a:latin typeface="標楷體" pitchFamily="65" charset="-120"/>
                          <a:ea typeface="標楷體" pitchFamily="65" charset="-120"/>
                          <a:cs typeface="+mn-cs"/>
                        </a:rPr>
                        <a:t> </a:t>
                      </a:r>
                      <a:r>
                        <a:rPr lang="en-US" altLang="zh-TW" sz="1800" kern="1200" dirty="0">
                          <a:solidFill>
                            <a:schemeClr val="dk1"/>
                          </a:solidFill>
                          <a:effectLst/>
                          <a:latin typeface="標楷體" pitchFamily="65" charset="-120"/>
                          <a:ea typeface="標楷體" pitchFamily="65" charset="-120"/>
                          <a:cs typeface="+mn-cs"/>
                        </a:rPr>
                        <a:t>2.</a:t>
                      </a:r>
                      <a:r>
                        <a:rPr lang="zh-TW" altLang="zh-TW" sz="1800" kern="1200" dirty="0">
                          <a:solidFill>
                            <a:schemeClr val="dk1"/>
                          </a:solidFill>
                          <a:effectLst/>
                          <a:latin typeface="標楷體" pitchFamily="65" charset="-120"/>
                          <a:ea typeface="標楷體" pitchFamily="65" charset="-120"/>
                          <a:cs typeface="+mn-cs"/>
                        </a:rPr>
                        <a:t>感應式照明燈</a:t>
                      </a:r>
                      <a:endParaRPr lang="en-US" altLang="zh-TW" sz="1800" kern="1200" dirty="0">
                        <a:solidFill>
                          <a:schemeClr val="dk1"/>
                        </a:solidFill>
                        <a:effectLst/>
                        <a:latin typeface="標楷體" pitchFamily="65" charset="-120"/>
                        <a:ea typeface="標楷體" pitchFamily="65" charset="-120"/>
                        <a:cs typeface="+mn-cs"/>
                      </a:endParaRPr>
                    </a:p>
                    <a:p>
                      <a:r>
                        <a:rPr lang="zh-TW" altLang="en-US" sz="1800" kern="1200" dirty="0">
                          <a:solidFill>
                            <a:schemeClr val="dk1"/>
                          </a:solidFill>
                          <a:effectLst/>
                          <a:latin typeface="標楷體" pitchFamily="65" charset="-120"/>
                          <a:ea typeface="標楷體" pitchFamily="65" charset="-120"/>
                          <a:cs typeface="+mn-cs"/>
                        </a:rPr>
                        <a:t> </a:t>
                      </a:r>
                      <a:r>
                        <a:rPr lang="en-US" altLang="zh-TW" sz="1800" kern="1200" dirty="0">
                          <a:solidFill>
                            <a:schemeClr val="dk1"/>
                          </a:solidFill>
                          <a:effectLst/>
                          <a:latin typeface="標楷體" pitchFamily="65" charset="-120"/>
                          <a:ea typeface="標楷體" pitchFamily="65" charset="-120"/>
                          <a:cs typeface="+mn-cs"/>
                        </a:rPr>
                        <a:t>3.</a:t>
                      </a:r>
                      <a:r>
                        <a:rPr lang="zh-TW" altLang="zh-TW" sz="1800" kern="1200" dirty="0">
                          <a:solidFill>
                            <a:schemeClr val="dk1"/>
                          </a:solidFill>
                          <a:effectLst/>
                          <a:latin typeface="標楷體" pitchFamily="65" charset="-120"/>
                          <a:ea typeface="標楷體" pitchFamily="65" charset="-120"/>
                          <a:cs typeface="+mn-cs"/>
                        </a:rPr>
                        <a:t>防火警報器</a:t>
                      </a:r>
                      <a:endParaRPr lang="en-US" altLang="zh-TW" sz="1800" kern="1200" dirty="0">
                        <a:solidFill>
                          <a:schemeClr val="dk1"/>
                        </a:solidFill>
                        <a:effectLst/>
                        <a:latin typeface="標楷體" pitchFamily="65" charset="-120"/>
                        <a:ea typeface="標楷體" pitchFamily="65" charset="-120"/>
                        <a:cs typeface="+mn-cs"/>
                      </a:endParaRPr>
                    </a:p>
                    <a:p>
                      <a:r>
                        <a:rPr lang="zh-TW" altLang="en-US" sz="1800" kern="1200" dirty="0">
                          <a:solidFill>
                            <a:schemeClr val="dk1"/>
                          </a:solidFill>
                          <a:effectLst/>
                          <a:latin typeface="標楷體" pitchFamily="65" charset="-120"/>
                          <a:ea typeface="標楷體" pitchFamily="65" charset="-120"/>
                          <a:cs typeface="+mn-cs"/>
                        </a:rPr>
                        <a:t> </a:t>
                      </a:r>
                      <a:r>
                        <a:rPr lang="en-US" altLang="zh-TW" sz="1800" kern="1200" dirty="0">
                          <a:solidFill>
                            <a:schemeClr val="dk1"/>
                          </a:solidFill>
                          <a:effectLst/>
                          <a:latin typeface="標楷體" pitchFamily="65" charset="-120"/>
                          <a:ea typeface="標楷體" pitchFamily="65" charset="-120"/>
                          <a:cs typeface="+mn-cs"/>
                        </a:rPr>
                        <a:t>4.</a:t>
                      </a:r>
                      <a:r>
                        <a:rPr lang="zh-TW" altLang="zh-TW" sz="1800" kern="1200" dirty="0">
                          <a:solidFill>
                            <a:schemeClr val="dk1"/>
                          </a:solidFill>
                          <a:effectLst/>
                          <a:latin typeface="標楷體" pitchFamily="65" charset="-120"/>
                          <a:ea typeface="標楷體" pitchFamily="65" charset="-120"/>
                          <a:cs typeface="+mn-cs"/>
                        </a:rPr>
                        <a:t>基本水電維修服務</a:t>
                      </a:r>
                      <a:endParaRPr lang="zh-TW" altLang="en-US" sz="1800" dirty="0">
                        <a:latin typeface="標楷體" pitchFamily="65" charset="-120"/>
                        <a:ea typeface="標楷體" pitchFamily="65" charset="-120"/>
                      </a:endParaRPr>
                    </a:p>
                    <a:p>
                      <a:endParaRPr lang="en-US" altLang="zh-TW" sz="1800" dirty="0">
                        <a:latin typeface="標楷體" pitchFamily="65" charset="-120"/>
                        <a:ea typeface="標楷體" pitchFamily="65" charset="-120"/>
                      </a:endParaRPr>
                    </a:p>
                    <a:p>
                      <a:endParaRPr lang="zh-TW" altLang="en-US" sz="1800" dirty="0">
                        <a:latin typeface="標楷體" pitchFamily="65" charset="-120"/>
                        <a:ea typeface="標楷體" pitchFamily="65" charset="-120"/>
                      </a:endParaRPr>
                    </a:p>
                  </a:txBody>
                  <a:tcPr marL="7621" marR="7621" marT="76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2"/>
                  </a:ext>
                </a:extLst>
              </a:tr>
            </a:tbl>
          </a:graphicData>
        </a:graphic>
      </p:graphicFrame>
      <p:pic>
        <p:nvPicPr>
          <p:cNvPr id="2" name="圖片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11560" y="5284024"/>
            <a:ext cx="2524272" cy="1420250"/>
          </a:xfrm>
          <a:prstGeom prst="rect">
            <a:avLst/>
          </a:prstGeom>
          <a:ln>
            <a:noFill/>
          </a:ln>
          <a:effectLst>
            <a:softEdge rad="112500"/>
          </a:effectLst>
        </p:spPr>
      </p:pic>
      <p:pic>
        <p:nvPicPr>
          <p:cNvPr id="3" name="圖片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940152" y="5265744"/>
            <a:ext cx="2524272" cy="1420250"/>
          </a:xfrm>
          <a:prstGeom prst="rect">
            <a:avLst/>
          </a:prstGeom>
          <a:ln>
            <a:noFill/>
          </a:ln>
          <a:effectLst>
            <a:softEdge rad="112500"/>
          </a:effectLst>
        </p:spPr>
      </p:pic>
      <p:pic>
        <p:nvPicPr>
          <p:cNvPr id="4" name="圖片 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275856" y="5265744"/>
            <a:ext cx="2524272" cy="1420250"/>
          </a:xfrm>
          <a:prstGeom prst="rect">
            <a:avLst/>
          </a:prstGeom>
          <a:ln>
            <a:noFill/>
          </a:ln>
          <a:effectLst>
            <a:softEdge rad="112500"/>
          </a:effectLst>
        </p:spPr>
      </p:pic>
    </p:spTree>
    <p:extLst>
      <p:ext uri="{BB962C8B-B14F-4D97-AF65-F5344CB8AC3E}">
        <p14:creationId xmlns:p14="http://schemas.microsoft.com/office/powerpoint/2010/main" val="271434602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內容版面配置區 2"/>
          <p:cNvSpPr>
            <a:spLocks noGrp="1"/>
          </p:cNvSpPr>
          <p:nvPr>
            <p:ph idx="1"/>
          </p:nvPr>
        </p:nvSpPr>
        <p:spPr>
          <a:xfrm>
            <a:off x="395288" y="1125538"/>
            <a:ext cx="8229600" cy="5410200"/>
          </a:xfrm>
        </p:spPr>
        <p:txBody>
          <a:bodyPr/>
          <a:lstStyle/>
          <a:p>
            <a:pPr fontAlgn="ctr">
              <a:defRPr/>
            </a:pPr>
            <a:r>
              <a:rPr lang="zh-TW" altLang="zh-TW" sz="2800" dirty="0">
                <a:latin typeface="標楷體" pitchFamily="65" charset="-120"/>
                <a:ea typeface="標楷體" pitchFamily="65" charset="-120"/>
              </a:rPr>
              <a:t>社區自主防災安全網絡志工訓練</a:t>
            </a:r>
          </a:p>
          <a:p>
            <a:pPr marL="0" indent="0">
              <a:buFont typeface="Wingdings" pitchFamily="2" charset="2"/>
              <a:buNone/>
              <a:defRPr/>
            </a:pPr>
            <a:endParaRPr lang="zh-TW" altLang="zh-TW" sz="2400" dirty="0">
              <a:latin typeface="Times New Roman" pitchFamily="18" charset="0"/>
              <a:ea typeface="超研澤粗楷" charset="-120"/>
            </a:endParaRPr>
          </a:p>
          <a:p>
            <a:pPr marL="0" indent="0">
              <a:buFont typeface="Wingdings" pitchFamily="2" charset="2"/>
              <a:buNone/>
              <a:defRPr/>
            </a:pPr>
            <a:endParaRPr lang="zh-TW" altLang="en-US" dirty="0">
              <a:ea typeface="新細明體" pitchFamily="18" charset="-120"/>
            </a:endParaRPr>
          </a:p>
        </p:txBody>
      </p:sp>
      <p:sp>
        <p:nvSpPr>
          <p:cNvPr id="99331" name="標題 1"/>
          <p:cNvSpPr>
            <a:spLocks noGrp="1"/>
          </p:cNvSpPr>
          <p:nvPr>
            <p:ph type="title"/>
          </p:nvPr>
        </p:nvSpPr>
        <p:spPr>
          <a:xfrm>
            <a:off x="323850" y="260350"/>
            <a:ext cx="8382000" cy="563563"/>
          </a:xfrm>
        </p:spPr>
        <p:txBody>
          <a:bodyPr/>
          <a:lstStyle/>
          <a:p>
            <a:r>
              <a:rPr lang="zh-TW" altLang="en-US" b="0">
                <a:latin typeface="標楷體" pitchFamily="65" charset="-120"/>
                <a:ea typeface="標楷體" pitchFamily="65" charset="-120"/>
              </a:rPr>
              <a:t>活動內容規劃</a:t>
            </a:r>
            <a:br>
              <a:rPr lang="zh-TW" altLang="en-US">
                <a:ea typeface="新細明體" pitchFamily="18" charset="-120"/>
              </a:rPr>
            </a:br>
            <a:endParaRPr lang="zh-TW" altLang="en-US">
              <a:ea typeface="新細明體" pitchFamily="18" charset="-120"/>
            </a:endParaRPr>
          </a:p>
        </p:txBody>
      </p:sp>
      <p:graphicFrame>
        <p:nvGraphicFramePr>
          <p:cNvPr id="3" name="表格 2"/>
          <p:cNvGraphicFramePr>
            <a:graphicFrameLocks noGrp="1"/>
          </p:cNvGraphicFramePr>
          <p:nvPr/>
        </p:nvGraphicFramePr>
        <p:xfrm>
          <a:off x="684213" y="1989138"/>
          <a:ext cx="7607300" cy="1628776"/>
        </p:xfrm>
        <a:graphic>
          <a:graphicData uri="http://schemas.openxmlformats.org/drawingml/2006/table">
            <a:tbl>
              <a:tblPr>
                <a:tableStyleId>{5C22544A-7EE6-4342-B048-85BDC9FD1C3A}</a:tableStyleId>
              </a:tblPr>
              <a:tblGrid>
                <a:gridCol w="1756898">
                  <a:extLst>
                    <a:ext uri="{9D8B030D-6E8A-4147-A177-3AD203B41FA5}">
                      <a16:colId xmlns:a16="http://schemas.microsoft.com/office/drawing/2014/main" val="20000"/>
                    </a:ext>
                  </a:extLst>
                </a:gridCol>
                <a:gridCol w="4329069">
                  <a:extLst>
                    <a:ext uri="{9D8B030D-6E8A-4147-A177-3AD203B41FA5}">
                      <a16:colId xmlns:a16="http://schemas.microsoft.com/office/drawing/2014/main" val="20001"/>
                    </a:ext>
                  </a:extLst>
                </a:gridCol>
                <a:gridCol w="1521333">
                  <a:extLst>
                    <a:ext uri="{9D8B030D-6E8A-4147-A177-3AD203B41FA5}">
                      <a16:colId xmlns:a16="http://schemas.microsoft.com/office/drawing/2014/main" val="20002"/>
                    </a:ext>
                  </a:extLst>
                </a:gridCol>
              </a:tblGrid>
              <a:tr h="338138">
                <a:tc gridSpan="3">
                  <a:txBody>
                    <a:bodyPr/>
                    <a:lstStyle/>
                    <a:p>
                      <a:pPr indent="88900" algn="ctr">
                        <a:lnSpc>
                          <a:spcPts val="2500"/>
                        </a:lnSpc>
                        <a:spcAft>
                          <a:spcPts val="0"/>
                        </a:spcAft>
                      </a:pPr>
                      <a:r>
                        <a:rPr lang="zh-TW" altLang="en-US" sz="1800" kern="100" dirty="0">
                          <a:effectLst/>
                          <a:latin typeface="標楷體" pitchFamily="65" charset="-120"/>
                          <a:ea typeface="標楷體" pitchFamily="65" charset="-120"/>
                        </a:rPr>
                        <a:t>第</a:t>
                      </a:r>
                      <a:r>
                        <a:rPr lang="zh-TW" sz="1800" kern="100" dirty="0">
                          <a:effectLst/>
                          <a:latin typeface="標楷體" pitchFamily="65" charset="-120"/>
                          <a:ea typeface="標楷體" pitchFamily="65" charset="-120"/>
                        </a:rPr>
                        <a:t>一次預定</a:t>
                      </a:r>
                      <a:r>
                        <a:rPr lang="en-US" sz="1800" kern="100" dirty="0">
                          <a:effectLst/>
                          <a:latin typeface="標楷體" pitchFamily="65" charset="-120"/>
                          <a:ea typeface="標楷體" pitchFamily="65" charset="-120"/>
                        </a:rPr>
                        <a:t>5</a:t>
                      </a:r>
                      <a:r>
                        <a:rPr lang="zh-TW" sz="1800" kern="100" dirty="0">
                          <a:effectLst/>
                          <a:latin typeface="標楷體" pitchFamily="65" charset="-120"/>
                          <a:ea typeface="標楷體" pitchFamily="65" charset="-120"/>
                        </a:rPr>
                        <a:t>月辦理</a:t>
                      </a: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indent="88900" algn="ctr">
                        <a:lnSpc>
                          <a:spcPts val="2500"/>
                        </a:lnSpc>
                        <a:spcAft>
                          <a:spcPts val="0"/>
                        </a:spcAft>
                      </a:pPr>
                      <a:endParaRPr lang="zh-TW" sz="1800" kern="100" dirty="0">
                        <a:effectLst/>
                        <a:latin typeface="標楷體" pitchFamily="65" charset="-120"/>
                        <a:ea typeface="標楷體" pitchFamily="65" charset="-120"/>
                      </a:endParaRP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indent="15875" algn="ctr">
                        <a:lnSpc>
                          <a:spcPts val="2500"/>
                        </a:lnSpc>
                        <a:spcAft>
                          <a:spcPts val="0"/>
                        </a:spcAft>
                      </a:pPr>
                      <a:endParaRPr lang="zh-TW" sz="1800" kern="100" dirty="0">
                        <a:effectLst/>
                        <a:latin typeface="標楷體" pitchFamily="65" charset="-120"/>
                        <a:ea typeface="標楷體" pitchFamily="65" charset="-120"/>
                      </a:endParaRP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38138">
                <a:tc>
                  <a:txBody>
                    <a:bodyPr/>
                    <a:lstStyle/>
                    <a:p>
                      <a:pPr indent="13970" algn="ctr">
                        <a:lnSpc>
                          <a:spcPts val="2500"/>
                        </a:lnSpc>
                        <a:spcAft>
                          <a:spcPts val="0"/>
                        </a:spcAft>
                      </a:pPr>
                      <a:r>
                        <a:rPr lang="zh-TW" sz="1800" kern="100" spc="-60" dirty="0">
                          <a:effectLst/>
                          <a:latin typeface="標楷體" pitchFamily="65" charset="-120"/>
                          <a:ea typeface="標楷體" pitchFamily="65" charset="-120"/>
                        </a:rPr>
                        <a:t>時</a:t>
                      </a:r>
                      <a:r>
                        <a:rPr lang="en-US" sz="1800" kern="100" spc="-60" dirty="0">
                          <a:effectLst/>
                          <a:latin typeface="標楷體" pitchFamily="65" charset="-120"/>
                          <a:ea typeface="標楷體" pitchFamily="65" charset="-120"/>
                        </a:rPr>
                        <a:t>  </a:t>
                      </a:r>
                      <a:r>
                        <a:rPr lang="zh-TW" sz="1800" kern="100" spc="-60" dirty="0">
                          <a:effectLst/>
                          <a:latin typeface="標楷體" pitchFamily="65" charset="-120"/>
                          <a:ea typeface="標楷體" pitchFamily="65" charset="-120"/>
                        </a:rPr>
                        <a:t>間</a:t>
                      </a:r>
                      <a:endParaRPr lang="zh-TW" sz="1800" kern="100" dirty="0">
                        <a:effectLst/>
                        <a:latin typeface="標楷體" pitchFamily="65" charset="-120"/>
                        <a:ea typeface="標楷體" pitchFamily="65" charset="-120"/>
                      </a:endParaRP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88900" algn="ctr">
                        <a:lnSpc>
                          <a:spcPts val="2500"/>
                        </a:lnSpc>
                        <a:spcAft>
                          <a:spcPts val="0"/>
                        </a:spcAft>
                      </a:pPr>
                      <a:r>
                        <a:rPr lang="zh-TW" sz="1800" kern="100" dirty="0">
                          <a:effectLst/>
                          <a:latin typeface="標楷體" pitchFamily="65" charset="-120"/>
                          <a:ea typeface="標楷體" pitchFamily="65" charset="-120"/>
                        </a:rPr>
                        <a:t>課</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程</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內</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容</a:t>
                      </a: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15875" algn="ctr">
                        <a:lnSpc>
                          <a:spcPts val="2500"/>
                        </a:lnSpc>
                        <a:spcAft>
                          <a:spcPts val="0"/>
                        </a:spcAft>
                      </a:pPr>
                      <a:r>
                        <a:rPr lang="zh-TW" sz="1800" kern="100" dirty="0">
                          <a:effectLst/>
                          <a:latin typeface="標楷體" pitchFamily="65" charset="-120"/>
                          <a:ea typeface="標楷體" pitchFamily="65" charset="-120"/>
                        </a:rPr>
                        <a:t>講師</a:t>
                      </a: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17500">
                <a:tc>
                  <a:txBody>
                    <a:bodyPr/>
                    <a:lstStyle/>
                    <a:p>
                      <a:pPr indent="12700" algn="ctr">
                        <a:lnSpc>
                          <a:spcPts val="2500"/>
                        </a:lnSpc>
                        <a:spcAft>
                          <a:spcPts val="0"/>
                        </a:spcAft>
                      </a:pPr>
                      <a:r>
                        <a:rPr lang="en-US" sz="1800" kern="100" spc="-60" dirty="0">
                          <a:effectLst/>
                          <a:latin typeface="標楷體" pitchFamily="65" charset="-120"/>
                          <a:ea typeface="標楷體" pitchFamily="65" charset="-120"/>
                        </a:rPr>
                        <a:t>09:00 ~ 12:00</a:t>
                      </a:r>
                      <a:endParaRPr lang="zh-TW" sz="1800" kern="100" dirty="0">
                        <a:effectLst/>
                        <a:latin typeface="標楷體" pitchFamily="65" charset="-120"/>
                        <a:ea typeface="標楷體" pitchFamily="65" charset="-120"/>
                      </a:endParaRP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548640" indent="-369570" algn="just">
                        <a:lnSpc>
                          <a:spcPts val="2500"/>
                        </a:lnSpc>
                        <a:spcAft>
                          <a:spcPts val="0"/>
                        </a:spcAft>
                      </a:pPr>
                      <a:r>
                        <a:rPr lang="zh-TW" sz="1800" kern="0" dirty="0">
                          <a:effectLst/>
                          <a:latin typeface="標楷體" pitchFamily="65" charset="-120"/>
                          <a:ea typeface="標楷體" pitchFamily="65" charset="-120"/>
                        </a:rPr>
                        <a:t>災害認識及危機處理</a:t>
                      </a:r>
                      <a:r>
                        <a:rPr lang="en-US" sz="1800" kern="0" dirty="0">
                          <a:effectLst/>
                          <a:latin typeface="標楷體" pitchFamily="65" charset="-120"/>
                          <a:ea typeface="標楷體" pitchFamily="65" charset="-120"/>
                        </a:rPr>
                        <a:t>-</a:t>
                      </a:r>
                      <a:r>
                        <a:rPr lang="zh-TW" sz="1800" kern="0" dirty="0">
                          <a:effectLst/>
                          <a:latin typeface="標楷體" pitchFamily="65" charset="-120"/>
                          <a:ea typeface="標楷體" pitchFamily="65" charset="-120"/>
                        </a:rPr>
                        <a:t>土石流及社區防災</a:t>
                      </a:r>
                      <a:endParaRPr lang="zh-TW" sz="1800" kern="100" dirty="0">
                        <a:effectLst/>
                        <a:latin typeface="標楷體" pitchFamily="65" charset="-120"/>
                        <a:ea typeface="標楷體" pitchFamily="65" charset="-120"/>
                      </a:endParaRP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2500"/>
                        </a:lnSpc>
                        <a:spcAft>
                          <a:spcPts val="0"/>
                        </a:spcAft>
                      </a:pPr>
                      <a:r>
                        <a:rPr lang="zh-TW" sz="1800" kern="100" dirty="0">
                          <a:effectLst/>
                          <a:latin typeface="標楷體" pitchFamily="65" charset="-120"/>
                          <a:ea typeface="標楷體" pitchFamily="65" charset="-120"/>
                        </a:rPr>
                        <a:t>羅清端老師</a:t>
                      </a: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17500">
                <a:tc>
                  <a:txBody>
                    <a:bodyPr/>
                    <a:lstStyle/>
                    <a:p>
                      <a:pPr indent="12700" algn="ctr">
                        <a:lnSpc>
                          <a:spcPts val="2500"/>
                        </a:lnSpc>
                        <a:spcAft>
                          <a:spcPts val="0"/>
                        </a:spcAft>
                      </a:pPr>
                      <a:r>
                        <a:rPr lang="en-US" sz="1800" kern="100" spc="-60" dirty="0">
                          <a:effectLst/>
                          <a:latin typeface="標楷體" pitchFamily="65" charset="-120"/>
                          <a:ea typeface="標楷體" pitchFamily="65" charset="-120"/>
                        </a:rPr>
                        <a:t>12:10 ~ 13:00</a:t>
                      </a:r>
                      <a:endParaRPr lang="zh-TW" sz="1800" kern="100" dirty="0">
                        <a:effectLst/>
                        <a:latin typeface="標楷體" pitchFamily="65" charset="-120"/>
                        <a:ea typeface="標楷體" pitchFamily="65" charset="-120"/>
                      </a:endParaRP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marL="83185" algn="ctr">
                        <a:lnSpc>
                          <a:spcPts val="2500"/>
                        </a:lnSpc>
                        <a:spcAft>
                          <a:spcPts val="0"/>
                        </a:spcAft>
                      </a:pPr>
                      <a:r>
                        <a:rPr lang="zh-TW" sz="1800" kern="100" dirty="0">
                          <a:effectLst/>
                          <a:latin typeface="標楷體" pitchFamily="65" charset="-120"/>
                          <a:ea typeface="標楷體" pitchFamily="65" charset="-120"/>
                        </a:rPr>
                        <a:t>午餐</a:t>
                      </a: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TW" altLang="en-US"/>
                    </a:p>
                  </a:txBody>
                  <a:tcPr/>
                </a:tc>
                <a:extLst>
                  <a:ext uri="{0D108BD9-81ED-4DB2-BD59-A6C34878D82A}">
                    <a16:rowId xmlns:a16="http://schemas.microsoft.com/office/drawing/2014/main" val="10003"/>
                  </a:ext>
                </a:extLst>
              </a:tr>
              <a:tr h="317500">
                <a:tc>
                  <a:txBody>
                    <a:bodyPr/>
                    <a:lstStyle/>
                    <a:p>
                      <a:pPr indent="12700" algn="ctr">
                        <a:lnSpc>
                          <a:spcPts val="2500"/>
                        </a:lnSpc>
                        <a:spcAft>
                          <a:spcPts val="0"/>
                        </a:spcAft>
                      </a:pPr>
                      <a:r>
                        <a:rPr lang="en-US" sz="1800" kern="100" spc="-60">
                          <a:effectLst/>
                          <a:latin typeface="標楷體" pitchFamily="65" charset="-120"/>
                          <a:ea typeface="標楷體" pitchFamily="65" charset="-120"/>
                        </a:rPr>
                        <a:t>13:00 ~ 15:00</a:t>
                      </a:r>
                      <a:endParaRPr lang="zh-TW" sz="1800" kern="100">
                        <a:effectLst/>
                        <a:latin typeface="標楷體" pitchFamily="65" charset="-120"/>
                        <a:ea typeface="標楷體" pitchFamily="65" charset="-120"/>
                      </a:endParaRP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548640" indent="-369570" algn="just">
                        <a:lnSpc>
                          <a:spcPts val="2500"/>
                        </a:lnSpc>
                        <a:spcAft>
                          <a:spcPts val="0"/>
                        </a:spcAft>
                      </a:pPr>
                      <a:r>
                        <a:rPr lang="zh-TW" sz="1800" kern="100" dirty="0">
                          <a:effectLst/>
                          <a:latin typeface="標楷體" pitchFamily="65" charset="-120"/>
                          <a:ea typeface="標楷體" pitchFamily="65" charset="-120"/>
                        </a:rPr>
                        <a:t>災害認識及危機處理</a:t>
                      </a:r>
                      <a:r>
                        <a:rPr lang="en-US" sz="1800" kern="100" dirty="0">
                          <a:effectLst/>
                          <a:latin typeface="標楷體" pitchFamily="65" charset="-120"/>
                          <a:ea typeface="標楷體" pitchFamily="65" charset="-120"/>
                        </a:rPr>
                        <a:t>-</a:t>
                      </a:r>
                      <a:r>
                        <a:rPr lang="zh-TW" sz="1800" kern="100" dirty="0">
                          <a:effectLst/>
                          <a:latin typeface="標楷體" pitchFamily="65" charset="-120"/>
                          <a:ea typeface="標楷體" pitchFamily="65" charset="-120"/>
                        </a:rPr>
                        <a:t>火災、避難宣導</a:t>
                      </a: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2500"/>
                        </a:lnSpc>
                        <a:spcAft>
                          <a:spcPts val="0"/>
                        </a:spcAft>
                      </a:pPr>
                      <a:r>
                        <a:rPr lang="zh-TW" sz="1800" kern="100" dirty="0">
                          <a:effectLst/>
                          <a:latin typeface="標楷體" pitchFamily="65" charset="-120"/>
                          <a:ea typeface="標楷體" pitchFamily="65" charset="-120"/>
                        </a:rPr>
                        <a:t>朱崇慕理事長</a:t>
                      </a:r>
                    </a:p>
                  </a:txBody>
                  <a:tcPr marL="17779" marR="1777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graphicFrame>
        <p:nvGraphicFramePr>
          <p:cNvPr id="4" name="表格 3"/>
          <p:cNvGraphicFramePr>
            <a:graphicFrameLocks noGrp="1"/>
          </p:cNvGraphicFramePr>
          <p:nvPr/>
        </p:nvGraphicFramePr>
        <p:xfrm>
          <a:off x="684213" y="4221163"/>
          <a:ext cx="7775575" cy="2263773"/>
        </p:xfrm>
        <a:graphic>
          <a:graphicData uri="http://schemas.openxmlformats.org/drawingml/2006/table">
            <a:tbl>
              <a:tblPr>
                <a:tableStyleId>{5C22544A-7EE6-4342-B048-85BDC9FD1C3A}</a:tableStyleId>
              </a:tblPr>
              <a:tblGrid>
                <a:gridCol w="1733263">
                  <a:extLst>
                    <a:ext uri="{9D8B030D-6E8A-4147-A177-3AD203B41FA5}">
                      <a16:colId xmlns:a16="http://schemas.microsoft.com/office/drawing/2014/main" val="20000"/>
                    </a:ext>
                  </a:extLst>
                </a:gridCol>
                <a:gridCol w="4314406">
                  <a:extLst>
                    <a:ext uri="{9D8B030D-6E8A-4147-A177-3AD203B41FA5}">
                      <a16:colId xmlns:a16="http://schemas.microsoft.com/office/drawing/2014/main" val="20001"/>
                    </a:ext>
                  </a:extLst>
                </a:gridCol>
                <a:gridCol w="1727906">
                  <a:extLst>
                    <a:ext uri="{9D8B030D-6E8A-4147-A177-3AD203B41FA5}">
                      <a16:colId xmlns:a16="http://schemas.microsoft.com/office/drawing/2014/main" val="20002"/>
                    </a:ext>
                  </a:extLst>
                </a:gridCol>
              </a:tblGrid>
              <a:tr h="338141">
                <a:tc gridSpan="3">
                  <a:txBody>
                    <a:bodyPr/>
                    <a:lstStyle/>
                    <a:p>
                      <a:pPr indent="13970" algn="ctr">
                        <a:lnSpc>
                          <a:spcPts val="2500"/>
                        </a:lnSpc>
                        <a:spcAft>
                          <a:spcPts val="0"/>
                        </a:spcAft>
                      </a:pP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第二次預訂</a:t>
                      </a:r>
                      <a:r>
                        <a:rPr lang="en-US" sz="1800" kern="100" dirty="0">
                          <a:effectLst/>
                          <a:latin typeface="標楷體" pitchFamily="65" charset="-120"/>
                          <a:ea typeface="標楷體" pitchFamily="65" charset="-120"/>
                        </a:rPr>
                        <a:t>7</a:t>
                      </a:r>
                      <a:r>
                        <a:rPr lang="zh-TW" sz="1800" kern="100" dirty="0">
                          <a:effectLst/>
                          <a:latin typeface="標楷體" pitchFamily="65" charset="-120"/>
                          <a:ea typeface="標楷體" pitchFamily="65" charset="-120"/>
                        </a:rPr>
                        <a:t>月辦理</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indent="88900" algn="ctr">
                        <a:lnSpc>
                          <a:spcPts val="2500"/>
                        </a:lnSpc>
                        <a:spcAft>
                          <a:spcPts val="0"/>
                        </a:spcAft>
                      </a:pPr>
                      <a:endParaRPr lang="zh-TW" sz="1800" kern="100" dirty="0">
                        <a:effectLst/>
                        <a:latin typeface="標楷體" pitchFamily="65" charset="-120"/>
                        <a:ea typeface="標楷體" pitchFamily="65" charset="-120"/>
                      </a:endParaRP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TW" altLang="en-US"/>
                    </a:p>
                  </a:txBody>
                  <a:tcPr/>
                </a:tc>
                <a:extLst>
                  <a:ext uri="{0D108BD9-81ED-4DB2-BD59-A6C34878D82A}">
                    <a16:rowId xmlns:a16="http://schemas.microsoft.com/office/drawing/2014/main" val="10000"/>
                  </a:ext>
                </a:extLst>
              </a:tr>
              <a:tr h="338141">
                <a:tc>
                  <a:txBody>
                    <a:bodyPr/>
                    <a:lstStyle/>
                    <a:p>
                      <a:pPr indent="13970" algn="ctr">
                        <a:lnSpc>
                          <a:spcPts val="2500"/>
                        </a:lnSpc>
                        <a:spcAft>
                          <a:spcPts val="0"/>
                        </a:spcAft>
                      </a:pPr>
                      <a:r>
                        <a:rPr lang="zh-TW" sz="1800" kern="100" spc="-60" dirty="0">
                          <a:effectLst/>
                          <a:latin typeface="標楷體" pitchFamily="65" charset="-120"/>
                          <a:ea typeface="標楷體" pitchFamily="65" charset="-120"/>
                        </a:rPr>
                        <a:t>時</a:t>
                      </a:r>
                      <a:r>
                        <a:rPr lang="en-US" sz="1800" kern="100" spc="-60" dirty="0">
                          <a:effectLst/>
                          <a:latin typeface="標楷體" pitchFamily="65" charset="-120"/>
                          <a:ea typeface="標楷體" pitchFamily="65" charset="-120"/>
                        </a:rPr>
                        <a:t>  </a:t>
                      </a:r>
                      <a:r>
                        <a:rPr lang="zh-TW" sz="1800" kern="100" spc="-60" dirty="0">
                          <a:effectLst/>
                          <a:latin typeface="標楷體" pitchFamily="65" charset="-120"/>
                          <a:ea typeface="標楷體" pitchFamily="65" charset="-120"/>
                        </a:rPr>
                        <a:t>間</a:t>
                      </a:r>
                      <a:endParaRPr lang="zh-TW" sz="1800" kern="100" dirty="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88900" algn="ctr">
                        <a:lnSpc>
                          <a:spcPts val="2500"/>
                        </a:lnSpc>
                        <a:spcAft>
                          <a:spcPts val="0"/>
                        </a:spcAft>
                      </a:pPr>
                      <a:r>
                        <a:rPr lang="zh-TW" sz="1800" kern="100" dirty="0">
                          <a:effectLst/>
                          <a:latin typeface="標楷體" pitchFamily="65" charset="-120"/>
                          <a:ea typeface="標楷體" pitchFamily="65" charset="-120"/>
                        </a:rPr>
                        <a:t>課</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程</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內</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容</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15875" algn="ctr">
                        <a:lnSpc>
                          <a:spcPts val="2500"/>
                        </a:lnSpc>
                        <a:spcAft>
                          <a:spcPts val="0"/>
                        </a:spcAft>
                      </a:pPr>
                      <a:r>
                        <a:rPr lang="zh-TW" sz="1800" kern="100" dirty="0">
                          <a:effectLst/>
                          <a:latin typeface="標楷體" pitchFamily="65" charset="-120"/>
                          <a:ea typeface="標楷體" pitchFamily="65" charset="-120"/>
                        </a:rPr>
                        <a:t>講師</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634997">
                <a:tc>
                  <a:txBody>
                    <a:bodyPr/>
                    <a:lstStyle/>
                    <a:p>
                      <a:pPr indent="12700" algn="ctr">
                        <a:lnSpc>
                          <a:spcPts val="2500"/>
                        </a:lnSpc>
                        <a:spcAft>
                          <a:spcPts val="0"/>
                        </a:spcAft>
                      </a:pPr>
                      <a:r>
                        <a:rPr lang="en-US" sz="1800" kern="100" spc="-60">
                          <a:effectLst/>
                          <a:latin typeface="標楷體" pitchFamily="65" charset="-120"/>
                          <a:ea typeface="標楷體" pitchFamily="65" charset="-120"/>
                        </a:rPr>
                        <a:t>09:00 ~ 11:00</a:t>
                      </a:r>
                      <a:endParaRPr lang="zh-TW" sz="1800" kern="10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548640" indent="-369570" algn="just">
                        <a:lnSpc>
                          <a:spcPts val="2500"/>
                        </a:lnSpc>
                        <a:spcAft>
                          <a:spcPts val="0"/>
                        </a:spcAft>
                      </a:pPr>
                      <a:r>
                        <a:rPr lang="zh-TW" sz="1800" kern="0" dirty="0">
                          <a:effectLst/>
                          <a:latin typeface="標楷體" pitchFamily="65" charset="-120"/>
                          <a:ea typeface="標楷體" pitchFamily="65" charset="-120"/>
                        </a:rPr>
                        <a:t>災害認識及危機處理</a:t>
                      </a:r>
                      <a:r>
                        <a:rPr lang="en-US" sz="1800" kern="0" dirty="0">
                          <a:effectLst/>
                          <a:latin typeface="標楷體" pitchFamily="65" charset="-120"/>
                          <a:ea typeface="標楷體" pitchFamily="65" charset="-120"/>
                        </a:rPr>
                        <a:t>-</a:t>
                      </a:r>
                      <a:r>
                        <a:rPr lang="zh-TW" sz="1800" kern="0" dirty="0">
                          <a:effectLst/>
                          <a:latin typeface="標楷體" pitchFamily="65" charset="-120"/>
                          <a:ea typeface="標楷體" pitchFamily="65" charset="-120"/>
                        </a:rPr>
                        <a:t>地震</a:t>
                      </a:r>
                      <a:endParaRPr lang="zh-TW" sz="1800" kern="100" dirty="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2500"/>
                        </a:lnSpc>
                        <a:spcAft>
                          <a:spcPts val="0"/>
                        </a:spcAft>
                      </a:pPr>
                      <a:r>
                        <a:rPr lang="zh-TW" sz="1800" kern="100" dirty="0">
                          <a:effectLst/>
                          <a:latin typeface="標楷體" pitchFamily="65" charset="-120"/>
                          <a:ea typeface="標楷體" pitchFamily="65" charset="-120"/>
                        </a:rPr>
                        <a:t>林俊佑理事長</a:t>
                      </a:r>
                      <a:endParaRPr lang="en-US" altLang="zh-TW" sz="1800" kern="100">
                        <a:effectLst/>
                        <a:latin typeface="標楷體" pitchFamily="65" charset="-120"/>
                        <a:ea typeface="標楷體" pitchFamily="65" charset="-120"/>
                      </a:endParaRPr>
                    </a:p>
                    <a:p>
                      <a:pPr algn="ctr">
                        <a:lnSpc>
                          <a:spcPts val="2500"/>
                        </a:lnSpc>
                        <a:spcAft>
                          <a:spcPts val="0"/>
                        </a:spcAft>
                      </a:pPr>
                      <a:r>
                        <a:rPr lang="zh-TW" sz="1800" kern="100">
                          <a:effectLst/>
                          <a:latin typeface="標楷體" pitchFamily="65" charset="-120"/>
                          <a:ea typeface="標楷體" pitchFamily="65" charset="-120"/>
                        </a:rPr>
                        <a:t>或等同師資</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17498">
                <a:tc>
                  <a:txBody>
                    <a:bodyPr/>
                    <a:lstStyle/>
                    <a:p>
                      <a:pPr indent="12700" algn="ctr">
                        <a:lnSpc>
                          <a:spcPts val="2500"/>
                        </a:lnSpc>
                        <a:spcAft>
                          <a:spcPts val="0"/>
                        </a:spcAft>
                      </a:pPr>
                      <a:r>
                        <a:rPr lang="en-US" sz="1800" kern="100" spc="-60">
                          <a:effectLst/>
                          <a:latin typeface="標楷體" pitchFamily="65" charset="-120"/>
                          <a:ea typeface="標楷體" pitchFamily="65" charset="-120"/>
                        </a:rPr>
                        <a:t>11:00 ~ 12:00</a:t>
                      </a:r>
                      <a:endParaRPr lang="zh-TW" sz="1800" kern="10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548640" indent="-369570" algn="just">
                        <a:lnSpc>
                          <a:spcPts val="2500"/>
                        </a:lnSpc>
                        <a:spcAft>
                          <a:spcPts val="0"/>
                        </a:spcAft>
                      </a:pPr>
                      <a:r>
                        <a:rPr lang="zh-TW" sz="1800" kern="100" dirty="0">
                          <a:effectLst/>
                          <a:latin typeface="標楷體" pitchFamily="65" charset="-120"/>
                          <a:ea typeface="標楷體" pitchFamily="65" charset="-120"/>
                        </a:rPr>
                        <a:t>社區自主防災編組及演練經驗分享</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2500"/>
                        </a:lnSpc>
                        <a:spcAft>
                          <a:spcPts val="0"/>
                        </a:spcAft>
                      </a:pPr>
                      <a:r>
                        <a:rPr lang="zh-TW" sz="1800" kern="100" dirty="0">
                          <a:effectLst/>
                          <a:latin typeface="標楷體" pitchFamily="65" charset="-120"/>
                          <a:ea typeface="標楷體" pitchFamily="65" charset="-120"/>
                        </a:rPr>
                        <a:t>吳麗芳總幹事</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17498">
                <a:tc>
                  <a:txBody>
                    <a:bodyPr/>
                    <a:lstStyle/>
                    <a:p>
                      <a:pPr indent="12700" algn="ctr">
                        <a:lnSpc>
                          <a:spcPts val="2500"/>
                        </a:lnSpc>
                        <a:spcAft>
                          <a:spcPts val="0"/>
                        </a:spcAft>
                      </a:pPr>
                      <a:r>
                        <a:rPr lang="en-US" sz="1800" kern="100" spc="-60">
                          <a:effectLst/>
                          <a:latin typeface="標楷體" pitchFamily="65" charset="-120"/>
                          <a:ea typeface="標楷體" pitchFamily="65" charset="-120"/>
                        </a:rPr>
                        <a:t>12:10 ~ 13:00</a:t>
                      </a:r>
                      <a:endParaRPr lang="zh-TW" sz="1800" kern="10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marL="83185" algn="ctr">
                        <a:lnSpc>
                          <a:spcPts val="2500"/>
                        </a:lnSpc>
                        <a:spcAft>
                          <a:spcPts val="0"/>
                        </a:spcAft>
                      </a:pPr>
                      <a:r>
                        <a:rPr lang="zh-TW" sz="1800" kern="100" dirty="0">
                          <a:effectLst/>
                          <a:latin typeface="標楷體" pitchFamily="65" charset="-120"/>
                          <a:ea typeface="標楷體" pitchFamily="65" charset="-120"/>
                        </a:rPr>
                        <a:t>午餐</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TW" altLang="en-US"/>
                    </a:p>
                  </a:txBody>
                  <a:tcPr/>
                </a:tc>
                <a:extLst>
                  <a:ext uri="{0D108BD9-81ED-4DB2-BD59-A6C34878D82A}">
                    <a16:rowId xmlns:a16="http://schemas.microsoft.com/office/drawing/2014/main" val="10004"/>
                  </a:ext>
                </a:extLst>
              </a:tr>
              <a:tr h="317498">
                <a:tc>
                  <a:txBody>
                    <a:bodyPr/>
                    <a:lstStyle/>
                    <a:p>
                      <a:pPr indent="12700" algn="ctr">
                        <a:lnSpc>
                          <a:spcPts val="2500"/>
                        </a:lnSpc>
                        <a:spcAft>
                          <a:spcPts val="0"/>
                        </a:spcAft>
                      </a:pPr>
                      <a:r>
                        <a:rPr lang="en-US" sz="1800" kern="100" spc="-60">
                          <a:effectLst/>
                          <a:latin typeface="標楷體" pitchFamily="65" charset="-120"/>
                          <a:ea typeface="標楷體" pitchFamily="65" charset="-120"/>
                        </a:rPr>
                        <a:t>13:00 ~ 16:00</a:t>
                      </a:r>
                      <a:endParaRPr lang="zh-TW" sz="1800" kern="10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548640" indent="-369570" algn="just">
                        <a:lnSpc>
                          <a:spcPts val="2500"/>
                        </a:lnSpc>
                        <a:spcAft>
                          <a:spcPts val="0"/>
                        </a:spcAft>
                      </a:pPr>
                      <a:r>
                        <a:rPr lang="zh-TW" sz="1800" kern="100" dirty="0">
                          <a:effectLst/>
                          <a:latin typeface="標楷體" pitchFamily="65" charset="-120"/>
                          <a:ea typeface="標楷體" pitchFamily="65" charset="-120"/>
                        </a:rPr>
                        <a:t>災害認識及危機處理</a:t>
                      </a:r>
                      <a:r>
                        <a:rPr lang="en-US" sz="1800" kern="100" dirty="0">
                          <a:effectLst/>
                          <a:latin typeface="標楷體" pitchFamily="65" charset="-120"/>
                          <a:ea typeface="標楷體" pitchFamily="65" charset="-120"/>
                        </a:rPr>
                        <a:t>-</a:t>
                      </a:r>
                      <a:r>
                        <a:rPr lang="zh-TW" sz="1800" kern="100" dirty="0">
                          <a:effectLst/>
                          <a:latin typeface="標楷體" pitchFamily="65" charset="-120"/>
                          <a:ea typeface="標楷體" pitchFamily="65" charset="-120"/>
                        </a:rPr>
                        <a:t>社區防疫</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2500"/>
                        </a:lnSpc>
                        <a:spcAft>
                          <a:spcPts val="0"/>
                        </a:spcAft>
                      </a:pPr>
                      <a:r>
                        <a:rPr lang="zh-TW" sz="1800" kern="100" dirty="0">
                          <a:effectLst/>
                          <a:latin typeface="標楷體" pitchFamily="65" charset="-120"/>
                          <a:ea typeface="標楷體" pitchFamily="65" charset="-120"/>
                        </a:rPr>
                        <a:t>張志鵬老師</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97004848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內容版面配置區 2"/>
          <p:cNvSpPr>
            <a:spLocks noGrp="1"/>
          </p:cNvSpPr>
          <p:nvPr>
            <p:ph idx="1"/>
          </p:nvPr>
        </p:nvSpPr>
        <p:spPr>
          <a:xfrm>
            <a:off x="395288" y="1125538"/>
            <a:ext cx="8229600" cy="5410200"/>
          </a:xfrm>
        </p:spPr>
        <p:txBody>
          <a:bodyPr/>
          <a:lstStyle/>
          <a:p>
            <a:pPr fontAlgn="ctr">
              <a:defRPr/>
            </a:pPr>
            <a:r>
              <a:rPr lang="zh-TW" altLang="zh-TW" sz="2800" dirty="0">
                <a:latin typeface="標楷體" pitchFamily="65" charset="-120"/>
                <a:ea typeface="標楷體" pitchFamily="65" charset="-120"/>
              </a:rPr>
              <a:t>居家安全設施聯合志工培訓</a:t>
            </a:r>
            <a:endParaRPr lang="zh-TW" altLang="zh-TW" sz="2400" dirty="0">
              <a:latin typeface="標楷體" pitchFamily="65" charset="-120"/>
              <a:ea typeface="標楷體" pitchFamily="65" charset="-120"/>
            </a:endParaRPr>
          </a:p>
          <a:p>
            <a:pPr marL="0" indent="0">
              <a:buFont typeface="Wingdings" pitchFamily="2" charset="2"/>
              <a:buNone/>
              <a:defRPr/>
            </a:pPr>
            <a:endParaRPr lang="zh-TW" altLang="en-US" dirty="0">
              <a:ea typeface="新細明體" pitchFamily="18" charset="-120"/>
            </a:endParaRPr>
          </a:p>
        </p:txBody>
      </p:sp>
      <p:sp>
        <p:nvSpPr>
          <p:cNvPr id="100355" name="標題 1"/>
          <p:cNvSpPr>
            <a:spLocks noGrp="1"/>
          </p:cNvSpPr>
          <p:nvPr>
            <p:ph type="title"/>
          </p:nvPr>
        </p:nvSpPr>
        <p:spPr>
          <a:xfrm>
            <a:off x="323850" y="260350"/>
            <a:ext cx="8382000" cy="563563"/>
          </a:xfrm>
        </p:spPr>
        <p:txBody>
          <a:bodyPr/>
          <a:lstStyle/>
          <a:p>
            <a:r>
              <a:rPr lang="zh-TW" altLang="en-US" b="0">
                <a:latin typeface="標楷體" pitchFamily="65" charset="-120"/>
                <a:ea typeface="標楷體" pitchFamily="65" charset="-120"/>
              </a:rPr>
              <a:t>活動內容規劃</a:t>
            </a:r>
            <a:br>
              <a:rPr lang="zh-TW" altLang="en-US">
                <a:ea typeface="新細明體" pitchFamily="18" charset="-120"/>
              </a:rPr>
            </a:br>
            <a:endParaRPr lang="zh-TW" altLang="en-US">
              <a:ea typeface="新細明體" pitchFamily="18" charset="-120"/>
            </a:endParaRPr>
          </a:p>
        </p:txBody>
      </p:sp>
      <p:graphicFrame>
        <p:nvGraphicFramePr>
          <p:cNvPr id="2" name="表格 1"/>
          <p:cNvGraphicFramePr>
            <a:graphicFrameLocks noGrp="1"/>
          </p:cNvGraphicFramePr>
          <p:nvPr/>
        </p:nvGraphicFramePr>
        <p:xfrm>
          <a:off x="900113" y="1773238"/>
          <a:ext cx="7056436" cy="4783138"/>
        </p:xfrm>
        <a:graphic>
          <a:graphicData uri="http://schemas.openxmlformats.org/drawingml/2006/table">
            <a:tbl>
              <a:tblPr>
                <a:tableStyleId>{5C22544A-7EE6-4342-B048-85BDC9FD1C3A}</a:tableStyleId>
              </a:tblPr>
              <a:tblGrid>
                <a:gridCol w="1992323">
                  <a:extLst>
                    <a:ext uri="{9D8B030D-6E8A-4147-A177-3AD203B41FA5}">
                      <a16:colId xmlns:a16="http://schemas.microsoft.com/office/drawing/2014/main" val="20000"/>
                    </a:ext>
                  </a:extLst>
                </a:gridCol>
                <a:gridCol w="3048200">
                  <a:extLst>
                    <a:ext uri="{9D8B030D-6E8A-4147-A177-3AD203B41FA5}">
                      <a16:colId xmlns:a16="http://schemas.microsoft.com/office/drawing/2014/main" val="20001"/>
                    </a:ext>
                  </a:extLst>
                </a:gridCol>
                <a:gridCol w="2015913">
                  <a:extLst>
                    <a:ext uri="{9D8B030D-6E8A-4147-A177-3AD203B41FA5}">
                      <a16:colId xmlns:a16="http://schemas.microsoft.com/office/drawing/2014/main" val="20002"/>
                    </a:ext>
                  </a:extLst>
                </a:gridCol>
              </a:tblGrid>
              <a:tr h="952472">
                <a:tc gridSpan="3">
                  <a:txBody>
                    <a:bodyPr/>
                    <a:lstStyle/>
                    <a:p>
                      <a:pPr indent="13970" algn="ctr">
                        <a:lnSpc>
                          <a:spcPts val="2500"/>
                        </a:lnSpc>
                        <a:spcAft>
                          <a:spcPts val="0"/>
                        </a:spcAft>
                      </a:pPr>
                      <a:r>
                        <a:rPr lang="zh-TW" sz="1800" kern="100" dirty="0">
                          <a:effectLst/>
                          <a:latin typeface="標楷體" pitchFamily="65" charset="-120"/>
                          <a:ea typeface="標楷體" pitchFamily="65" charset="-120"/>
                        </a:rPr>
                        <a:t>辦理期程</a:t>
                      </a:r>
                      <a:r>
                        <a:rPr lang="en-US" sz="1800" kern="100" dirty="0">
                          <a:effectLst/>
                          <a:latin typeface="標楷體" pitchFamily="65" charset="-120"/>
                          <a:ea typeface="標楷體" pitchFamily="65" charset="-120"/>
                        </a:rPr>
                        <a:t>    </a:t>
                      </a:r>
                      <a:endParaRPr lang="zh-TW" sz="1800" kern="100" dirty="0">
                        <a:effectLst/>
                        <a:latin typeface="標楷體" pitchFamily="65" charset="-120"/>
                        <a:ea typeface="標楷體" pitchFamily="65" charset="-120"/>
                      </a:endParaRPr>
                    </a:p>
                    <a:p>
                      <a:pPr indent="88900" algn="ctr">
                        <a:lnSpc>
                          <a:spcPts val="2500"/>
                        </a:lnSpc>
                        <a:spcAft>
                          <a:spcPts val="0"/>
                        </a:spcAft>
                      </a:pPr>
                      <a:r>
                        <a:rPr lang="en-US" sz="1800" kern="100" dirty="0">
                          <a:effectLst/>
                          <a:latin typeface="標楷體" pitchFamily="65" charset="-120"/>
                          <a:ea typeface="標楷體" pitchFamily="65" charset="-120"/>
                        </a:rPr>
                        <a:t>107</a:t>
                      </a:r>
                      <a:r>
                        <a:rPr lang="zh-TW" sz="1800" kern="100" dirty="0">
                          <a:effectLst/>
                          <a:latin typeface="標楷體" pitchFamily="65" charset="-120"/>
                          <a:ea typeface="標楷體" pitchFamily="65" charset="-120"/>
                        </a:rPr>
                        <a:t>年</a:t>
                      </a:r>
                      <a:r>
                        <a:rPr lang="en-US" sz="1800" kern="100" dirty="0">
                          <a:effectLst/>
                          <a:latin typeface="標楷體" pitchFamily="65" charset="-120"/>
                          <a:ea typeface="標楷體" pitchFamily="65" charset="-120"/>
                        </a:rPr>
                        <a:t>3-6</a:t>
                      </a:r>
                      <a:r>
                        <a:rPr lang="zh-TW" sz="1800" kern="100" dirty="0">
                          <a:effectLst/>
                          <a:latin typeface="標楷體" pitchFamily="65" charset="-120"/>
                          <a:ea typeface="標楷體" pitchFamily="65" charset="-120"/>
                        </a:rPr>
                        <a:t>月</a:t>
                      </a:r>
                    </a:p>
                    <a:p>
                      <a:pPr indent="15875" algn="ctr">
                        <a:lnSpc>
                          <a:spcPts val="2500"/>
                        </a:lnSpc>
                        <a:spcAft>
                          <a:spcPts val="0"/>
                        </a:spcAft>
                      </a:pPr>
                      <a:r>
                        <a:rPr lang="en-US" sz="1800" kern="100" dirty="0">
                          <a:effectLst/>
                          <a:latin typeface="標楷體" pitchFamily="65" charset="-120"/>
                          <a:ea typeface="標楷體" pitchFamily="65" charset="-120"/>
                        </a:rPr>
                        <a:t> </a:t>
                      </a:r>
                      <a:r>
                        <a:rPr lang="en-US" altLang="zh-TW" sz="1800" kern="100" dirty="0">
                          <a:effectLst/>
                          <a:latin typeface="標楷體" pitchFamily="65" charset="-120"/>
                          <a:ea typeface="標楷體" pitchFamily="65" charset="-120"/>
                        </a:rPr>
                        <a:t>(</a:t>
                      </a:r>
                      <a:r>
                        <a:rPr lang="zh-TW" altLang="en-US" sz="1800" kern="100" dirty="0">
                          <a:effectLst/>
                          <a:latin typeface="標楷體" pitchFamily="65" charset="-120"/>
                          <a:ea typeface="標楷體" pitchFamily="65" charset="-120"/>
                        </a:rPr>
                        <a:t>暫定</a:t>
                      </a:r>
                      <a:r>
                        <a:rPr lang="en-US" altLang="zh-TW" sz="1800" kern="100" dirty="0">
                          <a:effectLst/>
                          <a:latin typeface="標楷體" pitchFamily="65" charset="-120"/>
                          <a:ea typeface="標楷體" pitchFamily="65" charset="-120"/>
                        </a:rPr>
                        <a:t>)</a:t>
                      </a:r>
                      <a:endParaRPr lang="zh-TW" sz="1800" kern="100" dirty="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indent="88900" algn="ctr">
                        <a:lnSpc>
                          <a:spcPts val="2500"/>
                        </a:lnSpc>
                        <a:spcAft>
                          <a:spcPts val="0"/>
                        </a:spcAft>
                      </a:pPr>
                      <a:endParaRPr lang="zh-TW" sz="1800" kern="100" dirty="0">
                        <a:effectLst/>
                        <a:latin typeface="標楷體" pitchFamily="65" charset="-120"/>
                        <a:ea typeface="標楷體" pitchFamily="65" charset="-120"/>
                      </a:endParaRP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indent="15875" algn="ctr">
                        <a:lnSpc>
                          <a:spcPts val="2500"/>
                        </a:lnSpc>
                        <a:spcAft>
                          <a:spcPts val="0"/>
                        </a:spcAft>
                      </a:pPr>
                      <a:endParaRPr lang="zh-TW" sz="1800" kern="100" dirty="0">
                        <a:effectLst/>
                        <a:latin typeface="標楷體" pitchFamily="65" charset="-120"/>
                        <a:ea typeface="標楷體" pitchFamily="65" charset="-120"/>
                      </a:endParaRP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38268">
                <a:tc>
                  <a:txBody>
                    <a:bodyPr/>
                    <a:lstStyle/>
                    <a:p>
                      <a:pPr indent="13970" algn="ctr">
                        <a:lnSpc>
                          <a:spcPts val="2500"/>
                        </a:lnSpc>
                        <a:spcAft>
                          <a:spcPts val="0"/>
                        </a:spcAft>
                      </a:pPr>
                      <a:r>
                        <a:rPr lang="en-US" sz="1800" kern="100" dirty="0">
                          <a:effectLst/>
                          <a:latin typeface="標楷體" pitchFamily="65" charset="-120"/>
                          <a:ea typeface="標楷體" pitchFamily="65" charset="-120"/>
                        </a:rPr>
                        <a:t> </a:t>
                      </a:r>
                      <a:r>
                        <a:rPr lang="zh-TW" sz="1800" kern="100" spc="-60" dirty="0">
                          <a:effectLst/>
                          <a:latin typeface="標楷體" pitchFamily="65" charset="-120"/>
                          <a:ea typeface="標楷體" pitchFamily="65" charset="-120"/>
                        </a:rPr>
                        <a:t>時</a:t>
                      </a:r>
                      <a:r>
                        <a:rPr lang="en-US" sz="1800" kern="100" spc="-60" dirty="0">
                          <a:effectLst/>
                          <a:latin typeface="標楷體" pitchFamily="65" charset="-120"/>
                          <a:ea typeface="標楷體" pitchFamily="65" charset="-120"/>
                        </a:rPr>
                        <a:t>  </a:t>
                      </a:r>
                      <a:r>
                        <a:rPr lang="zh-TW" sz="1800" kern="100" spc="-60" dirty="0">
                          <a:effectLst/>
                          <a:latin typeface="標楷體" pitchFamily="65" charset="-120"/>
                          <a:ea typeface="標楷體" pitchFamily="65" charset="-120"/>
                        </a:rPr>
                        <a:t>間</a:t>
                      </a:r>
                      <a:endParaRPr lang="zh-TW" sz="1800" kern="100" dirty="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88900" algn="ctr">
                        <a:lnSpc>
                          <a:spcPts val="2500"/>
                        </a:lnSpc>
                        <a:spcAft>
                          <a:spcPts val="0"/>
                        </a:spcAft>
                      </a:pPr>
                      <a:r>
                        <a:rPr lang="zh-TW" sz="1800" kern="100" dirty="0">
                          <a:effectLst/>
                          <a:latin typeface="標楷體" pitchFamily="65" charset="-120"/>
                          <a:ea typeface="標楷體" pitchFamily="65" charset="-120"/>
                        </a:rPr>
                        <a:t>課</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程</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內</a:t>
                      </a:r>
                      <a:r>
                        <a:rPr lang="en-US" sz="1800" kern="100" dirty="0">
                          <a:effectLst/>
                          <a:latin typeface="標楷體" pitchFamily="65" charset="-120"/>
                          <a:ea typeface="標楷體" pitchFamily="65" charset="-120"/>
                        </a:rPr>
                        <a:t>  </a:t>
                      </a:r>
                      <a:r>
                        <a:rPr lang="zh-TW" sz="1800" kern="100" dirty="0">
                          <a:effectLst/>
                          <a:latin typeface="標楷體" pitchFamily="65" charset="-120"/>
                          <a:ea typeface="標楷體" pitchFamily="65" charset="-120"/>
                        </a:rPr>
                        <a:t>容</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15875" algn="ctr">
                        <a:lnSpc>
                          <a:spcPts val="2500"/>
                        </a:lnSpc>
                        <a:spcAft>
                          <a:spcPts val="0"/>
                        </a:spcAft>
                      </a:pPr>
                      <a:r>
                        <a:rPr lang="zh-TW" sz="1800" kern="100">
                          <a:effectLst/>
                          <a:latin typeface="標楷體" pitchFamily="65" charset="-120"/>
                          <a:ea typeface="標楷體" pitchFamily="65" charset="-120"/>
                        </a:rPr>
                        <a:t>講師</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17491">
                <a:tc>
                  <a:txBody>
                    <a:bodyPr/>
                    <a:lstStyle/>
                    <a:p>
                      <a:pPr indent="12700" algn="ctr">
                        <a:lnSpc>
                          <a:spcPts val="2500"/>
                        </a:lnSpc>
                        <a:spcAft>
                          <a:spcPts val="0"/>
                        </a:spcAft>
                      </a:pPr>
                      <a:r>
                        <a:rPr lang="en-US" sz="1800" kern="100" spc="-60">
                          <a:effectLst/>
                          <a:latin typeface="標楷體" pitchFamily="65" charset="-120"/>
                          <a:ea typeface="標楷體" pitchFamily="65" charset="-120"/>
                        </a:rPr>
                        <a:t>09:00 ~ 11:00</a:t>
                      </a:r>
                      <a:endParaRPr lang="zh-TW" sz="1800" kern="10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lnSpc>
                          <a:spcPts val="2500"/>
                        </a:lnSpc>
                        <a:spcAft>
                          <a:spcPts val="0"/>
                        </a:spcAft>
                      </a:pPr>
                      <a:r>
                        <a:rPr lang="zh-TW" sz="1800" kern="0" dirty="0">
                          <a:effectLst/>
                          <a:latin typeface="標楷體" pitchFamily="65" charset="-120"/>
                          <a:ea typeface="標楷體" pitchFamily="65" charset="-120"/>
                        </a:rPr>
                        <a:t>居家安全設施設備安裝課程</a:t>
                      </a:r>
                      <a:endParaRPr lang="zh-TW" sz="1800" kern="100" dirty="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lgn="l">
                        <a:lnSpc>
                          <a:spcPts val="2500"/>
                        </a:lnSpc>
                        <a:spcAft>
                          <a:spcPts val="0"/>
                        </a:spcAft>
                      </a:pPr>
                      <a:r>
                        <a:rPr lang="zh-TW" sz="1800" kern="100" dirty="0">
                          <a:effectLst/>
                          <a:latin typeface="標楷體" pitchFamily="65" charset="-120"/>
                          <a:ea typeface="標楷體" pitchFamily="65" charset="-120"/>
                        </a:rPr>
                        <a:t>聘請葉錫根老師</a:t>
                      </a:r>
                      <a:r>
                        <a:rPr lang="zh-TW" altLang="zh-TW" sz="1800" kern="100" dirty="0">
                          <a:effectLst/>
                          <a:latin typeface="標楷體" pitchFamily="65" charset="-120"/>
                          <a:ea typeface="標楷體" pitchFamily="65" charset="-120"/>
                        </a:rPr>
                        <a:t>、</a:t>
                      </a:r>
                      <a:endParaRPr lang="en-US" altLang="zh-TW" sz="1800" kern="100" dirty="0">
                        <a:effectLst/>
                        <a:latin typeface="標楷體" pitchFamily="65" charset="-120"/>
                        <a:ea typeface="標楷體" pitchFamily="65" charset="-120"/>
                      </a:endParaRPr>
                    </a:p>
                    <a:p>
                      <a:pPr algn="l">
                        <a:lnSpc>
                          <a:spcPts val="2500"/>
                        </a:lnSpc>
                        <a:spcAft>
                          <a:spcPts val="0"/>
                        </a:spcAft>
                      </a:pPr>
                      <a:r>
                        <a:rPr lang="zh-TW" sz="1800" kern="100" dirty="0">
                          <a:effectLst/>
                          <a:latin typeface="標楷體" pitchFamily="65" charset="-120"/>
                          <a:ea typeface="標楷體" pitchFamily="65" charset="-120"/>
                        </a:rPr>
                        <a:t>陳允洋老師、</a:t>
                      </a:r>
                      <a:endParaRPr lang="en-US" altLang="zh-TW" sz="1800" kern="100" dirty="0">
                        <a:effectLst/>
                        <a:latin typeface="標楷體" pitchFamily="65" charset="-120"/>
                        <a:ea typeface="標楷體" pitchFamily="65" charset="-120"/>
                      </a:endParaRPr>
                    </a:p>
                    <a:p>
                      <a:pPr algn="l">
                        <a:lnSpc>
                          <a:spcPts val="2500"/>
                        </a:lnSpc>
                        <a:spcAft>
                          <a:spcPts val="0"/>
                        </a:spcAft>
                      </a:pPr>
                      <a:r>
                        <a:rPr lang="zh-TW" sz="1800" kern="100" dirty="0">
                          <a:effectLst/>
                          <a:latin typeface="標楷體" pitchFamily="65" charset="-120"/>
                          <a:ea typeface="標楷體" pitchFamily="65" charset="-120"/>
                        </a:rPr>
                        <a:t>朱崇慕理事長</a:t>
                      </a:r>
                      <a:endParaRPr lang="en-US" altLang="zh-TW" sz="1800" kern="100" dirty="0">
                        <a:effectLst/>
                        <a:latin typeface="標楷體" pitchFamily="65" charset="-120"/>
                        <a:ea typeface="標楷體" pitchFamily="65" charset="-120"/>
                      </a:endParaRPr>
                    </a:p>
                    <a:p>
                      <a:pPr algn="l">
                        <a:lnSpc>
                          <a:spcPts val="2500"/>
                        </a:lnSpc>
                        <a:spcAft>
                          <a:spcPts val="0"/>
                        </a:spcAft>
                      </a:pPr>
                      <a:r>
                        <a:rPr lang="zh-TW" sz="1800" kern="100" dirty="0">
                          <a:effectLst/>
                          <a:latin typeface="標楷體" pitchFamily="65" charset="-120"/>
                          <a:ea typeface="標楷體" pitchFamily="65" charset="-120"/>
                        </a:rPr>
                        <a:t>或等同水電講師</a:t>
                      </a:r>
                      <a:endParaRPr lang="en-US" altLang="zh-TW" sz="1800" kern="100" dirty="0">
                        <a:effectLst/>
                        <a:latin typeface="標楷體" pitchFamily="65" charset="-120"/>
                        <a:ea typeface="標楷體" pitchFamily="65" charset="-120"/>
                      </a:endParaRPr>
                    </a:p>
                    <a:p>
                      <a:pPr algn="l">
                        <a:lnSpc>
                          <a:spcPts val="2500"/>
                        </a:lnSpc>
                        <a:spcAft>
                          <a:spcPts val="0"/>
                        </a:spcAft>
                      </a:pPr>
                      <a:r>
                        <a:rPr lang="zh-TW" sz="1800" kern="100" dirty="0">
                          <a:effectLst/>
                          <a:latin typeface="標楷體" pitchFamily="65" charset="-120"/>
                          <a:ea typeface="標楷體" pitchFamily="65" charset="-120"/>
                        </a:rPr>
                        <a:t>協助技術指導</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69963">
                <a:tc>
                  <a:txBody>
                    <a:bodyPr/>
                    <a:lstStyle/>
                    <a:p>
                      <a:pPr indent="12700" algn="ctr">
                        <a:lnSpc>
                          <a:spcPts val="2500"/>
                        </a:lnSpc>
                        <a:spcAft>
                          <a:spcPts val="0"/>
                        </a:spcAft>
                      </a:pPr>
                      <a:r>
                        <a:rPr lang="en-US" sz="1800" kern="100" spc="-60">
                          <a:effectLst/>
                          <a:latin typeface="標楷體" pitchFamily="65" charset="-120"/>
                          <a:ea typeface="標楷體" pitchFamily="65" charset="-120"/>
                        </a:rPr>
                        <a:t>11:00 ~ 12:00</a:t>
                      </a:r>
                      <a:endParaRPr lang="zh-TW" sz="1800" kern="10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lnSpc>
                          <a:spcPts val="2500"/>
                        </a:lnSpc>
                        <a:spcAft>
                          <a:spcPts val="0"/>
                        </a:spcAft>
                      </a:pPr>
                      <a:r>
                        <a:rPr lang="zh-TW" sz="1800" kern="0" dirty="0">
                          <a:effectLst/>
                          <a:latin typeface="標楷體" pitchFamily="65" charset="-120"/>
                          <a:ea typeface="標楷體" pitchFamily="65" charset="-120"/>
                        </a:rPr>
                        <a:t>居家安全設施實際操作課程</a:t>
                      </a:r>
                      <a:endParaRPr lang="zh-TW" sz="1800" kern="100" dirty="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zh-TW" altLang="en-US"/>
                    </a:p>
                  </a:txBody>
                  <a:tcPr/>
                </a:tc>
                <a:extLst>
                  <a:ext uri="{0D108BD9-81ED-4DB2-BD59-A6C34878D82A}">
                    <a16:rowId xmlns:a16="http://schemas.microsoft.com/office/drawing/2014/main" val="10003"/>
                  </a:ext>
                </a:extLst>
              </a:tr>
              <a:tr h="317491">
                <a:tc>
                  <a:txBody>
                    <a:bodyPr/>
                    <a:lstStyle/>
                    <a:p>
                      <a:pPr indent="12700" algn="ctr">
                        <a:lnSpc>
                          <a:spcPts val="2500"/>
                        </a:lnSpc>
                        <a:spcAft>
                          <a:spcPts val="0"/>
                        </a:spcAft>
                      </a:pPr>
                      <a:r>
                        <a:rPr lang="en-US" sz="1800" kern="100" spc="-60">
                          <a:effectLst/>
                          <a:latin typeface="標楷體" pitchFamily="65" charset="-120"/>
                          <a:ea typeface="標楷體" pitchFamily="65" charset="-120"/>
                        </a:rPr>
                        <a:t>12:10 ~ 13:00</a:t>
                      </a:r>
                      <a:endParaRPr lang="zh-TW" sz="1800" kern="10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marL="83185" algn="ctr">
                        <a:lnSpc>
                          <a:spcPts val="2500"/>
                        </a:lnSpc>
                        <a:spcAft>
                          <a:spcPts val="0"/>
                        </a:spcAft>
                      </a:pPr>
                      <a:r>
                        <a:rPr lang="zh-TW" sz="1800" kern="100" dirty="0">
                          <a:effectLst/>
                          <a:latin typeface="標楷體" pitchFamily="65" charset="-120"/>
                          <a:ea typeface="標楷體" pitchFamily="65" charset="-120"/>
                        </a:rPr>
                        <a:t>午 餐</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TW" altLang="en-US"/>
                    </a:p>
                  </a:txBody>
                  <a:tcPr/>
                </a:tc>
                <a:extLst>
                  <a:ext uri="{0D108BD9-81ED-4DB2-BD59-A6C34878D82A}">
                    <a16:rowId xmlns:a16="http://schemas.microsoft.com/office/drawing/2014/main" val="10004"/>
                  </a:ext>
                </a:extLst>
              </a:tr>
              <a:tr h="1587453">
                <a:tc>
                  <a:txBody>
                    <a:bodyPr/>
                    <a:lstStyle/>
                    <a:p>
                      <a:pPr indent="12700" algn="ctr">
                        <a:lnSpc>
                          <a:spcPts val="2500"/>
                        </a:lnSpc>
                        <a:spcAft>
                          <a:spcPts val="0"/>
                        </a:spcAft>
                      </a:pPr>
                      <a:r>
                        <a:rPr lang="en-US" sz="1800" kern="100" spc="-60">
                          <a:effectLst/>
                          <a:latin typeface="標楷體" pitchFamily="65" charset="-120"/>
                          <a:ea typeface="標楷體" pitchFamily="65" charset="-120"/>
                        </a:rPr>
                        <a:t>13:00 ~ 15:00</a:t>
                      </a:r>
                      <a:endParaRPr lang="zh-TW" sz="1800" kern="10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lnSpc>
                          <a:spcPts val="2500"/>
                        </a:lnSpc>
                        <a:spcAft>
                          <a:spcPts val="0"/>
                        </a:spcAft>
                      </a:pPr>
                      <a:r>
                        <a:rPr lang="zh-TW" sz="1800" kern="0" dirty="0">
                          <a:effectLst/>
                          <a:latin typeface="標楷體" pitchFamily="65" charset="-120"/>
                          <a:ea typeface="標楷體" pitchFamily="65" charset="-120"/>
                        </a:rPr>
                        <a:t>居家安全設施實際操作課程</a:t>
                      </a:r>
                      <a:endParaRPr lang="zh-TW" sz="1800" kern="100" dirty="0">
                        <a:effectLst/>
                        <a:latin typeface="標楷體" pitchFamily="65" charset="-120"/>
                        <a:ea typeface="標楷體" pitchFamily="65" charset="-120"/>
                      </a:endParaRP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a:lnSpc>
                          <a:spcPts val="2500"/>
                        </a:lnSpc>
                        <a:spcAft>
                          <a:spcPts val="0"/>
                        </a:spcAft>
                      </a:pPr>
                      <a:r>
                        <a:rPr lang="zh-TW" sz="1800" kern="100" dirty="0">
                          <a:effectLst/>
                          <a:latin typeface="標楷體" pitchFamily="65" charset="-120"/>
                          <a:ea typeface="標楷體" pitchFamily="65" charset="-120"/>
                        </a:rPr>
                        <a:t>聘請葉錫根老師</a:t>
                      </a:r>
                      <a:r>
                        <a:rPr lang="zh-TW" altLang="zh-TW" sz="1800" kern="100" dirty="0">
                          <a:effectLst/>
                          <a:latin typeface="標楷體" pitchFamily="65" charset="-120"/>
                          <a:ea typeface="標楷體" pitchFamily="65" charset="-120"/>
                        </a:rPr>
                        <a:t>、</a:t>
                      </a:r>
                      <a:endParaRPr lang="en-US" altLang="zh-TW" sz="1800" kern="100" dirty="0">
                        <a:effectLst/>
                        <a:latin typeface="標楷體" pitchFamily="65" charset="-120"/>
                        <a:ea typeface="標楷體" pitchFamily="65" charset="-120"/>
                      </a:endParaRPr>
                    </a:p>
                    <a:p>
                      <a:pPr algn="l">
                        <a:lnSpc>
                          <a:spcPts val="2500"/>
                        </a:lnSpc>
                        <a:spcAft>
                          <a:spcPts val="0"/>
                        </a:spcAft>
                      </a:pPr>
                      <a:r>
                        <a:rPr lang="zh-TW" sz="1800" kern="100" dirty="0">
                          <a:effectLst/>
                          <a:latin typeface="標楷體" pitchFamily="65" charset="-120"/>
                          <a:ea typeface="標楷體" pitchFamily="65" charset="-120"/>
                        </a:rPr>
                        <a:t>陳允洋老師、</a:t>
                      </a:r>
                      <a:endParaRPr lang="en-US" altLang="zh-TW" sz="1800" kern="100" dirty="0">
                        <a:effectLst/>
                        <a:latin typeface="標楷體" pitchFamily="65" charset="-120"/>
                        <a:ea typeface="標楷體" pitchFamily="65" charset="-120"/>
                      </a:endParaRPr>
                    </a:p>
                    <a:p>
                      <a:pPr algn="l">
                        <a:lnSpc>
                          <a:spcPts val="2500"/>
                        </a:lnSpc>
                        <a:spcAft>
                          <a:spcPts val="0"/>
                        </a:spcAft>
                      </a:pPr>
                      <a:r>
                        <a:rPr lang="zh-TW" sz="1800" kern="100" dirty="0">
                          <a:effectLst/>
                          <a:latin typeface="標楷體" pitchFamily="65" charset="-120"/>
                          <a:ea typeface="標楷體" pitchFamily="65" charset="-120"/>
                        </a:rPr>
                        <a:t>朱崇慕理事長</a:t>
                      </a:r>
                      <a:r>
                        <a:rPr lang="zh-TW" altLang="zh-TW" sz="1800" kern="100" dirty="0">
                          <a:effectLst/>
                          <a:latin typeface="標楷體" pitchFamily="65" charset="-120"/>
                          <a:ea typeface="標楷體" pitchFamily="65" charset="-120"/>
                        </a:rPr>
                        <a:t>、</a:t>
                      </a:r>
                      <a:endParaRPr lang="en-US" altLang="zh-TW" sz="1800" kern="100" dirty="0">
                        <a:effectLst/>
                        <a:latin typeface="標楷體" pitchFamily="65" charset="-120"/>
                        <a:ea typeface="標楷體" pitchFamily="65" charset="-120"/>
                      </a:endParaRPr>
                    </a:p>
                    <a:p>
                      <a:pPr algn="l">
                        <a:lnSpc>
                          <a:spcPts val="2500"/>
                        </a:lnSpc>
                        <a:spcAft>
                          <a:spcPts val="0"/>
                        </a:spcAft>
                      </a:pPr>
                      <a:r>
                        <a:rPr lang="zh-TW" sz="1800" kern="100" dirty="0">
                          <a:effectLst/>
                          <a:latin typeface="標楷體" pitchFamily="65" charset="-120"/>
                          <a:ea typeface="標楷體" pitchFamily="65" charset="-120"/>
                        </a:rPr>
                        <a:t>或等同水電講師</a:t>
                      </a:r>
                      <a:endParaRPr lang="en-US" altLang="zh-TW" sz="1800" kern="100" dirty="0">
                        <a:effectLst/>
                        <a:latin typeface="標楷體" pitchFamily="65" charset="-120"/>
                        <a:ea typeface="標楷體" pitchFamily="65" charset="-120"/>
                      </a:endParaRPr>
                    </a:p>
                    <a:p>
                      <a:pPr algn="l">
                        <a:lnSpc>
                          <a:spcPts val="2500"/>
                        </a:lnSpc>
                        <a:spcAft>
                          <a:spcPts val="0"/>
                        </a:spcAft>
                      </a:pPr>
                      <a:r>
                        <a:rPr lang="zh-TW" sz="1800" kern="100" dirty="0">
                          <a:effectLst/>
                          <a:latin typeface="標楷體" pitchFamily="65" charset="-120"/>
                          <a:ea typeface="標楷體" pitchFamily="65" charset="-120"/>
                        </a:rPr>
                        <a:t>協助技術指導</a:t>
                      </a:r>
                    </a:p>
                  </a:txBody>
                  <a:tcPr marL="17777" marR="1777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54460246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內容版面配置區 2"/>
          <p:cNvSpPr>
            <a:spLocks noGrp="1"/>
          </p:cNvSpPr>
          <p:nvPr>
            <p:ph idx="1"/>
          </p:nvPr>
        </p:nvSpPr>
        <p:spPr>
          <a:xfrm>
            <a:off x="387350" y="1141413"/>
            <a:ext cx="8229600" cy="5410200"/>
          </a:xfrm>
        </p:spPr>
        <p:txBody>
          <a:bodyPr/>
          <a:lstStyle/>
          <a:p>
            <a:pPr marL="0" indent="0">
              <a:buFont typeface="Wingdings" pitchFamily="2" charset="2"/>
              <a:buNone/>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五</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、幹部與志工培力及旗艦聯繫會議</a:t>
            </a:r>
            <a:endParaRPr lang="zh-TW" altLang="zh-TW" sz="2400" dirty="0">
              <a:latin typeface="標楷體" pitchFamily="65" charset="-120"/>
              <a:ea typeface="標楷體" pitchFamily="65" charset="-120"/>
            </a:endParaRPr>
          </a:p>
          <a:p>
            <a:pPr marL="0" indent="0">
              <a:buFont typeface="Wingdings" pitchFamily="2" charset="2"/>
              <a:buNone/>
            </a:pPr>
            <a:endParaRPr lang="zh-TW" altLang="en-US" dirty="0">
              <a:ea typeface="新細明體" pitchFamily="18" charset="-120"/>
            </a:endParaRPr>
          </a:p>
        </p:txBody>
      </p:sp>
      <p:pic>
        <p:nvPicPr>
          <p:cNvPr id="9" name="圖片 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90544" y="5176938"/>
            <a:ext cx="2987824" cy="1681062"/>
          </a:xfrm>
          <a:prstGeom prst="rect">
            <a:avLst/>
          </a:prstGeom>
          <a:ln>
            <a:noFill/>
          </a:ln>
          <a:effectLst>
            <a:softEdge rad="112500"/>
          </a:effectLst>
        </p:spPr>
      </p:pic>
      <p:pic>
        <p:nvPicPr>
          <p:cNvPr id="8" name="圖片 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373724" y="5229200"/>
            <a:ext cx="3164187" cy="1780290"/>
          </a:xfrm>
          <a:prstGeom prst="rect">
            <a:avLst/>
          </a:prstGeom>
          <a:ln>
            <a:noFill/>
          </a:ln>
          <a:effectLst>
            <a:softEdge rad="112500"/>
          </a:effectLst>
        </p:spPr>
      </p:pic>
      <p:sp>
        <p:nvSpPr>
          <p:cNvPr id="102405"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dirty="0">
              <a:ea typeface="新細明體" pitchFamily="18" charset="-120"/>
              <a:cs typeface="華康隸書體W7" pitchFamily="65" charset="-120"/>
            </a:endParaRPr>
          </a:p>
        </p:txBody>
      </p:sp>
      <p:graphicFrame>
        <p:nvGraphicFramePr>
          <p:cNvPr id="5" name="表格 4"/>
          <p:cNvGraphicFramePr>
            <a:graphicFrameLocks noGrp="1"/>
          </p:cNvGraphicFramePr>
          <p:nvPr/>
        </p:nvGraphicFramePr>
        <p:xfrm>
          <a:off x="755650" y="1916113"/>
          <a:ext cx="7272339" cy="1866900"/>
        </p:xfrm>
        <a:graphic>
          <a:graphicData uri="http://schemas.openxmlformats.org/drawingml/2006/table">
            <a:tbl>
              <a:tblPr>
                <a:tableStyleId>{5C22544A-7EE6-4342-B048-85BDC9FD1C3A}</a:tableStyleId>
              </a:tblPr>
              <a:tblGrid>
                <a:gridCol w="1272504">
                  <a:extLst>
                    <a:ext uri="{9D8B030D-6E8A-4147-A177-3AD203B41FA5}">
                      <a16:colId xmlns:a16="http://schemas.microsoft.com/office/drawing/2014/main" val="20000"/>
                    </a:ext>
                  </a:extLst>
                </a:gridCol>
                <a:gridCol w="2543674">
                  <a:extLst>
                    <a:ext uri="{9D8B030D-6E8A-4147-A177-3AD203B41FA5}">
                      <a16:colId xmlns:a16="http://schemas.microsoft.com/office/drawing/2014/main" val="20001"/>
                    </a:ext>
                  </a:extLst>
                </a:gridCol>
                <a:gridCol w="3456161">
                  <a:extLst>
                    <a:ext uri="{9D8B030D-6E8A-4147-A177-3AD203B41FA5}">
                      <a16:colId xmlns:a16="http://schemas.microsoft.com/office/drawing/2014/main" val="20002"/>
                    </a:ext>
                  </a:extLst>
                </a:gridCol>
              </a:tblGrid>
              <a:tr h="373380">
                <a:tc>
                  <a:txBody>
                    <a:bodyPr/>
                    <a:lstStyle/>
                    <a:p>
                      <a:pPr algn="ctr" fontAlgn="ctr"/>
                      <a:r>
                        <a:rPr lang="zh-TW" sz="2400" u="none" strike="noStrike" dirty="0">
                          <a:solidFill>
                            <a:schemeClr val="tx1"/>
                          </a:solidFill>
                          <a:effectLst/>
                          <a:latin typeface="標楷體" pitchFamily="65" charset="-120"/>
                          <a:ea typeface="標楷體" pitchFamily="65" charset="-120"/>
                        </a:rPr>
                        <a:t>執行期程</a:t>
                      </a:r>
                      <a:endParaRPr lang="zh-TW" sz="2400" b="1"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2400" u="none" strike="noStrike" dirty="0">
                          <a:solidFill>
                            <a:schemeClr val="tx1"/>
                          </a:solidFill>
                          <a:effectLst/>
                          <a:latin typeface="標楷體" pitchFamily="65" charset="-120"/>
                          <a:ea typeface="標楷體" pitchFamily="65" charset="-120"/>
                        </a:rPr>
                        <a:t>執行項目</a:t>
                      </a:r>
                      <a:endParaRPr lang="zh-TW" sz="2400" b="1"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fontAlgn="ctr"/>
                      <a:r>
                        <a:rPr lang="zh-TW" sz="2400" u="none" strike="noStrike" dirty="0">
                          <a:solidFill>
                            <a:schemeClr val="tx1"/>
                          </a:solidFill>
                          <a:effectLst/>
                          <a:latin typeface="標楷體" pitchFamily="65" charset="-120"/>
                          <a:ea typeface="標楷體" pitchFamily="65" charset="-120"/>
                        </a:rPr>
                        <a:t>執行內容</a:t>
                      </a:r>
                      <a:endParaRPr lang="zh-TW" sz="2400" b="1"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373380">
                <a:tc rowSpan="4">
                  <a:txBody>
                    <a:bodyPr/>
                    <a:lstStyle/>
                    <a:p>
                      <a:pPr algn="ctr" fontAlgn="ctr"/>
                      <a:r>
                        <a:rPr lang="en-US" altLang="zh-TW" sz="2400" kern="1200" dirty="0">
                          <a:solidFill>
                            <a:schemeClr val="dk1"/>
                          </a:solidFill>
                          <a:effectLst/>
                          <a:latin typeface="標楷體" pitchFamily="65" charset="-120"/>
                          <a:ea typeface="標楷體" pitchFamily="65" charset="-120"/>
                          <a:cs typeface="+mn-cs"/>
                        </a:rPr>
                        <a:t>2-11</a:t>
                      </a:r>
                      <a:r>
                        <a:rPr lang="zh-TW" altLang="zh-TW" sz="2400" kern="1200" dirty="0">
                          <a:solidFill>
                            <a:schemeClr val="dk1"/>
                          </a:solidFill>
                          <a:effectLst/>
                          <a:latin typeface="標楷體" pitchFamily="65" charset="-120"/>
                          <a:ea typeface="標楷體" pitchFamily="65" charset="-120"/>
                          <a:cs typeface="+mn-cs"/>
                        </a:rPr>
                        <a:t>月</a:t>
                      </a:r>
                      <a:endParaRPr lang="zh-TW" sz="24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4">
                  <a:txBody>
                    <a:bodyPr/>
                    <a:lstStyle/>
                    <a:p>
                      <a:pPr algn="l" fontAlgn="ctr"/>
                      <a:r>
                        <a:rPr lang="zh-TW" altLang="zh-TW" sz="2400" kern="1200" dirty="0">
                          <a:solidFill>
                            <a:schemeClr val="dk1"/>
                          </a:solidFill>
                          <a:effectLst/>
                          <a:latin typeface="標楷體" pitchFamily="65" charset="-120"/>
                          <a:ea typeface="標楷體" pitchFamily="65" charset="-120"/>
                          <a:cs typeface="+mn-cs"/>
                        </a:rPr>
                        <a:t>旗艦計畫幹部培力及聯繫會報</a:t>
                      </a:r>
                      <a:endParaRPr lang="zh-TW" sz="24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en-US" altLang="zh-TW" sz="2400" kern="1200" dirty="0">
                          <a:solidFill>
                            <a:schemeClr val="dk1"/>
                          </a:solidFill>
                          <a:effectLst/>
                          <a:latin typeface="標楷體" pitchFamily="65" charset="-120"/>
                          <a:ea typeface="標楷體" pitchFamily="65" charset="-120"/>
                          <a:cs typeface="+mn-cs"/>
                        </a:rPr>
                        <a:t>1.</a:t>
                      </a:r>
                      <a:r>
                        <a:rPr lang="zh-TW" altLang="en-US" sz="2400" kern="1200" dirty="0">
                          <a:solidFill>
                            <a:schemeClr val="dk1"/>
                          </a:solidFill>
                          <a:effectLst/>
                          <a:latin typeface="標楷體" pitchFamily="65" charset="-120"/>
                          <a:ea typeface="標楷體" pitchFamily="65" charset="-120"/>
                          <a:cs typeface="+mn-cs"/>
                        </a:rPr>
                        <a:t>專家</a:t>
                      </a:r>
                      <a:r>
                        <a:rPr lang="zh-TW" altLang="zh-TW" sz="2400" kern="1200" dirty="0">
                          <a:solidFill>
                            <a:schemeClr val="dk1"/>
                          </a:solidFill>
                          <a:effectLst/>
                          <a:latin typeface="標楷體" pitchFamily="65" charset="-120"/>
                          <a:ea typeface="標楷體" pitchFamily="65" charset="-120"/>
                          <a:cs typeface="+mn-cs"/>
                        </a:rPr>
                        <a:t>出席指導與協助</a:t>
                      </a:r>
                      <a:endParaRPr lang="zh-TW" sz="24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1"/>
                  </a:ext>
                </a:extLst>
              </a:tr>
              <a:tr h="373380">
                <a:tc vMerge="1">
                  <a:txBody>
                    <a:bodyPr/>
                    <a:lstStyle/>
                    <a:p>
                      <a:endParaRPr lang="zh-TW" altLang="en-US"/>
                    </a:p>
                  </a:txBody>
                  <a:tcPr/>
                </a:tc>
                <a:tc vMerge="1">
                  <a:txBody>
                    <a:bodyPr/>
                    <a:lstStyle/>
                    <a:p>
                      <a:endParaRPr lang="zh-TW" altLang="en-US"/>
                    </a:p>
                  </a:txBody>
                  <a:tcPr/>
                </a:tc>
                <a:tc>
                  <a:txBody>
                    <a:bodyPr/>
                    <a:lstStyle/>
                    <a:p>
                      <a:pPr algn="l" fontAlgn="ctr"/>
                      <a:r>
                        <a:rPr lang="en-US" altLang="zh-TW" sz="2400" kern="1200" dirty="0">
                          <a:solidFill>
                            <a:schemeClr val="dk1"/>
                          </a:solidFill>
                          <a:effectLst/>
                          <a:latin typeface="標楷體" pitchFamily="65" charset="-120"/>
                          <a:ea typeface="標楷體" pitchFamily="65" charset="-120"/>
                          <a:cs typeface="+mn-cs"/>
                        </a:rPr>
                        <a:t>2.</a:t>
                      </a:r>
                      <a:r>
                        <a:rPr lang="zh-TW" altLang="en-US" sz="2400" kern="1200" dirty="0">
                          <a:solidFill>
                            <a:schemeClr val="dk1"/>
                          </a:solidFill>
                          <a:effectLst/>
                          <a:latin typeface="標楷體" pitchFamily="65" charset="-120"/>
                          <a:ea typeface="標楷體" pitchFamily="65" charset="-120"/>
                          <a:cs typeface="+mn-cs"/>
                        </a:rPr>
                        <a:t>旗艦</a:t>
                      </a:r>
                      <a:r>
                        <a:rPr lang="zh-TW" altLang="zh-TW" sz="2400" kern="1200" dirty="0">
                          <a:solidFill>
                            <a:schemeClr val="dk1"/>
                          </a:solidFill>
                          <a:effectLst/>
                          <a:latin typeface="標楷體" pitchFamily="65" charset="-120"/>
                          <a:ea typeface="標楷體" pitchFamily="65" charset="-120"/>
                          <a:cs typeface="+mn-cs"/>
                        </a:rPr>
                        <a:t>社區實務工作分享</a:t>
                      </a:r>
                      <a:endParaRPr lang="zh-TW" sz="24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2"/>
                  </a:ext>
                </a:extLst>
              </a:tr>
              <a:tr h="373380">
                <a:tc vMerge="1">
                  <a:txBody>
                    <a:bodyPr/>
                    <a:lstStyle/>
                    <a:p>
                      <a:endParaRPr lang="zh-TW" altLang="en-US"/>
                    </a:p>
                  </a:txBody>
                  <a:tcPr/>
                </a:tc>
                <a:tc vMerge="1">
                  <a:txBody>
                    <a:bodyPr/>
                    <a:lstStyle/>
                    <a:p>
                      <a:endParaRPr lang="zh-TW" altLang="en-US"/>
                    </a:p>
                  </a:txBody>
                  <a:tcPr/>
                </a:tc>
                <a:tc>
                  <a:txBody>
                    <a:bodyPr/>
                    <a:lstStyle/>
                    <a:p>
                      <a:pPr algn="l" fontAlgn="ctr"/>
                      <a:r>
                        <a:rPr lang="en-US" altLang="zh-TW" sz="2400" kern="1200" dirty="0">
                          <a:solidFill>
                            <a:schemeClr val="dk1"/>
                          </a:solidFill>
                          <a:effectLst/>
                          <a:latin typeface="標楷體" pitchFamily="65" charset="-120"/>
                          <a:ea typeface="標楷體" pitchFamily="65" charset="-120"/>
                          <a:cs typeface="+mn-cs"/>
                        </a:rPr>
                        <a:t>3.</a:t>
                      </a:r>
                      <a:r>
                        <a:rPr lang="zh-TW" altLang="en-US" sz="2400" kern="1200" dirty="0">
                          <a:solidFill>
                            <a:schemeClr val="dk1"/>
                          </a:solidFill>
                          <a:effectLst/>
                          <a:latin typeface="標楷體" pitchFamily="65" charset="-120"/>
                          <a:ea typeface="標楷體" pitchFamily="65" charset="-120"/>
                          <a:cs typeface="+mn-cs"/>
                        </a:rPr>
                        <a:t>共識</a:t>
                      </a:r>
                      <a:r>
                        <a:rPr lang="zh-TW" altLang="zh-TW" sz="2400" kern="1200" dirty="0">
                          <a:solidFill>
                            <a:schemeClr val="dk1"/>
                          </a:solidFill>
                          <a:effectLst/>
                          <a:latin typeface="標楷體" pitchFamily="65" charset="-120"/>
                          <a:ea typeface="標楷體" pitchFamily="65" charset="-120"/>
                          <a:cs typeface="+mn-cs"/>
                        </a:rPr>
                        <a:t>交流營</a:t>
                      </a:r>
                      <a:endParaRPr lang="zh-TW" sz="24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3"/>
                  </a:ext>
                </a:extLst>
              </a:tr>
              <a:tr h="373380">
                <a:tc vMerge="1">
                  <a:txBody>
                    <a:bodyPr/>
                    <a:lstStyle/>
                    <a:p>
                      <a:endParaRPr lang="zh-TW" altLang="en-US"/>
                    </a:p>
                  </a:txBody>
                  <a:tcPr/>
                </a:tc>
                <a:tc vMerge="1">
                  <a:txBody>
                    <a:bodyPr/>
                    <a:lstStyle/>
                    <a:p>
                      <a:endParaRPr lang="zh-TW" altLang="en-US"/>
                    </a:p>
                  </a:txBody>
                  <a:tcPr/>
                </a:tc>
                <a:tc>
                  <a:txBody>
                    <a:bodyPr/>
                    <a:lstStyle/>
                    <a:p>
                      <a:pPr algn="l" fontAlgn="ctr"/>
                      <a:r>
                        <a:rPr lang="en-US" altLang="zh-TW" sz="2400" kern="1200" dirty="0">
                          <a:solidFill>
                            <a:schemeClr val="dk1"/>
                          </a:solidFill>
                          <a:effectLst/>
                          <a:latin typeface="標楷體" pitchFamily="65" charset="-120"/>
                          <a:ea typeface="標楷體" pitchFamily="65" charset="-120"/>
                          <a:cs typeface="+mn-cs"/>
                        </a:rPr>
                        <a:t>4.</a:t>
                      </a:r>
                      <a:r>
                        <a:rPr lang="zh-TW" altLang="en-US" sz="2400" kern="1200" dirty="0">
                          <a:solidFill>
                            <a:schemeClr val="dk1"/>
                          </a:solidFill>
                          <a:effectLst/>
                          <a:latin typeface="標楷體" pitchFamily="65" charset="-120"/>
                          <a:ea typeface="標楷體" pitchFamily="65" charset="-120"/>
                          <a:cs typeface="+mn-cs"/>
                        </a:rPr>
                        <a:t>交流</a:t>
                      </a:r>
                      <a:r>
                        <a:rPr lang="zh-TW" altLang="zh-TW" sz="2400" kern="1200" dirty="0">
                          <a:solidFill>
                            <a:schemeClr val="dk1"/>
                          </a:solidFill>
                          <a:effectLst/>
                          <a:latin typeface="標楷體" pitchFamily="65" charset="-120"/>
                          <a:ea typeface="標楷體" pitchFamily="65" charset="-120"/>
                          <a:cs typeface="+mn-cs"/>
                        </a:rPr>
                        <a:t>觀摩活動</a:t>
                      </a:r>
                      <a:endParaRPr lang="zh-TW" sz="2400" b="0" i="0" u="none" strike="noStrike" dirty="0">
                        <a:solidFill>
                          <a:schemeClr val="tx1"/>
                        </a:solidFill>
                        <a:effectLst/>
                        <a:latin typeface="標楷體" pitchFamily="65" charset="-120"/>
                        <a:ea typeface="標楷體" pitchFamily="65" charset="-120"/>
                      </a:endParaRPr>
                    </a:p>
                  </a:txBody>
                  <a:tcPr marL="7620" marR="7620" marT="761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004"/>
                  </a:ext>
                </a:extLst>
              </a:tr>
            </a:tbl>
          </a:graphicData>
        </a:graphic>
      </p:graphicFrame>
      <p:pic>
        <p:nvPicPr>
          <p:cNvPr id="2" name="圖片 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51520" y="3861048"/>
            <a:ext cx="2627784" cy="1478129"/>
          </a:xfrm>
          <a:prstGeom prst="rect">
            <a:avLst/>
          </a:prstGeom>
          <a:ln>
            <a:noFill/>
          </a:ln>
          <a:effectLst>
            <a:softEdge rad="112500"/>
          </a:effectLst>
        </p:spPr>
      </p:pic>
      <p:pic>
        <p:nvPicPr>
          <p:cNvPr id="3" name="圖片 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059832" y="3846103"/>
            <a:ext cx="2627784" cy="1478489"/>
          </a:xfrm>
          <a:prstGeom prst="rect">
            <a:avLst/>
          </a:prstGeom>
          <a:ln>
            <a:noFill/>
          </a:ln>
          <a:effectLst>
            <a:softEdge rad="112500"/>
          </a:effectLst>
        </p:spPr>
      </p:pic>
      <p:pic>
        <p:nvPicPr>
          <p:cNvPr id="4" name="圖片 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687616" y="3846102"/>
            <a:ext cx="2627784" cy="1478489"/>
          </a:xfrm>
          <a:prstGeom prst="rect">
            <a:avLst/>
          </a:prstGeom>
          <a:ln>
            <a:noFill/>
          </a:ln>
          <a:effectLst>
            <a:softEdge rad="112500"/>
          </a:effectLst>
        </p:spPr>
      </p:pic>
    </p:spTree>
    <p:extLst>
      <p:ext uri="{BB962C8B-B14F-4D97-AF65-F5344CB8AC3E}">
        <p14:creationId xmlns:p14="http://schemas.microsoft.com/office/powerpoint/2010/main" val="296825519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標題 1">
            <a:extLst>
              <a:ext uri="{FF2B5EF4-FFF2-40B4-BE49-F238E27FC236}">
                <a16:creationId xmlns:a16="http://schemas.microsoft.com/office/drawing/2014/main" id="{5D4BF2D0-CA3C-60ED-7352-2F6FC4775D44}"/>
              </a:ext>
            </a:extLst>
          </p:cNvPr>
          <p:cNvSpPr>
            <a:spLocks noGrp="1"/>
          </p:cNvSpPr>
          <p:nvPr>
            <p:ph type="title"/>
          </p:nvPr>
        </p:nvSpPr>
        <p:spPr>
          <a:xfrm>
            <a:off x="539750" y="-4763"/>
            <a:ext cx="8229600" cy="1143001"/>
          </a:xfrm>
        </p:spPr>
        <p:txBody>
          <a:bodyPr/>
          <a:lstStyle/>
          <a:p>
            <a:pPr algn="l" eaLnBrk="1" hangingPunct="1"/>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五</a:t>
            </a:r>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a:t>
            </a:r>
            <a:r>
              <a:rPr lang="zh-TW" altLang="zh-TW" sz="3600" b="1" dirty="0">
                <a:latin typeface="標楷體" panose="03000509000000000000" pitchFamily="65" charset="-120"/>
                <a:ea typeface="標楷體" panose="03000509000000000000" pitchFamily="65" charset="-120"/>
              </a:rPr>
              <a:t>旗艦聯繫會議</a:t>
            </a:r>
            <a:endParaRPr lang="zh-TW" altLang="en-US" sz="3600" b="1" dirty="0"/>
          </a:p>
        </p:txBody>
      </p:sp>
      <p:pic>
        <p:nvPicPr>
          <p:cNvPr id="93187" name="圖片 6" descr="1060401旗艦聯繫會議_170414_0014.jpg">
            <a:extLst>
              <a:ext uri="{FF2B5EF4-FFF2-40B4-BE49-F238E27FC236}">
                <a16:creationId xmlns:a16="http://schemas.microsoft.com/office/drawing/2014/main" id="{D9A8CB40-BE60-B11E-6C4A-A0AF7DABAA2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850" y="2349500"/>
            <a:ext cx="3455988" cy="194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188" name="圖片 7" descr="0415經費_170505_0002.jpg">
            <a:extLst>
              <a:ext uri="{FF2B5EF4-FFF2-40B4-BE49-F238E27FC236}">
                <a16:creationId xmlns:a16="http://schemas.microsoft.com/office/drawing/2014/main" id="{63ABE31B-601F-2069-D769-F8CE69CEFB3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27538" y="2349500"/>
            <a:ext cx="3584575"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189" name="圖片 8" descr="106.05.06旗艦領航社區輔導會議_170509_0001.jpg">
            <a:extLst>
              <a:ext uri="{FF2B5EF4-FFF2-40B4-BE49-F238E27FC236}">
                <a16:creationId xmlns:a16="http://schemas.microsoft.com/office/drawing/2014/main" id="{9198CCD5-3EF6-DF24-F909-2B6FF14CF334}"/>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79413" y="4508500"/>
            <a:ext cx="3455987" cy="194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190" name="圖片 9" descr="1060527領航社區輔導會議_170601_0022.jpg">
            <a:extLst>
              <a:ext uri="{FF2B5EF4-FFF2-40B4-BE49-F238E27FC236}">
                <a16:creationId xmlns:a16="http://schemas.microsoft.com/office/drawing/2014/main" id="{1EFCDFB6-A6D2-6348-2D2F-EB7042E44B0A}"/>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427538" y="4437063"/>
            <a:ext cx="3551237" cy="199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191" name="矩形 11">
            <a:extLst>
              <a:ext uri="{FF2B5EF4-FFF2-40B4-BE49-F238E27FC236}">
                <a16:creationId xmlns:a16="http://schemas.microsoft.com/office/drawing/2014/main" id="{0A1FDD67-9897-E5F7-0E5D-FDC17B73B53C}"/>
              </a:ext>
            </a:extLst>
          </p:cNvPr>
          <p:cNvSpPr>
            <a:spLocks noChangeArrowheads="1"/>
          </p:cNvSpPr>
          <p:nvPr/>
        </p:nvSpPr>
        <p:spPr bwMode="auto">
          <a:xfrm>
            <a:off x="323850" y="1341438"/>
            <a:ext cx="7777163" cy="1046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kumimoji="1">
                <a:solidFill>
                  <a:schemeClr val="tx1"/>
                </a:solidFill>
                <a:latin typeface="Arial" panose="020B0604020202020204" pitchFamily="34" charset="0"/>
                <a:ea typeface="新細明體" panose="02020500000000000000" pitchFamily="18" charset="-120"/>
              </a:defRPr>
            </a:lvl1pPr>
            <a:lvl2pPr marL="742950" indent="-285750">
              <a:defRPr kumimoji="1">
                <a:solidFill>
                  <a:schemeClr val="tx1"/>
                </a:solidFill>
                <a:latin typeface="Arial" panose="020B0604020202020204" pitchFamily="34" charset="0"/>
                <a:ea typeface="新細明體" panose="02020500000000000000" pitchFamily="18" charset="-120"/>
              </a:defRPr>
            </a:lvl2pPr>
            <a:lvl3pPr marL="1143000" indent="-228600">
              <a:defRPr kumimoji="1">
                <a:solidFill>
                  <a:schemeClr val="tx1"/>
                </a:solidFill>
                <a:latin typeface="Arial" panose="020B0604020202020204" pitchFamily="34" charset="0"/>
                <a:ea typeface="新細明體" panose="02020500000000000000" pitchFamily="18" charset="-120"/>
              </a:defRPr>
            </a:lvl3pPr>
            <a:lvl4pPr marL="1600200" indent="-228600">
              <a:defRPr kumimoji="1">
                <a:solidFill>
                  <a:schemeClr val="tx1"/>
                </a:solidFill>
                <a:latin typeface="Arial" panose="020B0604020202020204" pitchFamily="34" charset="0"/>
                <a:ea typeface="新細明體" panose="02020500000000000000" pitchFamily="18" charset="-120"/>
              </a:defRPr>
            </a:lvl4pPr>
            <a:lvl5pPr marL="2057400" indent="-228600">
              <a:defRPr kumimoji="1">
                <a:solidFill>
                  <a:schemeClr val="tx1"/>
                </a:solidFill>
                <a:latin typeface="Arial" panose="020B0604020202020204" pitchFamily="34" charset="0"/>
                <a:ea typeface="新細明體"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新細明體" panose="02020500000000000000" pitchFamily="18" charset="-12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TW" altLang="zh-TW" sz="3000" b="0" i="0" u="none" strike="noStrike" kern="1200" cap="none" spc="0" normalizeH="0" baseline="0" noProof="0">
                <a:ln>
                  <a:noFill/>
                </a:ln>
                <a:solidFill>
                  <a:prstClr val="black"/>
                </a:solidFill>
                <a:effectLst/>
                <a:uLnTx/>
                <a:uFillTx/>
                <a:latin typeface="標楷體" panose="03000509000000000000" pitchFamily="65" charset="-120"/>
                <a:ea typeface="標楷體" panose="03000509000000000000" pitchFamily="65" charset="-120"/>
                <a:cs typeface="+mn-cs"/>
              </a:rPr>
              <a:t>由大旗艦社區幹部、志工，每月定期舉辦聯繫會報</a:t>
            </a:r>
            <a:r>
              <a:rPr kumimoji="1" lang="zh-TW" altLang="en-US" sz="3000" b="0" i="0" u="none" strike="noStrike" kern="1200" cap="none" spc="0" normalizeH="0" baseline="0" noProof="0">
                <a:ln>
                  <a:noFill/>
                </a:ln>
                <a:solidFill>
                  <a:prstClr val="black"/>
                </a:solidFill>
                <a:effectLst/>
                <a:uLnTx/>
                <a:uFillTx/>
                <a:latin typeface="標楷體" panose="03000509000000000000" pitchFamily="65" charset="-120"/>
                <a:ea typeface="標楷體" panose="03000509000000000000" pitchFamily="65" charset="-120"/>
                <a:cs typeface="+mn-cs"/>
              </a:rPr>
              <a:t>，</a:t>
            </a:r>
            <a:r>
              <a:rPr kumimoji="1" lang="zh-TW" altLang="zh-TW" sz="3200" b="0" i="0" u="none" strike="noStrike" kern="1200" cap="none" spc="0" normalizeH="0" baseline="0" noProof="0">
                <a:ln>
                  <a:noFill/>
                </a:ln>
                <a:solidFill>
                  <a:prstClr val="black"/>
                </a:solidFill>
                <a:effectLst/>
                <a:uLnTx/>
                <a:uFillTx/>
                <a:latin typeface="標楷體" panose="03000509000000000000" pitchFamily="65" charset="-120"/>
                <a:ea typeface="標楷體" panose="03000509000000000000" pitchFamily="65" charset="-120"/>
                <a:cs typeface="+mn-cs"/>
              </a:rPr>
              <a:t>聘請輔導團隊指導教授蒞臨指導</a:t>
            </a:r>
            <a:r>
              <a:rPr kumimoji="1" lang="zh-TW" altLang="en-US" sz="3200" b="0" i="0" u="none" strike="noStrike" kern="1200" cap="none" spc="0" normalizeH="0" baseline="0" noProof="0">
                <a:ln>
                  <a:noFill/>
                </a:ln>
                <a:solidFill>
                  <a:prstClr val="black"/>
                </a:solidFill>
                <a:effectLst/>
                <a:uLnTx/>
                <a:uFillTx/>
                <a:latin typeface="標楷體" panose="03000509000000000000" pitchFamily="65" charset="-120"/>
                <a:ea typeface="標楷體" panose="03000509000000000000" pitchFamily="65" charset="-120"/>
                <a:cs typeface="+mn-cs"/>
              </a:rPr>
              <a:t>。</a:t>
            </a:r>
            <a:endParaRPr kumimoji="1" lang="zh-TW" altLang="en-US" sz="3000" b="0" i="0" u="none" strike="noStrike" kern="1200" cap="none" spc="0" normalizeH="0" baseline="0" noProof="0">
              <a:ln>
                <a:noFill/>
              </a:ln>
              <a:solidFill>
                <a:prstClr val="black"/>
              </a:solidFill>
              <a:effectLst/>
              <a:uLnTx/>
              <a:uFillTx/>
              <a:latin typeface="標楷體" panose="03000509000000000000" pitchFamily="65" charset="-120"/>
              <a:ea typeface="標楷體" panose="03000509000000000000" pitchFamily="65" charset="-120"/>
              <a:cs typeface="+mn-cs"/>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內容版面配置區 2"/>
          <p:cNvSpPr>
            <a:spLocks noGrp="1"/>
          </p:cNvSpPr>
          <p:nvPr>
            <p:ph idx="1"/>
          </p:nvPr>
        </p:nvSpPr>
        <p:spPr>
          <a:xfrm>
            <a:off x="395288" y="1125538"/>
            <a:ext cx="8229600" cy="5410200"/>
          </a:xfrm>
        </p:spPr>
        <p:txBody>
          <a:bodyPr/>
          <a:lstStyle/>
          <a:p>
            <a:pPr>
              <a:defRPr/>
            </a:pPr>
            <a:r>
              <a:rPr lang="zh-TW" altLang="zh-TW" sz="2800" dirty="0">
                <a:latin typeface="標楷體" pitchFamily="65" charset="-120"/>
                <a:ea typeface="標楷體" pitchFamily="65" charset="-120"/>
              </a:rPr>
              <a:t>旗艦社區共識交流營流程表</a:t>
            </a:r>
          </a:p>
          <a:p>
            <a:pPr marL="0" indent="0">
              <a:buFont typeface="Wingdings" pitchFamily="2" charset="2"/>
              <a:buNone/>
              <a:defRPr/>
            </a:pPr>
            <a:endParaRPr lang="zh-TW" altLang="zh-TW" sz="2400" dirty="0">
              <a:latin typeface="Times New Roman" pitchFamily="18" charset="0"/>
              <a:ea typeface="超研澤粗楷" charset="-120"/>
            </a:endParaRPr>
          </a:p>
          <a:p>
            <a:pPr marL="0" indent="0">
              <a:buFont typeface="Wingdings" pitchFamily="2" charset="2"/>
              <a:buNone/>
              <a:defRPr/>
            </a:pPr>
            <a:endParaRPr lang="zh-TW" altLang="en-US" dirty="0">
              <a:ea typeface="新細明體" pitchFamily="18" charset="-120"/>
            </a:endParaRPr>
          </a:p>
        </p:txBody>
      </p:sp>
      <p:sp>
        <p:nvSpPr>
          <p:cNvPr id="103427" name="標題 1"/>
          <p:cNvSpPr>
            <a:spLocks noGrp="1"/>
          </p:cNvSpPr>
          <p:nvPr>
            <p:ph type="title"/>
          </p:nvPr>
        </p:nvSpPr>
        <p:spPr>
          <a:xfrm>
            <a:off x="323850" y="260350"/>
            <a:ext cx="8382000" cy="563563"/>
          </a:xfrm>
        </p:spPr>
        <p:txBody>
          <a:bodyPr/>
          <a:lstStyle/>
          <a:p>
            <a:r>
              <a:rPr lang="zh-TW" altLang="en-US" b="0">
                <a:latin typeface="標楷體" pitchFamily="65" charset="-120"/>
                <a:ea typeface="標楷體" pitchFamily="65" charset="-120"/>
              </a:rPr>
              <a:t>活動內容規劃</a:t>
            </a:r>
            <a:br>
              <a:rPr lang="zh-TW" altLang="en-US">
                <a:ea typeface="新細明體" pitchFamily="18" charset="-120"/>
              </a:rPr>
            </a:br>
            <a:endParaRPr lang="zh-TW" altLang="en-US">
              <a:ea typeface="新細明體" pitchFamily="18" charset="-120"/>
            </a:endParaRPr>
          </a:p>
        </p:txBody>
      </p:sp>
      <p:graphicFrame>
        <p:nvGraphicFramePr>
          <p:cNvPr id="2" name="表格 1"/>
          <p:cNvGraphicFramePr>
            <a:graphicFrameLocks noGrp="1"/>
          </p:cNvGraphicFramePr>
          <p:nvPr/>
        </p:nvGraphicFramePr>
        <p:xfrm>
          <a:off x="827088" y="1844675"/>
          <a:ext cx="7345362" cy="4537072"/>
        </p:xfrm>
        <a:graphic>
          <a:graphicData uri="http://schemas.openxmlformats.org/drawingml/2006/table">
            <a:tbl>
              <a:tblPr firstRow="1" firstCol="1" bandRow="1">
                <a:tableStyleId>{5C22544A-7EE6-4342-B048-85BDC9FD1C3A}</a:tableStyleId>
              </a:tblPr>
              <a:tblGrid>
                <a:gridCol w="1505399">
                  <a:extLst>
                    <a:ext uri="{9D8B030D-6E8A-4147-A177-3AD203B41FA5}">
                      <a16:colId xmlns:a16="http://schemas.microsoft.com/office/drawing/2014/main" val="20000"/>
                    </a:ext>
                  </a:extLst>
                </a:gridCol>
                <a:gridCol w="1800576">
                  <a:extLst>
                    <a:ext uri="{9D8B030D-6E8A-4147-A177-3AD203B41FA5}">
                      <a16:colId xmlns:a16="http://schemas.microsoft.com/office/drawing/2014/main" val="20001"/>
                    </a:ext>
                  </a:extLst>
                </a:gridCol>
                <a:gridCol w="4039387">
                  <a:extLst>
                    <a:ext uri="{9D8B030D-6E8A-4147-A177-3AD203B41FA5}">
                      <a16:colId xmlns:a16="http://schemas.microsoft.com/office/drawing/2014/main" val="20002"/>
                    </a:ext>
                  </a:extLst>
                </a:gridCol>
              </a:tblGrid>
              <a:tr h="470747">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辦理社區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擬辦理月份</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擬定活動名稱</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470747">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富州社區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800" kern="100" dirty="0">
                          <a:effectLst/>
                          <a:latin typeface="標楷體" pitchFamily="65" charset="-120"/>
                          <a:ea typeface="標楷體" pitchFamily="65" charset="-120"/>
                        </a:rPr>
                        <a:t>3</a:t>
                      </a:r>
                      <a:r>
                        <a:rPr lang="zh-TW" sz="1800" kern="100" dirty="0">
                          <a:effectLst/>
                          <a:latin typeface="標楷體" pitchFamily="65" charset="-120"/>
                          <a:ea typeface="標楷體" pitchFamily="65" charset="-120"/>
                        </a:rPr>
                        <a:t>月</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迎媽祖回鑾</a:t>
                      </a:r>
                      <a:r>
                        <a:rPr lang="en-US" sz="1800" kern="100" dirty="0">
                          <a:effectLst/>
                          <a:latin typeface="標楷體" pitchFamily="65" charset="-120"/>
                          <a:ea typeface="標楷體" pitchFamily="65" charset="-120"/>
                        </a:rPr>
                        <a:t>-</a:t>
                      </a:r>
                      <a:r>
                        <a:rPr lang="zh-TW" sz="1800" kern="100" dirty="0">
                          <a:effectLst/>
                          <a:latin typeface="標楷體" pitchFamily="65" charset="-120"/>
                          <a:ea typeface="標楷體" pitchFamily="65" charset="-120"/>
                        </a:rPr>
                        <a:t>家戶一道菜</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513654">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山崇社區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800" kern="100" dirty="0">
                          <a:effectLst/>
                          <a:latin typeface="標楷體" pitchFamily="65" charset="-120"/>
                          <a:ea typeface="標楷體" pitchFamily="65" charset="-120"/>
                        </a:rPr>
                        <a:t>5</a:t>
                      </a:r>
                      <a:r>
                        <a:rPr lang="zh-TW" sz="1800" kern="100" dirty="0">
                          <a:effectLst/>
                          <a:latin typeface="標楷體" pitchFamily="65" charset="-120"/>
                          <a:ea typeface="標楷體" pitchFamily="65" charset="-120"/>
                        </a:rPr>
                        <a:t>月</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溫馨</a:t>
                      </a:r>
                      <a:r>
                        <a:rPr lang="en-US" sz="1800" kern="100" dirty="0">
                          <a:effectLst/>
                          <a:latin typeface="標楷體" pitchFamily="65" charset="-120"/>
                          <a:ea typeface="標楷體" pitchFamily="65" charset="-120"/>
                        </a:rPr>
                        <a:t>5</a:t>
                      </a:r>
                      <a:r>
                        <a:rPr lang="zh-TW" sz="1800" kern="100" dirty="0">
                          <a:effectLst/>
                          <a:latin typeface="標楷體" pitchFamily="65" charset="-120"/>
                          <a:ea typeface="標楷體" pitchFamily="65" charset="-120"/>
                        </a:rPr>
                        <a:t>月情˙陪媽媽一起運動</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513654">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竹山社區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800" kern="100" dirty="0">
                          <a:effectLst/>
                          <a:latin typeface="標楷體" pitchFamily="65" charset="-120"/>
                          <a:ea typeface="標楷體" pitchFamily="65" charset="-120"/>
                        </a:rPr>
                        <a:t>6</a:t>
                      </a:r>
                      <a:r>
                        <a:rPr lang="zh-TW" sz="1800" kern="100" dirty="0">
                          <a:effectLst/>
                          <a:latin typeface="標楷體" pitchFamily="65" charset="-120"/>
                          <a:ea typeface="標楷體" pitchFamily="65" charset="-120"/>
                        </a:rPr>
                        <a:t>月</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端午粽香傳關懷</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513654">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延平社區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800" kern="100" dirty="0">
                          <a:effectLst/>
                          <a:latin typeface="標楷體" pitchFamily="65" charset="-120"/>
                          <a:ea typeface="標楷體" pitchFamily="65" charset="-120"/>
                        </a:rPr>
                        <a:t>6</a:t>
                      </a:r>
                      <a:r>
                        <a:rPr lang="zh-TW" sz="1800" kern="100" dirty="0">
                          <a:effectLst/>
                          <a:latin typeface="標楷體" pitchFamily="65" charset="-120"/>
                          <a:ea typeface="標楷體" pitchFamily="65" charset="-120"/>
                        </a:rPr>
                        <a:t>月</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反家暴平安粽</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513654">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延正社區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800" kern="100" dirty="0">
                          <a:effectLst/>
                          <a:latin typeface="標楷體" pitchFamily="65" charset="-120"/>
                          <a:ea typeface="標楷體" pitchFamily="65" charset="-120"/>
                        </a:rPr>
                        <a:t>7</a:t>
                      </a:r>
                      <a:r>
                        <a:rPr lang="zh-TW" sz="1800" kern="100" dirty="0">
                          <a:effectLst/>
                          <a:latin typeface="標楷體" pitchFamily="65" charset="-120"/>
                          <a:ea typeface="標楷體" pitchFamily="65" charset="-120"/>
                        </a:rPr>
                        <a:t>月</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茶鄉體驗技藝傳</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513654">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中崎社區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800" kern="100" dirty="0">
                          <a:effectLst/>
                          <a:latin typeface="標楷體" pitchFamily="65" charset="-120"/>
                          <a:ea typeface="標楷體" pitchFamily="65" charset="-120"/>
                        </a:rPr>
                        <a:t>8</a:t>
                      </a:r>
                      <a:r>
                        <a:rPr lang="zh-TW" sz="1800" kern="100" dirty="0">
                          <a:effectLst/>
                          <a:latin typeface="標楷體" pitchFamily="65" charset="-120"/>
                          <a:ea typeface="標楷體" pitchFamily="65" charset="-120"/>
                        </a:rPr>
                        <a:t>月</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夏之宴夏令營</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513654">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和興社區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800" kern="100" dirty="0">
                          <a:effectLst/>
                          <a:latin typeface="標楷體" pitchFamily="65" charset="-120"/>
                          <a:ea typeface="標楷體" pitchFamily="65" charset="-120"/>
                        </a:rPr>
                        <a:t>9</a:t>
                      </a:r>
                      <a:r>
                        <a:rPr lang="zh-TW" sz="1800" kern="100" dirty="0">
                          <a:effectLst/>
                          <a:latin typeface="標楷體" pitchFamily="65" charset="-120"/>
                          <a:ea typeface="標楷體" pitchFamily="65" charset="-120"/>
                        </a:rPr>
                        <a:t>月</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中秋月餅製作</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513654">
                <a:tc>
                  <a:txBody>
                    <a:bodyPr/>
                    <a:lstStyle/>
                    <a:p>
                      <a:pPr algn="ctr">
                        <a:lnSpc>
                          <a:spcPts val="3200"/>
                        </a:lnSpc>
                        <a:spcAft>
                          <a:spcPts val="0"/>
                        </a:spcAft>
                      </a:pPr>
                      <a:r>
                        <a:rPr lang="zh-TW" sz="1800" kern="100" dirty="0">
                          <a:solidFill>
                            <a:schemeClr val="bg2">
                              <a:lumMod val="10000"/>
                            </a:schemeClr>
                          </a:solidFill>
                          <a:effectLst/>
                          <a:latin typeface="標楷體" pitchFamily="65" charset="-120"/>
                          <a:ea typeface="標楷體" pitchFamily="65" charset="-120"/>
                        </a:rPr>
                        <a:t>桂林社區</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lnSpc>
                          <a:spcPts val="3200"/>
                        </a:lnSpc>
                        <a:spcAft>
                          <a:spcPts val="0"/>
                        </a:spcAft>
                      </a:pPr>
                      <a:r>
                        <a:rPr lang="en-US" sz="1800" kern="100" dirty="0">
                          <a:effectLst/>
                          <a:latin typeface="標楷體" pitchFamily="65" charset="-120"/>
                          <a:ea typeface="標楷體" pitchFamily="65" charset="-120"/>
                        </a:rPr>
                        <a:t>10</a:t>
                      </a:r>
                      <a:r>
                        <a:rPr lang="zh-TW" sz="1800" kern="100" dirty="0">
                          <a:effectLst/>
                          <a:latin typeface="標楷體" pitchFamily="65" charset="-120"/>
                          <a:ea typeface="標楷體" pitchFamily="65" charset="-120"/>
                        </a:rPr>
                        <a:t>月</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3200"/>
                        </a:lnSpc>
                        <a:spcAft>
                          <a:spcPts val="0"/>
                        </a:spcAft>
                      </a:pPr>
                      <a:r>
                        <a:rPr lang="zh-TW" sz="1800" kern="100" dirty="0">
                          <a:effectLst/>
                          <a:latin typeface="標楷體" pitchFamily="65" charset="-120"/>
                          <a:ea typeface="標楷體" pitchFamily="65" charset="-120"/>
                        </a:rPr>
                        <a:t>重陽健走反家暴活動</a:t>
                      </a: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129883446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內容版面配置區 4"/>
          <p:cNvSpPr>
            <a:spLocks noGrp="1"/>
          </p:cNvSpPr>
          <p:nvPr>
            <p:ph idx="1"/>
          </p:nvPr>
        </p:nvSpPr>
        <p:spPr>
          <a:xfrm>
            <a:off x="468313" y="1196975"/>
            <a:ext cx="8229600" cy="5410200"/>
          </a:xfrm>
        </p:spPr>
        <p:txBody>
          <a:bodyPr/>
          <a:lstStyle/>
          <a:p>
            <a:pPr marL="0" indent="0">
              <a:buFont typeface="Wingdings" pitchFamily="2" charset="2"/>
              <a:buNone/>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六</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、轉動幸福˙特色產業啟動</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永續經營</a:t>
            </a:r>
            <a:endParaRPr lang="zh-TW" altLang="zh-TW" sz="2800" dirty="0">
              <a:latin typeface="標楷體" pitchFamily="65" charset="-120"/>
              <a:ea typeface="標楷體" pitchFamily="65" charset="-120"/>
            </a:endParaRPr>
          </a:p>
        </p:txBody>
      </p:sp>
      <p:sp>
        <p:nvSpPr>
          <p:cNvPr id="105475" name="標題 1"/>
          <p:cNvSpPr>
            <a:spLocks noGrp="1"/>
          </p:cNvSpPr>
          <p:nvPr>
            <p:ph type="title"/>
          </p:nvPr>
        </p:nvSpPr>
        <p:spPr/>
        <p:txBody>
          <a:bodyPr/>
          <a:lstStyle/>
          <a:p>
            <a:r>
              <a:rPr lang="zh-TW" altLang="en-US" sz="4000" b="0">
                <a:solidFill>
                  <a:srgbClr val="FFFFFF"/>
                </a:solidFill>
                <a:latin typeface="標楷體" pitchFamily="65" charset="-120"/>
                <a:ea typeface="標楷體" pitchFamily="65" charset="-120"/>
                <a:cs typeface="華康隸書體W7" pitchFamily="65" charset="-120"/>
              </a:rPr>
              <a:t>八、計畫內容</a:t>
            </a:r>
            <a:endParaRPr lang="zh-TW" altLang="en-US" b="0">
              <a:latin typeface="標楷體" pitchFamily="65" charset="-120"/>
              <a:ea typeface="標楷體" pitchFamily="65" charset="-120"/>
              <a:cs typeface="華康隸書體W7" pitchFamily="65" charset="-120"/>
            </a:endParaRPr>
          </a:p>
        </p:txBody>
      </p:sp>
      <p:graphicFrame>
        <p:nvGraphicFramePr>
          <p:cNvPr id="2" name="表格 1"/>
          <p:cNvGraphicFramePr>
            <a:graphicFrameLocks noGrp="1"/>
          </p:cNvGraphicFramePr>
          <p:nvPr/>
        </p:nvGraphicFramePr>
        <p:xfrm>
          <a:off x="395288" y="1989138"/>
          <a:ext cx="8137525" cy="2493010"/>
        </p:xfrm>
        <a:graphic>
          <a:graphicData uri="http://schemas.openxmlformats.org/drawingml/2006/table">
            <a:tbl>
              <a:tblPr firstRow="1" firstCol="1" lastRow="1" lastCol="1" bandRow="1" bandCol="1">
                <a:tableStyleId>{5C22544A-7EE6-4342-B048-85BDC9FD1C3A}</a:tableStyleId>
              </a:tblPr>
              <a:tblGrid>
                <a:gridCol w="772042">
                  <a:extLst>
                    <a:ext uri="{9D8B030D-6E8A-4147-A177-3AD203B41FA5}">
                      <a16:colId xmlns:a16="http://schemas.microsoft.com/office/drawing/2014/main" val="20000"/>
                    </a:ext>
                  </a:extLst>
                </a:gridCol>
                <a:gridCol w="1532390">
                  <a:extLst>
                    <a:ext uri="{9D8B030D-6E8A-4147-A177-3AD203B41FA5}">
                      <a16:colId xmlns:a16="http://schemas.microsoft.com/office/drawing/2014/main" val="20001"/>
                    </a:ext>
                  </a:extLst>
                </a:gridCol>
                <a:gridCol w="1584297">
                  <a:extLst>
                    <a:ext uri="{9D8B030D-6E8A-4147-A177-3AD203B41FA5}">
                      <a16:colId xmlns:a16="http://schemas.microsoft.com/office/drawing/2014/main" val="20002"/>
                    </a:ext>
                  </a:extLst>
                </a:gridCol>
                <a:gridCol w="4248796">
                  <a:extLst>
                    <a:ext uri="{9D8B030D-6E8A-4147-A177-3AD203B41FA5}">
                      <a16:colId xmlns:a16="http://schemas.microsoft.com/office/drawing/2014/main" val="20003"/>
                    </a:ext>
                  </a:extLst>
                </a:gridCol>
              </a:tblGrid>
              <a:tr h="398780">
                <a:tc>
                  <a:txBody>
                    <a:bodyPr/>
                    <a:lstStyle/>
                    <a:p>
                      <a:pPr algn="ctr">
                        <a:lnSpc>
                          <a:spcPts val="2000"/>
                        </a:lnSpc>
                        <a:spcAft>
                          <a:spcPts val="0"/>
                        </a:spcAft>
                        <a:tabLst>
                          <a:tab pos="381000" algn="l"/>
                        </a:tabLst>
                      </a:pPr>
                      <a:r>
                        <a:rPr lang="zh-TW" sz="1800" b="0" kern="100" dirty="0">
                          <a:solidFill>
                            <a:schemeClr val="bg2">
                              <a:lumMod val="10000"/>
                            </a:schemeClr>
                          </a:solidFill>
                          <a:effectLst/>
                          <a:latin typeface="標楷體" pitchFamily="65" charset="-120"/>
                          <a:ea typeface="標楷體" pitchFamily="65" charset="-120"/>
                        </a:rPr>
                        <a:t>執行期程</a:t>
                      </a:r>
                    </a:p>
                  </a:txBody>
                  <a:tcPr marL="68585" marR="68585" marT="0" marB="0" anchor="ctr"/>
                </a:tc>
                <a:tc>
                  <a:txBody>
                    <a:bodyPr/>
                    <a:lstStyle/>
                    <a:p>
                      <a:pPr algn="ctr">
                        <a:lnSpc>
                          <a:spcPts val="2000"/>
                        </a:lnSpc>
                        <a:spcAft>
                          <a:spcPts val="0"/>
                        </a:spcAft>
                        <a:tabLst>
                          <a:tab pos="381000" algn="l"/>
                        </a:tabLst>
                      </a:pPr>
                      <a:r>
                        <a:rPr lang="zh-TW" sz="1800" b="0" kern="100" dirty="0">
                          <a:solidFill>
                            <a:schemeClr val="bg2">
                              <a:lumMod val="10000"/>
                            </a:schemeClr>
                          </a:solidFill>
                          <a:effectLst/>
                          <a:latin typeface="標楷體" pitchFamily="65" charset="-120"/>
                          <a:ea typeface="標楷體" pitchFamily="65" charset="-120"/>
                        </a:rPr>
                        <a:t>執行項目</a:t>
                      </a:r>
                    </a:p>
                  </a:txBody>
                  <a:tcPr marL="68585" marR="68585" marT="0" marB="0" anchor="ctr"/>
                </a:tc>
                <a:tc>
                  <a:txBody>
                    <a:bodyPr/>
                    <a:lstStyle/>
                    <a:p>
                      <a:pPr algn="ctr">
                        <a:lnSpc>
                          <a:spcPts val="2000"/>
                        </a:lnSpc>
                        <a:spcAft>
                          <a:spcPts val="0"/>
                        </a:spcAft>
                        <a:tabLst>
                          <a:tab pos="381000" algn="l"/>
                        </a:tabLst>
                      </a:pPr>
                      <a:r>
                        <a:rPr lang="zh-TW" sz="1800" b="0" kern="100" dirty="0">
                          <a:solidFill>
                            <a:schemeClr val="bg2">
                              <a:lumMod val="10000"/>
                            </a:schemeClr>
                          </a:solidFill>
                          <a:effectLst/>
                          <a:latin typeface="標楷體" pitchFamily="65" charset="-120"/>
                          <a:ea typeface="標楷體" pitchFamily="65" charset="-120"/>
                        </a:rPr>
                        <a:t>執行內容</a:t>
                      </a:r>
                    </a:p>
                  </a:txBody>
                  <a:tcPr marL="68585" marR="68585" marT="0" marB="0" anchor="ctr"/>
                </a:tc>
                <a:tc>
                  <a:txBody>
                    <a:bodyPr/>
                    <a:lstStyle/>
                    <a:p>
                      <a:pPr indent="356235" algn="ctr">
                        <a:lnSpc>
                          <a:spcPts val="2000"/>
                        </a:lnSpc>
                        <a:spcAft>
                          <a:spcPts val="0"/>
                        </a:spcAft>
                        <a:tabLst>
                          <a:tab pos="381000" algn="l"/>
                        </a:tabLst>
                      </a:pPr>
                      <a:r>
                        <a:rPr lang="zh-TW" sz="1800" b="0" kern="100" dirty="0">
                          <a:solidFill>
                            <a:schemeClr val="bg2">
                              <a:lumMod val="10000"/>
                            </a:schemeClr>
                          </a:solidFill>
                          <a:effectLst/>
                          <a:latin typeface="標楷體" pitchFamily="65" charset="-120"/>
                          <a:ea typeface="標楷體" pitchFamily="65" charset="-120"/>
                        </a:rPr>
                        <a:t>執行方式與規劃</a:t>
                      </a:r>
                    </a:p>
                  </a:txBody>
                  <a:tcPr marL="68585" marR="68585" marT="0" marB="0" anchor="ctr"/>
                </a:tc>
                <a:extLst>
                  <a:ext uri="{0D108BD9-81ED-4DB2-BD59-A6C34878D82A}">
                    <a16:rowId xmlns:a16="http://schemas.microsoft.com/office/drawing/2014/main" val="10000"/>
                  </a:ext>
                </a:extLst>
              </a:tr>
              <a:tr h="1299845">
                <a:tc>
                  <a:txBody>
                    <a:bodyPr/>
                    <a:lstStyle/>
                    <a:p>
                      <a:pPr>
                        <a:lnSpc>
                          <a:spcPts val="3200"/>
                        </a:lnSpc>
                        <a:spcAft>
                          <a:spcPts val="0"/>
                        </a:spcAft>
                        <a:tabLst>
                          <a:tab pos="381000" algn="l"/>
                        </a:tabLst>
                      </a:pPr>
                      <a:r>
                        <a:rPr lang="en-US" sz="1600" b="1" kern="100" dirty="0">
                          <a:solidFill>
                            <a:schemeClr val="bg2">
                              <a:lumMod val="10000"/>
                            </a:schemeClr>
                          </a:solidFill>
                          <a:effectLst/>
                          <a:latin typeface="標楷體" pitchFamily="65" charset="-120"/>
                          <a:ea typeface="標楷體" pitchFamily="65" charset="-120"/>
                        </a:rPr>
                        <a:t>3-10</a:t>
                      </a:r>
                      <a:r>
                        <a:rPr lang="zh-TW" altLang="en-US" sz="1600" b="1" kern="100" dirty="0">
                          <a:solidFill>
                            <a:schemeClr val="bg2">
                              <a:lumMod val="10000"/>
                            </a:schemeClr>
                          </a:solidFill>
                          <a:effectLst/>
                          <a:latin typeface="標楷體" pitchFamily="65" charset="-120"/>
                          <a:ea typeface="標楷體" pitchFamily="65" charset="-120"/>
                        </a:rPr>
                        <a:t>月</a:t>
                      </a:r>
                      <a:endParaRPr lang="zh-TW" sz="1600" b="1" kern="100" dirty="0">
                        <a:solidFill>
                          <a:schemeClr val="bg2">
                            <a:lumMod val="10000"/>
                          </a:schemeClr>
                        </a:solidFill>
                        <a:effectLst/>
                        <a:latin typeface="標楷體" pitchFamily="65" charset="-120"/>
                        <a:ea typeface="標楷體" pitchFamily="65" charset="-120"/>
                      </a:endParaRPr>
                    </a:p>
                  </a:txBody>
                  <a:tcPr marL="68585" marR="68585" marT="0" marB="0" anchor="ctr"/>
                </a:tc>
                <a:tc>
                  <a:txBody>
                    <a:bodyPr/>
                    <a:lstStyle/>
                    <a:p>
                      <a:pPr>
                        <a:lnSpc>
                          <a:spcPts val="3200"/>
                        </a:lnSpc>
                        <a:spcAft>
                          <a:spcPts val="0"/>
                        </a:spcAft>
                        <a:tabLst>
                          <a:tab pos="381000" algn="l"/>
                        </a:tabLst>
                      </a:pPr>
                      <a:r>
                        <a:rPr lang="zh-TW" sz="1800" b="0" kern="100">
                          <a:solidFill>
                            <a:schemeClr val="bg2">
                              <a:lumMod val="10000"/>
                            </a:schemeClr>
                          </a:solidFill>
                          <a:effectLst/>
                          <a:latin typeface="標楷體" pitchFamily="65" charset="-120"/>
                          <a:ea typeface="標楷體" pitchFamily="65" charset="-120"/>
                        </a:rPr>
                        <a:t>特色產業品牌＆伴手禮研發</a:t>
                      </a:r>
                    </a:p>
                  </a:txBody>
                  <a:tcPr marL="68585" marR="68585" marT="0" marB="0" anchor="ctr"/>
                </a:tc>
                <a:tc>
                  <a:txBody>
                    <a:bodyPr/>
                    <a:lstStyle/>
                    <a:p>
                      <a:pPr>
                        <a:lnSpc>
                          <a:spcPts val="3200"/>
                        </a:lnSpc>
                        <a:spcAft>
                          <a:spcPts val="0"/>
                        </a:spcAft>
                      </a:pPr>
                      <a:r>
                        <a:rPr lang="zh-TW" sz="1800" b="0" kern="100" dirty="0">
                          <a:solidFill>
                            <a:schemeClr val="bg2">
                              <a:lumMod val="10000"/>
                            </a:schemeClr>
                          </a:solidFill>
                          <a:effectLst/>
                          <a:latin typeface="標楷體" pitchFamily="65" charset="-120"/>
                          <a:ea typeface="標楷體" pitchFamily="65" charset="-120"/>
                        </a:rPr>
                        <a:t>以在地食材，研發伴手禮，建立社區品牌</a:t>
                      </a:r>
                    </a:p>
                  </a:txBody>
                  <a:tcPr marL="68585" marR="68585" marT="0" marB="0" anchor="ctr"/>
                </a:tc>
                <a:tc>
                  <a:txBody>
                    <a:bodyPr/>
                    <a:lstStyle/>
                    <a:p>
                      <a:pPr algn="just">
                        <a:lnSpc>
                          <a:spcPts val="3200"/>
                        </a:lnSpc>
                        <a:spcAft>
                          <a:spcPts val="0"/>
                        </a:spcAft>
                      </a:pPr>
                      <a:r>
                        <a:rPr lang="zh-TW" sz="1800" b="1" kern="100" dirty="0">
                          <a:solidFill>
                            <a:schemeClr val="bg2">
                              <a:lumMod val="10000"/>
                            </a:schemeClr>
                          </a:solidFill>
                          <a:effectLst/>
                          <a:latin typeface="標楷體" pitchFamily="65" charset="-120"/>
                          <a:ea typeface="標楷體" pitchFamily="65" charset="-120"/>
                        </a:rPr>
                        <a:t>邀請廖淑梅老師指導</a:t>
                      </a:r>
                      <a:r>
                        <a:rPr lang="zh-TW" sz="1800" b="0" kern="100" dirty="0">
                          <a:solidFill>
                            <a:schemeClr val="bg2">
                              <a:lumMod val="10000"/>
                            </a:schemeClr>
                          </a:solidFill>
                          <a:effectLst/>
                          <a:latin typeface="標楷體" pitchFamily="65" charset="-120"/>
                          <a:ea typeface="標楷體" pitchFamily="65" charset="-120"/>
                        </a:rPr>
                        <a:t>伴手禮製作，建立社區品牌，</a:t>
                      </a:r>
                      <a:r>
                        <a:rPr lang="zh-TW" sz="1800" b="1" kern="100" dirty="0">
                          <a:solidFill>
                            <a:schemeClr val="bg2">
                              <a:lumMod val="10000"/>
                            </a:schemeClr>
                          </a:solidFill>
                          <a:effectLst/>
                          <a:latin typeface="標楷體" pitchFamily="65" charset="-120"/>
                          <a:ea typeface="標楷體" pitchFamily="65" charset="-120"/>
                        </a:rPr>
                        <a:t>以竹山鎮產業由八個社區共同集思創意，製作社區共同產業禮品及品牌</a:t>
                      </a:r>
                      <a:r>
                        <a:rPr lang="zh-TW" sz="1800" b="0" kern="100" dirty="0">
                          <a:solidFill>
                            <a:schemeClr val="bg2">
                              <a:lumMod val="10000"/>
                            </a:schemeClr>
                          </a:solidFill>
                          <a:effectLst/>
                          <a:latin typeface="標楷體" pitchFamily="65" charset="-120"/>
                          <a:ea typeface="標楷體" pitchFamily="65" charset="-120"/>
                        </a:rPr>
                        <a:t>，再由各社區針對社區產業與老師共同討論，產出社區伴手禮。</a:t>
                      </a:r>
                    </a:p>
                  </a:txBody>
                  <a:tcPr marL="68585" marR="68585" marT="0" marB="0" anchor="ctr"/>
                </a:tc>
                <a:extLst>
                  <a:ext uri="{0D108BD9-81ED-4DB2-BD59-A6C34878D82A}">
                    <a16:rowId xmlns:a16="http://schemas.microsoft.com/office/drawing/2014/main" val="10001"/>
                  </a:ext>
                </a:extLst>
              </a:tr>
            </a:tbl>
          </a:graphicData>
        </a:graphic>
      </p:graphicFrame>
      <p:pic>
        <p:nvPicPr>
          <p:cNvPr id="105493" name="圖片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948488" y="4857750"/>
            <a:ext cx="1714500" cy="171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加號 9"/>
          <p:cNvSpPr/>
          <p:nvPr/>
        </p:nvSpPr>
        <p:spPr bwMode="auto">
          <a:xfrm>
            <a:off x="2411413" y="5334000"/>
            <a:ext cx="720725" cy="792163"/>
          </a:xfrm>
          <a:prstGeom prst="mathPlus">
            <a:avLst/>
          </a:prstGeom>
          <a:solidFill>
            <a:schemeClr val="accent1"/>
          </a:solidFill>
          <a:ln w="9525" cap="flat" cmpd="sng" algn="ctr">
            <a:solidFill>
              <a:schemeClr val="tx1"/>
            </a:solidFill>
            <a:prstDash val="solid"/>
            <a:round/>
            <a:headEnd type="none" w="med" len="med"/>
            <a:tailEnd type="none" w="med" len="med"/>
          </a:ln>
          <a:effectLst/>
        </p:spPr>
        <p:txBody>
          <a:bodyPr/>
          <a:lstStyle/>
          <a:p>
            <a:pPr fontAlgn="base">
              <a:spcBef>
                <a:spcPct val="0"/>
              </a:spcBef>
              <a:spcAft>
                <a:spcPct val="0"/>
              </a:spcAft>
              <a:defRPr/>
            </a:pPr>
            <a:endParaRPr lang="zh-TW" altLang="en-US" b="1">
              <a:solidFill>
                <a:srgbClr val="024631"/>
              </a:solidFill>
              <a:ea typeface="新細明體" pitchFamily="18" charset="-120"/>
            </a:endParaRPr>
          </a:p>
        </p:txBody>
      </p:sp>
      <p:sp>
        <p:nvSpPr>
          <p:cNvPr id="11" name="等於 10"/>
          <p:cNvSpPr/>
          <p:nvPr/>
        </p:nvSpPr>
        <p:spPr bwMode="auto">
          <a:xfrm>
            <a:off x="6084888" y="5373688"/>
            <a:ext cx="647700" cy="647700"/>
          </a:xfrm>
          <a:prstGeom prst="mathEqual">
            <a:avLst/>
          </a:prstGeom>
          <a:solidFill>
            <a:schemeClr val="accent1"/>
          </a:solidFill>
          <a:ln w="9525" cap="flat" cmpd="sng" algn="ctr">
            <a:solidFill>
              <a:schemeClr val="tx1"/>
            </a:solidFill>
            <a:prstDash val="solid"/>
            <a:round/>
            <a:headEnd type="none" w="med" len="med"/>
            <a:tailEnd type="none" w="med" len="med"/>
          </a:ln>
          <a:effectLst/>
        </p:spPr>
        <p:txBody>
          <a:bodyPr/>
          <a:lstStyle/>
          <a:p>
            <a:pPr fontAlgn="base">
              <a:spcBef>
                <a:spcPct val="0"/>
              </a:spcBef>
              <a:spcAft>
                <a:spcPct val="0"/>
              </a:spcAft>
              <a:defRPr/>
            </a:pPr>
            <a:endParaRPr lang="zh-TW" altLang="en-US" b="1">
              <a:solidFill>
                <a:srgbClr val="024631"/>
              </a:solidFill>
              <a:ea typeface="新細明體" pitchFamily="18" charset="-120"/>
            </a:endParaRPr>
          </a:p>
        </p:txBody>
      </p:sp>
      <p:pic>
        <p:nvPicPr>
          <p:cNvPr id="3" name="圖片 2"/>
          <p:cNvPicPr>
            <a:picLocks noChangeAspect="1"/>
          </p:cNvPicPr>
          <p:nvPr/>
        </p:nvPicPr>
        <p:blipFill rotWithShape="1">
          <a:blip r:embed="rId3" cstate="print">
            <a:extLst>
              <a:ext uri="{28A0092B-C50C-407E-A947-70E740481C1C}">
                <a14:useLocalDpi xmlns:a14="http://schemas.microsoft.com/office/drawing/2010/main" val="0"/>
              </a:ext>
            </a:extLst>
          </a:blip>
          <a:srcRect l="8766" r="8291" b="6663"/>
          <a:stretch/>
        </p:blipFill>
        <p:spPr>
          <a:xfrm>
            <a:off x="819141" y="4509120"/>
            <a:ext cx="1400330" cy="2175144"/>
          </a:xfrm>
          <a:prstGeom prst="rect">
            <a:avLst/>
          </a:prstGeom>
          <a:ln>
            <a:noFill/>
          </a:ln>
          <a:effectLst>
            <a:softEdge rad="112500"/>
          </a:effectLst>
        </p:spPr>
      </p:pic>
      <p:pic>
        <p:nvPicPr>
          <p:cNvPr id="12" name="圖片 1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275856" y="5176746"/>
            <a:ext cx="1406070" cy="1054552"/>
          </a:xfrm>
          <a:prstGeom prst="rect">
            <a:avLst/>
          </a:prstGeom>
          <a:ln>
            <a:noFill/>
          </a:ln>
          <a:effectLst>
            <a:softEdge rad="112500"/>
          </a:effectLst>
        </p:spPr>
      </p:pic>
      <p:pic>
        <p:nvPicPr>
          <p:cNvPr id="13" name="圖片 1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681926" y="5222646"/>
            <a:ext cx="1330234" cy="997675"/>
          </a:xfrm>
          <a:prstGeom prst="rect">
            <a:avLst/>
          </a:prstGeom>
          <a:ln>
            <a:noFill/>
          </a:ln>
          <a:effectLst>
            <a:softEdge rad="112500"/>
          </a:effectLst>
        </p:spPr>
      </p:pic>
    </p:spTree>
    <p:extLst>
      <p:ext uri="{BB962C8B-B14F-4D97-AF65-F5344CB8AC3E}">
        <p14:creationId xmlns:p14="http://schemas.microsoft.com/office/powerpoint/2010/main" val="1030076873"/>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標題 1">
            <a:extLst>
              <a:ext uri="{FF2B5EF4-FFF2-40B4-BE49-F238E27FC236}">
                <a16:creationId xmlns:a16="http://schemas.microsoft.com/office/drawing/2014/main" id="{8A10F3AA-B575-3BE2-89D1-E5BC067B691D}"/>
              </a:ext>
            </a:extLst>
          </p:cNvPr>
          <p:cNvSpPr>
            <a:spLocks noGrp="1"/>
          </p:cNvSpPr>
          <p:nvPr>
            <p:ph type="title"/>
          </p:nvPr>
        </p:nvSpPr>
        <p:spPr>
          <a:xfrm>
            <a:off x="107950" y="0"/>
            <a:ext cx="8229600" cy="1143000"/>
          </a:xfrm>
        </p:spPr>
        <p:txBody>
          <a:bodyPr/>
          <a:lstStyle/>
          <a:p>
            <a:pPr algn="l" eaLnBrk="1" hangingPunct="1"/>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六</a:t>
            </a:r>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、轉動幸福˙特色產業啟動</a:t>
            </a:r>
            <a:r>
              <a:rPr lang="en-US" altLang="zh-TW" sz="3600" b="1" dirty="0">
                <a:latin typeface="標楷體" panose="03000509000000000000" pitchFamily="65" charset="-120"/>
                <a:ea typeface="標楷體" panose="03000509000000000000" pitchFamily="65" charset="-120"/>
              </a:rPr>
              <a:t>-</a:t>
            </a:r>
            <a:br>
              <a:rPr lang="en-US" altLang="zh-TW" sz="3600" b="1" dirty="0">
                <a:latin typeface="標楷體" panose="03000509000000000000" pitchFamily="65" charset="-120"/>
                <a:ea typeface="標楷體" panose="03000509000000000000" pitchFamily="65" charset="-120"/>
              </a:rPr>
            </a:br>
            <a:r>
              <a:rPr lang="zh-TW" altLang="en-US" sz="3600" b="1" dirty="0">
                <a:latin typeface="標楷體" panose="03000509000000000000" pitchFamily="65" charset="-120"/>
                <a:ea typeface="標楷體" panose="03000509000000000000" pitchFamily="65" charset="-120"/>
              </a:rPr>
              <a:t>      永續經營</a:t>
            </a:r>
          </a:p>
        </p:txBody>
      </p:sp>
      <p:pic>
        <p:nvPicPr>
          <p:cNvPr id="8" name="圖片 7" descr="0521山崇-手工藝課程_180522_0005.jpg">
            <a:extLst>
              <a:ext uri="{FF2B5EF4-FFF2-40B4-BE49-F238E27FC236}">
                <a16:creationId xmlns:a16="http://schemas.microsoft.com/office/drawing/2014/main" id="{6BB94D67-71AE-9DEE-302F-6BC042213133}"/>
              </a:ext>
            </a:extLst>
          </p:cNvPr>
          <p:cNvPicPr>
            <a:picLocks noChangeAspect="1"/>
          </p:cNvPicPr>
          <p:nvPr/>
        </p:nvPicPr>
        <p:blipFill>
          <a:blip r:embed="rId2" cstate="print"/>
          <a:stretch>
            <a:fillRect/>
          </a:stretch>
        </p:blipFill>
        <p:spPr>
          <a:xfrm>
            <a:off x="251520" y="1267578"/>
            <a:ext cx="3600400" cy="2699157"/>
          </a:xfrm>
          <a:prstGeom prst="rect">
            <a:avLst/>
          </a:prstGeom>
          <a:ln>
            <a:noFill/>
          </a:ln>
          <a:effectLst>
            <a:softEdge rad="112500"/>
          </a:effectLst>
        </p:spPr>
      </p:pic>
      <p:pic>
        <p:nvPicPr>
          <p:cNvPr id="10" name="圖片 9" descr="0521山崇-手工藝課程_180522_0017.jpg">
            <a:extLst>
              <a:ext uri="{FF2B5EF4-FFF2-40B4-BE49-F238E27FC236}">
                <a16:creationId xmlns:a16="http://schemas.microsoft.com/office/drawing/2014/main" id="{F959CDB6-075C-0117-CFC7-E901970F1F10}"/>
              </a:ext>
            </a:extLst>
          </p:cNvPr>
          <p:cNvPicPr>
            <a:picLocks noChangeAspect="1"/>
          </p:cNvPicPr>
          <p:nvPr/>
        </p:nvPicPr>
        <p:blipFill>
          <a:blip r:embed="rId3" cstate="print"/>
          <a:stretch>
            <a:fillRect/>
          </a:stretch>
        </p:blipFill>
        <p:spPr>
          <a:xfrm>
            <a:off x="251520" y="3943830"/>
            <a:ext cx="3456384" cy="2591191"/>
          </a:xfrm>
          <a:prstGeom prst="rect">
            <a:avLst/>
          </a:prstGeom>
          <a:ln>
            <a:noFill/>
          </a:ln>
          <a:effectLst>
            <a:softEdge rad="112500"/>
          </a:effectLst>
        </p:spPr>
      </p:pic>
      <p:pic>
        <p:nvPicPr>
          <p:cNvPr id="11" name="圖片 10" descr="oeb917fee66ecb9ffe85b0f9fcad4f8e7_22365311_180831_0004.jpg">
            <a:extLst>
              <a:ext uri="{FF2B5EF4-FFF2-40B4-BE49-F238E27FC236}">
                <a16:creationId xmlns:a16="http://schemas.microsoft.com/office/drawing/2014/main" id="{DDEAB616-0B26-2919-C1C5-CE443A78250D}"/>
              </a:ext>
            </a:extLst>
          </p:cNvPr>
          <p:cNvPicPr>
            <a:picLocks noChangeAspect="1"/>
          </p:cNvPicPr>
          <p:nvPr/>
        </p:nvPicPr>
        <p:blipFill>
          <a:blip r:embed="rId4" cstate="print"/>
          <a:stretch>
            <a:fillRect/>
          </a:stretch>
        </p:blipFill>
        <p:spPr>
          <a:xfrm>
            <a:off x="3851920" y="4067800"/>
            <a:ext cx="4384458" cy="2467221"/>
          </a:xfrm>
          <a:prstGeom prst="rect">
            <a:avLst/>
          </a:prstGeom>
          <a:ln>
            <a:noFill/>
          </a:ln>
          <a:effectLst>
            <a:softEdge rad="112500"/>
          </a:effectLst>
        </p:spPr>
      </p:pic>
      <p:sp>
        <p:nvSpPr>
          <p:cNvPr id="9" name="文字方塊 8">
            <a:extLst>
              <a:ext uri="{FF2B5EF4-FFF2-40B4-BE49-F238E27FC236}">
                <a16:creationId xmlns:a16="http://schemas.microsoft.com/office/drawing/2014/main" id="{8B19B83B-8985-664D-F892-47D9086ACBFA}"/>
              </a:ext>
            </a:extLst>
          </p:cNvPr>
          <p:cNvSpPr txBox="1"/>
          <p:nvPr/>
        </p:nvSpPr>
        <p:spPr>
          <a:xfrm>
            <a:off x="5148263" y="1258888"/>
            <a:ext cx="2519362" cy="461962"/>
          </a:xfrm>
          <a:prstGeom prst="rect">
            <a:avLst/>
          </a:prstGeom>
          <a:solidFill>
            <a:schemeClr val="accent3">
              <a:lumMod val="20000"/>
              <a:lumOff val="80000"/>
            </a:schemeClr>
          </a:solid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TW" altLang="en-US" sz="2400" b="0" i="0" u="none" strike="noStrike" kern="1200" cap="none" spc="0" normalizeH="0" baseline="0" noProof="0">
                <a:ln>
                  <a:noFill/>
                </a:ln>
                <a:solidFill>
                  <a:prstClr val="black"/>
                </a:solidFill>
                <a:effectLst/>
                <a:uLnTx/>
                <a:uFillTx/>
                <a:latin typeface="標楷體" pitchFamily="65" charset="-120"/>
                <a:ea typeface="標楷體" pitchFamily="65" charset="-120"/>
                <a:cs typeface="+mn-cs"/>
              </a:rPr>
              <a:t>伴手禮 </a:t>
            </a:r>
            <a:r>
              <a:rPr kumimoji="0" lang="zh-TW" altLang="en-US" sz="2400" b="0" i="0" u="none" strike="noStrike" kern="1200" cap="none" spc="0" normalizeH="0" baseline="0" noProof="0" dirty="0">
                <a:ln>
                  <a:noFill/>
                </a:ln>
                <a:solidFill>
                  <a:prstClr val="black"/>
                </a:solidFill>
                <a:effectLst/>
                <a:uLnTx/>
                <a:uFillTx/>
                <a:latin typeface="標楷體" pitchFamily="65" charset="-120"/>
                <a:ea typeface="標楷體" pitchFamily="65" charset="-120"/>
                <a:cs typeface="+mn-cs"/>
              </a:rPr>
              <a:t>手工藝</a:t>
            </a:r>
          </a:p>
        </p:txBody>
      </p:sp>
      <p:pic>
        <p:nvPicPr>
          <p:cNvPr id="62466" name="Picture 2" descr="oeb917fee66ecb9ffe85b0f9fcad4f8e7_22641503_180911_0003">
            <a:extLst>
              <a:ext uri="{FF2B5EF4-FFF2-40B4-BE49-F238E27FC236}">
                <a16:creationId xmlns:a16="http://schemas.microsoft.com/office/drawing/2014/main" id="{A18D7270-930D-D85E-0D7B-396F534080A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09456" y="1768504"/>
            <a:ext cx="3923466" cy="2205087"/>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內容版面配置區 4"/>
          <p:cNvSpPr>
            <a:spLocks noGrp="1"/>
          </p:cNvSpPr>
          <p:nvPr>
            <p:ph idx="1"/>
          </p:nvPr>
        </p:nvSpPr>
        <p:spPr>
          <a:xfrm>
            <a:off x="468313" y="1196975"/>
            <a:ext cx="8229600" cy="5410200"/>
          </a:xfrm>
        </p:spPr>
        <p:txBody>
          <a:bodyPr/>
          <a:lstStyle/>
          <a:p>
            <a:pPr marL="0" indent="0">
              <a:buFont typeface="Wingdings"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七</a:t>
            </a:r>
            <a:r>
              <a:rPr lang="en-US" altLang="zh-TW" sz="2800" b="1" dirty="0">
                <a:latin typeface="標楷體" pitchFamily="65" charset="-120"/>
                <a:ea typeface="標楷體" pitchFamily="65" charset="-120"/>
              </a:rPr>
              <a:t>)</a:t>
            </a:r>
            <a:r>
              <a:rPr lang="en-US" altLang="zh-TW" sz="2800" dirty="0">
                <a:latin typeface="標楷體" pitchFamily="65" charset="-120"/>
                <a:ea typeface="標楷體" pitchFamily="65" charset="-120"/>
              </a:rPr>
              <a:t> </a:t>
            </a:r>
            <a:r>
              <a:rPr lang="zh-TW" altLang="zh-TW" sz="2800" b="1" dirty="0">
                <a:latin typeface="標楷體" pitchFamily="65" charset="-120"/>
                <a:ea typeface="標楷體" pitchFamily="65" charset="-120"/>
              </a:rPr>
              <a:t>、 幸福旗艦特刊印製發行</a:t>
            </a:r>
            <a:endParaRPr lang="en-US" altLang="zh-TW" sz="2800" b="1" dirty="0">
              <a:latin typeface="標楷體" pitchFamily="65" charset="-120"/>
              <a:ea typeface="標楷體" pitchFamily="65" charset="-120"/>
            </a:endParaRPr>
          </a:p>
          <a:p>
            <a:pPr marL="0" indent="0">
              <a:buFont typeface="Wingdings" pitchFamily="2" charset="2"/>
              <a:buNone/>
              <a:defRPr/>
            </a:pPr>
            <a:endParaRPr lang="en-US" altLang="zh-TW" sz="2800" b="1" dirty="0">
              <a:latin typeface="標楷體" pitchFamily="65" charset="-120"/>
              <a:ea typeface="標楷體" pitchFamily="65" charset="-120"/>
            </a:endParaRPr>
          </a:p>
          <a:p>
            <a:pPr>
              <a:defRPr/>
            </a:pPr>
            <a:r>
              <a:rPr lang="zh-TW" altLang="zh-TW" sz="2800" dirty="0">
                <a:latin typeface="標楷體" pitchFamily="65" charset="-120"/>
                <a:ea typeface="標楷體" pitchFamily="65" charset="-120"/>
              </a:rPr>
              <a:t>旗艦社區撰寫活動紀錄，讓社區大小事情經由特刊報敘述記載傳播，家家閱讀旗艦報導特刊，人人關心社區福利，聯絡相互情感，提昇居民參與。</a:t>
            </a:r>
            <a:endParaRPr lang="en-US" altLang="zh-TW" sz="2800" dirty="0">
              <a:latin typeface="標楷體" pitchFamily="65" charset="-120"/>
              <a:ea typeface="標楷體" pitchFamily="65" charset="-120"/>
            </a:endParaRPr>
          </a:p>
          <a:p>
            <a:pPr>
              <a:defRPr/>
            </a:pPr>
            <a:r>
              <a:rPr lang="zh-TW" altLang="zh-TW" sz="2800" dirty="0">
                <a:latin typeface="標楷體" pitchFamily="65" charset="-120"/>
                <a:ea typeface="標楷體" pitchFamily="65" charset="-120"/>
              </a:rPr>
              <a:t>編輯發行旗艦報導特刊每期</a:t>
            </a:r>
            <a:r>
              <a:rPr lang="en-US" altLang="zh-TW" sz="2800" dirty="0">
                <a:latin typeface="標楷體" pitchFamily="65" charset="-120"/>
                <a:ea typeface="標楷體" pitchFamily="65" charset="-120"/>
              </a:rPr>
              <a:t>800</a:t>
            </a:r>
            <a:r>
              <a:rPr lang="zh-TW" altLang="zh-TW" sz="2800" dirty="0">
                <a:latin typeface="標楷體" pitchFamily="65" charset="-120"/>
                <a:ea typeface="標楷體" pitchFamily="65" charset="-120"/>
              </a:rPr>
              <a:t>份</a:t>
            </a:r>
            <a:r>
              <a:rPr lang="zh-TW" altLang="en-US" sz="2800" dirty="0">
                <a:latin typeface="標楷體" pitchFamily="65" charset="-120"/>
                <a:ea typeface="標楷體" pitchFamily="65" charset="-120"/>
              </a:rPr>
              <a:t>。</a:t>
            </a:r>
            <a:endParaRPr lang="en-US" altLang="zh-TW" sz="2800" dirty="0">
              <a:latin typeface="標楷體" pitchFamily="65" charset="-120"/>
              <a:ea typeface="標楷體" pitchFamily="65" charset="-120"/>
            </a:endParaRPr>
          </a:p>
          <a:p>
            <a:pPr>
              <a:defRPr/>
            </a:pPr>
            <a:r>
              <a:rPr lang="zh-TW" altLang="zh-TW" sz="2800" dirty="0">
                <a:latin typeface="標楷體" pitchFamily="65" charset="-120"/>
                <a:ea typeface="標楷體" pitchFamily="65" charset="-120"/>
              </a:rPr>
              <a:t>以每季為期刊</a:t>
            </a:r>
            <a:r>
              <a:rPr lang="zh-TW" altLang="en-US" sz="2800" dirty="0">
                <a:latin typeface="標楷體" pitchFamily="65" charset="-120"/>
                <a:ea typeface="標楷體" pitchFamily="65" charset="-120"/>
              </a:rPr>
              <a:t>發行</a:t>
            </a:r>
            <a:r>
              <a:rPr lang="en-US" altLang="zh-TW" sz="2800" dirty="0">
                <a:latin typeface="標楷體" pitchFamily="65" charset="-120"/>
                <a:ea typeface="標楷體" pitchFamily="65" charset="-120"/>
              </a:rPr>
              <a:t>4</a:t>
            </a:r>
            <a:r>
              <a:rPr lang="zh-TW" altLang="en-US" sz="2800" dirty="0">
                <a:latin typeface="標楷體" pitchFamily="65" charset="-120"/>
                <a:ea typeface="標楷體" pitchFamily="65" charset="-120"/>
              </a:rPr>
              <a:t>次。</a:t>
            </a:r>
            <a:endParaRPr lang="en-US" altLang="zh-TW" sz="2800" dirty="0">
              <a:latin typeface="標楷體" pitchFamily="65" charset="-120"/>
              <a:ea typeface="標楷體" pitchFamily="65" charset="-120"/>
            </a:endParaRPr>
          </a:p>
          <a:p>
            <a:pPr>
              <a:defRPr/>
            </a:pPr>
            <a:r>
              <a:rPr lang="zh-TW" altLang="zh-TW" sz="2800" dirty="0">
                <a:latin typeface="標楷體" pitchFamily="65" charset="-120"/>
                <a:ea typeface="標楷體" pitchFamily="65" charset="-120"/>
              </a:rPr>
              <a:t>透過聯繫會報分送各社區。</a:t>
            </a:r>
          </a:p>
        </p:txBody>
      </p:sp>
      <p:sp>
        <p:nvSpPr>
          <p:cNvPr id="107523"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b="0" dirty="0">
              <a:latin typeface="標楷體" pitchFamily="65" charset="-120"/>
              <a:ea typeface="標楷體" pitchFamily="65" charset="-120"/>
              <a:cs typeface="華康隸書體W7" pitchFamily="65" charset="-120"/>
            </a:endParaRPr>
          </a:p>
        </p:txBody>
      </p:sp>
    </p:spTree>
    <p:extLst>
      <p:ext uri="{BB962C8B-B14F-4D97-AF65-F5344CB8AC3E}">
        <p14:creationId xmlns:p14="http://schemas.microsoft.com/office/powerpoint/2010/main" val="172910655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標題 1">
            <a:extLst>
              <a:ext uri="{FF2B5EF4-FFF2-40B4-BE49-F238E27FC236}">
                <a16:creationId xmlns:a16="http://schemas.microsoft.com/office/drawing/2014/main" id="{8AB33DD3-EE92-84D7-7B93-6F263369CE74}"/>
              </a:ext>
            </a:extLst>
          </p:cNvPr>
          <p:cNvSpPr>
            <a:spLocks noGrp="1"/>
          </p:cNvSpPr>
          <p:nvPr>
            <p:ph type="title"/>
          </p:nvPr>
        </p:nvSpPr>
        <p:spPr>
          <a:xfrm>
            <a:off x="457200" y="0"/>
            <a:ext cx="8229600" cy="1143000"/>
          </a:xfrm>
        </p:spPr>
        <p:txBody>
          <a:bodyPr/>
          <a:lstStyle/>
          <a:p>
            <a:pPr algn="l" eaLnBrk="1" hangingPunct="1"/>
            <a:r>
              <a:rPr lang="en-US" altLang="zh-TW" sz="3600" b="1" dirty="0">
                <a:latin typeface="標楷體" panose="03000509000000000000" pitchFamily="65" charset="-120"/>
                <a:ea typeface="標楷體" panose="03000509000000000000" pitchFamily="65" charset="-120"/>
              </a:rPr>
              <a:t>(</a:t>
            </a:r>
            <a:r>
              <a:rPr lang="zh-TW" altLang="en-US" sz="3600" b="1" dirty="0">
                <a:latin typeface="標楷體" panose="03000509000000000000" pitchFamily="65" charset="-120"/>
                <a:ea typeface="標楷體" panose="03000509000000000000" pitchFamily="65" charset="-120"/>
              </a:rPr>
              <a:t>七</a:t>
            </a:r>
            <a:r>
              <a:rPr lang="en-US" altLang="zh-TW" sz="3600" b="1" dirty="0">
                <a:latin typeface="標楷體" panose="03000509000000000000" pitchFamily="65" charset="-120"/>
                <a:ea typeface="標楷體" panose="03000509000000000000" pitchFamily="65" charset="-120"/>
              </a:rPr>
              <a:t>) </a:t>
            </a:r>
            <a:r>
              <a:rPr lang="zh-TW" altLang="en-US" sz="3600" b="1" dirty="0">
                <a:latin typeface="標楷體" panose="03000509000000000000" pitchFamily="65" charset="-120"/>
                <a:ea typeface="標楷體" panose="03000509000000000000" pitchFamily="65" charset="-120"/>
              </a:rPr>
              <a:t>、</a:t>
            </a:r>
            <a:r>
              <a:rPr lang="zh-TW" altLang="zh-TW" sz="3600" b="1" dirty="0">
                <a:latin typeface="標楷體" panose="03000509000000000000" pitchFamily="65" charset="-120"/>
                <a:ea typeface="標楷體" panose="03000509000000000000" pitchFamily="65" charset="-120"/>
              </a:rPr>
              <a:t>幸福旗艦特刊</a:t>
            </a:r>
            <a:r>
              <a:rPr lang="en-US" altLang="zh-TW" sz="3600" b="1" dirty="0">
                <a:latin typeface="標楷體" panose="03000509000000000000" pitchFamily="65" charset="-120"/>
                <a:ea typeface="標楷體" panose="03000509000000000000" pitchFamily="65" charset="-120"/>
              </a:rPr>
              <a:t>-107</a:t>
            </a:r>
            <a:r>
              <a:rPr lang="zh-TW" altLang="en-US" sz="3600" b="1" dirty="0">
                <a:latin typeface="標楷體" panose="03000509000000000000" pitchFamily="65" charset="-120"/>
                <a:ea typeface="標楷體" panose="03000509000000000000" pitchFamily="65" charset="-120"/>
              </a:rPr>
              <a:t>年度</a:t>
            </a:r>
            <a:endParaRPr lang="zh-TW" altLang="en-US" sz="3600" b="1" dirty="0"/>
          </a:p>
        </p:txBody>
      </p:sp>
      <p:pic>
        <p:nvPicPr>
          <p:cNvPr id="95235" name="Picture 52" descr="H:\云\大旗艦\107計畫\季刊\107旗艦刊-第三季.jpeg">
            <a:extLst>
              <a:ext uri="{FF2B5EF4-FFF2-40B4-BE49-F238E27FC236}">
                <a16:creationId xmlns:a16="http://schemas.microsoft.com/office/drawing/2014/main" id="{F37C3425-428E-3C91-0B87-5564B660AEA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02425" y="1728788"/>
            <a:ext cx="2273300" cy="329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236" name="Picture 53" descr="H:\云\大旗艦\107計畫\季刊\107旗艦刊-第四季.jpeg">
            <a:extLst>
              <a:ext uri="{FF2B5EF4-FFF2-40B4-BE49-F238E27FC236}">
                <a16:creationId xmlns:a16="http://schemas.microsoft.com/office/drawing/2014/main" id="{B137A312-4B61-EC75-22DF-DF90B95A8F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70400" y="1739900"/>
            <a:ext cx="2232025" cy="3227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237" name="Picture 54" descr="H:\云\大旗艦\107計畫\季刊\107旗艦刊-第一季.jpeg">
            <a:extLst>
              <a:ext uri="{FF2B5EF4-FFF2-40B4-BE49-F238E27FC236}">
                <a16:creationId xmlns:a16="http://schemas.microsoft.com/office/drawing/2014/main" id="{968CD404-D7D4-B952-D84F-7420F38858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08225" y="1776413"/>
            <a:ext cx="2263775" cy="3254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238" name="Picture 55" descr="H:\云\大旗艦\107計畫\季刊\107旗艦刊-第二季.jpeg">
            <a:extLst>
              <a:ext uri="{FF2B5EF4-FFF2-40B4-BE49-F238E27FC236}">
                <a16:creationId xmlns:a16="http://schemas.microsoft.com/office/drawing/2014/main" id="{A3E05A27-41F6-82C5-39DD-1D443CE40EE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0813" y="1739900"/>
            <a:ext cx="2212975" cy="3290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內容版面配置區 4"/>
          <p:cNvSpPr>
            <a:spLocks noGrp="1"/>
          </p:cNvSpPr>
          <p:nvPr>
            <p:ph idx="1"/>
          </p:nvPr>
        </p:nvSpPr>
        <p:spPr/>
        <p:txBody>
          <a:bodyPr/>
          <a:lstStyle/>
          <a:p>
            <a:pPr marL="0" indent="0">
              <a:buFont typeface="Wingdings" pitchFamily="2" charset="2"/>
              <a:buNone/>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八</a:t>
            </a:r>
            <a:r>
              <a:rPr lang="en-US" altLang="zh-TW" sz="2800" b="1" dirty="0">
                <a:latin typeface="標楷體" pitchFamily="65" charset="-120"/>
                <a:ea typeface="標楷體" pitchFamily="65" charset="-120"/>
              </a:rPr>
              <a:t>)</a:t>
            </a:r>
            <a:r>
              <a:rPr lang="en-US" altLang="zh-TW" sz="2800" dirty="0">
                <a:latin typeface="標楷體" pitchFamily="65" charset="-120"/>
                <a:ea typeface="標楷體" pitchFamily="65" charset="-120"/>
              </a:rPr>
              <a:t> </a:t>
            </a:r>
            <a:r>
              <a:rPr lang="zh-TW" altLang="zh-TW" sz="2800" b="1" dirty="0">
                <a:latin typeface="標楷體" pitchFamily="65" charset="-120"/>
                <a:ea typeface="標楷體" pitchFamily="65" charset="-120"/>
              </a:rPr>
              <a:t>、 溫暖大竹山˙轉動幸福齊步走</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成果展</a:t>
            </a:r>
            <a:endParaRPr lang="zh-TW" altLang="zh-TW" sz="2800" dirty="0">
              <a:latin typeface="標楷體" pitchFamily="65" charset="-120"/>
              <a:ea typeface="標楷體" pitchFamily="65" charset="-120"/>
            </a:endParaRPr>
          </a:p>
        </p:txBody>
      </p:sp>
      <p:sp>
        <p:nvSpPr>
          <p:cNvPr id="109571"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b="0" dirty="0">
              <a:latin typeface="標楷體" pitchFamily="65" charset="-120"/>
              <a:ea typeface="標楷體" pitchFamily="65" charset="-120"/>
              <a:cs typeface="華康隸書體W7" pitchFamily="65" charset="-120"/>
            </a:endParaRPr>
          </a:p>
        </p:txBody>
      </p:sp>
      <p:sp>
        <p:nvSpPr>
          <p:cNvPr id="3" name="矩形 2"/>
          <p:cNvSpPr/>
          <p:nvPr/>
        </p:nvSpPr>
        <p:spPr>
          <a:xfrm>
            <a:off x="525463" y="1628775"/>
            <a:ext cx="8307387" cy="2222500"/>
          </a:xfrm>
          <a:prstGeom prst="rect">
            <a:avLst/>
          </a:prstGeom>
        </p:spPr>
        <p:txBody>
          <a:bodyPr>
            <a:spAutoFit/>
          </a:bodyPr>
          <a:lstStyle/>
          <a:p>
            <a:pPr marL="203200">
              <a:lnSpc>
                <a:spcPct val="115000"/>
              </a:lnSpc>
              <a:spcBef>
                <a:spcPts val="600"/>
              </a:spcBef>
              <a:defRPr/>
            </a:pPr>
            <a:r>
              <a:rPr lang="zh-TW" altLang="zh-TW" b="1" kern="100" dirty="0">
                <a:solidFill>
                  <a:srgbClr val="024631"/>
                </a:solidFill>
                <a:latin typeface="Times New Roman"/>
                <a:ea typeface="標楷體"/>
              </a:rPr>
              <a:t> </a:t>
            </a:r>
            <a:r>
              <a:rPr lang="en-US" altLang="zh-TW" b="1" kern="100" dirty="0">
                <a:solidFill>
                  <a:srgbClr val="FF0000"/>
                </a:solidFill>
                <a:latin typeface="Times New Roman"/>
                <a:ea typeface="標楷體"/>
              </a:rPr>
              <a:t>A.</a:t>
            </a:r>
            <a:r>
              <a:rPr lang="zh-TW" altLang="zh-TW" b="1" kern="100" dirty="0">
                <a:solidFill>
                  <a:srgbClr val="FF0000"/>
                </a:solidFill>
                <a:latin typeface="Times New Roman"/>
                <a:ea typeface="標楷體"/>
              </a:rPr>
              <a:t>靜態展示</a:t>
            </a:r>
            <a:r>
              <a:rPr lang="en-US" altLang="zh-TW" b="1" kern="100" dirty="0">
                <a:solidFill>
                  <a:srgbClr val="FF0000"/>
                </a:solidFill>
                <a:latin typeface="Times New Roman"/>
                <a:ea typeface="標楷體"/>
              </a:rPr>
              <a:t>-</a:t>
            </a:r>
            <a:r>
              <a:rPr lang="zh-TW" altLang="zh-TW" b="1" kern="100" dirty="0">
                <a:solidFill>
                  <a:srgbClr val="FF0000"/>
                </a:solidFill>
                <a:latin typeface="Times New Roman"/>
                <a:ea typeface="標楷體"/>
              </a:rPr>
              <a:t>「社區特色展示」</a:t>
            </a:r>
            <a:endParaRPr lang="zh-TW" altLang="zh-TW" sz="2000" b="1" kern="100" dirty="0">
              <a:solidFill>
                <a:srgbClr val="FF0000"/>
              </a:solidFill>
              <a:latin typeface="Times New Roman"/>
              <a:ea typeface="超研澤粗楷"/>
            </a:endParaRPr>
          </a:p>
          <a:p>
            <a:pPr marL="323215">
              <a:lnSpc>
                <a:spcPct val="115000"/>
              </a:lnSpc>
              <a:tabLst>
                <a:tab pos="90170" algn="l"/>
              </a:tabLst>
              <a:defRPr/>
            </a:pPr>
            <a:r>
              <a:rPr lang="en-US" altLang="zh-TW" kern="100" dirty="0">
                <a:solidFill>
                  <a:srgbClr val="024631"/>
                </a:solidFill>
                <a:latin typeface="標楷體"/>
                <a:ea typeface="超研澤粗楷"/>
              </a:rPr>
              <a:t> (1) </a:t>
            </a:r>
            <a:r>
              <a:rPr lang="zh-TW" altLang="zh-TW" kern="100" dirty="0">
                <a:solidFill>
                  <a:srgbClr val="024631"/>
                </a:solidFill>
                <a:latin typeface="Times New Roman"/>
                <a:ea typeface="標楷體"/>
              </a:rPr>
              <a:t>邀請旗艦各社區，針對其服務特色、推動成果等，設計海報於會場展示，展現成果與其他社區交流分享。</a:t>
            </a:r>
            <a:endParaRPr lang="zh-TW" altLang="zh-TW" sz="2000" kern="100" dirty="0">
              <a:solidFill>
                <a:srgbClr val="024631"/>
              </a:solidFill>
              <a:latin typeface="Times New Roman"/>
              <a:ea typeface="超研澤粗楷"/>
            </a:endParaRPr>
          </a:p>
          <a:p>
            <a:pPr marL="670560" indent="-386080">
              <a:lnSpc>
                <a:spcPct val="115000"/>
              </a:lnSpc>
              <a:spcAft>
                <a:spcPts val="600"/>
              </a:spcAft>
              <a:defRPr/>
            </a:pPr>
            <a:r>
              <a:rPr lang="en-US" altLang="zh-TW" b="1" kern="100" dirty="0">
                <a:solidFill>
                  <a:srgbClr val="FF0000"/>
                </a:solidFill>
                <a:latin typeface="標楷體"/>
                <a:ea typeface="超研澤粗楷"/>
              </a:rPr>
              <a:t>B.</a:t>
            </a:r>
            <a:r>
              <a:rPr lang="zh-TW" altLang="zh-TW" b="1" kern="100" dirty="0">
                <a:solidFill>
                  <a:srgbClr val="FF0000"/>
                </a:solidFill>
                <a:latin typeface="Times New Roman"/>
                <a:ea typeface="標楷體"/>
              </a:rPr>
              <a:t>動態活動：</a:t>
            </a:r>
            <a:r>
              <a:rPr lang="en-US" altLang="zh-TW" b="1" kern="100" dirty="0">
                <a:solidFill>
                  <a:srgbClr val="FF0000"/>
                </a:solidFill>
                <a:latin typeface="Times New Roman"/>
                <a:ea typeface="標楷體"/>
              </a:rPr>
              <a:t>  </a:t>
            </a:r>
            <a:endParaRPr lang="zh-TW" altLang="zh-TW" sz="2000" b="1" kern="100" dirty="0">
              <a:solidFill>
                <a:srgbClr val="FF0000"/>
              </a:solidFill>
              <a:latin typeface="Times New Roman"/>
              <a:ea typeface="超研澤粗楷"/>
            </a:endParaRPr>
          </a:p>
          <a:p>
            <a:pPr marL="580390" indent="-444500">
              <a:lnSpc>
                <a:spcPct val="115000"/>
              </a:lnSpc>
              <a:defRPr/>
            </a:pPr>
            <a:r>
              <a:rPr lang="en-US" altLang="zh-TW" kern="100" dirty="0">
                <a:solidFill>
                  <a:srgbClr val="024631"/>
                </a:solidFill>
                <a:latin typeface="標楷體"/>
                <a:ea typeface="超研澤粗楷"/>
              </a:rPr>
              <a:t>  (1) </a:t>
            </a:r>
            <a:r>
              <a:rPr lang="zh-TW" altLang="zh-TW" kern="100" dirty="0">
                <a:solidFill>
                  <a:srgbClr val="024631"/>
                </a:solidFill>
                <a:latin typeface="Times New Roman"/>
                <a:ea typeface="標楷體"/>
              </a:rPr>
              <a:t>社區表演</a:t>
            </a:r>
            <a:r>
              <a:rPr lang="en-US" altLang="zh-TW" kern="100" dirty="0">
                <a:solidFill>
                  <a:srgbClr val="024631"/>
                </a:solidFill>
                <a:latin typeface="Times New Roman"/>
                <a:ea typeface="標楷體"/>
              </a:rPr>
              <a:t>-</a:t>
            </a:r>
            <a:r>
              <a:rPr lang="zh-TW" altLang="zh-TW" kern="100" dirty="0">
                <a:solidFill>
                  <a:srgbClr val="024631"/>
                </a:solidFill>
                <a:latin typeface="Times New Roman"/>
                <a:ea typeface="標楷體"/>
              </a:rPr>
              <a:t>「社區活力</a:t>
            </a:r>
            <a:r>
              <a:rPr lang="en-US" altLang="zh-TW" kern="100" dirty="0">
                <a:solidFill>
                  <a:srgbClr val="024631"/>
                </a:solidFill>
                <a:latin typeface="Times New Roman"/>
                <a:ea typeface="標楷體"/>
              </a:rPr>
              <a:t>SHOW</a:t>
            </a:r>
            <a:r>
              <a:rPr lang="zh-TW" altLang="zh-TW" kern="100" dirty="0">
                <a:solidFill>
                  <a:srgbClr val="024631"/>
                </a:solidFill>
                <a:latin typeface="Times New Roman"/>
                <a:ea typeface="標楷體"/>
              </a:rPr>
              <a:t>出來」</a:t>
            </a:r>
            <a:r>
              <a:rPr lang="en-US" altLang="zh-TW" kern="100" dirty="0">
                <a:solidFill>
                  <a:srgbClr val="024631"/>
                </a:solidFill>
                <a:latin typeface="Times New Roman"/>
                <a:ea typeface="標楷體"/>
              </a:rPr>
              <a:t>(6</a:t>
            </a:r>
            <a:r>
              <a:rPr lang="zh-TW" altLang="zh-TW" kern="100" dirty="0">
                <a:solidFill>
                  <a:srgbClr val="024631"/>
                </a:solidFill>
                <a:latin typeface="Times New Roman"/>
                <a:ea typeface="標楷體"/>
              </a:rPr>
              <a:t>個社區</a:t>
            </a:r>
            <a:r>
              <a:rPr lang="en-US" altLang="zh-TW" kern="100" dirty="0">
                <a:solidFill>
                  <a:srgbClr val="024631"/>
                </a:solidFill>
                <a:latin typeface="Times New Roman"/>
                <a:ea typeface="標楷體"/>
              </a:rPr>
              <a:t>)</a:t>
            </a:r>
            <a:r>
              <a:rPr lang="zh-TW" altLang="zh-TW" kern="100" dirty="0">
                <a:solidFill>
                  <a:srgbClr val="024631"/>
                </a:solidFill>
                <a:latin typeface="Times New Roman"/>
                <a:ea typeface="標楷體"/>
              </a:rPr>
              <a:t> 增進各社區未來帶領活動之豐富性。</a:t>
            </a:r>
            <a:endParaRPr lang="zh-TW" altLang="zh-TW" sz="2000" kern="100" dirty="0">
              <a:solidFill>
                <a:srgbClr val="024631"/>
              </a:solidFill>
              <a:latin typeface="Times New Roman"/>
              <a:ea typeface="超研澤粗楷"/>
            </a:endParaRPr>
          </a:p>
        </p:txBody>
      </p:sp>
      <p:pic>
        <p:nvPicPr>
          <p:cNvPr id="109573" name="圖片 7"/>
          <p:cNvPicPr>
            <a:picLocks noChangeAspect="1"/>
          </p:cNvPicPr>
          <p:nvPr/>
        </p:nvPicPr>
        <p:blipFill>
          <a:blip r:embed="rId2">
            <a:extLst>
              <a:ext uri="{28A0092B-C50C-407E-A947-70E740481C1C}">
                <a14:useLocalDpi xmlns:a14="http://schemas.microsoft.com/office/drawing/2010/main" val="0"/>
              </a:ext>
            </a:extLst>
          </a:blip>
          <a:srcRect l="3500" t="18889" b="12666"/>
          <a:stretch>
            <a:fillRect/>
          </a:stretch>
        </p:blipFill>
        <p:spPr bwMode="auto">
          <a:xfrm>
            <a:off x="1258888" y="3851275"/>
            <a:ext cx="7059612" cy="281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3953796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標題 1">
            <a:extLst>
              <a:ext uri="{FF2B5EF4-FFF2-40B4-BE49-F238E27FC236}">
                <a16:creationId xmlns:a16="http://schemas.microsoft.com/office/drawing/2014/main" id="{D91E3C9A-74CD-0B9D-CFF7-C1243C10857F}"/>
              </a:ext>
            </a:extLst>
          </p:cNvPr>
          <p:cNvSpPr>
            <a:spLocks noGrp="1"/>
          </p:cNvSpPr>
          <p:nvPr>
            <p:ph type="title"/>
          </p:nvPr>
        </p:nvSpPr>
        <p:spPr>
          <a:xfrm>
            <a:off x="107950" y="25400"/>
            <a:ext cx="8229600" cy="1143000"/>
          </a:xfrm>
        </p:spPr>
        <p:txBody>
          <a:bodyPr/>
          <a:lstStyle/>
          <a:p>
            <a:pPr algn="l" eaLnBrk="1" hangingPunct="1"/>
            <a:r>
              <a:rPr lang="en-US" altLang="zh-TW" sz="3000" b="1" dirty="0">
                <a:latin typeface="標楷體" panose="03000509000000000000" pitchFamily="65" charset="-120"/>
                <a:ea typeface="標楷體" panose="03000509000000000000" pitchFamily="65" charset="-120"/>
              </a:rPr>
              <a:t>(</a:t>
            </a:r>
            <a:r>
              <a:rPr lang="zh-TW" altLang="en-US" sz="3000" b="1" dirty="0">
                <a:latin typeface="標楷體" panose="03000509000000000000" pitchFamily="65" charset="-120"/>
                <a:ea typeface="標楷體" panose="03000509000000000000" pitchFamily="65" charset="-120"/>
              </a:rPr>
              <a:t>八</a:t>
            </a:r>
            <a:r>
              <a:rPr lang="en-US" altLang="zh-TW" sz="3000" b="1" dirty="0">
                <a:latin typeface="標楷體" panose="03000509000000000000" pitchFamily="65" charset="-120"/>
                <a:ea typeface="標楷體" panose="03000509000000000000" pitchFamily="65" charset="-120"/>
              </a:rPr>
              <a:t>) </a:t>
            </a:r>
            <a:r>
              <a:rPr lang="zh-TW" altLang="en-US" sz="3000" b="1" dirty="0">
                <a:latin typeface="標楷體" panose="03000509000000000000" pitchFamily="65" charset="-120"/>
                <a:ea typeface="標楷體" panose="03000509000000000000" pitchFamily="65" charset="-120"/>
              </a:rPr>
              <a:t>、</a:t>
            </a:r>
            <a:r>
              <a:rPr lang="zh-TW" altLang="zh-TW" sz="3000" b="1" dirty="0">
                <a:latin typeface="標楷體" panose="03000509000000000000" pitchFamily="65" charset="-120"/>
                <a:ea typeface="標楷體" panose="03000509000000000000" pitchFamily="65" charset="-120"/>
              </a:rPr>
              <a:t>溫暖大竹山˙轉動幸福齊步走</a:t>
            </a:r>
            <a:r>
              <a:rPr lang="zh-TW" altLang="en-US" sz="3000" b="1" dirty="0">
                <a:latin typeface="標楷體" panose="03000509000000000000" pitchFamily="65" charset="-120"/>
                <a:ea typeface="標楷體" panose="03000509000000000000" pitchFamily="65" charset="-120"/>
              </a:rPr>
              <a:t>－</a:t>
            </a:r>
            <a:br>
              <a:rPr lang="en-US" altLang="zh-TW" sz="3000" b="1" dirty="0">
                <a:latin typeface="標楷體" panose="03000509000000000000" pitchFamily="65" charset="-120"/>
                <a:ea typeface="標楷體" panose="03000509000000000000" pitchFamily="65" charset="-120"/>
              </a:rPr>
            </a:br>
            <a:r>
              <a:rPr lang="zh-TW" altLang="en-US" sz="3000" b="1" dirty="0">
                <a:latin typeface="標楷體" panose="03000509000000000000" pitchFamily="65" charset="-120"/>
                <a:ea typeface="標楷體" panose="03000509000000000000" pitchFamily="65" charset="-120"/>
              </a:rPr>
              <a:t>       成</a:t>
            </a:r>
            <a:r>
              <a:rPr lang="zh-TW" altLang="zh-TW" sz="3000" b="1" dirty="0">
                <a:latin typeface="標楷體" panose="03000509000000000000" pitchFamily="65" charset="-120"/>
                <a:ea typeface="標楷體" panose="03000509000000000000" pitchFamily="65" charset="-120"/>
              </a:rPr>
              <a:t>果展</a:t>
            </a:r>
            <a:endParaRPr lang="zh-TW" altLang="en-US" sz="3000" b="1" dirty="0"/>
          </a:p>
        </p:txBody>
      </p:sp>
      <p:sp>
        <p:nvSpPr>
          <p:cNvPr id="97283" name="內容版面配置區 2">
            <a:extLst>
              <a:ext uri="{FF2B5EF4-FFF2-40B4-BE49-F238E27FC236}">
                <a16:creationId xmlns:a16="http://schemas.microsoft.com/office/drawing/2014/main" id="{C0B84F1D-BAC8-EC7A-E73E-2E5F97A3776D}"/>
              </a:ext>
            </a:extLst>
          </p:cNvPr>
          <p:cNvSpPr>
            <a:spLocks noGrp="1"/>
          </p:cNvSpPr>
          <p:nvPr>
            <p:ph idx="1"/>
          </p:nvPr>
        </p:nvSpPr>
        <p:spPr>
          <a:xfrm>
            <a:off x="-180975" y="1287463"/>
            <a:ext cx="3529013" cy="950912"/>
          </a:xfrm>
        </p:spPr>
        <p:txBody>
          <a:bodyPr/>
          <a:lstStyle/>
          <a:p>
            <a:pPr algn="ctr" eaLnBrk="1" hangingPunct="1">
              <a:buFont typeface="Arial" panose="020B0604020202020204" pitchFamily="34" charset="0"/>
              <a:buNone/>
            </a:pPr>
            <a:r>
              <a:rPr lang="en-US" altLang="zh-TW">
                <a:latin typeface="標楷體" panose="03000509000000000000" pitchFamily="65" charset="-120"/>
                <a:ea typeface="標楷體" panose="03000509000000000000" pitchFamily="65" charset="-120"/>
              </a:rPr>
              <a:t>107</a:t>
            </a:r>
            <a:r>
              <a:rPr lang="zh-TW" altLang="zh-TW">
                <a:latin typeface="標楷體" panose="03000509000000000000" pitchFamily="65" charset="-120"/>
                <a:ea typeface="標楷體" panose="03000509000000000000" pitchFamily="65" charset="-120"/>
              </a:rPr>
              <a:t>年</a:t>
            </a:r>
            <a:r>
              <a:rPr lang="zh-TW" altLang="en-US">
                <a:latin typeface="標楷體" panose="03000509000000000000" pitchFamily="65" charset="-120"/>
                <a:ea typeface="標楷體" panose="03000509000000000000" pitchFamily="65" charset="-120"/>
              </a:rPr>
              <a:t>度</a:t>
            </a:r>
            <a:endParaRPr lang="en-US" altLang="zh-TW">
              <a:latin typeface="標楷體" panose="03000509000000000000" pitchFamily="65" charset="-120"/>
              <a:ea typeface="標楷體" panose="03000509000000000000" pitchFamily="65" charset="-120"/>
            </a:endParaRPr>
          </a:p>
          <a:p>
            <a:pPr eaLnBrk="1" hangingPunct="1">
              <a:buFont typeface="Arial" panose="020B0604020202020204" pitchFamily="34" charset="0"/>
              <a:buNone/>
            </a:pPr>
            <a:r>
              <a:rPr lang="zh-TW" altLang="en-US">
                <a:latin typeface="標楷體" panose="03000509000000000000" pitchFamily="65" charset="-120"/>
                <a:ea typeface="標楷體" panose="03000509000000000000" pitchFamily="65" charset="-120"/>
              </a:rPr>
              <a:t> </a:t>
            </a:r>
            <a:endParaRPr lang="en-US" altLang="zh-TW">
              <a:latin typeface="標楷體" panose="03000509000000000000" pitchFamily="65" charset="-120"/>
              <a:ea typeface="標楷體" panose="03000509000000000000" pitchFamily="65" charset="-120"/>
            </a:endParaRPr>
          </a:p>
          <a:p>
            <a:pPr eaLnBrk="1" hangingPunct="1"/>
            <a:endParaRPr lang="zh-TW" altLang="en-US"/>
          </a:p>
        </p:txBody>
      </p:sp>
      <p:pic>
        <p:nvPicPr>
          <p:cNvPr id="11" name="圖片 10" descr="1071111旗艦社區成果展_181113_0019.jpg">
            <a:extLst>
              <a:ext uri="{FF2B5EF4-FFF2-40B4-BE49-F238E27FC236}">
                <a16:creationId xmlns:a16="http://schemas.microsoft.com/office/drawing/2014/main" id="{D9ED37A4-CCCC-3DA0-2A8B-5A2A1795D504}"/>
              </a:ext>
            </a:extLst>
          </p:cNvPr>
          <p:cNvPicPr>
            <a:picLocks noChangeAspect="1"/>
          </p:cNvPicPr>
          <p:nvPr/>
        </p:nvPicPr>
        <p:blipFill>
          <a:blip r:embed="rId2" cstate="print"/>
          <a:stretch>
            <a:fillRect/>
          </a:stretch>
        </p:blipFill>
        <p:spPr>
          <a:xfrm>
            <a:off x="6084192" y="4182596"/>
            <a:ext cx="2808313" cy="1872208"/>
          </a:xfrm>
          <a:prstGeom prst="rect">
            <a:avLst/>
          </a:prstGeom>
          <a:ln>
            <a:noFill/>
          </a:ln>
          <a:effectLst>
            <a:softEdge rad="112500"/>
          </a:effectLst>
        </p:spPr>
      </p:pic>
      <p:pic>
        <p:nvPicPr>
          <p:cNvPr id="12" name="圖片 11" descr="1071111旗艦社區成果展_181113_0022.jpg">
            <a:extLst>
              <a:ext uri="{FF2B5EF4-FFF2-40B4-BE49-F238E27FC236}">
                <a16:creationId xmlns:a16="http://schemas.microsoft.com/office/drawing/2014/main" id="{71A170D7-DAA0-92A7-C384-0DA4FBDDC23A}"/>
              </a:ext>
            </a:extLst>
          </p:cNvPr>
          <p:cNvPicPr>
            <a:picLocks noChangeAspect="1"/>
          </p:cNvPicPr>
          <p:nvPr/>
        </p:nvPicPr>
        <p:blipFill>
          <a:blip r:embed="rId3" cstate="print"/>
          <a:stretch>
            <a:fillRect/>
          </a:stretch>
        </p:blipFill>
        <p:spPr>
          <a:xfrm>
            <a:off x="251544" y="4110588"/>
            <a:ext cx="2808312" cy="1872208"/>
          </a:xfrm>
          <a:prstGeom prst="rect">
            <a:avLst/>
          </a:prstGeom>
          <a:ln>
            <a:noFill/>
          </a:ln>
          <a:effectLst>
            <a:softEdge rad="112500"/>
          </a:effectLst>
        </p:spPr>
      </p:pic>
      <p:pic>
        <p:nvPicPr>
          <p:cNvPr id="13" name="圖片 12" descr="1071111旗艦社區成果展_181113_0023.jpg">
            <a:extLst>
              <a:ext uri="{FF2B5EF4-FFF2-40B4-BE49-F238E27FC236}">
                <a16:creationId xmlns:a16="http://schemas.microsoft.com/office/drawing/2014/main" id="{D73EF739-AA45-FF68-62C4-4D1D6F821D68}"/>
              </a:ext>
            </a:extLst>
          </p:cNvPr>
          <p:cNvPicPr>
            <a:picLocks noChangeAspect="1"/>
          </p:cNvPicPr>
          <p:nvPr/>
        </p:nvPicPr>
        <p:blipFill>
          <a:blip r:embed="rId4" cstate="print"/>
          <a:stretch>
            <a:fillRect/>
          </a:stretch>
        </p:blipFill>
        <p:spPr>
          <a:xfrm>
            <a:off x="3059856" y="4185761"/>
            <a:ext cx="2978513" cy="1985675"/>
          </a:xfrm>
          <a:prstGeom prst="rect">
            <a:avLst/>
          </a:prstGeom>
          <a:ln>
            <a:noFill/>
          </a:ln>
          <a:effectLst>
            <a:softEdge rad="112500"/>
          </a:effectLst>
        </p:spPr>
      </p:pic>
      <p:pic>
        <p:nvPicPr>
          <p:cNvPr id="14" name="圖片 13" descr="1071111旗艦社區成果展_181113_0060.jpg">
            <a:extLst>
              <a:ext uri="{FF2B5EF4-FFF2-40B4-BE49-F238E27FC236}">
                <a16:creationId xmlns:a16="http://schemas.microsoft.com/office/drawing/2014/main" id="{5F0411E5-E5C5-9992-E523-8CABBEB07AEE}"/>
              </a:ext>
            </a:extLst>
          </p:cNvPr>
          <p:cNvPicPr>
            <a:picLocks noChangeAspect="1"/>
          </p:cNvPicPr>
          <p:nvPr/>
        </p:nvPicPr>
        <p:blipFill>
          <a:blip r:embed="rId5" cstate="print"/>
          <a:stretch>
            <a:fillRect/>
          </a:stretch>
        </p:blipFill>
        <p:spPr>
          <a:xfrm>
            <a:off x="323552" y="2238380"/>
            <a:ext cx="2808313" cy="1872208"/>
          </a:xfrm>
          <a:prstGeom prst="rect">
            <a:avLst/>
          </a:prstGeom>
          <a:ln>
            <a:noFill/>
          </a:ln>
          <a:effectLst>
            <a:softEdge rad="112500"/>
          </a:effectLst>
        </p:spPr>
      </p:pic>
      <p:pic>
        <p:nvPicPr>
          <p:cNvPr id="15" name="圖片 14" descr="60968.jpg">
            <a:extLst>
              <a:ext uri="{FF2B5EF4-FFF2-40B4-BE49-F238E27FC236}">
                <a16:creationId xmlns:a16="http://schemas.microsoft.com/office/drawing/2014/main" id="{84BB84CF-B092-D305-3D14-A8581F041085}"/>
              </a:ext>
            </a:extLst>
          </p:cNvPr>
          <p:cNvPicPr>
            <a:picLocks noChangeAspect="1"/>
          </p:cNvPicPr>
          <p:nvPr/>
        </p:nvPicPr>
        <p:blipFill>
          <a:blip r:embed="rId6" cstate="print"/>
          <a:stretch>
            <a:fillRect/>
          </a:stretch>
        </p:blipFill>
        <p:spPr>
          <a:xfrm>
            <a:off x="6156200" y="2094364"/>
            <a:ext cx="2791726" cy="2093207"/>
          </a:xfrm>
          <a:prstGeom prst="rect">
            <a:avLst/>
          </a:prstGeom>
          <a:ln>
            <a:noFill/>
          </a:ln>
          <a:effectLst>
            <a:softEdge rad="112500"/>
          </a:effectLst>
        </p:spPr>
      </p:pic>
      <p:pic>
        <p:nvPicPr>
          <p:cNvPr id="16" name="圖片 15" descr="60971.jpg">
            <a:extLst>
              <a:ext uri="{FF2B5EF4-FFF2-40B4-BE49-F238E27FC236}">
                <a16:creationId xmlns:a16="http://schemas.microsoft.com/office/drawing/2014/main" id="{1A046C1D-E063-0B2C-81D0-2EB600646A13}"/>
              </a:ext>
            </a:extLst>
          </p:cNvPr>
          <p:cNvPicPr>
            <a:picLocks noChangeAspect="1"/>
          </p:cNvPicPr>
          <p:nvPr/>
        </p:nvPicPr>
        <p:blipFill>
          <a:blip r:embed="rId7" cstate="print"/>
          <a:stretch>
            <a:fillRect/>
          </a:stretch>
        </p:blipFill>
        <p:spPr>
          <a:xfrm>
            <a:off x="3131864" y="2094364"/>
            <a:ext cx="2791726" cy="2093207"/>
          </a:xfrm>
          <a:prstGeom prst="rect">
            <a:avLst/>
          </a:prstGeom>
          <a:ln>
            <a:noFill/>
          </a:ln>
          <a:effectLst>
            <a:softEdge rad="112500"/>
          </a:effectLst>
        </p:spPr>
      </p:pic>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標題 1"/>
          <p:cNvSpPr>
            <a:spLocks noGrp="1"/>
          </p:cNvSpPr>
          <p:nvPr>
            <p:ph type="title"/>
          </p:nvPr>
        </p:nvSpPr>
        <p:spPr/>
        <p:txBody>
          <a:bodyPr/>
          <a:lstStyle/>
          <a:p>
            <a:r>
              <a:rPr lang="zh-TW" altLang="en-US" sz="4000" b="0" dirty="0">
                <a:solidFill>
                  <a:srgbClr val="FFFFFF"/>
                </a:solidFill>
                <a:latin typeface="標楷體" pitchFamily="65" charset="-120"/>
                <a:ea typeface="標楷體" pitchFamily="65" charset="-120"/>
                <a:cs typeface="華康隸書體W7" pitchFamily="65" charset="-120"/>
              </a:rPr>
              <a:t>計畫內容</a:t>
            </a:r>
            <a:endParaRPr lang="zh-TW" altLang="en-US" b="0" dirty="0">
              <a:latin typeface="標楷體" pitchFamily="65" charset="-120"/>
              <a:ea typeface="標楷體" pitchFamily="65" charset="-120"/>
              <a:cs typeface="華康隸書體W7" pitchFamily="65" charset="-120"/>
            </a:endParaRPr>
          </a:p>
        </p:txBody>
      </p:sp>
      <p:sp>
        <p:nvSpPr>
          <p:cNvPr id="5" name="內容版面配置區 4"/>
          <p:cNvSpPr>
            <a:spLocks noGrp="1"/>
          </p:cNvSpPr>
          <p:nvPr>
            <p:ph idx="1"/>
          </p:nvPr>
        </p:nvSpPr>
        <p:spPr/>
        <p:txBody>
          <a:bodyPr/>
          <a:lstStyle/>
          <a:p>
            <a:pPr marL="0" indent="0">
              <a:buFont typeface="Wingdings"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九</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、旗艦計畫專案經理人事費</a:t>
            </a:r>
            <a:endParaRPr lang="en-US" altLang="zh-TW" sz="2800" b="1" dirty="0">
              <a:latin typeface="標楷體" pitchFamily="65" charset="-120"/>
              <a:ea typeface="標楷體" pitchFamily="65" charset="-120"/>
            </a:endParaRPr>
          </a:p>
          <a:p>
            <a:pPr marL="0" indent="0">
              <a:buFont typeface="Wingdings" pitchFamily="2" charset="2"/>
              <a:buNone/>
              <a:defRPr/>
            </a:pPr>
            <a:endParaRPr lang="en-US" altLang="zh-TW" sz="2800" b="1" kern="100" dirty="0">
              <a:latin typeface="Times New Roman"/>
              <a:ea typeface="標楷體"/>
            </a:endParaRPr>
          </a:p>
          <a:p>
            <a:pPr marL="0" indent="0">
              <a:buFont typeface="Wingdings" pitchFamily="2" charset="2"/>
              <a:buNone/>
              <a:defRPr/>
            </a:pPr>
            <a:endParaRPr lang="en-US" altLang="zh-TW" sz="2800" b="1" kern="100" dirty="0">
              <a:latin typeface="Times New Roman"/>
              <a:ea typeface="標楷體"/>
            </a:endParaRPr>
          </a:p>
          <a:p>
            <a:pPr marL="0" indent="0">
              <a:buFont typeface="Wingdings" pitchFamily="2" charset="2"/>
              <a:buNone/>
              <a:defRPr/>
            </a:pPr>
            <a:endParaRPr lang="en-US" altLang="zh-TW" sz="2800" b="1" kern="100" dirty="0">
              <a:latin typeface="Times New Roman"/>
              <a:ea typeface="標楷體"/>
            </a:endParaRPr>
          </a:p>
          <a:p>
            <a:pPr marL="0" indent="0">
              <a:buFont typeface="Wingdings" pitchFamily="2" charset="2"/>
              <a:buNone/>
              <a:defRPr/>
            </a:pPr>
            <a:endParaRPr lang="en-US" altLang="zh-TW" sz="2800" b="1" kern="100" dirty="0">
              <a:latin typeface="Times New Roman"/>
              <a:ea typeface="標楷體"/>
            </a:endParaRPr>
          </a:p>
          <a:p>
            <a:pPr marL="0" indent="0">
              <a:buFont typeface="Wingdings" pitchFamily="2" charset="2"/>
              <a:buNone/>
              <a:defRPr/>
            </a:pPr>
            <a:endParaRPr lang="en-US" altLang="zh-TW" sz="2800" b="1" kern="100" dirty="0">
              <a:latin typeface="Times New Roman"/>
              <a:ea typeface="標楷體"/>
            </a:endParaRPr>
          </a:p>
          <a:p>
            <a:pPr marL="0" indent="0">
              <a:buFont typeface="Wingdings"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十</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、專案計畫管理費</a:t>
            </a:r>
          </a:p>
          <a:p>
            <a:pPr marL="0" indent="0">
              <a:buFont typeface="Wingdings" pitchFamily="2" charset="2"/>
              <a:buNone/>
              <a:defRPr/>
            </a:pPr>
            <a:endParaRPr lang="en-US" altLang="zh-TW" sz="2800" b="1" kern="100" dirty="0">
              <a:latin typeface="Times New Roman"/>
              <a:ea typeface="標楷體"/>
            </a:endParaRPr>
          </a:p>
        </p:txBody>
      </p:sp>
      <p:graphicFrame>
        <p:nvGraphicFramePr>
          <p:cNvPr id="2" name="表格 1"/>
          <p:cNvGraphicFramePr>
            <a:graphicFrameLocks noGrp="1"/>
          </p:cNvGraphicFramePr>
          <p:nvPr/>
        </p:nvGraphicFramePr>
        <p:xfrm>
          <a:off x="611188" y="1557338"/>
          <a:ext cx="7672387" cy="2173290"/>
        </p:xfrm>
        <a:graphic>
          <a:graphicData uri="http://schemas.openxmlformats.org/drawingml/2006/table">
            <a:tbl>
              <a:tblPr/>
              <a:tblGrid>
                <a:gridCol w="595312">
                  <a:extLst>
                    <a:ext uri="{9D8B030D-6E8A-4147-A177-3AD203B41FA5}">
                      <a16:colId xmlns:a16="http://schemas.microsoft.com/office/drawing/2014/main" val="20000"/>
                    </a:ext>
                  </a:extLst>
                </a:gridCol>
                <a:gridCol w="1406525">
                  <a:extLst>
                    <a:ext uri="{9D8B030D-6E8A-4147-A177-3AD203B41FA5}">
                      <a16:colId xmlns:a16="http://schemas.microsoft.com/office/drawing/2014/main" val="20001"/>
                    </a:ext>
                  </a:extLst>
                </a:gridCol>
                <a:gridCol w="600075">
                  <a:extLst>
                    <a:ext uri="{9D8B030D-6E8A-4147-A177-3AD203B41FA5}">
                      <a16:colId xmlns:a16="http://schemas.microsoft.com/office/drawing/2014/main" val="20002"/>
                    </a:ext>
                  </a:extLst>
                </a:gridCol>
                <a:gridCol w="595313">
                  <a:extLst>
                    <a:ext uri="{9D8B030D-6E8A-4147-A177-3AD203B41FA5}">
                      <a16:colId xmlns:a16="http://schemas.microsoft.com/office/drawing/2014/main" val="20003"/>
                    </a:ext>
                  </a:extLst>
                </a:gridCol>
                <a:gridCol w="808037">
                  <a:extLst>
                    <a:ext uri="{9D8B030D-6E8A-4147-A177-3AD203B41FA5}">
                      <a16:colId xmlns:a16="http://schemas.microsoft.com/office/drawing/2014/main" val="20004"/>
                    </a:ext>
                  </a:extLst>
                </a:gridCol>
                <a:gridCol w="922338">
                  <a:extLst>
                    <a:ext uri="{9D8B030D-6E8A-4147-A177-3AD203B41FA5}">
                      <a16:colId xmlns:a16="http://schemas.microsoft.com/office/drawing/2014/main" val="20005"/>
                    </a:ext>
                  </a:extLst>
                </a:gridCol>
                <a:gridCol w="920750">
                  <a:extLst>
                    <a:ext uri="{9D8B030D-6E8A-4147-A177-3AD203B41FA5}">
                      <a16:colId xmlns:a16="http://schemas.microsoft.com/office/drawing/2014/main" val="20006"/>
                    </a:ext>
                  </a:extLst>
                </a:gridCol>
                <a:gridCol w="1228725">
                  <a:extLst>
                    <a:ext uri="{9D8B030D-6E8A-4147-A177-3AD203B41FA5}">
                      <a16:colId xmlns:a16="http://schemas.microsoft.com/office/drawing/2014/main" val="20007"/>
                    </a:ext>
                  </a:extLst>
                </a:gridCol>
                <a:gridCol w="595312">
                  <a:extLst>
                    <a:ext uri="{9D8B030D-6E8A-4147-A177-3AD203B41FA5}">
                      <a16:colId xmlns:a16="http://schemas.microsoft.com/office/drawing/2014/main" val="20008"/>
                    </a:ext>
                  </a:extLst>
                </a:gridCol>
              </a:tblGrid>
              <a:tr h="0">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編號</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項目</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單價</a:t>
                      </a:r>
                    </a:p>
                    <a:p>
                      <a:pPr marL="0" marR="0" lvl="0" indent="0" algn="ctr" defTabSz="914400" rtl="0" eaLnBrk="1" fontAlgn="base" latinLnBrk="0" hangingPunct="1">
                        <a:lnSpc>
                          <a:spcPts val="32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a:t>
                      </a:r>
                      <a:r>
                        <a:rPr kumimoji="0" lang="zh-TW" sz="1600" b="1" i="0" u="none" strike="noStrike" cap="none" normalizeH="0" baseline="0">
                          <a:ln>
                            <a:noFill/>
                          </a:ln>
                          <a:solidFill>
                            <a:srgbClr val="000000"/>
                          </a:solidFill>
                          <a:effectLst/>
                          <a:latin typeface="標楷體" pitchFamily="65" charset="-120"/>
                          <a:ea typeface="標楷體" pitchFamily="65" charset="-120"/>
                        </a:rPr>
                        <a:t>元</a:t>
                      </a:r>
                      <a:r>
                        <a:rPr kumimoji="0" lang="en-US" altLang="zh-TW" sz="1600" b="1" i="0" u="none" strike="noStrike" cap="none" normalizeH="0" baseline="0">
                          <a:ln>
                            <a:noFill/>
                          </a:ln>
                          <a:solidFill>
                            <a:srgbClr val="000000"/>
                          </a:solidFill>
                          <a:effectLst/>
                          <a:latin typeface="標楷體" pitchFamily="65" charset="-120"/>
                          <a:ea typeface="標楷體" pitchFamily="65" charset="-120"/>
                        </a:rPr>
                        <a:t>)</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數量</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單位</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小計</a:t>
                      </a:r>
                    </a:p>
                    <a:p>
                      <a:pPr marL="0" marR="0" lvl="0" indent="0" algn="ctr" defTabSz="914400" rtl="0" eaLnBrk="1" fontAlgn="base" latinLnBrk="0" hangingPunct="1">
                        <a:lnSpc>
                          <a:spcPts val="32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a:t>
                      </a:r>
                      <a:r>
                        <a:rPr kumimoji="0" lang="zh-TW" sz="1600" b="1" i="0" u="none" strike="noStrike" cap="none" normalizeH="0" baseline="0">
                          <a:ln>
                            <a:noFill/>
                          </a:ln>
                          <a:solidFill>
                            <a:srgbClr val="000000"/>
                          </a:solidFill>
                          <a:effectLst/>
                          <a:latin typeface="標楷體" pitchFamily="65" charset="-120"/>
                          <a:ea typeface="標楷體" pitchFamily="65" charset="-120"/>
                        </a:rPr>
                        <a:t>元</a:t>
                      </a:r>
                      <a:r>
                        <a:rPr kumimoji="0" lang="en-US" altLang="zh-TW" sz="1600" b="1" i="0" u="none" strike="noStrike" cap="none" normalizeH="0" baseline="0">
                          <a:ln>
                            <a:noFill/>
                          </a:ln>
                          <a:solidFill>
                            <a:srgbClr val="000000"/>
                          </a:solidFill>
                          <a:effectLst/>
                          <a:latin typeface="標楷體" pitchFamily="65" charset="-120"/>
                          <a:ea typeface="標楷體" pitchFamily="65" charset="-120"/>
                        </a:rPr>
                        <a:t>)</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申請</a:t>
                      </a:r>
                    </a:p>
                    <a:p>
                      <a:pPr marL="0" marR="0" lvl="0" indent="0" algn="l"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補助</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社區</a:t>
                      </a:r>
                    </a:p>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自籌</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說明</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0">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1</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ts val="3200"/>
                        </a:lnSpc>
                        <a:spcBef>
                          <a:spcPct val="0"/>
                        </a:spcBef>
                        <a:spcAft>
                          <a:spcPct val="0"/>
                        </a:spcAft>
                        <a:buClrTx/>
                        <a:buSzTx/>
                        <a:buFontTx/>
                        <a:buNone/>
                        <a:tabLst/>
                      </a:pPr>
                      <a:r>
                        <a:rPr kumimoji="0" lang="zh-TW" sz="1600" b="0" i="0" u="none" strike="noStrike" cap="none" normalizeH="0" baseline="0">
                          <a:ln>
                            <a:noFill/>
                          </a:ln>
                          <a:solidFill>
                            <a:srgbClr val="024631"/>
                          </a:solidFill>
                          <a:effectLst/>
                          <a:latin typeface="標楷體" pitchFamily="65" charset="-120"/>
                          <a:ea typeface="標楷體" pitchFamily="65" charset="-120"/>
                        </a:rPr>
                        <a:t>薪資</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l" defTabSz="914400" rtl="0" eaLnBrk="1" fontAlgn="base" latinLnBrk="0" hangingPunct="1">
                        <a:lnSpc>
                          <a:spcPts val="3200"/>
                        </a:lnSpc>
                        <a:spcBef>
                          <a:spcPct val="0"/>
                        </a:spcBef>
                        <a:spcAft>
                          <a:spcPct val="0"/>
                        </a:spcAft>
                        <a:buClrTx/>
                        <a:buSzTx/>
                        <a:buFontTx/>
                        <a:buNone/>
                        <a:tabLst/>
                      </a:pPr>
                      <a:r>
                        <a:rPr kumimoji="0" lang="zh-TW" sz="1600" b="0" i="0" u="none" strike="noStrike" cap="none" normalizeH="0" baseline="0">
                          <a:ln>
                            <a:noFill/>
                          </a:ln>
                          <a:solidFill>
                            <a:srgbClr val="024631"/>
                          </a:solidFill>
                          <a:effectLst/>
                          <a:latin typeface="標楷體" pitchFamily="65" charset="-120"/>
                          <a:ea typeface="標楷體" pitchFamily="65" charset="-120"/>
                        </a:rPr>
                        <a:t>月</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12</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33,000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396,000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396,000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 </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extLst>
                  <a:ext uri="{0D108BD9-81ED-4DB2-BD59-A6C34878D82A}">
                    <a16:rowId xmlns:a16="http://schemas.microsoft.com/office/drawing/2014/main" val="10001"/>
                  </a:ext>
                </a:extLst>
              </a:tr>
              <a:tr h="0">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2</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ts val="3200"/>
                        </a:lnSpc>
                        <a:spcBef>
                          <a:spcPct val="0"/>
                        </a:spcBef>
                        <a:spcAft>
                          <a:spcPct val="0"/>
                        </a:spcAft>
                        <a:buClrTx/>
                        <a:buSzTx/>
                        <a:buFontTx/>
                        <a:buNone/>
                        <a:tabLst/>
                      </a:pPr>
                      <a:r>
                        <a:rPr kumimoji="0" lang="zh-TW" sz="1600" b="0" i="0" u="none" strike="noStrike" cap="none" normalizeH="0" baseline="0">
                          <a:ln>
                            <a:noFill/>
                          </a:ln>
                          <a:solidFill>
                            <a:srgbClr val="024631"/>
                          </a:solidFill>
                          <a:effectLst/>
                          <a:latin typeface="標楷體" pitchFamily="65" charset="-120"/>
                          <a:ea typeface="標楷體" pitchFamily="65" charset="-120"/>
                        </a:rPr>
                        <a:t>勞健保及勞退</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l" defTabSz="914400" rtl="0" eaLnBrk="1" fontAlgn="base" latinLnBrk="0" hangingPunct="1">
                        <a:lnSpc>
                          <a:spcPts val="3200"/>
                        </a:lnSpc>
                        <a:spcBef>
                          <a:spcPct val="0"/>
                        </a:spcBef>
                        <a:spcAft>
                          <a:spcPct val="0"/>
                        </a:spcAft>
                        <a:buClrTx/>
                        <a:buSzTx/>
                        <a:buFontTx/>
                        <a:buNone/>
                        <a:tabLst/>
                      </a:pPr>
                      <a:r>
                        <a:rPr kumimoji="0" lang="zh-TW" sz="1600" b="0" i="0" u="none" strike="noStrike" cap="none" normalizeH="0" baseline="0">
                          <a:ln>
                            <a:noFill/>
                          </a:ln>
                          <a:solidFill>
                            <a:srgbClr val="024631"/>
                          </a:solidFill>
                          <a:effectLst/>
                          <a:latin typeface="標楷體" pitchFamily="65" charset="-120"/>
                          <a:ea typeface="標楷體" pitchFamily="65" charset="-120"/>
                        </a:rPr>
                        <a:t>月</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12</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5,997</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71,964</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71,964</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 </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extLst>
                  <a:ext uri="{0D108BD9-81ED-4DB2-BD59-A6C34878D82A}">
                    <a16:rowId xmlns:a16="http://schemas.microsoft.com/office/drawing/2014/main" val="10002"/>
                  </a:ext>
                </a:extLst>
              </a:tr>
              <a:tr h="0">
                <a:tc>
                  <a:txBody>
                    <a:bodyPr/>
                    <a:lstStyle/>
                    <a:p>
                      <a:pPr marL="0" marR="0" lvl="0" indent="0" algn="ctr" defTabSz="914400" rtl="0" eaLnBrk="1" fontAlgn="base" latinLnBrk="0" hangingPunct="1">
                        <a:lnSpc>
                          <a:spcPts val="32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3</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ts val="3200"/>
                        </a:lnSpc>
                        <a:spcBef>
                          <a:spcPct val="0"/>
                        </a:spcBef>
                        <a:spcAft>
                          <a:spcPct val="0"/>
                        </a:spcAft>
                        <a:buClrTx/>
                        <a:buSzTx/>
                        <a:buFontTx/>
                        <a:buNone/>
                        <a:tabLst/>
                      </a:pPr>
                      <a:r>
                        <a:rPr kumimoji="0" lang="zh-TW" sz="1600" b="0" i="0" u="none" strike="noStrike" cap="none" normalizeH="0" baseline="0">
                          <a:ln>
                            <a:noFill/>
                          </a:ln>
                          <a:solidFill>
                            <a:srgbClr val="024631"/>
                          </a:solidFill>
                          <a:effectLst/>
                          <a:latin typeface="標楷體" pitchFamily="65" charset="-120"/>
                          <a:ea typeface="標楷體" pitchFamily="65" charset="-120"/>
                        </a:rPr>
                        <a:t>年終</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l" defTabSz="914400" rtl="0" eaLnBrk="1" fontAlgn="base" latinLnBrk="0" hangingPunct="1">
                        <a:lnSpc>
                          <a:spcPts val="3200"/>
                        </a:lnSpc>
                        <a:spcBef>
                          <a:spcPct val="0"/>
                        </a:spcBef>
                        <a:spcAft>
                          <a:spcPct val="0"/>
                        </a:spcAft>
                        <a:buClrTx/>
                        <a:buSzTx/>
                        <a:buFontTx/>
                        <a:buNone/>
                        <a:tabLst/>
                      </a:pPr>
                      <a:r>
                        <a:rPr kumimoji="0" lang="zh-TW" sz="1600" b="0" i="0" u="none" strike="noStrike" cap="none" normalizeH="0" baseline="0">
                          <a:ln>
                            <a:noFill/>
                          </a:ln>
                          <a:solidFill>
                            <a:srgbClr val="024631"/>
                          </a:solidFill>
                          <a:effectLst/>
                          <a:latin typeface="標楷體" pitchFamily="65" charset="-120"/>
                          <a:ea typeface="標楷體" pitchFamily="65" charset="-120"/>
                        </a:rPr>
                        <a:t>月</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1.5</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33,000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49,500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49,500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 </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F3E4"/>
                    </a:solidFill>
                  </a:tcPr>
                </a:tc>
                <a:extLst>
                  <a:ext uri="{0D108BD9-81ED-4DB2-BD59-A6C34878D82A}">
                    <a16:rowId xmlns:a16="http://schemas.microsoft.com/office/drawing/2014/main" val="10003"/>
                  </a:ext>
                </a:extLst>
              </a:tr>
              <a:tr h="0">
                <a:tc gridSpan="5">
                  <a:txBody>
                    <a:bodyPr/>
                    <a:lstStyle/>
                    <a:p>
                      <a:pPr marL="0" marR="0" lvl="0" indent="0" algn="l" defTabSz="914400" rtl="0" eaLnBrk="1" fontAlgn="base" latinLnBrk="0" hangingPunct="1">
                        <a:lnSpc>
                          <a:spcPts val="32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合計</a:t>
                      </a: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517,464</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445,500</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1"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   71,964</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tc>
                  <a:txBody>
                    <a:bodyPr/>
                    <a:lstStyle/>
                    <a:p>
                      <a:pPr marL="0" marR="0" lvl="0" indent="0" algn="r" defTabSz="914400" rtl="0" eaLnBrk="1" fontAlgn="base" latinLnBrk="0" hangingPunct="1">
                        <a:lnSpc>
                          <a:spcPts val="3200"/>
                        </a:lnSpc>
                        <a:spcBef>
                          <a:spcPct val="0"/>
                        </a:spcBef>
                        <a:spcAft>
                          <a:spcPct val="0"/>
                        </a:spcAft>
                        <a:buClrTx/>
                        <a:buSzTx/>
                        <a:buFontTx/>
                        <a:buNone/>
                        <a:tabLst/>
                      </a:pPr>
                      <a:r>
                        <a:rPr kumimoji="0" lang="en-US" altLang="zh-TW" sz="1600" b="0" i="0" u="none" strike="noStrike" cap="none" normalizeH="0" baseline="0">
                          <a:ln>
                            <a:noFill/>
                          </a:ln>
                          <a:solidFill>
                            <a:srgbClr val="024631"/>
                          </a:solidFill>
                          <a:effectLst/>
                          <a:latin typeface="標楷體" pitchFamily="65" charset="-120"/>
                          <a:ea typeface="標楷體" pitchFamily="65" charset="-120"/>
                        </a:rPr>
                        <a:t> </a:t>
                      </a:r>
                      <a:endParaRPr kumimoji="0" lang="zh-TW" altLang="zh-TW" sz="1600" b="0" i="0" u="none" strike="noStrike" cap="none" normalizeH="0" baseline="0">
                        <a:ln>
                          <a:noFill/>
                        </a:ln>
                        <a:solidFill>
                          <a:srgbClr val="024631"/>
                        </a:solidFill>
                        <a:effectLst/>
                        <a:latin typeface="標楷體" pitchFamily="65" charset="-120"/>
                        <a:ea typeface="標楷體" pitchFamily="65" charset="-120"/>
                      </a:endParaRPr>
                    </a:p>
                  </a:txBody>
                  <a:tcPr marL="68580" marR="68580"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5F9F2"/>
                    </a:solidFill>
                  </a:tcPr>
                </a:tc>
                <a:extLst>
                  <a:ext uri="{0D108BD9-81ED-4DB2-BD59-A6C34878D82A}">
                    <a16:rowId xmlns:a16="http://schemas.microsoft.com/office/drawing/2014/main" val="10004"/>
                  </a:ext>
                </a:extLst>
              </a:tr>
            </a:tbl>
          </a:graphicData>
        </a:graphic>
      </p:graphicFrame>
      <p:graphicFrame>
        <p:nvGraphicFramePr>
          <p:cNvPr id="4" name="表格 3"/>
          <p:cNvGraphicFramePr>
            <a:graphicFrameLocks noGrp="1"/>
          </p:cNvGraphicFramePr>
          <p:nvPr/>
        </p:nvGraphicFramePr>
        <p:xfrm>
          <a:off x="684213" y="4797425"/>
          <a:ext cx="7634285" cy="1466534"/>
        </p:xfrm>
        <a:graphic>
          <a:graphicData uri="http://schemas.openxmlformats.org/drawingml/2006/table">
            <a:tbl>
              <a:tblPr firstRow="1" firstCol="1" bandRow="1">
                <a:tableStyleId>{5C22544A-7EE6-4342-B048-85BDC9FD1C3A}</a:tableStyleId>
              </a:tblPr>
              <a:tblGrid>
                <a:gridCol w="645079">
                  <a:extLst>
                    <a:ext uri="{9D8B030D-6E8A-4147-A177-3AD203B41FA5}">
                      <a16:colId xmlns:a16="http://schemas.microsoft.com/office/drawing/2014/main" val="20000"/>
                    </a:ext>
                  </a:extLst>
                </a:gridCol>
                <a:gridCol w="1660953">
                  <a:extLst>
                    <a:ext uri="{9D8B030D-6E8A-4147-A177-3AD203B41FA5}">
                      <a16:colId xmlns:a16="http://schemas.microsoft.com/office/drawing/2014/main" val="20001"/>
                    </a:ext>
                  </a:extLst>
                </a:gridCol>
                <a:gridCol w="848254">
                  <a:extLst>
                    <a:ext uri="{9D8B030D-6E8A-4147-A177-3AD203B41FA5}">
                      <a16:colId xmlns:a16="http://schemas.microsoft.com/office/drawing/2014/main" val="20002"/>
                    </a:ext>
                  </a:extLst>
                </a:gridCol>
                <a:gridCol w="645079">
                  <a:extLst>
                    <a:ext uri="{9D8B030D-6E8A-4147-A177-3AD203B41FA5}">
                      <a16:colId xmlns:a16="http://schemas.microsoft.com/office/drawing/2014/main" val="20003"/>
                    </a:ext>
                  </a:extLst>
                </a:gridCol>
                <a:gridCol w="645079">
                  <a:extLst>
                    <a:ext uri="{9D8B030D-6E8A-4147-A177-3AD203B41FA5}">
                      <a16:colId xmlns:a16="http://schemas.microsoft.com/office/drawing/2014/main" val="20004"/>
                    </a:ext>
                  </a:extLst>
                </a:gridCol>
                <a:gridCol w="848254">
                  <a:extLst>
                    <a:ext uri="{9D8B030D-6E8A-4147-A177-3AD203B41FA5}">
                      <a16:colId xmlns:a16="http://schemas.microsoft.com/office/drawing/2014/main" val="20005"/>
                    </a:ext>
                  </a:extLst>
                </a:gridCol>
                <a:gridCol w="848254">
                  <a:extLst>
                    <a:ext uri="{9D8B030D-6E8A-4147-A177-3AD203B41FA5}">
                      <a16:colId xmlns:a16="http://schemas.microsoft.com/office/drawing/2014/main" val="20006"/>
                    </a:ext>
                  </a:extLst>
                </a:gridCol>
                <a:gridCol w="848254">
                  <a:extLst>
                    <a:ext uri="{9D8B030D-6E8A-4147-A177-3AD203B41FA5}">
                      <a16:colId xmlns:a16="http://schemas.microsoft.com/office/drawing/2014/main" val="20007"/>
                    </a:ext>
                  </a:extLst>
                </a:gridCol>
                <a:gridCol w="645079">
                  <a:extLst>
                    <a:ext uri="{9D8B030D-6E8A-4147-A177-3AD203B41FA5}">
                      <a16:colId xmlns:a16="http://schemas.microsoft.com/office/drawing/2014/main" val="20008"/>
                    </a:ext>
                  </a:extLst>
                </a:gridCol>
              </a:tblGrid>
              <a:tr h="0">
                <a:tc>
                  <a:txBody>
                    <a:bodyPr/>
                    <a:lstStyle/>
                    <a:p>
                      <a:pPr algn="ctr">
                        <a:lnSpc>
                          <a:spcPts val="3200"/>
                        </a:lnSpc>
                        <a:spcAft>
                          <a:spcPts val="0"/>
                        </a:spcAft>
                      </a:pPr>
                      <a:r>
                        <a:rPr lang="zh-TW" sz="1600" kern="100" dirty="0">
                          <a:solidFill>
                            <a:srgbClr val="000000"/>
                          </a:solidFill>
                          <a:effectLst/>
                          <a:latin typeface="標楷體" pitchFamily="65" charset="-120"/>
                          <a:ea typeface="標楷體" pitchFamily="65" charset="-120"/>
                        </a:rPr>
                        <a:t>編號</a:t>
                      </a:r>
                    </a:p>
                  </a:txBody>
                  <a:tcPr marL="68571" marR="68571" marT="0" marB="0"/>
                </a:tc>
                <a:tc>
                  <a:txBody>
                    <a:bodyPr/>
                    <a:lstStyle/>
                    <a:p>
                      <a:pPr algn="ctr">
                        <a:lnSpc>
                          <a:spcPts val="3200"/>
                        </a:lnSpc>
                        <a:spcAft>
                          <a:spcPts val="0"/>
                        </a:spcAft>
                      </a:pPr>
                      <a:r>
                        <a:rPr lang="zh-TW" sz="1600" kern="100" dirty="0">
                          <a:solidFill>
                            <a:srgbClr val="000000"/>
                          </a:solidFill>
                          <a:effectLst/>
                          <a:latin typeface="標楷體" pitchFamily="65" charset="-120"/>
                          <a:ea typeface="標楷體" pitchFamily="65" charset="-120"/>
                        </a:rPr>
                        <a:t>項目</a:t>
                      </a:r>
                    </a:p>
                  </a:txBody>
                  <a:tcPr marL="68571" marR="68571" marT="0" marB="0"/>
                </a:tc>
                <a:tc>
                  <a:txBody>
                    <a:bodyPr/>
                    <a:lstStyle/>
                    <a:p>
                      <a:pPr algn="ctr">
                        <a:lnSpc>
                          <a:spcPts val="3200"/>
                        </a:lnSpc>
                        <a:spcAft>
                          <a:spcPts val="0"/>
                        </a:spcAft>
                      </a:pPr>
                      <a:r>
                        <a:rPr lang="zh-TW" sz="1600" kern="100" dirty="0">
                          <a:solidFill>
                            <a:srgbClr val="000000"/>
                          </a:solidFill>
                          <a:effectLst/>
                          <a:latin typeface="標楷體" pitchFamily="65" charset="-120"/>
                          <a:ea typeface="標楷體" pitchFamily="65" charset="-120"/>
                        </a:rPr>
                        <a:t>單價</a:t>
                      </a:r>
                    </a:p>
                    <a:p>
                      <a:pPr algn="ctr">
                        <a:lnSpc>
                          <a:spcPts val="3200"/>
                        </a:lnSpc>
                        <a:spcAft>
                          <a:spcPts val="0"/>
                        </a:spcAft>
                      </a:pPr>
                      <a:r>
                        <a:rPr lang="en-US" sz="1600" kern="100" dirty="0">
                          <a:solidFill>
                            <a:srgbClr val="000000"/>
                          </a:solidFill>
                          <a:effectLst/>
                          <a:latin typeface="標楷體" pitchFamily="65" charset="-120"/>
                          <a:ea typeface="標楷體" pitchFamily="65" charset="-120"/>
                        </a:rPr>
                        <a:t>(</a:t>
                      </a:r>
                      <a:r>
                        <a:rPr lang="zh-TW" sz="1600" kern="100" dirty="0">
                          <a:solidFill>
                            <a:srgbClr val="000000"/>
                          </a:solidFill>
                          <a:effectLst/>
                          <a:latin typeface="標楷體" pitchFamily="65" charset="-120"/>
                          <a:ea typeface="標楷體" pitchFamily="65" charset="-120"/>
                        </a:rPr>
                        <a:t>元</a:t>
                      </a:r>
                      <a:r>
                        <a:rPr lang="en-US" sz="1600" kern="100" dirty="0">
                          <a:solidFill>
                            <a:srgbClr val="000000"/>
                          </a:solidFill>
                          <a:effectLst/>
                          <a:latin typeface="標楷體" pitchFamily="65" charset="-120"/>
                          <a:ea typeface="標楷體" pitchFamily="65" charset="-120"/>
                        </a:rPr>
                        <a:t>)</a:t>
                      </a:r>
                      <a:endParaRPr lang="zh-TW" sz="1600" kern="100" dirty="0">
                        <a:solidFill>
                          <a:srgbClr val="000000"/>
                        </a:solidFill>
                        <a:effectLst/>
                        <a:latin typeface="標楷體" pitchFamily="65" charset="-120"/>
                        <a:ea typeface="標楷體" pitchFamily="65" charset="-120"/>
                      </a:endParaRPr>
                    </a:p>
                  </a:txBody>
                  <a:tcPr marL="68571" marR="68571" marT="0" marB="0"/>
                </a:tc>
                <a:tc>
                  <a:txBody>
                    <a:bodyPr/>
                    <a:lstStyle/>
                    <a:p>
                      <a:pPr algn="ctr">
                        <a:lnSpc>
                          <a:spcPts val="3200"/>
                        </a:lnSpc>
                        <a:spcAft>
                          <a:spcPts val="0"/>
                        </a:spcAft>
                      </a:pPr>
                      <a:r>
                        <a:rPr lang="zh-TW" sz="1600" kern="100" dirty="0">
                          <a:solidFill>
                            <a:srgbClr val="000000"/>
                          </a:solidFill>
                          <a:effectLst/>
                          <a:latin typeface="標楷體" pitchFamily="65" charset="-120"/>
                          <a:ea typeface="標楷體" pitchFamily="65" charset="-120"/>
                        </a:rPr>
                        <a:t>數量</a:t>
                      </a:r>
                    </a:p>
                  </a:txBody>
                  <a:tcPr marL="68571" marR="68571" marT="0" marB="0"/>
                </a:tc>
                <a:tc>
                  <a:txBody>
                    <a:bodyPr/>
                    <a:lstStyle/>
                    <a:p>
                      <a:pPr algn="ctr">
                        <a:lnSpc>
                          <a:spcPts val="3200"/>
                        </a:lnSpc>
                        <a:spcAft>
                          <a:spcPts val="0"/>
                        </a:spcAft>
                      </a:pPr>
                      <a:r>
                        <a:rPr lang="zh-TW" sz="1600" kern="100" dirty="0">
                          <a:solidFill>
                            <a:srgbClr val="000000"/>
                          </a:solidFill>
                          <a:effectLst/>
                          <a:latin typeface="標楷體" pitchFamily="65" charset="-120"/>
                          <a:ea typeface="標楷體" pitchFamily="65" charset="-120"/>
                        </a:rPr>
                        <a:t>單位</a:t>
                      </a:r>
                    </a:p>
                  </a:txBody>
                  <a:tcPr marL="68571" marR="68571" marT="0" marB="0"/>
                </a:tc>
                <a:tc>
                  <a:txBody>
                    <a:bodyPr/>
                    <a:lstStyle/>
                    <a:p>
                      <a:pPr algn="ctr">
                        <a:lnSpc>
                          <a:spcPts val="3200"/>
                        </a:lnSpc>
                        <a:spcAft>
                          <a:spcPts val="0"/>
                        </a:spcAft>
                      </a:pPr>
                      <a:r>
                        <a:rPr lang="zh-TW" sz="1600" kern="100" dirty="0">
                          <a:solidFill>
                            <a:srgbClr val="000000"/>
                          </a:solidFill>
                          <a:effectLst/>
                          <a:latin typeface="標楷體" pitchFamily="65" charset="-120"/>
                          <a:ea typeface="標楷體" pitchFamily="65" charset="-120"/>
                        </a:rPr>
                        <a:t>小計</a:t>
                      </a:r>
                    </a:p>
                    <a:p>
                      <a:pPr algn="ctr">
                        <a:lnSpc>
                          <a:spcPts val="3200"/>
                        </a:lnSpc>
                        <a:spcAft>
                          <a:spcPts val="0"/>
                        </a:spcAft>
                      </a:pPr>
                      <a:r>
                        <a:rPr lang="en-US" sz="1600" kern="100" dirty="0">
                          <a:solidFill>
                            <a:srgbClr val="000000"/>
                          </a:solidFill>
                          <a:effectLst/>
                          <a:latin typeface="標楷體" pitchFamily="65" charset="-120"/>
                          <a:ea typeface="標楷體" pitchFamily="65" charset="-120"/>
                        </a:rPr>
                        <a:t>(</a:t>
                      </a:r>
                      <a:r>
                        <a:rPr lang="zh-TW" sz="1600" kern="100" dirty="0">
                          <a:solidFill>
                            <a:srgbClr val="000000"/>
                          </a:solidFill>
                          <a:effectLst/>
                          <a:latin typeface="標楷體" pitchFamily="65" charset="-120"/>
                          <a:ea typeface="標楷體" pitchFamily="65" charset="-120"/>
                        </a:rPr>
                        <a:t>元</a:t>
                      </a:r>
                      <a:r>
                        <a:rPr lang="en-US" sz="1600" kern="100" dirty="0">
                          <a:solidFill>
                            <a:srgbClr val="000000"/>
                          </a:solidFill>
                          <a:effectLst/>
                          <a:latin typeface="標楷體" pitchFamily="65" charset="-120"/>
                          <a:ea typeface="標楷體" pitchFamily="65" charset="-120"/>
                        </a:rPr>
                        <a:t>)</a:t>
                      </a:r>
                      <a:endParaRPr lang="zh-TW" sz="1600" kern="100" dirty="0">
                        <a:solidFill>
                          <a:srgbClr val="000000"/>
                        </a:solidFill>
                        <a:effectLst/>
                        <a:latin typeface="標楷體" pitchFamily="65" charset="-120"/>
                        <a:ea typeface="標楷體" pitchFamily="65" charset="-120"/>
                      </a:endParaRPr>
                    </a:p>
                  </a:txBody>
                  <a:tcPr marL="68571" marR="68571" marT="0" marB="0"/>
                </a:tc>
                <a:tc>
                  <a:txBody>
                    <a:bodyPr/>
                    <a:lstStyle/>
                    <a:p>
                      <a:pPr>
                        <a:lnSpc>
                          <a:spcPts val="3200"/>
                        </a:lnSpc>
                        <a:spcAft>
                          <a:spcPts val="0"/>
                        </a:spcAft>
                      </a:pPr>
                      <a:r>
                        <a:rPr lang="zh-TW" sz="1600" kern="100" dirty="0">
                          <a:solidFill>
                            <a:srgbClr val="000000"/>
                          </a:solidFill>
                          <a:effectLst/>
                          <a:latin typeface="標楷體" pitchFamily="65" charset="-120"/>
                          <a:ea typeface="標楷體" pitchFamily="65" charset="-120"/>
                        </a:rPr>
                        <a:t>申請</a:t>
                      </a:r>
                    </a:p>
                    <a:p>
                      <a:pPr>
                        <a:lnSpc>
                          <a:spcPts val="3200"/>
                        </a:lnSpc>
                        <a:spcAft>
                          <a:spcPts val="0"/>
                        </a:spcAft>
                      </a:pPr>
                      <a:r>
                        <a:rPr lang="zh-TW" sz="1600" kern="100" dirty="0">
                          <a:solidFill>
                            <a:srgbClr val="000000"/>
                          </a:solidFill>
                          <a:effectLst/>
                          <a:latin typeface="標楷體" pitchFamily="65" charset="-120"/>
                          <a:ea typeface="標楷體" pitchFamily="65" charset="-120"/>
                        </a:rPr>
                        <a:t>補助</a:t>
                      </a:r>
                    </a:p>
                  </a:txBody>
                  <a:tcPr marL="68571" marR="68571" marT="0" marB="0"/>
                </a:tc>
                <a:tc>
                  <a:txBody>
                    <a:bodyPr/>
                    <a:lstStyle/>
                    <a:p>
                      <a:pPr algn="ctr">
                        <a:lnSpc>
                          <a:spcPts val="3200"/>
                        </a:lnSpc>
                        <a:spcAft>
                          <a:spcPts val="0"/>
                        </a:spcAft>
                      </a:pPr>
                      <a:r>
                        <a:rPr lang="zh-TW" sz="1600" kern="100" dirty="0">
                          <a:solidFill>
                            <a:srgbClr val="000000"/>
                          </a:solidFill>
                          <a:effectLst/>
                          <a:latin typeface="標楷體" pitchFamily="65" charset="-120"/>
                          <a:ea typeface="標楷體" pitchFamily="65" charset="-120"/>
                        </a:rPr>
                        <a:t>社區</a:t>
                      </a:r>
                    </a:p>
                    <a:p>
                      <a:pPr algn="ctr">
                        <a:lnSpc>
                          <a:spcPts val="3200"/>
                        </a:lnSpc>
                        <a:spcAft>
                          <a:spcPts val="0"/>
                        </a:spcAft>
                      </a:pPr>
                      <a:r>
                        <a:rPr lang="zh-TW" sz="1600" kern="100" dirty="0">
                          <a:solidFill>
                            <a:srgbClr val="000000"/>
                          </a:solidFill>
                          <a:effectLst/>
                          <a:latin typeface="標楷體" pitchFamily="65" charset="-120"/>
                          <a:ea typeface="標楷體" pitchFamily="65" charset="-120"/>
                        </a:rPr>
                        <a:t>自籌</a:t>
                      </a:r>
                    </a:p>
                  </a:txBody>
                  <a:tcPr marL="68571" marR="68571" marT="0" marB="0"/>
                </a:tc>
                <a:tc>
                  <a:txBody>
                    <a:bodyPr/>
                    <a:lstStyle/>
                    <a:p>
                      <a:pPr algn="ctr">
                        <a:lnSpc>
                          <a:spcPts val="3200"/>
                        </a:lnSpc>
                        <a:spcAft>
                          <a:spcPts val="0"/>
                        </a:spcAft>
                      </a:pPr>
                      <a:r>
                        <a:rPr lang="zh-TW" sz="1600" kern="100" dirty="0">
                          <a:solidFill>
                            <a:srgbClr val="000000"/>
                          </a:solidFill>
                          <a:effectLst/>
                          <a:latin typeface="標楷體" pitchFamily="65" charset="-120"/>
                          <a:ea typeface="標楷體" pitchFamily="65" charset="-120"/>
                        </a:rPr>
                        <a:t>說明</a:t>
                      </a:r>
                    </a:p>
                  </a:txBody>
                  <a:tcPr marL="68571" marR="68571" marT="0" marB="0"/>
                </a:tc>
                <a:extLst>
                  <a:ext uri="{0D108BD9-81ED-4DB2-BD59-A6C34878D82A}">
                    <a16:rowId xmlns:a16="http://schemas.microsoft.com/office/drawing/2014/main" val="10000"/>
                  </a:ext>
                </a:extLst>
              </a:tr>
              <a:tr h="0">
                <a:tc>
                  <a:txBody>
                    <a:bodyPr/>
                    <a:lstStyle/>
                    <a:p>
                      <a:pPr algn="ctr">
                        <a:lnSpc>
                          <a:spcPts val="3200"/>
                        </a:lnSpc>
                        <a:spcAft>
                          <a:spcPts val="0"/>
                        </a:spcAft>
                      </a:pPr>
                      <a:r>
                        <a:rPr lang="en-US" sz="1600" kern="100" dirty="0">
                          <a:solidFill>
                            <a:srgbClr val="000000"/>
                          </a:solidFill>
                          <a:effectLst/>
                          <a:latin typeface="標楷體" pitchFamily="65" charset="-120"/>
                          <a:ea typeface="標楷體" pitchFamily="65" charset="-120"/>
                        </a:rPr>
                        <a:t>1</a:t>
                      </a:r>
                      <a:endParaRPr lang="zh-TW" sz="1600" kern="100" dirty="0">
                        <a:solidFill>
                          <a:srgbClr val="000000"/>
                        </a:solidFill>
                        <a:effectLst/>
                        <a:latin typeface="標楷體" pitchFamily="65" charset="-120"/>
                        <a:ea typeface="標楷體" pitchFamily="65" charset="-120"/>
                      </a:endParaRPr>
                    </a:p>
                  </a:txBody>
                  <a:tcPr marL="68571" marR="68571" marT="0" marB="0"/>
                </a:tc>
                <a:tc>
                  <a:txBody>
                    <a:bodyPr/>
                    <a:lstStyle/>
                    <a:p>
                      <a:pPr>
                        <a:lnSpc>
                          <a:spcPts val="3200"/>
                        </a:lnSpc>
                        <a:spcAft>
                          <a:spcPts val="0"/>
                        </a:spcAft>
                      </a:pPr>
                      <a:r>
                        <a:rPr lang="zh-TW" sz="1600" kern="100">
                          <a:effectLst/>
                          <a:latin typeface="標楷體" pitchFamily="65" charset="-120"/>
                          <a:ea typeface="標楷體" pitchFamily="65" charset="-120"/>
                        </a:rPr>
                        <a:t>專案計畫管理費</a:t>
                      </a:r>
                    </a:p>
                  </a:txBody>
                  <a:tcPr marL="68571" marR="68571" marT="0" marB="0"/>
                </a:tc>
                <a:tc>
                  <a:txBody>
                    <a:bodyPr/>
                    <a:lstStyle/>
                    <a:p>
                      <a:pPr>
                        <a:lnSpc>
                          <a:spcPts val="3200"/>
                        </a:lnSpc>
                        <a:spcAft>
                          <a:spcPts val="0"/>
                        </a:spcAft>
                      </a:pPr>
                      <a:r>
                        <a:rPr lang="en-US" sz="1600" kern="100">
                          <a:effectLst/>
                          <a:latin typeface="標楷體" pitchFamily="65" charset="-120"/>
                          <a:ea typeface="標楷體" pitchFamily="65" charset="-120"/>
                        </a:rPr>
                        <a:t>72,000</a:t>
                      </a:r>
                      <a:endParaRPr lang="zh-TW" sz="1600" kern="100">
                        <a:effectLst/>
                        <a:latin typeface="標楷體" pitchFamily="65" charset="-120"/>
                        <a:ea typeface="標楷體" pitchFamily="65" charset="-120"/>
                      </a:endParaRPr>
                    </a:p>
                  </a:txBody>
                  <a:tcPr marL="68571" marR="68571" marT="0" marB="0"/>
                </a:tc>
                <a:tc>
                  <a:txBody>
                    <a:bodyPr/>
                    <a:lstStyle/>
                    <a:p>
                      <a:pPr algn="r">
                        <a:lnSpc>
                          <a:spcPts val="3200"/>
                        </a:lnSpc>
                        <a:spcAft>
                          <a:spcPts val="0"/>
                        </a:spcAft>
                      </a:pPr>
                      <a:r>
                        <a:rPr lang="en-US" sz="1600" kern="100">
                          <a:effectLst/>
                          <a:latin typeface="標楷體" pitchFamily="65" charset="-120"/>
                          <a:ea typeface="標楷體" pitchFamily="65" charset="-120"/>
                        </a:rPr>
                        <a:t>1</a:t>
                      </a:r>
                      <a:endParaRPr lang="zh-TW" sz="1600" kern="100">
                        <a:effectLst/>
                        <a:latin typeface="標楷體" pitchFamily="65" charset="-120"/>
                        <a:ea typeface="標楷體" pitchFamily="65" charset="-120"/>
                      </a:endParaRPr>
                    </a:p>
                  </a:txBody>
                  <a:tcPr marL="68571" marR="68571" marT="0" marB="0"/>
                </a:tc>
                <a:tc>
                  <a:txBody>
                    <a:bodyPr/>
                    <a:lstStyle/>
                    <a:p>
                      <a:pPr algn="r">
                        <a:lnSpc>
                          <a:spcPts val="3200"/>
                        </a:lnSpc>
                        <a:spcAft>
                          <a:spcPts val="0"/>
                        </a:spcAft>
                      </a:pPr>
                      <a:r>
                        <a:rPr lang="zh-TW" sz="1600" kern="100">
                          <a:effectLst/>
                          <a:latin typeface="標楷體" pitchFamily="65" charset="-120"/>
                          <a:ea typeface="標楷體" pitchFamily="65" charset="-120"/>
                        </a:rPr>
                        <a:t>式</a:t>
                      </a:r>
                    </a:p>
                  </a:txBody>
                  <a:tcPr marL="68571" marR="68571" marT="0" marB="0"/>
                </a:tc>
                <a:tc>
                  <a:txBody>
                    <a:bodyPr/>
                    <a:lstStyle/>
                    <a:p>
                      <a:pPr algn="r">
                        <a:lnSpc>
                          <a:spcPts val="3200"/>
                        </a:lnSpc>
                        <a:spcAft>
                          <a:spcPts val="0"/>
                        </a:spcAft>
                      </a:pPr>
                      <a:r>
                        <a:rPr lang="en-US" sz="1600" kern="100" dirty="0">
                          <a:effectLst/>
                          <a:latin typeface="標楷體" pitchFamily="65" charset="-120"/>
                          <a:ea typeface="標楷體" pitchFamily="65" charset="-120"/>
                        </a:rPr>
                        <a:t>72,000</a:t>
                      </a:r>
                      <a:endParaRPr lang="zh-TW" sz="1600" kern="100" dirty="0">
                        <a:effectLst/>
                        <a:latin typeface="標楷體" pitchFamily="65" charset="-120"/>
                        <a:ea typeface="標楷體" pitchFamily="65" charset="-120"/>
                      </a:endParaRPr>
                    </a:p>
                  </a:txBody>
                  <a:tcPr marL="68571" marR="68571" marT="0" marB="0"/>
                </a:tc>
                <a:tc>
                  <a:txBody>
                    <a:bodyPr/>
                    <a:lstStyle/>
                    <a:p>
                      <a:pPr algn="r">
                        <a:lnSpc>
                          <a:spcPts val="3200"/>
                        </a:lnSpc>
                        <a:spcAft>
                          <a:spcPts val="0"/>
                        </a:spcAft>
                      </a:pPr>
                      <a:r>
                        <a:rPr lang="en-US" sz="1600" kern="100" dirty="0">
                          <a:effectLst/>
                          <a:latin typeface="標楷體" pitchFamily="65" charset="-120"/>
                          <a:ea typeface="標楷體" pitchFamily="65" charset="-120"/>
                        </a:rPr>
                        <a:t>30,000</a:t>
                      </a:r>
                      <a:endParaRPr lang="zh-TW" sz="1600" kern="100" dirty="0">
                        <a:effectLst/>
                        <a:latin typeface="標楷體" pitchFamily="65" charset="-120"/>
                        <a:ea typeface="標楷體" pitchFamily="65" charset="-120"/>
                      </a:endParaRPr>
                    </a:p>
                  </a:txBody>
                  <a:tcPr marL="68571" marR="68571" marT="0" marB="0"/>
                </a:tc>
                <a:tc>
                  <a:txBody>
                    <a:bodyPr/>
                    <a:lstStyle/>
                    <a:p>
                      <a:pPr algn="ctr">
                        <a:lnSpc>
                          <a:spcPts val="3200"/>
                        </a:lnSpc>
                        <a:spcAft>
                          <a:spcPts val="0"/>
                        </a:spcAft>
                      </a:pPr>
                      <a:r>
                        <a:rPr lang="en-US" sz="1600" kern="100">
                          <a:effectLst/>
                          <a:latin typeface="標楷體" pitchFamily="65" charset="-120"/>
                          <a:ea typeface="標楷體" pitchFamily="65" charset="-120"/>
                        </a:rPr>
                        <a:t>42,000</a:t>
                      </a:r>
                      <a:endParaRPr lang="zh-TW" sz="1600" kern="100">
                        <a:effectLst/>
                        <a:latin typeface="標楷體" pitchFamily="65" charset="-120"/>
                        <a:ea typeface="標楷體" pitchFamily="65" charset="-120"/>
                      </a:endParaRPr>
                    </a:p>
                  </a:txBody>
                  <a:tcPr marL="68571" marR="68571" marT="0" marB="0"/>
                </a:tc>
                <a:tc>
                  <a:txBody>
                    <a:bodyPr/>
                    <a:lstStyle/>
                    <a:p>
                      <a:pPr algn="r">
                        <a:lnSpc>
                          <a:spcPts val="3200"/>
                        </a:lnSpc>
                        <a:spcAft>
                          <a:spcPts val="0"/>
                        </a:spcAft>
                      </a:pPr>
                      <a:r>
                        <a:rPr lang="en-US" sz="1600" kern="100" dirty="0">
                          <a:effectLst/>
                          <a:latin typeface="標楷體" pitchFamily="65" charset="-120"/>
                          <a:ea typeface="標楷體" pitchFamily="65" charset="-120"/>
                        </a:rPr>
                        <a:t> </a:t>
                      </a:r>
                      <a:endParaRPr lang="zh-TW" sz="1600" kern="100" dirty="0">
                        <a:effectLst/>
                        <a:latin typeface="標楷體" pitchFamily="65" charset="-120"/>
                        <a:ea typeface="標楷體" pitchFamily="65" charset="-120"/>
                      </a:endParaRPr>
                    </a:p>
                  </a:txBody>
                  <a:tcPr marL="68571" marR="68571" marT="0" marB="0"/>
                </a:tc>
                <a:extLst>
                  <a:ext uri="{0D108BD9-81ED-4DB2-BD59-A6C34878D82A}">
                    <a16:rowId xmlns:a16="http://schemas.microsoft.com/office/drawing/2014/main" val="10001"/>
                  </a:ext>
                </a:extLst>
              </a:tr>
              <a:tr h="0">
                <a:tc gridSpan="5">
                  <a:txBody>
                    <a:bodyPr/>
                    <a:lstStyle/>
                    <a:p>
                      <a:pPr>
                        <a:lnSpc>
                          <a:spcPts val="3200"/>
                        </a:lnSpc>
                        <a:spcAft>
                          <a:spcPts val="0"/>
                        </a:spcAft>
                      </a:pPr>
                      <a:r>
                        <a:rPr lang="zh-TW" sz="1600" kern="100" dirty="0">
                          <a:solidFill>
                            <a:srgbClr val="000000"/>
                          </a:solidFill>
                          <a:effectLst/>
                          <a:latin typeface="標楷體" pitchFamily="65" charset="-120"/>
                          <a:ea typeface="標楷體" pitchFamily="65" charset="-120"/>
                        </a:rPr>
                        <a:t>合計</a:t>
                      </a:r>
                    </a:p>
                  </a:txBody>
                  <a:tcPr marL="68571" marR="68571" marT="0" marB="0"/>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algn="r">
                        <a:lnSpc>
                          <a:spcPts val="3200"/>
                        </a:lnSpc>
                        <a:spcAft>
                          <a:spcPts val="0"/>
                        </a:spcAft>
                      </a:pPr>
                      <a:r>
                        <a:rPr lang="en-US" sz="1600" kern="100">
                          <a:effectLst/>
                          <a:latin typeface="標楷體" pitchFamily="65" charset="-120"/>
                          <a:ea typeface="標楷體" pitchFamily="65" charset="-120"/>
                        </a:rPr>
                        <a:t>72,000</a:t>
                      </a:r>
                      <a:endParaRPr lang="zh-TW" sz="1600" kern="100">
                        <a:effectLst/>
                        <a:latin typeface="標楷體" pitchFamily="65" charset="-120"/>
                        <a:ea typeface="標楷體" pitchFamily="65" charset="-120"/>
                      </a:endParaRPr>
                    </a:p>
                  </a:txBody>
                  <a:tcPr marL="68571" marR="68571" marT="0" marB="0"/>
                </a:tc>
                <a:tc>
                  <a:txBody>
                    <a:bodyPr/>
                    <a:lstStyle/>
                    <a:p>
                      <a:pPr algn="r">
                        <a:lnSpc>
                          <a:spcPts val="3200"/>
                        </a:lnSpc>
                        <a:spcAft>
                          <a:spcPts val="0"/>
                        </a:spcAft>
                      </a:pPr>
                      <a:r>
                        <a:rPr lang="en-US" sz="1600" kern="100" dirty="0">
                          <a:effectLst/>
                          <a:latin typeface="標楷體" pitchFamily="65" charset="-120"/>
                          <a:ea typeface="標楷體" pitchFamily="65" charset="-120"/>
                        </a:rPr>
                        <a:t>30,000</a:t>
                      </a:r>
                      <a:endParaRPr lang="zh-TW" sz="1600" kern="100" dirty="0">
                        <a:effectLst/>
                        <a:latin typeface="標楷體" pitchFamily="65" charset="-120"/>
                        <a:ea typeface="標楷體" pitchFamily="65" charset="-120"/>
                      </a:endParaRPr>
                    </a:p>
                  </a:txBody>
                  <a:tcPr marL="68571" marR="68571" marT="0" marB="0"/>
                </a:tc>
                <a:tc>
                  <a:txBody>
                    <a:bodyPr/>
                    <a:lstStyle/>
                    <a:p>
                      <a:pPr algn="ctr">
                        <a:lnSpc>
                          <a:spcPts val="3200"/>
                        </a:lnSpc>
                        <a:spcAft>
                          <a:spcPts val="0"/>
                        </a:spcAft>
                      </a:pPr>
                      <a:r>
                        <a:rPr lang="en-US" sz="1600" kern="100" dirty="0">
                          <a:effectLst/>
                          <a:latin typeface="標楷體" pitchFamily="65" charset="-120"/>
                          <a:ea typeface="標楷體" pitchFamily="65" charset="-120"/>
                        </a:rPr>
                        <a:t>42,000</a:t>
                      </a:r>
                      <a:endParaRPr lang="zh-TW" sz="1600" kern="100" dirty="0">
                        <a:effectLst/>
                        <a:latin typeface="標楷體" pitchFamily="65" charset="-120"/>
                        <a:ea typeface="標楷體" pitchFamily="65" charset="-120"/>
                      </a:endParaRPr>
                    </a:p>
                  </a:txBody>
                  <a:tcPr marL="68571" marR="68571" marT="0" marB="0"/>
                </a:tc>
                <a:tc>
                  <a:txBody>
                    <a:bodyPr/>
                    <a:lstStyle/>
                    <a:p>
                      <a:pPr algn="r">
                        <a:lnSpc>
                          <a:spcPts val="3200"/>
                        </a:lnSpc>
                        <a:spcAft>
                          <a:spcPts val="0"/>
                        </a:spcAft>
                      </a:pPr>
                      <a:r>
                        <a:rPr lang="en-US" sz="1600" kern="100" dirty="0">
                          <a:effectLst/>
                          <a:latin typeface="標楷體" pitchFamily="65" charset="-120"/>
                          <a:ea typeface="標楷體" pitchFamily="65" charset="-120"/>
                        </a:rPr>
                        <a:t> </a:t>
                      </a:r>
                      <a:endParaRPr lang="zh-TW" sz="1600" kern="100" dirty="0">
                        <a:effectLst/>
                        <a:latin typeface="標楷體" pitchFamily="65" charset="-120"/>
                        <a:ea typeface="標楷體" pitchFamily="65" charset="-120"/>
                      </a:endParaRPr>
                    </a:p>
                  </a:txBody>
                  <a:tcPr marL="68571" marR="68571" marT="0" marB="0"/>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22639659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標題 1"/>
          <p:cNvSpPr>
            <a:spLocks noGrp="1"/>
          </p:cNvSpPr>
          <p:nvPr>
            <p:ph type="title"/>
          </p:nvPr>
        </p:nvSpPr>
        <p:spPr>
          <a:xfrm>
            <a:off x="-468313" y="0"/>
            <a:ext cx="7497763" cy="1143000"/>
          </a:xfrm>
        </p:spPr>
        <p:txBody>
          <a:bodyPr/>
          <a:lstStyle/>
          <a:p>
            <a:pPr eaLnBrk="1" hangingPunct="1"/>
            <a:r>
              <a:rPr lang="zh-TW" altLang="en-US" sz="4000" b="1">
                <a:latin typeface="標楷體" pitchFamily="65" charset="-120"/>
                <a:ea typeface="標楷體" pitchFamily="65" charset="-120"/>
              </a:rPr>
              <a:t>大旗艦</a:t>
            </a:r>
            <a:r>
              <a:rPr lang="en-US" altLang="zh-TW" sz="4000" b="1">
                <a:latin typeface="標楷體" pitchFamily="65" charset="-120"/>
                <a:ea typeface="標楷體" pitchFamily="65" charset="-120"/>
              </a:rPr>
              <a:t>107</a:t>
            </a:r>
            <a:r>
              <a:rPr lang="zh-TW" altLang="en-US" sz="4000" b="1">
                <a:latin typeface="標楷體" pitchFamily="65" charset="-120"/>
                <a:ea typeface="標楷體" pitchFamily="65" charset="-120"/>
              </a:rPr>
              <a:t>年度執行效益</a:t>
            </a:r>
          </a:p>
        </p:txBody>
      </p:sp>
      <p:graphicFrame>
        <p:nvGraphicFramePr>
          <p:cNvPr id="7" name="內容版面配置區 6"/>
          <p:cNvGraphicFramePr>
            <a:graphicFrameLocks noGrp="1"/>
          </p:cNvGraphicFramePr>
          <p:nvPr>
            <p:ph idx="1"/>
          </p:nvPr>
        </p:nvGraphicFramePr>
        <p:xfrm>
          <a:off x="179388" y="1484313"/>
          <a:ext cx="8713787" cy="4795834"/>
        </p:xfrm>
        <a:graphic>
          <a:graphicData uri="http://schemas.openxmlformats.org/drawingml/2006/table">
            <a:tbl>
              <a:tblPr firstRow="1" firstCol="1" bandRow="1">
                <a:tableStyleId>{5C22544A-7EE6-4342-B048-85BDC9FD1C3A}</a:tableStyleId>
              </a:tblPr>
              <a:tblGrid>
                <a:gridCol w="3399097">
                  <a:extLst>
                    <a:ext uri="{9D8B030D-6E8A-4147-A177-3AD203B41FA5}">
                      <a16:colId xmlns:a16="http://schemas.microsoft.com/office/drawing/2014/main" val="20000"/>
                    </a:ext>
                  </a:extLst>
                </a:gridCol>
                <a:gridCol w="3022706">
                  <a:extLst>
                    <a:ext uri="{9D8B030D-6E8A-4147-A177-3AD203B41FA5}">
                      <a16:colId xmlns:a16="http://schemas.microsoft.com/office/drawing/2014/main" val="20001"/>
                    </a:ext>
                  </a:extLst>
                </a:gridCol>
                <a:gridCol w="1037970">
                  <a:extLst>
                    <a:ext uri="{9D8B030D-6E8A-4147-A177-3AD203B41FA5}">
                      <a16:colId xmlns:a16="http://schemas.microsoft.com/office/drawing/2014/main" val="20002"/>
                    </a:ext>
                  </a:extLst>
                </a:gridCol>
                <a:gridCol w="1254014">
                  <a:extLst>
                    <a:ext uri="{9D8B030D-6E8A-4147-A177-3AD203B41FA5}">
                      <a16:colId xmlns:a16="http://schemas.microsoft.com/office/drawing/2014/main" val="20003"/>
                    </a:ext>
                  </a:extLst>
                </a:gridCol>
              </a:tblGrid>
              <a:tr h="375169">
                <a:tc>
                  <a:txBody>
                    <a:bodyPr/>
                    <a:lstStyle/>
                    <a:p>
                      <a:pPr algn="ctr">
                        <a:lnSpc>
                          <a:spcPts val="2600"/>
                        </a:lnSpc>
                        <a:spcAft>
                          <a:spcPts val="0"/>
                        </a:spcAft>
                      </a:pPr>
                      <a:r>
                        <a:rPr lang="zh-TW" sz="1600" b="1" kern="100" dirty="0">
                          <a:solidFill>
                            <a:srgbClr val="000000"/>
                          </a:solidFill>
                          <a:effectLst/>
                          <a:latin typeface="標楷體" pitchFamily="65" charset="-120"/>
                          <a:ea typeface="標楷體" pitchFamily="65" charset="-120"/>
                        </a:rPr>
                        <a:t>執行方案</a:t>
                      </a: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600"/>
                        </a:lnSpc>
                        <a:spcAft>
                          <a:spcPts val="0"/>
                        </a:spcAft>
                      </a:pPr>
                      <a:r>
                        <a:rPr lang="zh-TW" altLang="en-US" sz="1600" b="1" kern="100" dirty="0">
                          <a:solidFill>
                            <a:srgbClr val="000000"/>
                          </a:solidFill>
                          <a:effectLst/>
                          <a:latin typeface="標楷體" pitchFamily="65" charset="-120"/>
                          <a:ea typeface="標楷體" pitchFamily="65" charset="-120"/>
                        </a:rPr>
                        <a:t>子方案</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ts val="2600"/>
                        </a:lnSpc>
                        <a:spcBef>
                          <a:spcPts val="0"/>
                        </a:spcBef>
                        <a:spcAft>
                          <a:spcPts val="0"/>
                        </a:spcAft>
                        <a:buClrTx/>
                        <a:buSzTx/>
                        <a:buFontTx/>
                        <a:buNone/>
                        <a:tabLst/>
                        <a:defRPr/>
                      </a:pPr>
                      <a:r>
                        <a:rPr lang="zh-TW" altLang="en-US" sz="1600" b="1" kern="100" dirty="0">
                          <a:solidFill>
                            <a:srgbClr val="000000"/>
                          </a:solidFill>
                          <a:effectLst/>
                          <a:latin typeface="標楷體" pitchFamily="65" charset="-120"/>
                          <a:ea typeface="標楷體" pitchFamily="65" charset="-120"/>
                        </a:rPr>
                        <a:t>辦理場次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2600"/>
                        </a:lnSpc>
                        <a:spcAft>
                          <a:spcPts val="0"/>
                        </a:spcAft>
                      </a:pPr>
                      <a:r>
                        <a:rPr lang="zh-TW" altLang="en-US" sz="1600" b="1" kern="100" dirty="0">
                          <a:solidFill>
                            <a:srgbClr val="000000"/>
                          </a:solidFill>
                          <a:effectLst/>
                          <a:latin typeface="標楷體" pitchFamily="65" charset="-120"/>
                          <a:ea typeface="標楷體" pitchFamily="65" charset="-120"/>
                        </a:rPr>
                        <a:t>參與人次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660435">
                <a:tc>
                  <a:txBody>
                    <a:bodyPr/>
                    <a:lstStyle/>
                    <a:p>
                      <a:pPr>
                        <a:lnSpc>
                          <a:spcPts val="2600"/>
                        </a:lnSpc>
                        <a:spcAft>
                          <a:spcPts val="0"/>
                        </a:spcAft>
                        <a:tabLst>
                          <a:tab pos="571500" algn="l"/>
                        </a:tabLst>
                      </a:pPr>
                      <a:r>
                        <a:rPr lang="zh-TW" sz="1600" b="1" kern="100" dirty="0">
                          <a:solidFill>
                            <a:srgbClr val="000000"/>
                          </a:solidFill>
                          <a:effectLst/>
                          <a:latin typeface="標楷體" pitchFamily="65" charset="-120"/>
                          <a:ea typeface="標楷體" pitchFamily="65" charset="-120"/>
                        </a:rPr>
                        <a:t>老人福利－</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571500" algn="l"/>
                        </a:tabLst>
                      </a:pPr>
                      <a:r>
                        <a:rPr lang="zh-TW" sz="1600" b="1" kern="100" dirty="0">
                          <a:solidFill>
                            <a:srgbClr val="000000"/>
                          </a:solidFill>
                          <a:effectLst/>
                          <a:latin typeface="標楷體" pitchFamily="65" charset="-120"/>
                          <a:ea typeface="標楷體" pitchFamily="65" charset="-120"/>
                        </a:rPr>
                        <a:t>金點轉動據點幸福升級</a:t>
                      </a: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zh-TW" altLang="en-US" sz="1600" b="1" dirty="0">
                          <a:solidFill>
                            <a:srgbClr val="000000"/>
                          </a:solidFill>
                          <a:latin typeface="標楷體" pitchFamily="65" charset="-120"/>
                          <a:ea typeface="標楷體" pitchFamily="65" charset="-120"/>
                        </a:rPr>
                        <a:t>樂齡學堂</a:t>
                      </a: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sz="1600" b="1" dirty="0">
                          <a:solidFill>
                            <a:srgbClr val="000000"/>
                          </a:solidFill>
                          <a:latin typeface="標楷體" pitchFamily="65" charset="-120"/>
                          <a:ea typeface="標楷體" pitchFamily="65" charset="-120"/>
                        </a:rPr>
                        <a:t>75</a:t>
                      </a:r>
                      <a:r>
                        <a:rPr lang="zh-TW" altLang="en-US" sz="1600" b="1" dirty="0">
                          <a:solidFill>
                            <a:srgbClr val="000000"/>
                          </a:solidFill>
                          <a:latin typeface="標楷體" pitchFamily="65" charset="-120"/>
                          <a:ea typeface="標楷體" pitchFamily="65" charset="-120"/>
                        </a:rPr>
                        <a:t>次</a:t>
                      </a: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altLang="zh-TW" sz="1600" b="1" dirty="0">
                          <a:solidFill>
                            <a:srgbClr val="000000"/>
                          </a:solidFill>
                          <a:latin typeface="標楷體" pitchFamily="65" charset="-120"/>
                          <a:ea typeface="標楷體" pitchFamily="65" charset="-120"/>
                        </a:rPr>
                        <a:t>1,618</a:t>
                      </a:r>
                      <a:r>
                        <a:rPr lang="zh-TW" altLang="en-US" sz="1600" b="1" dirty="0">
                          <a:solidFill>
                            <a:srgbClr val="000000"/>
                          </a:solidFill>
                          <a:latin typeface="標楷體" pitchFamily="65" charset="-120"/>
                          <a:ea typeface="標楷體" pitchFamily="65" charset="-120"/>
                        </a:rPr>
                        <a:t>人次</a:t>
                      </a:r>
                      <a:endParaRPr lang="en-US" altLang="zh-TW" sz="1600" b="1" dirty="0">
                        <a:solidFill>
                          <a:srgbClr val="000000"/>
                        </a:solidFill>
                        <a:latin typeface="標楷體" pitchFamily="65" charset="-120"/>
                        <a:ea typeface="標楷體" pitchFamily="65" charset="-120"/>
                      </a:endParaRPr>
                    </a:p>
                    <a:p>
                      <a:pPr algn="ctr"/>
                      <a:endParaRPr lang="zh-TW" altLang="en-US" sz="1600" b="1" dirty="0">
                        <a:solidFill>
                          <a:srgbClr val="000000"/>
                        </a:solidFill>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331028">
                <a:tc rowSpan="2">
                  <a:txBody>
                    <a:bodyPr/>
                    <a:lstStyle/>
                    <a:p>
                      <a:pPr>
                        <a:lnSpc>
                          <a:spcPts val="2600"/>
                        </a:lnSpc>
                        <a:spcAft>
                          <a:spcPts val="0"/>
                        </a:spcAft>
                        <a:tabLst>
                          <a:tab pos="1171575" algn="l"/>
                        </a:tabLst>
                      </a:pPr>
                      <a:r>
                        <a:rPr lang="zh-TW" sz="1600" b="1" kern="100" dirty="0">
                          <a:solidFill>
                            <a:srgbClr val="000000"/>
                          </a:solidFill>
                          <a:effectLst/>
                          <a:latin typeface="標楷體" pitchFamily="65" charset="-120"/>
                          <a:ea typeface="標楷體" pitchFamily="65" charset="-120"/>
                        </a:rPr>
                        <a:t>婦女福利</a:t>
                      </a:r>
                      <a:endParaRPr lang="en-US" sz="1600" b="1" kern="100" dirty="0">
                        <a:solidFill>
                          <a:srgbClr val="000000"/>
                        </a:solidFill>
                        <a:effectLst/>
                        <a:latin typeface="標楷體" pitchFamily="65" charset="-120"/>
                        <a:ea typeface="標楷體" pitchFamily="65" charset="-120"/>
                      </a:endParaRPr>
                    </a:p>
                    <a:p>
                      <a:pPr>
                        <a:lnSpc>
                          <a:spcPts val="2600"/>
                        </a:lnSpc>
                        <a:spcAft>
                          <a:spcPts val="0"/>
                        </a:spcAft>
                        <a:tabLst>
                          <a:tab pos="1171575" algn="l"/>
                        </a:tabLst>
                      </a:pPr>
                      <a:r>
                        <a:rPr lang="zh-TW" sz="1600" b="1" kern="100" dirty="0">
                          <a:solidFill>
                            <a:srgbClr val="000000"/>
                          </a:solidFill>
                          <a:effectLst/>
                          <a:latin typeface="標楷體" pitchFamily="65" charset="-120"/>
                          <a:ea typeface="標楷體" pitchFamily="65" charset="-120"/>
                        </a:rPr>
                        <a:t>轉動技藝幸福加分</a:t>
                      </a: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婦女共融學習班</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20</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428</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50526">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婦女權益講座</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6</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160</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47155">
                <a:tc>
                  <a:txBody>
                    <a:bodyPr/>
                    <a:lstStyle/>
                    <a:p>
                      <a:pPr>
                        <a:lnSpc>
                          <a:spcPts val="2600"/>
                        </a:lnSpc>
                        <a:spcAft>
                          <a:spcPts val="0"/>
                        </a:spcAft>
                        <a:tabLst>
                          <a:tab pos="476250" algn="l"/>
                        </a:tabLst>
                      </a:pPr>
                      <a:r>
                        <a:rPr lang="zh-TW" sz="1600" b="1" kern="100" dirty="0">
                          <a:solidFill>
                            <a:srgbClr val="000000"/>
                          </a:solidFill>
                          <a:effectLst/>
                          <a:latin typeface="Times New Roman"/>
                          <a:ea typeface="標楷體"/>
                        </a:rPr>
                        <a:t>兒童福利</a:t>
                      </a:r>
                      <a:r>
                        <a:rPr lang="en-US" sz="1600" b="1" kern="100" dirty="0">
                          <a:solidFill>
                            <a:srgbClr val="000000"/>
                          </a:solidFill>
                          <a:effectLst/>
                          <a:latin typeface="Times New Roman"/>
                          <a:ea typeface="標楷體"/>
                        </a:rPr>
                        <a:t>-</a:t>
                      </a:r>
                      <a:r>
                        <a:rPr lang="zh-TW" sz="1600" b="1" kern="100" dirty="0">
                          <a:solidFill>
                            <a:srgbClr val="000000"/>
                          </a:solidFill>
                          <a:effectLst/>
                          <a:latin typeface="Times New Roman"/>
                          <a:ea typeface="標楷體"/>
                        </a:rPr>
                        <a:t>轉動陪伴幸福無限</a:t>
                      </a:r>
                      <a:endParaRPr lang="zh-TW" sz="1600" b="1" kern="100" dirty="0">
                        <a:solidFill>
                          <a:srgbClr val="000000"/>
                        </a:solidFill>
                        <a:effectLst/>
                        <a:latin typeface="Times New Roman"/>
                        <a:ea typeface="超研澤粗楷"/>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課後陪伴班</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28</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858</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330217">
                <a:tc rowSpan="2">
                  <a:txBody>
                    <a:bodyPr/>
                    <a:lstStyle/>
                    <a:p>
                      <a:pPr>
                        <a:lnSpc>
                          <a:spcPts val="2600"/>
                        </a:lnSpc>
                        <a:spcAft>
                          <a:spcPts val="0"/>
                        </a:spcAft>
                      </a:pPr>
                      <a:r>
                        <a:rPr lang="zh-TW" sz="1600" b="1" kern="100" dirty="0">
                          <a:solidFill>
                            <a:srgbClr val="000000"/>
                          </a:solidFill>
                          <a:effectLst/>
                          <a:latin typeface="Times New Roman"/>
                          <a:ea typeface="標楷體"/>
                        </a:rPr>
                        <a:t>志工轉動熱情幸福滿滿</a:t>
                      </a:r>
                      <a:endParaRPr lang="zh-TW" sz="1600" b="1" kern="100" dirty="0">
                        <a:solidFill>
                          <a:srgbClr val="000000"/>
                        </a:solidFill>
                        <a:effectLst/>
                        <a:latin typeface="Times New Roman"/>
                        <a:ea typeface="超研澤粗楷"/>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居家安全設施課程</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40</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350526">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自主防災安全網絡課程</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2</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90</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330217">
                <a:tc rowSpan="3">
                  <a:txBody>
                    <a:bodyPr/>
                    <a:lstStyle/>
                    <a:p>
                      <a:pPr>
                        <a:lnSpc>
                          <a:spcPts val="2600"/>
                        </a:lnSpc>
                        <a:spcAft>
                          <a:spcPts val="0"/>
                        </a:spcAft>
                      </a:pPr>
                      <a:r>
                        <a:rPr lang="zh-TW" sz="1600" b="1" kern="100" dirty="0">
                          <a:solidFill>
                            <a:srgbClr val="000000"/>
                          </a:solidFill>
                          <a:effectLst/>
                          <a:latin typeface="Times New Roman"/>
                          <a:ea typeface="標楷體"/>
                        </a:rPr>
                        <a:t>幹部與志工培力及旗艦聯繫會議</a:t>
                      </a:r>
                      <a:endParaRPr lang="zh-TW" sz="1600" b="1" kern="100" dirty="0">
                        <a:solidFill>
                          <a:srgbClr val="000000"/>
                        </a:solidFill>
                        <a:effectLst/>
                        <a:latin typeface="Times New Roman"/>
                        <a:ea typeface="超研澤粗楷"/>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旗艦聯繫會議</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8</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144</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330217">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共識交流營</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5</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512</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8"/>
                  </a:ext>
                </a:extLst>
              </a:tr>
              <a:tr h="330217">
                <a:tc vMerge="1">
                  <a:txBody>
                    <a:bodyPr/>
                    <a:lstStyle/>
                    <a:p>
                      <a:endParaRPr lang="zh-TW" altLang="en-US"/>
                    </a:p>
                  </a:txBody>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外縣市績優社區觀摩活動</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a:t>
                      </a:r>
                      <a:r>
                        <a:rPr lang="zh-TW" altLang="en-US" sz="1600" b="1" kern="100" dirty="0">
                          <a:solidFill>
                            <a:srgbClr val="000000"/>
                          </a:solidFill>
                          <a:effectLst/>
                          <a:latin typeface="標楷體" pitchFamily="65" charset="-120"/>
                          <a:ea typeface="標楷體" pitchFamily="65" charset="-120"/>
                        </a:rPr>
                        <a:t>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43</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9"/>
                  </a:ext>
                </a:extLst>
              </a:tr>
              <a:tr h="369851">
                <a:tc>
                  <a:txBody>
                    <a:bodyPr/>
                    <a:lstStyle/>
                    <a:p>
                      <a:pPr>
                        <a:lnSpc>
                          <a:spcPts val="2600"/>
                        </a:lnSpc>
                        <a:spcAft>
                          <a:spcPts val="0"/>
                        </a:spcAft>
                      </a:pPr>
                      <a:r>
                        <a:rPr lang="zh-TW" sz="1600" b="1" kern="100" dirty="0">
                          <a:solidFill>
                            <a:srgbClr val="000000"/>
                          </a:solidFill>
                          <a:effectLst/>
                          <a:latin typeface="Times New Roman"/>
                          <a:ea typeface="標楷體"/>
                        </a:rPr>
                        <a:t>轉動幸福˙特色產業啟動</a:t>
                      </a:r>
                      <a:r>
                        <a:rPr lang="en-US" altLang="zh-TW" sz="1600" b="1" kern="100" dirty="0">
                          <a:solidFill>
                            <a:srgbClr val="000000"/>
                          </a:solidFill>
                          <a:effectLst/>
                          <a:latin typeface="Times New Roman"/>
                          <a:ea typeface="標楷體"/>
                        </a:rPr>
                        <a:t>-</a:t>
                      </a:r>
                      <a:r>
                        <a:rPr lang="zh-TW" altLang="en-US" sz="1600" b="1" kern="100" dirty="0">
                          <a:solidFill>
                            <a:srgbClr val="000000"/>
                          </a:solidFill>
                          <a:effectLst/>
                          <a:latin typeface="Times New Roman"/>
                          <a:ea typeface="標楷體"/>
                        </a:rPr>
                        <a:t>永續經營</a:t>
                      </a:r>
                      <a:endParaRPr lang="en-US" sz="1600" b="1" kern="100" dirty="0">
                        <a:solidFill>
                          <a:srgbClr val="000000"/>
                        </a:solidFill>
                        <a:effectLst/>
                        <a:latin typeface="Times New Roman"/>
                        <a:ea typeface="標楷體"/>
                      </a:endParaRPr>
                    </a:p>
                  </a:txBody>
                  <a:tcPr marL="68578" marR="68578"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特色產業品牌</a:t>
                      </a:r>
                      <a:r>
                        <a:rPr lang="en-US" altLang="zh-TW" sz="1600" b="1" kern="100" dirty="0">
                          <a:solidFill>
                            <a:srgbClr val="000000"/>
                          </a:solidFill>
                          <a:effectLst/>
                          <a:latin typeface="標楷體" pitchFamily="65" charset="-120"/>
                          <a:ea typeface="標楷體" pitchFamily="65" charset="-120"/>
                        </a:rPr>
                        <a:t>&amp;</a:t>
                      </a:r>
                      <a:r>
                        <a:rPr lang="zh-TW" altLang="en-US" sz="1600" b="1" kern="100" dirty="0">
                          <a:solidFill>
                            <a:srgbClr val="000000"/>
                          </a:solidFill>
                          <a:effectLst/>
                          <a:latin typeface="標楷體" pitchFamily="65" charset="-120"/>
                          <a:ea typeface="標楷體" pitchFamily="65" charset="-120"/>
                        </a:rPr>
                        <a:t>伴手禮研發課程</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10</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300</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0"/>
                  </a:ext>
                </a:extLst>
              </a:tr>
              <a:tr h="360059">
                <a:tc>
                  <a:txBody>
                    <a:bodyPr/>
                    <a:lstStyle/>
                    <a:p>
                      <a:pPr>
                        <a:lnSpc>
                          <a:spcPts val="2600"/>
                        </a:lnSpc>
                        <a:spcAft>
                          <a:spcPts val="0"/>
                        </a:spcAft>
                      </a:pPr>
                      <a:r>
                        <a:rPr lang="zh-TW" sz="1600" b="1" kern="100" dirty="0">
                          <a:solidFill>
                            <a:srgbClr val="000000"/>
                          </a:solidFill>
                          <a:effectLst/>
                          <a:latin typeface="Times New Roman"/>
                          <a:ea typeface="標楷體"/>
                        </a:rPr>
                        <a:t>溫暖大竹山˙轉動幸福齊步走</a:t>
                      </a:r>
                      <a:r>
                        <a:rPr lang="en-US" sz="1600" b="1" kern="100" dirty="0">
                          <a:solidFill>
                            <a:srgbClr val="000000"/>
                          </a:solidFill>
                          <a:effectLst/>
                          <a:latin typeface="Times New Roman"/>
                          <a:ea typeface="標楷體"/>
                        </a:rPr>
                        <a:t>-</a:t>
                      </a:r>
                      <a:r>
                        <a:rPr lang="zh-TW" sz="1600" b="1" kern="100" dirty="0">
                          <a:solidFill>
                            <a:srgbClr val="000000"/>
                          </a:solidFill>
                          <a:effectLst/>
                          <a:latin typeface="Times New Roman"/>
                          <a:ea typeface="標楷體"/>
                        </a:rPr>
                        <a:t>成</a:t>
                      </a:r>
                      <a:r>
                        <a:rPr lang="zh-TW" altLang="en-US" sz="1600" b="1" kern="100" dirty="0">
                          <a:solidFill>
                            <a:srgbClr val="000000"/>
                          </a:solidFill>
                          <a:effectLst/>
                          <a:latin typeface="Times New Roman"/>
                          <a:ea typeface="標楷體"/>
                        </a:rPr>
                        <a:t>果</a:t>
                      </a:r>
                      <a:r>
                        <a:rPr lang="zh-TW" sz="1600" b="1" kern="100" dirty="0">
                          <a:solidFill>
                            <a:srgbClr val="000000"/>
                          </a:solidFill>
                          <a:effectLst/>
                          <a:latin typeface="Times New Roman"/>
                          <a:ea typeface="標楷體"/>
                        </a:rPr>
                        <a:t>展</a:t>
                      </a:r>
                      <a:endParaRPr lang="zh-TW" sz="1600" b="1" kern="100" dirty="0">
                        <a:solidFill>
                          <a:srgbClr val="000000"/>
                        </a:solidFill>
                        <a:effectLst/>
                        <a:latin typeface="Times New Roman"/>
                        <a:ea typeface="超研澤粗楷"/>
                      </a:endParaRPr>
                    </a:p>
                  </a:txBody>
                  <a:tcPr marL="68578" marR="68578"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nSpc>
                          <a:spcPts val="2600"/>
                        </a:lnSpc>
                        <a:spcAft>
                          <a:spcPts val="0"/>
                        </a:spcAft>
                        <a:buFont typeface="+mj-lt"/>
                        <a:buNone/>
                      </a:pPr>
                      <a:r>
                        <a:rPr lang="zh-TW" altLang="en-US" sz="1600" b="1" kern="100" dirty="0">
                          <a:solidFill>
                            <a:srgbClr val="000000"/>
                          </a:solidFill>
                          <a:effectLst/>
                          <a:latin typeface="標楷體" pitchFamily="65" charset="-120"/>
                          <a:ea typeface="標楷體" pitchFamily="65" charset="-120"/>
                        </a:rPr>
                        <a:t>大旗艦成果展</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580</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1"/>
                  </a:ext>
                </a:extLst>
              </a:tr>
              <a:tr h="330217">
                <a:tc gridSpan="2">
                  <a:txBody>
                    <a:bodyPr/>
                    <a:lstStyle/>
                    <a:p>
                      <a:pPr algn="ctr">
                        <a:lnSpc>
                          <a:spcPts val="2600"/>
                        </a:lnSpc>
                        <a:spcAft>
                          <a:spcPts val="0"/>
                        </a:spcAft>
                      </a:pPr>
                      <a:r>
                        <a:rPr lang="zh-TW" altLang="en-US" sz="1600" b="1" kern="100" dirty="0">
                          <a:solidFill>
                            <a:srgbClr val="000000"/>
                          </a:solidFill>
                          <a:effectLst/>
                          <a:latin typeface="標楷體" pitchFamily="65" charset="-120"/>
                          <a:ea typeface="標楷體" pitchFamily="65" charset="-120"/>
                        </a:rPr>
                        <a:t>總   計</a:t>
                      </a:r>
                      <a:endParaRPr lang="zh-TW" sz="1600" b="1" kern="100" dirty="0">
                        <a:solidFill>
                          <a:srgbClr val="000000"/>
                        </a:solidFill>
                        <a:effectLst/>
                        <a:latin typeface="標楷體" pitchFamily="65" charset="-120"/>
                        <a:ea typeface="標楷體" pitchFamily="65" charset="-120"/>
                      </a:endParaRPr>
                    </a:p>
                  </a:txBody>
                  <a:tcPr marL="68578" marR="68578"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marL="0" lvl="0" indent="0">
                        <a:lnSpc>
                          <a:spcPts val="2600"/>
                        </a:lnSpc>
                        <a:spcAft>
                          <a:spcPts val="0"/>
                        </a:spcAft>
                        <a:buFont typeface="+mj-lt"/>
                        <a:buNone/>
                      </a:pPr>
                      <a:endParaRPr lang="zh-TW" sz="1400" b="0" kern="100" dirty="0">
                        <a:effectLst/>
                        <a:latin typeface="標楷體" pitchFamily="65" charset="-120"/>
                        <a:ea typeface="標楷體" pitchFamily="65" charset="-120"/>
                      </a:endParaRPr>
                    </a:p>
                  </a:txBody>
                  <a:tcPr marL="68585" marR="6858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157</a:t>
                      </a:r>
                      <a:r>
                        <a:rPr lang="zh-TW" altLang="en-US" sz="1600" b="1" kern="100" dirty="0">
                          <a:solidFill>
                            <a:srgbClr val="000000"/>
                          </a:solidFill>
                          <a:effectLst/>
                          <a:latin typeface="標楷體" pitchFamily="65" charset="-120"/>
                          <a:ea typeface="標楷體" pitchFamily="65" charset="-120"/>
                        </a:rPr>
                        <a:t>場</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a:lnSpc>
                          <a:spcPts val="26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4,773</a:t>
                      </a:r>
                      <a:r>
                        <a:rPr lang="zh-TW" altLang="en-US" sz="1600" b="1" kern="100" dirty="0">
                          <a:solidFill>
                            <a:srgbClr val="000000"/>
                          </a:solidFill>
                          <a:effectLst/>
                          <a:latin typeface="標楷體" pitchFamily="65" charset="-120"/>
                          <a:ea typeface="標楷體" pitchFamily="65" charset="-120"/>
                        </a:rPr>
                        <a:t>人次</a:t>
                      </a:r>
                      <a:endParaRPr lang="zh-TW" sz="1600" b="1" kern="100" dirty="0">
                        <a:solidFill>
                          <a:srgbClr val="000000"/>
                        </a:solidFill>
                        <a:effectLst/>
                        <a:latin typeface="標楷體" pitchFamily="65" charset="-120"/>
                        <a:ea typeface="標楷體" pitchFamily="65" charset="-120"/>
                      </a:endParaRPr>
                    </a:p>
                  </a:txBody>
                  <a:tcPr marL="68593" marR="68593"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2"/>
                  </a:ext>
                </a:extLst>
              </a:tr>
            </a:tbl>
          </a:graphicData>
        </a:graphic>
      </p:graphicFrame>
    </p:spTree>
    <p:extLst>
      <p:ext uri="{BB962C8B-B14F-4D97-AF65-F5344CB8AC3E}">
        <p14:creationId xmlns:p14="http://schemas.microsoft.com/office/powerpoint/2010/main" val="203785668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標題 1"/>
          <p:cNvSpPr>
            <a:spLocks noGrp="1"/>
          </p:cNvSpPr>
          <p:nvPr>
            <p:ph type="title"/>
          </p:nvPr>
        </p:nvSpPr>
        <p:spPr>
          <a:xfrm>
            <a:off x="250825" y="404813"/>
            <a:ext cx="8147050" cy="609600"/>
          </a:xfrm>
        </p:spPr>
        <p:txBody>
          <a:bodyPr/>
          <a:lstStyle/>
          <a:p>
            <a:pPr algn="l" eaLnBrk="1" hangingPunct="1"/>
            <a:r>
              <a:rPr lang="zh-TW" altLang="zh-TW" sz="3600" b="1">
                <a:latin typeface="標楷體" pitchFamily="65" charset="-120"/>
                <a:ea typeface="標楷體" pitchFamily="65" charset="-120"/>
              </a:rPr>
              <a:t>旗艦社區</a:t>
            </a:r>
            <a:r>
              <a:rPr lang="zh-TW" altLang="en-US" sz="3600" b="1">
                <a:latin typeface="標楷體" pitchFamily="65" charset="-120"/>
                <a:ea typeface="標楷體" pitchFamily="65" charset="-120"/>
              </a:rPr>
              <a:t>亮眼成績</a:t>
            </a:r>
            <a:r>
              <a:rPr lang="en-US" altLang="zh-TW" sz="3600" b="1">
                <a:latin typeface="標楷體" pitchFamily="65" charset="-120"/>
                <a:ea typeface="標楷體" pitchFamily="65" charset="-120"/>
              </a:rPr>
              <a:t>-</a:t>
            </a:r>
            <a:r>
              <a:rPr lang="zh-TW" altLang="zh-TW" sz="3600" b="1">
                <a:latin typeface="標楷體" pitchFamily="65" charset="-120"/>
                <a:ea typeface="標楷體" pitchFamily="65" charset="-120"/>
              </a:rPr>
              <a:t>參與選拔</a:t>
            </a:r>
            <a:endParaRPr lang="zh-TW" altLang="en-US" sz="3600" b="1">
              <a:latin typeface="標楷體" pitchFamily="65" charset="-120"/>
              <a:ea typeface="標楷體" pitchFamily="65" charset="-120"/>
            </a:endParaRPr>
          </a:p>
        </p:txBody>
      </p:sp>
      <p:graphicFrame>
        <p:nvGraphicFramePr>
          <p:cNvPr id="8" name="表格 7"/>
          <p:cNvGraphicFramePr>
            <a:graphicFrameLocks noGrp="1"/>
          </p:cNvGraphicFramePr>
          <p:nvPr/>
        </p:nvGraphicFramePr>
        <p:xfrm>
          <a:off x="900113" y="1484313"/>
          <a:ext cx="7345362" cy="4968876"/>
        </p:xfrm>
        <a:graphic>
          <a:graphicData uri="http://schemas.openxmlformats.org/drawingml/2006/table">
            <a:tbl>
              <a:tblPr firstRow="1" firstCol="1" bandRow="1">
                <a:tableStyleId>{72833802-FEF1-4C79-8D5D-14CF1EAF98D9}</a:tableStyleId>
              </a:tblPr>
              <a:tblGrid>
                <a:gridCol w="2692336">
                  <a:extLst>
                    <a:ext uri="{9D8B030D-6E8A-4147-A177-3AD203B41FA5}">
                      <a16:colId xmlns:a16="http://schemas.microsoft.com/office/drawing/2014/main" val="20000"/>
                    </a:ext>
                  </a:extLst>
                </a:gridCol>
                <a:gridCol w="2326513">
                  <a:extLst>
                    <a:ext uri="{9D8B030D-6E8A-4147-A177-3AD203B41FA5}">
                      <a16:colId xmlns:a16="http://schemas.microsoft.com/office/drawing/2014/main" val="20001"/>
                    </a:ext>
                  </a:extLst>
                </a:gridCol>
                <a:gridCol w="2326513">
                  <a:extLst>
                    <a:ext uri="{9D8B030D-6E8A-4147-A177-3AD203B41FA5}">
                      <a16:colId xmlns:a16="http://schemas.microsoft.com/office/drawing/2014/main" val="20002"/>
                    </a:ext>
                  </a:extLst>
                </a:gridCol>
              </a:tblGrid>
              <a:tr h="451716">
                <a:tc>
                  <a:txBody>
                    <a:bodyPr/>
                    <a:lstStyle/>
                    <a:p>
                      <a:pPr algn="ctr">
                        <a:lnSpc>
                          <a:spcPct val="150000"/>
                        </a:lnSpc>
                        <a:spcAft>
                          <a:spcPts val="0"/>
                        </a:spcAft>
                      </a:pPr>
                      <a:r>
                        <a:rPr lang="zh-TW" sz="1600" kern="100" dirty="0">
                          <a:effectLst/>
                          <a:latin typeface="標楷體" pitchFamily="65" charset="-120"/>
                          <a:ea typeface="標楷體" pitchFamily="65" charset="-120"/>
                        </a:rPr>
                        <a:t>參選項目</a:t>
                      </a:r>
                      <a:endParaRPr lang="zh-TW" sz="1600" kern="100" dirty="0">
                        <a:solidFill>
                          <a:schemeClr val="bg1"/>
                        </a:solidFill>
                        <a:effectLst/>
                        <a:latin typeface="標楷體" pitchFamily="65" charset="-120"/>
                        <a:ea typeface="標楷體" pitchFamily="65" charset="-120"/>
                      </a:endParaRPr>
                    </a:p>
                  </a:txBody>
                  <a:tcPr marL="68585" marR="68585" marT="0" marB="0" anchor="ctr"/>
                </a:tc>
                <a:tc>
                  <a:txBody>
                    <a:bodyPr/>
                    <a:lstStyle/>
                    <a:p>
                      <a:pPr algn="ctr">
                        <a:lnSpc>
                          <a:spcPct val="150000"/>
                        </a:lnSpc>
                        <a:spcAft>
                          <a:spcPts val="0"/>
                        </a:spcAft>
                      </a:pPr>
                      <a:r>
                        <a:rPr lang="zh-TW" sz="1600" kern="100" dirty="0">
                          <a:effectLst/>
                          <a:latin typeface="標楷體" pitchFamily="65" charset="-120"/>
                          <a:ea typeface="標楷體" pitchFamily="65" charset="-120"/>
                        </a:rPr>
                        <a:t>參選社區</a:t>
                      </a:r>
                      <a:endParaRPr lang="zh-TW" sz="1600" kern="100" dirty="0">
                        <a:solidFill>
                          <a:schemeClr val="bg1"/>
                        </a:solidFill>
                        <a:effectLst/>
                        <a:latin typeface="標楷體" pitchFamily="65" charset="-120"/>
                        <a:ea typeface="標楷體" pitchFamily="65" charset="-120"/>
                      </a:endParaRPr>
                    </a:p>
                  </a:txBody>
                  <a:tcPr marL="68585" marR="68585" marT="0" marB="0" anchor="ctr"/>
                </a:tc>
                <a:tc>
                  <a:txBody>
                    <a:bodyPr/>
                    <a:lstStyle/>
                    <a:p>
                      <a:pPr algn="ctr">
                        <a:lnSpc>
                          <a:spcPct val="150000"/>
                        </a:lnSpc>
                        <a:spcAft>
                          <a:spcPts val="0"/>
                        </a:spcAft>
                      </a:pPr>
                      <a:r>
                        <a:rPr lang="zh-TW" sz="1600" kern="100" dirty="0">
                          <a:effectLst/>
                          <a:latin typeface="標楷體" pitchFamily="65" charset="-120"/>
                          <a:ea typeface="標楷體" pitchFamily="65" charset="-120"/>
                        </a:rPr>
                        <a:t>社區成績</a:t>
                      </a:r>
                      <a:endParaRPr lang="zh-TW" sz="1600" kern="100" dirty="0">
                        <a:solidFill>
                          <a:schemeClr val="bg1"/>
                        </a:solidFill>
                        <a:effectLst/>
                        <a:latin typeface="標楷體" pitchFamily="65" charset="-120"/>
                        <a:ea typeface="標楷體" pitchFamily="65" charset="-120"/>
                      </a:endParaRPr>
                    </a:p>
                  </a:txBody>
                  <a:tcPr marL="68585" marR="68585" marT="0" marB="0" anchor="ctr"/>
                </a:tc>
                <a:extLst>
                  <a:ext uri="{0D108BD9-81ED-4DB2-BD59-A6C34878D82A}">
                    <a16:rowId xmlns:a16="http://schemas.microsoft.com/office/drawing/2014/main" val="10000"/>
                  </a:ext>
                </a:extLst>
              </a:tr>
              <a:tr h="451716">
                <a:tc rowSpan="3">
                  <a:txBody>
                    <a:bodyPr/>
                    <a:lstStyle/>
                    <a:p>
                      <a:pPr algn="ctr">
                        <a:lnSpc>
                          <a:spcPct val="150000"/>
                        </a:lnSpc>
                        <a:spcAft>
                          <a:spcPts val="0"/>
                        </a:spcAft>
                      </a:pPr>
                      <a:r>
                        <a:rPr lang="en-US" sz="1600" b="1" kern="100" dirty="0">
                          <a:solidFill>
                            <a:schemeClr val="tx1"/>
                          </a:solidFill>
                          <a:effectLst/>
                          <a:latin typeface="標楷體" pitchFamily="65" charset="-120"/>
                          <a:ea typeface="標楷體" pitchFamily="65" charset="-120"/>
                        </a:rPr>
                        <a:t>107</a:t>
                      </a:r>
                      <a:r>
                        <a:rPr lang="zh-TW" sz="1600" b="1" kern="100" dirty="0">
                          <a:solidFill>
                            <a:schemeClr val="tx1"/>
                          </a:solidFill>
                          <a:effectLst/>
                          <a:latin typeface="標楷體" pitchFamily="65" charset="-120"/>
                          <a:ea typeface="標楷體" pitchFamily="65" charset="-120"/>
                        </a:rPr>
                        <a:t>年度衛生福利</a:t>
                      </a:r>
                      <a:r>
                        <a:rPr lang="zh-TW" altLang="en-US" sz="1600" b="1" kern="100" dirty="0">
                          <a:solidFill>
                            <a:schemeClr val="tx1"/>
                          </a:solidFill>
                          <a:effectLst/>
                          <a:latin typeface="標楷體" pitchFamily="65" charset="-120"/>
                          <a:ea typeface="標楷體" pitchFamily="65" charset="-120"/>
                        </a:rPr>
                        <a:t>部</a:t>
                      </a:r>
                      <a:endParaRPr lang="en-US" altLang="zh-TW" sz="1600" b="1" kern="100" dirty="0">
                        <a:solidFill>
                          <a:schemeClr val="tx1"/>
                        </a:solidFill>
                        <a:effectLst/>
                        <a:latin typeface="標楷體" pitchFamily="65" charset="-120"/>
                        <a:ea typeface="標楷體" pitchFamily="65" charset="-120"/>
                      </a:endParaRPr>
                    </a:p>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金卓越社區選拔</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富州社區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銅質卓越獎</a:t>
                      </a:r>
                    </a:p>
                  </a:txBody>
                  <a:tcPr marL="68585" marR="68585" marT="0" marB="0" anchor="ctr"/>
                </a:tc>
                <a:extLst>
                  <a:ext uri="{0D108BD9-81ED-4DB2-BD59-A6C34878D82A}">
                    <a16:rowId xmlns:a16="http://schemas.microsoft.com/office/drawing/2014/main" val="10001"/>
                  </a:ext>
                </a:extLst>
              </a:tr>
              <a:tr h="451716">
                <a:tc vMerge="1">
                  <a:txBody>
                    <a:bodyPr/>
                    <a:lstStyle/>
                    <a:p>
                      <a:endParaRPr lang="zh-TW" altLang="en-US"/>
                    </a:p>
                  </a:txBody>
                  <a:tcP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延正社區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卓越獎</a:t>
                      </a:r>
                    </a:p>
                  </a:txBody>
                  <a:tcPr marL="68585" marR="68585" marT="0" marB="0" anchor="ctr"/>
                </a:tc>
                <a:extLst>
                  <a:ext uri="{0D108BD9-81ED-4DB2-BD59-A6C34878D82A}">
                    <a16:rowId xmlns:a16="http://schemas.microsoft.com/office/drawing/2014/main" val="10002"/>
                  </a:ext>
                </a:extLst>
              </a:tr>
              <a:tr h="451716">
                <a:tc vMerge="1">
                  <a:txBody>
                    <a:bodyPr/>
                    <a:lstStyle/>
                    <a:p>
                      <a:endParaRPr lang="zh-TW" altLang="en-US"/>
                    </a:p>
                  </a:txBody>
                  <a:tcP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竹山社區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績效組甲等</a:t>
                      </a:r>
                    </a:p>
                  </a:txBody>
                  <a:tcPr marL="68585" marR="68585" marT="0" marB="0" anchor="ctr"/>
                </a:tc>
                <a:extLst>
                  <a:ext uri="{0D108BD9-81ED-4DB2-BD59-A6C34878D82A}">
                    <a16:rowId xmlns:a16="http://schemas.microsoft.com/office/drawing/2014/main" val="10003"/>
                  </a:ext>
                </a:extLst>
              </a:tr>
              <a:tr h="451716">
                <a:tc rowSpan="4">
                  <a:txBody>
                    <a:bodyPr/>
                    <a:lstStyle/>
                    <a:p>
                      <a:pPr algn="ctr">
                        <a:lnSpc>
                          <a:spcPct val="150000"/>
                        </a:lnSpc>
                        <a:spcAft>
                          <a:spcPts val="0"/>
                        </a:spcAft>
                      </a:pPr>
                      <a:r>
                        <a:rPr lang="en-US" sz="1600" b="1" kern="100" dirty="0">
                          <a:solidFill>
                            <a:schemeClr val="tx1"/>
                          </a:solidFill>
                          <a:effectLst/>
                          <a:latin typeface="標楷體" pitchFamily="65" charset="-120"/>
                          <a:ea typeface="標楷體" pitchFamily="65" charset="-120"/>
                        </a:rPr>
                        <a:t>107</a:t>
                      </a:r>
                      <a:r>
                        <a:rPr lang="zh-TW" sz="1600" b="1" kern="100" dirty="0">
                          <a:solidFill>
                            <a:schemeClr val="tx1"/>
                          </a:solidFill>
                          <a:effectLst/>
                          <a:latin typeface="標楷體" pitchFamily="65" charset="-120"/>
                          <a:ea typeface="標楷體" pitchFamily="65" charset="-120"/>
                        </a:rPr>
                        <a:t>年度南投縣政府</a:t>
                      </a:r>
                      <a:endParaRPr lang="en-US" altLang="zh-TW" sz="1600" b="1" kern="100" dirty="0">
                        <a:solidFill>
                          <a:schemeClr val="tx1"/>
                        </a:solidFill>
                        <a:effectLst/>
                        <a:latin typeface="標楷體" pitchFamily="65" charset="-120"/>
                        <a:ea typeface="標楷體" pitchFamily="65" charset="-120"/>
                      </a:endParaRPr>
                    </a:p>
                    <a:p>
                      <a:pPr algn="ctr">
                        <a:lnSpc>
                          <a:spcPct val="150000"/>
                        </a:lnSpc>
                        <a:spcAft>
                          <a:spcPts val="0"/>
                        </a:spcAft>
                      </a:pPr>
                      <a:r>
                        <a:rPr lang="zh-TW" altLang="en-US" sz="1600" b="1" kern="100" dirty="0">
                          <a:solidFill>
                            <a:schemeClr val="tx1"/>
                          </a:solidFill>
                          <a:effectLst/>
                          <a:latin typeface="標楷體" pitchFamily="65" charset="-120"/>
                          <a:ea typeface="標楷體" pitchFamily="65" charset="-120"/>
                        </a:rPr>
                        <a:t>社區</a:t>
                      </a:r>
                      <a:r>
                        <a:rPr lang="zh-TW" sz="1600" b="1" kern="100" dirty="0">
                          <a:solidFill>
                            <a:schemeClr val="tx1"/>
                          </a:solidFill>
                          <a:effectLst/>
                          <a:latin typeface="標楷體" pitchFamily="65" charset="-120"/>
                          <a:ea typeface="標楷體" pitchFamily="65" charset="-120"/>
                        </a:rPr>
                        <a:t>發展工作評鑑</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延正社區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卓越組優等</a:t>
                      </a:r>
                    </a:p>
                  </a:txBody>
                  <a:tcPr marL="68585" marR="68585" marT="0" marB="0" anchor="ctr"/>
                </a:tc>
                <a:extLst>
                  <a:ext uri="{0D108BD9-81ED-4DB2-BD59-A6C34878D82A}">
                    <a16:rowId xmlns:a16="http://schemas.microsoft.com/office/drawing/2014/main" val="10004"/>
                  </a:ext>
                </a:extLst>
              </a:tr>
              <a:tr h="451716">
                <a:tc vMerge="1">
                  <a:txBody>
                    <a:bodyPr/>
                    <a:lstStyle/>
                    <a:p>
                      <a:endParaRPr lang="zh-TW" altLang="en-US"/>
                    </a:p>
                  </a:txBody>
                  <a:tcP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竹山社區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績效組優等</a:t>
                      </a:r>
                    </a:p>
                  </a:txBody>
                  <a:tcPr marL="68585" marR="68585" marT="0" marB="0" anchor="ctr"/>
                </a:tc>
                <a:extLst>
                  <a:ext uri="{0D108BD9-81ED-4DB2-BD59-A6C34878D82A}">
                    <a16:rowId xmlns:a16="http://schemas.microsoft.com/office/drawing/2014/main" val="10005"/>
                  </a:ext>
                </a:extLst>
              </a:tr>
              <a:tr h="451716">
                <a:tc vMerge="1">
                  <a:txBody>
                    <a:bodyPr/>
                    <a:lstStyle/>
                    <a:p>
                      <a:endParaRPr lang="zh-TW" altLang="en-US"/>
                    </a:p>
                  </a:txBody>
                  <a:tcP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山崇社區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單項特色獎</a:t>
                      </a:r>
                    </a:p>
                  </a:txBody>
                  <a:tcPr marL="68585" marR="68585" marT="0" marB="0" anchor="ctr"/>
                </a:tc>
                <a:extLst>
                  <a:ext uri="{0D108BD9-81ED-4DB2-BD59-A6C34878D82A}">
                    <a16:rowId xmlns:a16="http://schemas.microsoft.com/office/drawing/2014/main" val="10006"/>
                  </a:ext>
                </a:extLst>
              </a:tr>
              <a:tr h="451716">
                <a:tc vMerge="1">
                  <a:txBody>
                    <a:bodyPr/>
                    <a:lstStyle/>
                    <a:p>
                      <a:endParaRPr lang="zh-TW" altLang="en-US"/>
                    </a:p>
                  </a:txBody>
                  <a:tcP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中崎社區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單項特色獎</a:t>
                      </a:r>
                    </a:p>
                  </a:txBody>
                  <a:tcPr marL="68585" marR="68585" marT="0" marB="0" anchor="ctr"/>
                </a:tc>
                <a:extLst>
                  <a:ext uri="{0D108BD9-81ED-4DB2-BD59-A6C34878D82A}">
                    <a16:rowId xmlns:a16="http://schemas.microsoft.com/office/drawing/2014/main" val="10007"/>
                  </a:ext>
                </a:extLst>
              </a:tr>
              <a:tr h="451716">
                <a:tc rowSpan="3">
                  <a:txBody>
                    <a:bodyPr/>
                    <a:lstStyle/>
                    <a:p>
                      <a:pPr algn="ctr">
                        <a:lnSpc>
                          <a:spcPct val="150000"/>
                        </a:lnSpc>
                        <a:spcAft>
                          <a:spcPts val="0"/>
                        </a:spcAft>
                      </a:pPr>
                      <a:r>
                        <a:rPr lang="en-US" sz="1600" b="1" kern="100" dirty="0">
                          <a:solidFill>
                            <a:schemeClr val="tx1"/>
                          </a:solidFill>
                          <a:effectLst/>
                          <a:latin typeface="標楷體" pitchFamily="65" charset="-120"/>
                          <a:ea typeface="標楷體" pitchFamily="65" charset="-120"/>
                        </a:rPr>
                        <a:t>106</a:t>
                      </a:r>
                      <a:r>
                        <a:rPr lang="zh-TW" sz="1600" b="1" kern="100" dirty="0">
                          <a:solidFill>
                            <a:schemeClr val="tx1"/>
                          </a:solidFill>
                          <a:effectLst/>
                          <a:latin typeface="標楷體" pitchFamily="65" charset="-120"/>
                          <a:ea typeface="標楷體" pitchFamily="65" charset="-120"/>
                        </a:rPr>
                        <a:t>年度南投縣政府</a:t>
                      </a:r>
                      <a:endParaRPr lang="en-US" altLang="zh-TW" sz="1600" b="1" kern="100" dirty="0">
                        <a:solidFill>
                          <a:schemeClr val="tx1"/>
                        </a:solidFill>
                        <a:effectLst/>
                        <a:latin typeface="標楷體" pitchFamily="65" charset="-120"/>
                        <a:ea typeface="標楷體" pitchFamily="65" charset="-120"/>
                      </a:endParaRPr>
                    </a:p>
                    <a:p>
                      <a:pPr algn="ctr">
                        <a:lnSpc>
                          <a:spcPct val="150000"/>
                        </a:lnSpc>
                        <a:spcAft>
                          <a:spcPts val="0"/>
                        </a:spcAft>
                      </a:pPr>
                      <a:r>
                        <a:rPr lang="zh-TW" altLang="en-US" sz="1600" b="1" kern="100" dirty="0">
                          <a:solidFill>
                            <a:schemeClr val="tx1"/>
                          </a:solidFill>
                          <a:effectLst/>
                          <a:latin typeface="標楷體" pitchFamily="65" charset="-120"/>
                          <a:ea typeface="標楷體" pitchFamily="65" charset="-120"/>
                        </a:rPr>
                        <a:t>社區</a:t>
                      </a:r>
                      <a:r>
                        <a:rPr lang="zh-TW" sz="1600" b="1" kern="100" dirty="0">
                          <a:solidFill>
                            <a:schemeClr val="tx1"/>
                          </a:solidFill>
                          <a:effectLst/>
                          <a:latin typeface="標楷體" pitchFamily="65" charset="-120"/>
                          <a:ea typeface="標楷體" pitchFamily="65" charset="-120"/>
                        </a:rPr>
                        <a:t>發展工作評鑑</a:t>
                      </a:r>
                    </a:p>
                  </a:txBody>
                  <a:tcPr marL="68585" marR="68585" marT="0" marB="0" anchor="ctr"/>
                </a:tc>
                <a:tc>
                  <a:txBody>
                    <a:bodyPr/>
                    <a:lstStyle/>
                    <a:p>
                      <a:pPr algn="ctr">
                        <a:lnSpc>
                          <a:spcPct val="150000"/>
                        </a:lnSpc>
                        <a:spcAft>
                          <a:spcPts val="0"/>
                        </a:spcAft>
                      </a:pPr>
                      <a:r>
                        <a:rPr lang="zh-TW" sz="1600" b="1" kern="100">
                          <a:solidFill>
                            <a:schemeClr val="tx1"/>
                          </a:solidFill>
                          <a:effectLst/>
                          <a:latin typeface="標楷體" pitchFamily="65" charset="-120"/>
                          <a:ea typeface="標楷體" pitchFamily="65" charset="-120"/>
                        </a:rPr>
                        <a:t>延正社區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卓越組優等</a:t>
                      </a:r>
                    </a:p>
                  </a:txBody>
                  <a:tcPr marL="68585" marR="68585" marT="0" marB="0" anchor="ctr"/>
                </a:tc>
                <a:extLst>
                  <a:ext uri="{0D108BD9-81ED-4DB2-BD59-A6C34878D82A}">
                    <a16:rowId xmlns:a16="http://schemas.microsoft.com/office/drawing/2014/main" val="10008"/>
                  </a:ext>
                </a:extLst>
              </a:tr>
              <a:tr h="451716">
                <a:tc vMerge="1">
                  <a:txBody>
                    <a:bodyPr/>
                    <a:lstStyle/>
                    <a:p>
                      <a:endParaRPr lang="zh-TW" altLang="en-US"/>
                    </a:p>
                  </a:txBody>
                  <a:tcPr/>
                </a:tc>
                <a:tc>
                  <a:txBody>
                    <a:bodyPr/>
                    <a:lstStyle/>
                    <a:p>
                      <a:pPr algn="ctr">
                        <a:lnSpc>
                          <a:spcPct val="150000"/>
                        </a:lnSpc>
                        <a:spcAft>
                          <a:spcPts val="0"/>
                        </a:spcAft>
                      </a:pPr>
                      <a:r>
                        <a:rPr lang="zh-TW" sz="1600" b="1" kern="100">
                          <a:solidFill>
                            <a:schemeClr val="tx1"/>
                          </a:solidFill>
                          <a:effectLst/>
                          <a:latin typeface="標楷體" pitchFamily="65" charset="-120"/>
                          <a:ea typeface="標楷體" pitchFamily="65" charset="-120"/>
                        </a:rPr>
                        <a:t>竹山社區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績效組甲等</a:t>
                      </a:r>
                    </a:p>
                  </a:txBody>
                  <a:tcPr marL="68585" marR="68585" marT="0" marB="0" anchor="ctr"/>
                </a:tc>
                <a:extLst>
                  <a:ext uri="{0D108BD9-81ED-4DB2-BD59-A6C34878D82A}">
                    <a16:rowId xmlns:a16="http://schemas.microsoft.com/office/drawing/2014/main" val="10009"/>
                  </a:ext>
                </a:extLst>
              </a:tr>
              <a:tr h="451716">
                <a:tc vMerge="1">
                  <a:txBody>
                    <a:bodyPr/>
                    <a:lstStyle/>
                    <a:p>
                      <a:endParaRPr lang="zh-TW" altLang="en-US"/>
                    </a:p>
                  </a:txBody>
                  <a:tcPr/>
                </a:tc>
                <a:tc>
                  <a:txBody>
                    <a:bodyPr/>
                    <a:lstStyle/>
                    <a:p>
                      <a:pPr algn="ctr">
                        <a:lnSpc>
                          <a:spcPct val="150000"/>
                        </a:lnSpc>
                        <a:spcAft>
                          <a:spcPts val="0"/>
                        </a:spcAft>
                      </a:pPr>
                      <a:r>
                        <a:rPr lang="zh-TW" sz="1600" b="1" kern="100">
                          <a:solidFill>
                            <a:schemeClr val="tx1"/>
                          </a:solidFill>
                          <a:effectLst/>
                          <a:latin typeface="標楷體" pitchFamily="65" charset="-120"/>
                          <a:ea typeface="標楷體" pitchFamily="65" charset="-120"/>
                        </a:rPr>
                        <a:t>山崇社區</a:t>
                      </a:r>
                    </a:p>
                  </a:txBody>
                  <a:tcPr marL="68585" marR="68585" marT="0" marB="0" anchor="ctr"/>
                </a:tc>
                <a:tc>
                  <a:txBody>
                    <a:bodyPr/>
                    <a:lstStyle/>
                    <a:p>
                      <a:pPr algn="ctr">
                        <a:lnSpc>
                          <a:spcPct val="150000"/>
                        </a:lnSpc>
                        <a:spcAft>
                          <a:spcPts val="0"/>
                        </a:spcAft>
                      </a:pPr>
                      <a:r>
                        <a:rPr lang="zh-TW" sz="1600" b="1" kern="100" dirty="0">
                          <a:solidFill>
                            <a:schemeClr val="tx1"/>
                          </a:solidFill>
                          <a:effectLst/>
                          <a:latin typeface="標楷體" pitchFamily="65" charset="-120"/>
                          <a:ea typeface="標楷體" pitchFamily="65" charset="-120"/>
                        </a:rPr>
                        <a:t>單項特色獎</a:t>
                      </a:r>
                    </a:p>
                  </a:txBody>
                  <a:tcPr marL="68585" marR="68585" marT="0" marB="0" anchor="ct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146065560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標題 1"/>
          <p:cNvSpPr>
            <a:spLocks noGrp="1"/>
          </p:cNvSpPr>
          <p:nvPr>
            <p:ph type="title"/>
          </p:nvPr>
        </p:nvSpPr>
        <p:spPr>
          <a:xfrm>
            <a:off x="250825" y="115888"/>
            <a:ext cx="8229600" cy="1143000"/>
          </a:xfrm>
        </p:spPr>
        <p:txBody>
          <a:bodyPr/>
          <a:lstStyle/>
          <a:p>
            <a:pPr algn="l" eaLnBrk="1" hangingPunct="1"/>
            <a:r>
              <a:rPr lang="zh-TW" altLang="zh-TW" sz="3600" b="1">
                <a:latin typeface="標楷體" pitchFamily="65" charset="-120"/>
                <a:ea typeface="標楷體" pitchFamily="65" charset="-120"/>
              </a:rPr>
              <a:t>旗艦社區</a:t>
            </a:r>
            <a:r>
              <a:rPr lang="zh-TW" altLang="en-US" sz="3600" b="1">
                <a:latin typeface="標楷體" pitchFamily="65" charset="-120"/>
                <a:ea typeface="標楷體" pitchFamily="65" charset="-120"/>
              </a:rPr>
              <a:t>其他執行成效</a:t>
            </a:r>
            <a:endParaRPr lang="zh-TW" altLang="en-US" b="1"/>
          </a:p>
        </p:txBody>
      </p:sp>
      <p:sp>
        <p:nvSpPr>
          <p:cNvPr id="3" name="內容版面配置區 2"/>
          <p:cNvSpPr>
            <a:spLocks noGrp="1"/>
          </p:cNvSpPr>
          <p:nvPr>
            <p:ph idx="1"/>
          </p:nvPr>
        </p:nvSpPr>
        <p:spPr>
          <a:xfrm>
            <a:off x="395288" y="1268413"/>
            <a:ext cx="8507412" cy="4525962"/>
          </a:xfrm>
        </p:spPr>
        <p:txBody>
          <a:bodyPr/>
          <a:lstStyle/>
          <a:p>
            <a:pPr eaLnBrk="1" hangingPunct="1">
              <a:defRPr/>
            </a:pPr>
            <a:r>
              <a:rPr lang="zh-TW" altLang="en-US" sz="2600" b="1" dirty="0">
                <a:solidFill>
                  <a:srgbClr val="006600"/>
                </a:solidFill>
                <a:latin typeface="標楷體" pitchFamily="65" charset="-120"/>
                <a:ea typeface="標楷體" pitchFamily="65" charset="-120"/>
              </a:rPr>
              <a:t>中崎社區獲得</a:t>
            </a:r>
            <a:r>
              <a:rPr lang="zh-TW" altLang="en-US" sz="2600" b="1" dirty="0">
                <a:solidFill>
                  <a:srgbClr val="FF0000"/>
                </a:solidFill>
                <a:latin typeface="標楷體" pitchFamily="65" charset="-120"/>
                <a:ea typeface="標楷體" pitchFamily="65" charset="-120"/>
              </a:rPr>
              <a:t>中國信託慈善基金會</a:t>
            </a:r>
            <a:r>
              <a:rPr lang="en-US" altLang="zh-TW" sz="2600" b="1" dirty="0">
                <a:solidFill>
                  <a:srgbClr val="FF0000"/>
                </a:solidFill>
                <a:latin typeface="標楷體" pitchFamily="65" charset="-120"/>
                <a:ea typeface="標楷體" pitchFamily="65" charset="-120"/>
              </a:rPr>
              <a:t>-</a:t>
            </a:r>
            <a:r>
              <a:rPr lang="zh-TW" altLang="en-US" sz="2600" b="1" dirty="0">
                <a:solidFill>
                  <a:srgbClr val="FF0000"/>
                </a:solidFill>
                <a:latin typeface="標楷體" pitchFamily="65" charset="-120"/>
                <a:ea typeface="標楷體" pitchFamily="65" charset="-120"/>
              </a:rPr>
              <a:t>臺灣夢兒少社區陪伴扎根計畫</a:t>
            </a:r>
            <a:r>
              <a:rPr lang="zh-TW" altLang="en-US" sz="2600" b="1" dirty="0">
                <a:solidFill>
                  <a:srgbClr val="006600"/>
                </a:solidFill>
                <a:latin typeface="標楷體" pitchFamily="65" charset="-120"/>
                <a:ea typeface="標楷體" pitchFamily="65" charset="-120"/>
              </a:rPr>
              <a:t>之經費，使得兒少業務推動更加落實。</a:t>
            </a:r>
            <a:endParaRPr lang="en-US" altLang="zh-TW" sz="2600" b="1" dirty="0">
              <a:solidFill>
                <a:srgbClr val="006600"/>
              </a:solidFill>
              <a:latin typeface="標楷體" pitchFamily="65" charset="-120"/>
              <a:ea typeface="標楷體" pitchFamily="65" charset="-120"/>
            </a:endParaRPr>
          </a:p>
          <a:p>
            <a:pPr marL="0" indent="0" eaLnBrk="1" hangingPunct="1">
              <a:buFont typeface="Wingdings" pitchFamily="2" charset="2"/>
              <a:buNone/>
              <a:defRPr/>
            </a:pPr>
            <a:endParaRPr lang="en-US" altLang="zh-TW" sz="2600" b="1" dirty="0">
              <a:solidFill>
                <a:srgbClr val="006600"/>
              </a:solidFill>
              <a:latin typeface="標楷體" pitchFamily="65" charset="-120"/>
              <a:ea typeface="標楷體" pitchFamily="65" charset="-120"/>
            </a:endParaRPr>
          </a:p>
          <a:p>
            <a:pPr eaLnBrk="1" hangingPunct="1">
              <a:defRPr/>
            </a:pPr>
            <a:r>
              <a:rPr lang="zh-TW" altLang="en-US" sz="2600" b="1" kern="100" dirty="0">
                <a:solidFill>
                  <a:srgbClr val="000000"/>
                </a:solidFill>
                <a:latin typeface="標楷體" pitchFamily="65" charset="-120"/>
                <a:ea typeface="標楷體" pitchFamily="65" charset="-120"/>
              </a:rPr>
              <a:t>旗艦社區執行竹山鎮老人供餐（共餐及送餐）計畫</a:t>
            </a:r>
            <a:r>
              <a:rPr lang="en-US" altLang="zh-TW" sz="2600" b="1" kern="100" dirty="0">
                <a:solidFill>
                  <a:srgbClr val="000000"/>
                </a:solidFill>
                <a:latin typeface="標楷體" pitchFamily="65" charset="-120"/>
                <a:ea typeface="標楷體" pitchFamily="65" charset="-120"/>
              </a:rPr>
              <a:t>—</a:t>
            </a:r>
            <a:r>
              <a:rPr lang="zh-TW" altLang="en-US" sz="2600" b="1" kern="100" dirty="0">
                <a:solidFill>
                  <a:srgbClr val="000000"/>
                </a:solidFill>
                <a:latin typeface="標楷體" pitchFamily="65" charset="-120"/>
                <a:ea typeface="標楷體" pitchFamily="65" charset="-120"/>
              </a:rPr>
              <a:t>中崎社區負責中和里及中崎里，延正社區負責延正里、延平里、延山里、延祥里及延和里，富州社區則是負責富州里、社寮里、中央里及山崇里，也因此鼓勵協力社區</a:t>
            </a:r>
            <a:r>
              <a:rPr lang="zh-TW" altLang="en-US" sz="2600" b="1" kern="100" dirty="0">
                <a:solidFill>
                  <a:srgbClr val="FF0000"/>
                </a:solidFill>
                <a:latin typeface="標楷體" pitchFamily="65" charset="-120"/>
                <a:ea typeface="標楷體" pitchFamily="65" charset="-120"/>
              </a:rPr>
              <a:t>山崇里的和興社區及山崇社區共同執行竹山鎮老人共餐計畫。</a:t>
            </a:r>
            <a:endParaRPr lang="en-US" altLang="zh-TW" sz="2600" b="1" kern="100" dirty="0">
              <a:solidFill>
                <a:srgbClr val="FF0000"/>
              </a:solidFill>
              <a:latin typeface="標楷體" pitchFamily="65" charset="-120"/>
              <a:ea typeface="標楷體" pitchFamily="65" charset="-120"/>
            </a:endParaRPr>
          </a:p>
          <a:p>
            <a:pPr eaLnBrk="1" hangingPunct="1">
              <a:defRPr/>
            </a:pPr>
            <a:r>
              <a:rPr lang="en-US" altLang="zh-TW" sz="2600" b="1" dirty="0">
                <a:latin typeface="標楷體" pitchFamily="65" charset="-120"/>
                <a:ea typeface="標楷體" pitchFamily="65" charset="-120"/>
              </a:rPr>
              <a:t>108</a:t>
            </a:r>
            <a:r>
              <a:rPr lang="zh-TW" altLang="en-US" sz="2600" b="1" dirty="0">
                <a:latin typeface="標楷體" pitchFamily="65" charset="-120"/>
                <a:ea typeface="標楷體" pitchFamily="65" charset="-120"/>
              </a:rPr>
              <a:t>年度由</a:t>
            </a:r>
            <a:r>
              <a:rPr lang="zh-TW" altLang="en-US" sz="2600" b="1" dirty="0">
                <a:solidFill>
                  <a:srgbClr val="FF0000"/>
                </a:solidFill>
                <a:latin typeface="標楷體" pitchFamily="65" charset="-120"/>
                <a:ea typeface="標楷體" pitchFamily="65" charset="-120"/>
              </a:rPr>
              <a:t>竹山社區</a:t>
            </a:r>
            <a:r>
              <a:rPr lang="zh-TW" altLang="en-US" sz="2600" b="1" dirty="0">
                <a:latin typeface="標楷體" pitchFamily="65" charset="-120"/>
                <a:ea typeface="標楷體" pitchFamily="65" charset="-120"/>
              </a:rPr>
              <a:t>帶領其他社區</a:t>
            </a:r>
            <a:r>
              <a:rPr lang="zh-TW" altLang="en-US" sz="2600" b="1" dirty="0">
                <a:solidFill>
                  <a:srgbClr val="FF0000"/>
                </a:solidFill>
                <a:latin typeface="標楷體" pitchFamily="65" charset="-120"/>
                <a:ea typeface="標楷體" pitchFamily="65" charset="-120"/>
              </a:rPr>
              <a:t>執行南投縣產業行銷計畫。</a:t>
            </a:r>
            <a:endParaRPr lang="en-US" altLang="zh-TW" sz="2600" b="1" dirty="0">
              <a:solidFill>
                <a:srgbClr val="FF0000"/>
              </a:solidFill>
              <a:latin typeface="標楷體" pitchFamily="65" charset="-120"/>
              <a:ea typeface="標楷體" pitchFamily="65" charset="-120"/>
            </a:endParaRPr>
          </a:p>
          <a:p>
            <a:pPr eaLnBrk="1" hangingPunct="1">
              <a:defRPr/>
            </a:pPr>
            <a:endParaRPr lang="zh-TW" altLang="en-US" b="1" dirty="0">
              <a:latin typeface="標楷體" pitchFamily="65" charset="-120"/>
              <a:ea typeface="標楷體" pitchFamily="65" charset="-120"/>
            </a:endParaRPr>
          </a:p>
        </p:txBody>
      </p:sp>
    </p:spTree>
    <p:extLst>
      <p:ext uri="{BB962C8B-B14F-4D97-AF65-F5344CB8AC3E}">
        <p14:creationId xmlns:p14="http://schemas.microsoft.com/office/powerpoint/2010/main" val="361923124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標題 1"/>
          <p:cNvSpPr>
            <a:spLocks noGrp="1"/>
          </p:cNvSpPr>
          <p:nvPr>
            <p:ph type="title"/>
          </p:nvPr>
        </p:nvSpPr>
        <p:spPr>
          <a:xfrm>
            <a:off x="-287338" y="115888"/>
            <a:ext cx="8229601" cy="1143000"/>
          </a:xfrm>
        </p:spPr>
        <p:txBody>
          <a:bodyPr/>
          <a:lstStyle/>
          <a:p>
            <a:pPr eaLnBrk="1" hangingPunct="1"/>
            <a:r>
              <a:rPr lang="en-US" altLang="zh-TW" sz="3200" b="1">
                <a:latin typeface="標楷體" pitchFamily="65" charset="-120"/>
                <a:ea typeface="標楷體" pitchFamily="65" charset="-120"/>
              </a:rPr>
              <a:t>107</a:t>
            </a:r>
            <a:r>
              <a:rPr lang="zh-TW" altLang="en-US" sz="3200" b="1">
                <a:latin typeface="標楷體" pitchFamily="65" charset="-120"/>
                <a:ea typeface="標楷體" pitchFamily="65" charset="-120"/>
              </a:rPr>
              <a:t>年宣導及陪伴旗艦社區一起成長</a:t>
            </a:r>
          </a:p>
        </p:txBody>
      </p:sp>
      <p:pic>
        <p:nvPicPr>
          <p:cNvPr id="111619" name="Picture 2" descr="D:\桌面 文件 最愛\桌面\295186.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 y="981075"/>
            <a:ext cx="3384550" cy="190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0" name="Picture 3" descr="D:\桌面 文件 最愛\桌面\295185.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4238" y="981075"/>
            <a:ext cx="3387725" cy="190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1" name="Picture 4" descr="D:\桌面 文件 最愛\桌面\295184.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050" y="2949575"/>
            <a:ext cx="3384550" cy="190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3" name="Picture 6" descr="D:\桌面 文件 最愛\桌面\295190.jpg"/>
          <p:cNvPicPr>
            <a:picLocks noChangeAspect="1" noChangeArrowheads="1"/>
          </p:cNvPicPr>
          <p:nvPr/>
        </p:nvPicPr>
        <p:blipFill>
          <a:blip r:embed="rId5">
            <a:extLst>
              <a:ext uri="{28A0092B-C50C-407E-A947-70E740481C1C}">
                <a14:useLocalDpi xmlns:a14="http://schemas.microsoft.com/office/drawing/2010/main" val="0"/>
              </a:ext>
            </a:extLst>
          </a:blip>
          <a:srcRect t="15157" b="8479"/>
          <a:stretch>
            <a:fillRect/>
          </a:stretch>
        </p:blipFill>
        <p:spPr bwMode="auto">
          <a:xfrm>
            <a:off x="19050" y="4919663"/>
            <a:ext cx="338455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4" name="Picture 7" descr="D:\桌面 文件 最愛\桌面\295189.jpg"/>
          <p:cNvPicPr>
            <a:picLocks noChangeAspect="1" noChangeArrowheads="1"/>
          </p:cNvPicPr>
          <p:nvPr/>
        </p:nvPicPr>
        <p:blipFill>
          <a:blip r:embed="rId6">
            <a:extLst>
              <a:ext uri="{28A0092B-C50C-407E-A947-70E740481C1C}">
                <a14:useLocalDpi xmlns:a14="http://schemas.microsoft.com/office/drawing/2010/main" val="0"/>
              </a:ext>
            </a:extLst>
          </a:blip>
          <a:srcRect t="14423" b="10847"/>
          <a:stretch>
            <a:fillRect/>
          </a:stretch>
        </p:blipFill>
        <p:spPr bwMode="auto">
          <a:xfrm>
            <a:off x="3398838" y="2932113"/>
            <a:ext cx="3459162"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5" name="Picture 8" descr="D:\桌面 文件 最愛\桌面\295187.jp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869113" y="1003300"/>
            <a:ext cx="2190750" cy="389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文字方塊 4"/>
          <p:cNvSpPr txBox="1"/>
          <p:nvPr/>
        </p:nvSpPr>
        <p:spPr>
          <a:xfrm>
            <a:off x="1979613" y="2517775"/>
            <a:ext cx="3181350" cy="369888"/>
          </a:xfrm>
          <a:prstGeom prst="rect">
            <a:avLst/>
          </a:prstGeom>
          <a:solidFill>
            <a:schemeClr val="tx1">
              <a:lumMod val="10000"/>
              <a:lumOff val="90000"/>
            </a:schemeClr>
          </a:solidFill>
        </p:spPr>
        <p:txBody>
          <a:bodyPr>
            <a:spAutoFit/>
          </a:bodyPr>
          <a:lstStyle/>
          <a:p>
            <a:pPr eaLnBrk="0" fontAlgn="base" hangingPunct="0">
              <a:spcBef>
                <a:spcPct val="0"/>
              </a:spcBef>
              <a:spcAft>
                <a:spcPct val="0"/>
              </a:spcAft>
              <a:defRPr/>
            </a:pPr>
            <a:r>
              <a:rPr kumimoji="1" lang="zh-TW" altLang="en-US" b="1" dirty="0">
                <a:solidFill>
                  <a:prstClr val="black"/>
                </a:solidFill>
                <a:latin typeface="Arial" pitchFamily="34" charset="0"/>
              </a:rPr>
              <a:t>埔里鎮旗艦計畫分享及宣導</a:t>
            </a:r>
          </a:p>
        </p:txBody>
      </p:sp>
      <p:sp>
        <p:nvSpPr>
          <p:cNvPr id="13" name="文字方塊 12"/>
          <p:cNvSpPr txBox="1"/>
          <p:nvPr/>
        </p:nvSpPr>
        <p:spPr>
          <a:xfrm>
            <a:off x="249238" y="4670425"/>
            <a:ext cx="3459162" cy="369888"/>
          </a:xfrm>
          <a:prstGeom prst="rect">
            <a:avLst/>
          </a:prstGeom>
          <a:solidFill>
            <a:schemeClr val="tx1">
              <a:lumMod val="10000"/>
              <a:lumOff val="90000"/>
            </a:schemeClr>
          </a:solidFill>
        </p:spPr>
        <p:txBody>
          <a:bodyPr>
            <a:spAutoFit/>
          </a:bodyPr>
          <a:lstStyle/>
          <a:p>
            <a:pPr eaLnBrk="0" fontAlgn="base" hangingPunct="0">
              <a:spcBef>
                <a:spcPct val="0"/>
              </a:spcBef>
              <a:spcAft>
                <a:spcPct val="0"/>
              </a:spcAft>
              <a:defRPr/>
            </a:pPr>
            <a:r>
              <a:rPr kumimoji="1" lang="zh-TW" altLang="en-US" b="1" dirty="0">
                <a:solidFill>
                  <a:prstClr val="black"/>
                </a:solidFill>
                <a:latin typeface="Arial" pitchFamily="34" charset="0"/>
              </a:rPr>
              <a:t>陪伴台南市白河區旗艦計畫推動</a:t>
            </a:r>
          </a:p>
        </p:txBody>
      </p:sp>
      <p:sp>
        <p:nvSpPr>
          <p:cNvPr id="15" name="文字方塊 14"/>
          <p:cNvSpPr txBox="1"/>
          <p:nvPr/>
        </p:nvSpPr>
        <p:spPr>
          <a:xfrm>
            <a:off x="7092950" y="4895850"/>
            <a:ext cx="1727200" cy="646113"/>
          </a:xfrm>
          <a:prstGeom prst="rect">
            <a:avLst/>
          </a:prstGeom>
          <a:solidFill>
            <a:schemeClr val="tx1">
              <a:lumMod val="10000"/>
              <a:lumOff val="90000"/>
            </a:schemeClr>
          </a:solidFill>
        </p:spPr>
        <p:txBody>
          <a:bodyPr>
            <a:spAutoFit/>
          </a:bodyPr>
          <a:lstStyle/>
          <a:p>
            <a:pPr eaLnBrk="0" fontAlgn="base" hangingPunct="0">
              <a:spcBef>
                <a:spcPct val="0"/>
              </a:spcBef>
              <a:spcAft>
                <a:spcPct val="0"/>
              </a:spcAft>
              <a:defRPr/>
            </a:pPr>
            <a:r>
              <a:rPr kumimoji="1" lang="zh-TW" altLang="en-US" b="1" dirty="0">
                <a:solidFill>
                  <a:prstClr val="black"/>
                </a:solidFill>
                <a:latin typeface="Arial" pitchFamily="34" charset="0"/>
              </a:rPr>
              <a:t>成立旗艦計畫社工分享群組</a:t>
            </a:r>
          </a:p>
        </p:txBody>
      </p:sp>
    </p:spTree>
    <p:extLst>
      <p:ext uri="{BB962C8B-B14F-4D97-AF65-F5344CB8AC3E}">
        <p14:creationId xmlns:p14="http://schemas.microsoft.com/office/powerpoint/2010/main" val="1825354863"/>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79388" y="188913"/>
            <a:ext cx="8280400" cy="523220"/>
          </a:xfrm>
          <a:prstGeom prst="rect">
            <a:avLst/>
          </a:prstGeom>
        </p:spPr>
        <p:txBody>
          <a:bodyPr>
            <a:spAutoFit/>
          </a:bodyPr>
          <a:lstStyle/>
          <a:p>
            <a:pPr fontAlgn="base">
              <a:spcBef>
                <a:spcPct val="0"/>
              </a:spcBef>
              <a:spcAft>
                <a:spcPct val="0"/>
              </a:spcAft>
              <a:defRPr/>
            </a:pPr>
            <a:r>
              <a:rPr kumimoji="1" lang="zh-TW" altLang="en-US" sz="2800" dirty="0">
                <a:solidFill>
                  <a:srgbClr val="FF0000"/>
                </a:solidFill>
                <a:ea typeface="標楷體" pitchFamily="65" charset="-120"/>
              </a:rPr>
              <a:t>澎湖縣小赤社區培力</a:t>
            </a:r>
          </a:p>
        </p:txBody>
      </p:sp>
      <p:sp>
        <p:nvSpPr>
          <p:cNvPr id="237571" name="投影片編號版面配置區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Arial" pitchFamily="34" charset="0"/>
                <a:ea typeface="標楷體" pitchFamily="65" charset="-120"/>
              </a:defRPr>
            </a:lvl1pPr>
            <a:lvl2pPr marL="742950" indent="-285750" eaLnBrk="0" hangingPunct="0">
              <a:defRPr kumimoji="1">
                <a:solidFill>
                  <a:schemeClr val="tx1"/>
                </a:solidFill>
                <a:latin typeface="Arial" pitchFamily="34" charset="0"/>
                <a:ea typeface="標楷體" pitchFamily="65" charset="-120"/>
              </a:defRPr>
            </a:lvl2pPr>
            <a:lvl3pPr marL="1143000" indent="-228600" eaLnBrk="0" hangingPunct="0">
              <a:defRPr kumimoji="1">
                <a:solidFill>
                  <a:schemeClr val="tx1"/>
                </a:solidFill>
                <a:latin typeface="Arial" pitchFamily="34" charset="0"/>
                <a:ea typeface="標楷體" pitchFamily="65" charset="-120"/>
              </a:defRPr>
            </a:lvl3pPr>
            <a:lvl4pPr marL="1600200" indent="-228600" eaLnBrk="0" hangingPunct="0">
              <a:defRPr kumimoji="1">
                <a:solidFill>
                  <a:schemeClr val="tx1"/>
                </a:solidFill>
                <a:latin typeface="Arial" pitchFamily="34" charset="0"/>
                <a:ea typeface="標楷體" pitchFamily="65" charset="-120"/>
              </a:defRPr>
            </a:lvl4pPr>
            <a:lvl5pPr marL="2057400" indent="-228600" eaLnBrk="0" hangingPunct="0">
              <a:defRPr kumimoji="1">
                <a:solidFill>
                  <a:schemeClr val="tx1"/>
                </a:solidFill>
                <a:latin typeface="Arial" pitchFamily="34" charset="0"/>
                <a:ea typeface="標楷體" pitchFamily="65" charset="-120"/>
              </a:defRPr>
            </a:lvl5pPr>
            <a:lvl6pPr marL="2514600" indent="-228600" eaLnBrk="0" fontAlgn="base" hangingPunct="0">
              <a:spcBef>
                <a:spcPct val="0"/>
              </a:spcBef>
              <a:spcAft>
                <a:spcPct val="0"/>
              </a:spcAft>
              <a:defRPr kumimoji="1">
                <a:solidFill>
                  <a:schemeClr val="tx1"/>
                </a:solidFill>
                <a:latin typeface="Arial" pitchFamily="34" charset="0"/>
                <a:ea typeface="標楷體" pitchFamily="65" charset="-120"/>
              </a:defRPr>
            </a:lvl6pPr>
            <a:lvl7pPr marL="2971800" indent="-228600" eaLnBrk="0" fontAlgn="base" hangingPunct="0">
              <a:spcBef>
                <a:spcPct val="0"/>
              </a:spcBef>
              <a:spcAft>
                <a:spcPct val="0"/>
              </a:spcAft>
              <a:defRPr kumimoji="1">
                <a:solidFill>
                  <a:schemeClr val="tx1"/>
                </a:solidFill>
                <a:latin typeface="Arial" pitchFamily="34" charset="0"/>
                <a:ea typeface="標楷體" pitchFamily="65" charset="-120"/>
              </a:defRPr>
            </a:lvl7pPr>
            <a:lvl8pPr marL="3429000" indent="-228600" eaLnBrk="0" fontAlgn="base" hangingPunct="0">
              <a:spcBef>
                <a:spcPct val="0"/>
              </a:spcBef>
              <a:spcAft>
                <a:spcPct val="0"/>
              </a:spcAft>
              <a:defRPr kumimoji="1">
                <a:solidFill>
                  <a:schemeClr val="tx1"/>
                </a:solidFill>
                <a:latin typeface="Arial" pitchFamily="34" charset="0"/>
                <a:ea typeface="標楷體" pitchFamily="65" charset="-120"/>
              </a:defRPr>
            </a:lvl8pPr>
            <a:lvl9pPr marL="3886200" indent="-228600" eaLnBrk="0" fontAlgn="base" hangingPunct="0">
              <a:spcBef>
                <a:spcPct val="0"/>
              </a:spcBef>
              <a:spcAft>
                <a:spcPct val="0"/>
              </a:spcAft>
              <a:defRPr kumimoji="1">
                <a:solidFill>
                  <a:schemeClr val="tx1"/>
                </a:solidFill>
                <a:latin typeface="Arial" pitchFamily="34" charset="0"/>
                <a:ea typeface="標楷體" pitchFamily="65" charset="-120"/>
              </a:defRPr>
            </a:lvl9pPr>
          </a:lstStyle>
          <a:p>
            <a:pPr eaLnBrk="1" hangingPunct="1"/>
            <a:fld id="{A8146ED5-D4CA-43D9-9BC5-517FC6CB0921}" type="slidenum">
              <a:rPr lang="en-US" altLang="zh-TW" smtClean="0">
                <a:solidFill>
                  <a:srgbClr val="000000"/>
                </a:solidFill>
              </a:rPr>
              <a:pPr eaLnBrk="1" hangingPunct="1"/>
              <a:t>110</a:t>
            </a:fld>
            <a:endParaRPr lang="en-US" altLang="zh-TW">
              <a:solidFill>
                <a:srgbClr val="000000"/>
              </a:solidFill>
            </a:endParaRPr>
          </a:p>
        </p:txBody>
      </p:sp>
      <p:pic>
        <p:nvPicPr>
          <p:cNvPr id="237572" name="Picture 2" descr="39652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213" y="981075"/>
            <a:ext cx="2951162" cy="524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73" name="Picture 53" descr="65602412_1456285994512532_2665000909083246592_n"/>
          <p:cNvPicPr>
            <a:picLocks noChangeAspect="1" noChangeArrowheads="1"/>
          </p:cNvPicPr>
          <p:nvPr/>
        </p:nvPicPr>
        <p:blipFill>
          <a:blip r:embed="rId3" cstate="print">
            <a:extLst>
              <a:ext uri="{28A0092B-C50C-407E-A947-70E740481C1C}">
                <a14:useLocalDpi xmlns:a14="http://schemas.microsoft.com/office/drawing/2010/main" val="0"/>
              </a:ext>
            </a:extLst>
          </a:blip>
          <a:srcRect t="8936" b="14362"/>
          <a:stretch>
            <a:fillRect/>
          </a:stretch>
        </p:blipFill>
        <p:spPr bwMode="auto">
          <a:xfrm>
            <a:off x="4572000" y="1052513"/>
            <a:ext cx="3887788" cy="2233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74" name="Picture 3" descr="D:\桌面 文件 最愛\桌面\109年照片\66051661_1456286164512515_7665937940941373440_n.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72000" y="3429000"/>
            <a:ext cx="3887788" cy="291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矩形 2"/>
          <p:cNvSpPr/>
          <p:nvPr/>
        </p:nvSpPr>
        <p:spPr>
          <a:xfrm>
            <a:off x="0" y="4724400"/>
            <a:ext cx="4572000" cy="2032000"/>
          </a:xfrm>
          <a:prstGeom prst="rect">
            <a:avLst/>
          </a:prstGeom>
          <a:solidFill>
            <a:srgbClr val="FFFF99"/>
          </a:solidFill>
        </p:spPr>
        <p:txBody>
          <a:bodyPr>
            <a:spAutoFit/>
          </a:bodyPr>
          <a:lstStyle/>
          <a:p>
            <a:pPr fontAlgn="base">
              <a:spcBef>
                <a:spcPct val="0"/>
              </a:spcBef>
              <a:spcAft>
                <a:spcPct val="0"/>
              </a:spcAft>
              <a:defRPr/>
            </a:pPr>
            <a:r>
              <a:rPr kumimoji="1" lang="zh-TW" altLang="zh-TW" kern="100" dirty="0">
                <a:solidFill>
                  <a:srgbClr val="000000"/>
                </a:solidFill>
                <a:latin typeface="新細明體"/>
                <a:ea typeface="標楷體"/>
                <a:cs typeface="Times New Roman"/>
              </a:rPr>
              <a:t>林理事長傳</a:t>
            </a:r>
            <a:r>
              <a:rPr kumimoji="1" lang="en-US" altLang="zh-TW" kern="100" dirty="0">
                <a:solidFill>
                  <a:srgbClr val="000000"/>
                </a:solidFill>
                <a:latin typeface="新細明體"/>
                <a:ea typeface="標楷體"/>
                <a:cs typeface="Times New Roman"/>
              </a:rPr>
              <a:t>LINE</a:t>
            </a:r>
            <a:r>
              <a:rPr kumimoji="1" lang="zh-TW" altLang="zh-TW" kern="100" dirty="0">
                <a:solidFill>
                  <a:srgbClr val="000000"/>
                </a:solidFill>
                <a:latin typeface="新細明體"/>
                <a:ea typeface="標楷體"/>
                <a:cs typeface="Times New Roman"/>
              </a:rPr>
              <a:t>給我，內文如下｢</a:t>
            </a:r>
            <a:r>
              <a:rPr kumimoji="1" lang="zh-TW" altLang="zh-TW" b="1" kern="100" dirty="0">
                <a:solidFill>
                  <a:srgbClr val="000000"/>
                </a:solidFill>
                <a:latin typeface="新細明體"/>
                <a:ea typeface="標楷體"/>
                <a:cs typeface="Times New Roman"/>
              </a:rPr>
              <a:t>理事長，非常感謝您及時的不吝指導，又無私提供那麼豐富又精采的富州社區資料，讓我們找到評鑑的方向，由原來消極放任的態度，轉為正向積極，僥倖獲得本年評鑑甲等的成績，所有的榮譽完全歸於理事長雍容大度的指導，在此表示由衷感謝，謝謝！</a:t>
            </a:r>
            <a:r>
              <a:rPr kumimoji="1" lang="zh-TW" altLang="zh-TW" kern="100" dirty="0">
                <a:solidFill>
                  <a:srgbClr val="000000"/>
                </a:solidFill>
                <a:latin typeface="新細明體"/>
                <a:ea typeface="標楷體"/>
                <a:cs typeface="Times New Roman"/>
              </a:rPr>
              <a:t>｣</a:t>
            </a:r>
            <a:endParaRPr kumimoji="1" lang="zh-TW" altLang="en-US" dirty="0">
              <a:solidFill>
                <a:srgbClr val="000000"/>
              </a:solidFill>
              <a:ea typeface="標楷體" pitchFamily="65" charset="-120"/>
            </a:endParaRPr>
          </a:p>
        </p:txBody>
      </p:sp>
    </p:spTree>
    <p:extLst>
      <p:ext uri="{BB962C8B-B14F-4D97-AF65-F5344CB8AC3E}">
        <p14:creationId xmlns:p14="http://schemas.microsoft.com/office/powerpoint/2010/main" val="2565755818"/>
      </p:ext>
    </p:extLst>
  </p:cSld>
  <p:clrMapOvr>
    <a:masterClrMapping/>
  </p:clrMapOvr>
  <p:transition spd="slow">
    <p:randomBar dir="vert"/>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3" descr="D:\桌面 文件 最愛\桌面\水保局\富州設計\1-封面.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338" y="-11113"/>
            <a:ext cx="9144001" cy="6858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1441450" y="868363"/>
            <a:ext cx="6194425" cy="769441"/>
          </a:xfrm>
          <a:prstGeom prst="rect">
            <a:avLst/>
          </a:prstGeom>
        </p:spPr>
        <p:txBody>
          <a:bodyPr>
            <a:spAutoFit/>
          </a:bodyPr>
          <a:lstStyle/>
          <a:p>
            <a:pPr algn="ctr">
              <a:defRPr/>
            </a:pPr>
            <a:r>
              <a:rPr kumimoji="1" lang="en-US" altLang="zh-TW" sz="4400" kern="100" dirty="0">
                <a:solidFill>
                  <a:srgbClr val="000000"/>
                </a:solidFill>
                <a:latin typeface="Times New Roman"/>
                <a:ea typeface="文鼎粗隸" panose="02010609010101010101" pitchFamily="49" charset="-120"/>
                <a:cs typeface="Times New Roman"/>
              </a:rPr>
              <a:t>108</a:t>
            </a:r>
            <a:r>
              <a:rPr kumimoji="1" lang="zh-TW" altLang="en-US" sz="4400" kern="100" dirty="0">
                <a:solidFill>
                  <a:srgbClr val="000000"/>
                </a:solidFill>
                <a:latin typeface="Times New Roman"/>
                <a:ea typeface="文鼎粗隸" panose="02010609010101010101" pitchFamily="49" charset="-120"/>
                <a:cs typeface="Times New Roman"/>
              </a:rPr>
              <a:t>年旗艦型計畫</a:t>
            </a:r>
            <a:endParaRPr kumimoji="1" lang="en-US" altLang="zh-TW" sz="4400" kern="100" dirty="0">
              <a:solidFill>
                <a:srgbClr val="000000"/>
              </a:solidFill>
              <a:latin typeface="Times New Roman"/>
              <a:ea typeface="文鼎粗隸" panose="02010609010101010101" pitchFamily="49" charset="-120"/>
              <a:cs typeface="Times New Roman"/>
            </a:endParaRPr>
          </a:p>
        </p:txBody>
      </p:sp>
      <p:pic>
        <p:nvPicPr>
          <p:cNvPr id="95236" name="Picture 2" descr="D:\桌面 文件 最愛\桌面\水保局\富州設計\富州人物-小象-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3800" y="4437063"/>
            <a:ext cx="1655763" cy="166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7" name="投影片編號版面配置區 2"/>
          <p:cNvSpPr>
            <a:spLocks noGrp="1"/>
          </p:cNvSpPr>
          <p:nvPr>
            <p:ph type="sldNum" sz="quarter" idx="12"/>
          </p:nvPr>
        </p:nvSpPr>
        <p:spPr>
          <a:noFill/>
        </p:spPr>
        <p:txBody>
          <a:bodyPr/>
          <a:lstStyle>
            <a:lvl1pPr eaLnBrk="0" hangingPunct="0">
              <a:spcBef>
                <a:spcPct val="20000"/>
              </a:spcBef>
              <a:buChar char="•"/>
              <a:defRPr kumimoji="1" sz="3200">
                <a:solidFill>
                  <a:schemeClr val="tx1"/>
                </a:solidFill>
                <a:latin typeface="Arial" pitchFamily="34" charset="0"/>
                <a:ea typeface="新細明體" pitchFamily="18" charset="-120"/>
              </a:defRPr>
            </a:lvl1pPr>
            <a:lvl2pPr marL="742950" indent="-285750" eaLnBrk="0" hangingPunct="0">
              <a:spcBef>
                <a:spcPct val="20000"/>
              </a:spcBef>
              <a:buChar char="–"/>
              <a:defRPr kumimoji="1" sz="2800">
                <a:solidFill>
                  <a:schemeClr val="tx1"/>
                </a:solidFill>
                <a:latin typeface="Arial" pitchFamily="34" charset="0"/>
                <a:ea typeface="新細明體" pitchFamily="18" charset="-120"/>
              </a:defRPr>
            </a:lvl2pPr>
            <a:lvl3pPr marL="1143000" indent="-228600" eaLnBrk="0" hangingPunct="0">
              <a:spcBef>
                <a:spcPct val="20000"/>
              </a:spcBef>
              <a:buChar char="•"/>
              <a:defRPr kumimoji="1" sz="2400">
                <a:solidFill>
                  <a:schemeClr val="tx1"/>
                </a:solidFill>
                <a:latin typeface="Arial" pitchFamily="34" charset="0"/>
                <a:ea typeface="新細明體" pitchFamily="18" charset="-120"/>
              </a:defRPr>
            </a:lvl3pPr>
            <a:lvl4pPr marL="1600200" indent="-228600" eaLnBrk="0" hangingPunct="0">
              <a:spcBef>
                <a:spcPct val="20000"/>
              </a:spcBef>
              <a:buChar char="–"/>
              <a:defRPr kumimoji="1" sz="2000">
                <a:solidFill>
                  <a:schemeClr val="tx1"/>
                </a:solidFill>
                <a:latin typeface="Arial" pitchFamily="34" charset="0"/>
                <a:ea typeface="新細明體" pitchFamily="18" charset="-120"/>
              </a:defRPr>
            </a:lvl4pPr>
            <a:lvl5pPr marL="2057400" indent="-228600" eaLnBrk="0" hangingPunct="0">
              <a:spcBef>
                <a:spcPct val="20000"/>
              </a:spcBef>
              <a:buChar char="»"/>
              <a:defRPr kumimoji="1" sz="2000">
                <a:solidFill>
                  <a:schemeClr val="tx1"/>
                </a:solidFill>
                <a:latin typeface="Arial" pitchFamily="34" charset="0"/>
                <a:ea typeface="新細明體" pitchFamily="18" charset="-120"/>
              </a:defRPr>
            </a:lvl5pPr>
            <a:lvl6pPr marL="25146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6pPr>
            <a:lvl7pPr marL="29718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7pPr>
            <a:lvl8pPr marL="34290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8pPr>
            <a:lvl9pPr marL="3886200" indent="-228600" eaLnBrk="0" fontAlgn="base" hangingPunct="0">
              <a:spcBef>
                <a:spcPct val="20000"/>
              </a:spcBef>
              <a:spcAft>
                <a:spcPct val="0"/>
              </a:spcAft>
              <a:buChar char="»"/>
              <a:defRPr kumimoji="1" sz="2000">
                <a:solidFill>
                  <a:schemeClr val="tx1"/>
                </a:solidFill>
                <a:latin typeface="Arial" pitchFamily="34" charset="0"/>
                <a:ea typeface="新細明體" pitchFamily="18" charset="-120"/>
              </a:defRPr>
            </a:lvl9pPr>
          </a:lstStyle>
          <a:p>
            <a:pPr eaLnBrk="1" hangingPunct="1">
              <a:spcBef>
                <a:spcPct val="0"/>
              </a:spcBef>
              <a:buFontTx/>
              <a:buNone/>
            </a:pPr>
            <a:fld id="{AC4D76B2-88C7-4355-959D-7B360E7DC110}" type="slidenum">
              <a:rPr lang="en-US" altLang="zh-TW" sz="1400" smtClean="0">
                <a:solidFill>
                  <a:srgbClr val="000000"/>
                </a:solidFill>
              </a:rPr>
              <a:pPr eaLnBrk="1" hangingPunct="1">
                <a:spcBef>
                  <a:spcPct val="0"/>
                </a:spcBef>
                <a:buFontTx/>
                <a:buNone/>
              </a:pPr>
              <a:t>111</a:t>
            </a:fld>
            <a:endParaRPr lang="en-US" altLang="zh-TW" sz="1400">
              <a:solidFill>
                <a:srgbClr val="000000"/>
              </a:solidFill>
            </a:endParaRPr>
          </a:p>
        </p:txBody>
      </p:sp>
    </p:spTree>
    <p:extLst>
      <p:ext uri="{BB962C8B-B14F-4D97-AF65-F5344CB8AC3E}">
        <p14:creationId xmlns:p14="http://schemas.microsoft.com/office/powerpoint/2010/main" val="297983447"/>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內容版面配置區 1"/>
          <p:cNvSpPr>
            <a:spLocks noGrp="1"/>
          </p:cNvSpPr>
          <p:nvPr>
            <p:ph idx="1"/>
          </p:nvPr>
        </p:nvSpPr>
        <p:spPr>
          <a:xfrm>
            <a:off x="539750" y="1412875"/>
            <a:ext cx="7497763" cy="4800600"/>
          </a:xfrm>
        </p:spPr>
        <p:txBody>
          <a:bodyPr/>
          <a:lstStyle/>
          <a:p>
            <a:pPr eaLnBrk="1" hangingPunct="1"/>
            <a:r>
              <a:rPr lang="en-US" altLang="zh-TW" sz="2600" b="1" dirty="0">
                <a:solidFill>
                  <a:srgbClr val="000000"/>
                </a:solidFill>
                <a:latin typeface="標楷體" pitchFamily="65" charset="-120"/>
                <a:ea typeface="標楷體" pitchFamily="65" charset="-120"/>
              </a:rPr>
              <a:t>108</a:t>
            </a:r>
            <a:r>
              <a:rPr lang="zh-TW" altLang="zh-TW" sz="2600" b="1" dirty="0">
                <a:solidFill>
                  <a:srgbClr val="000000"/>
                </a:solidFill>
                <a:latin typeface="標楷體" pitchFamily="65" charset="-120"/>
                <a:ea typeface="標楷體" pitchFamily="65" charset="-120"/>
              </a:rPr>
              <a:t>年度本計畫為能賡續拓展竹山鎮七個社區的推展經驗，並深化過去的工作績效，爰續以老人、兒少、婦女、社區組織為主，除深耕福利社區化落實於各個社區的目標外，更進而整合社區資源，共同推動社區互助關懷、社區環境營造、社區文化發展及社區產業行銷等，輔導各社區發展協會開創出個別化的特色，使領航及協力社區能均衡發展及永續經營。</a:t>
            </a:r>
          </a:p>
          <a:p>
            <a:pPr eaLnBrk="1" hangingPunct="1"/>
            <a:endParaRPr lang="zh-TW" altLang="zh-TW" dirty="0"/>
          </a:p>
          <a:p>
            <a:pPr eaLnBrk="1" hangingPunct="1"/>
            <a:endParaRPr lang="zh-TW" altLang="en-US" dirty="0">
              <a:cs typeface="Times New Roman" pitchFamily="18" charset="0"/>
            </a:endParaRPr>
          </a:p>
        </p:txBody>
      </p:sp>
      <p:pic>
        <p:nvPicPr>
          <p:cNvPr id="6" name="圖片 5" descr="0406_180412_0002.jpg"/>
          <p:cNvPicPr>
            <a:picLocks noChangeAspect="1"/>
          </p:cNvPicPr>
          <p:nvPr/>
        </p:nvPicPr>
        <p:blipFill>
          <a:blip r:embed="rId3" cstate="print"/>
          <a:stretch>
            <a:fillRect/>
          </a:stretch>
        </p:blipFill>
        <p:spPr>
          <a:xfrm>
            <a:off x="3059832" y="4725144"/>
            <a:ext cx="3240360" cy="1823148"/>
          </a:xfrm>
          <a:prstGeom prst="rect">
            <a:avLst/>
          </a:prstGeom>
          <a:ln>
            <a:noFill/>
          </a:ln>
          <a:effectLst>
            <a:softEdge rad="112500"/>
          </a:effectLst>
        </p:spPr>
      </p:pic>
      <p:pic>
        <p:nvPicPr>
          <p:cNvPr id="7" name="圖片 6" descr="0504大旗艦聯繫會議第二次_180507_0001.jpg"/>
          <p:cNvPicPr>
            <a:picLocks noChangeAspect="1"/>
          </p:cNvPicPr>
          <p:nvPr/>
        </p:nvPicPr>
        <p:blipFill>
          <a:blip r:embed="rId4" cstate="print"/>
          <a:stretch>
            <a:fillRect/>
          </a:stretch>
        </p:blipFill>
        <p:spPr>
          <a:xfrm>
            <a:off x="6228184" y="4792618"/>
            <a:ext cx="2755008" cy="2065382"/>
          </a:xfrm>
          <a:prstGeom prst="rect">
            <a:avLst/>
          </a:prstGeom>
          <a:ln>
            <a:noFill/>
          </a:ln>
          <a:effectLst>
            <a:softEdge rad="112500"/>
          </a:effectLst>
        </p:spPr>
      </p:pic>
      <p:pic>
        <p:nvPicPr>
          <p:cNvPr id="8" name="圖片 7" descr="0608會議_180611_0005.jpg"/>
          <p:cNvPicPr>
            <a:picLocks noChangeAspect="1"/>
          </p:cNvPicPr>
          <p:nvPr/>
        </p:nvPicPr>
        <p:blipFill>
          <a:blip r:embed="rId5" cstate="print"/>
          <a:stretch>
            <a:fillRect/>
          </a:stretch>
        </p:blipFill>
        <p:spPr>
          <a:xfrm>
            <a:off x="179512" y="4726046"/>
            <a:ext cx="2843808" cy="2131954"/>
          </a:xfrm>
          <a:prstGeom prst="rect">
            <a:avLst/>
          </a:prstGeom>
          <a:ln>
            <a:noFill/>
          </a:ln>
          <a:effectLst>
            <a:softEdge rad="112500"/>
          </a:effectLst>
        </p:spPr>
      </p:pic>
      <p:sp>
        <p:nvSpPr>
          <p:cNvPr id="9" name="標題 1"/>
          <p:cNvSpPr>
            <a:spLocks noGrp="1"/>
          </p:cNvSpPr>
          <p:nvPr>
            <p:ph type="title"/>
          </p:nvPr>
        </p:nvSpPr>
        <p:spPr>
          <a:xfrm>
            <a:off x="179512" y="548680"/>
            <a:ext cx="8205787" cy="433387"/>
          </a:xfrm>
        </p:spPr>
        <p:txBody>
          <a:bodyPr/>
          <a:lstStyle/>
          <a:p>
            <a:pPr eaLnBrk="1" hangingPunct="1"/>
            <a:r>
              <a:rPr lang="en-US" altLang="zh-TW" sz="4000" b="0" dirty="0">
                <a:latin typeface="標楷體" pitchFamily="65" charset="-120"/>
                <a:ea typeface="標楷體" pitchFamily="65" charset="-120"/>
                <a:cs typeface="華康隸書體W7(P)"/>
              </a:rPr>
              <a:t>108</a:t>
            </a:r>
            <a:r>
              <a:rPr lang="zh-TW" altLang="en-US" sz="4000" b="0" dirty="0">
                <a:latin typeface="標楷體" pitchFamily="65" charset="-120"/>
                <a:ea typeface="標楷體" pitchFamily="65" charset="-120"/>
                <a:cs typeface="華康隸書體W7(P)"/>
              </a:rPr>
              <a:t>年計畫緣起</a:t>
            </a:r>
          </a:p>
        </p:txBody>
      </p:sp>
    </p:spTree>
    <p:extLst>
      <p:ext uri="{BB962C8B-B14F-4D97-AF65-F5344CB8AC3E}">
        <p14:creationId xmlns:p14="http://schemas.microsoft.com/office/powerpoint/2010/main" val="407346283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標題 1"/>
          <p:cNvSpPr>
            <a:spLocks noGrp="1"/>
          </p:cNvSpPr>
          <p:nvPr>
            <p:ph type="title"/>
          </p:nvPr>
        </p:nvSpPr>
        <p:spPr>
          <a:xfrm>
            <a:off x="971550" y="-242888"/>
            <a:ext cx="7499350" cy="1143001"/>
          </a:xfrm>
        </p:spPr>
        <p:txBody>
          <a:bodyPr/>
          <a:lstStyle/>
          <a:p>
            <a:pPr eaLnBrk="1" hangingPunct="1"/>
            <a:r>
              <a:rPr lang="zh-TW" altLang="en-US" sz="3600">
                <a:latin typeface="標楷體" pitchFamily="65" charset="-120"/>
                <a:ea typeface="標楷體" pitchFamily="65" charset="-120"/>
              </a:rPr>
              <a:t>召開</a:t>
            </a:r>
            <a:r>
              <a:rPr lang="en-US" altLang="zh-TW" sz="3600">
                <a:latin typeface="標楷體" pitchFamily="65" charset="-120"/>
                <a:ea typeface="標楷體" pitchFamily="65" charset="-120"/>
              </a:rPr>
              <a:t>108</a:t>
            </a:r>
            <a:r>
              <a:rPr lang="zh-TW" altLang="en-US" sz="3600">
                <a:latin typeface="標楷體" pitchFamily="65" charset="-120"/>
                <a:ea typeface="標楷體" pitchFamily="65" charset="-120"/>
              </a:rPr>
              <a:t>年旗艦計畫提報會議</a:t>
            </a:r>
          </a:p>
        </p:txBody>
      </p:sp>
      <p:sp>
        <p:nvSpPr>
          <p:cNvPr id="10" name="矩形 9"/>
          <p:cNvSpPr/>
          <p:nvPr/>
        </p:nvSpPr>
        <p:spPr>
          <a:xfrm>
            <a:off x="827088" y="4076700"/>
            <a:ext cx="7993062" cy="2400300"/>
          </a:xfrm>
          <a:prstGeom prst="rect">
            <a:avLst/>
          </a:prstGeom>
        </p:spPr>
        <p:txBody>
          <a:bodyPr>
            <a:spAutoFit/>
          </a:bodyPr>
          <a:lstStyle/>
          <a:p>
            <a:pPr eaLnBrk="0" fontAlgn="base" hangingPunct="0">
              <a:spcBef>
                <a:spcPct val="20000"/>
              </a:spcBef>
              <a:spcAft>
                <a:spcPct val="0"/>
              </a:spcAft>
              <a:buClr>
                <a:srgbClr val="69AAB1"/>
              </a:buClr>
              <a:defRPr/>
            </a:pPr>
            <a:r>
              <a:rPr kumimoji="1" lang="zh-TW" altLang="zh-TW" sz="3000" dirty="0">
                <a:solidFill>
                  <a:srgbClr val="024631"/>
                </a:solidFill>
                <a:latin typeface="標楷體" pitchFamily="65" charset="-120"/>
                <a:ea typeface="標楷體" pitchFamily="65" charset="-120"/>
              </a:rPr>
              <a:t>在本社區領航下，協力社區</a:t>
            </a:r>
            <a:r>
              <a:rPr kumimoji="1" lang="zh-TW" altLang="en-US" sz="3000" dirty="0">
                <a:solidFill>
                  <a:srgbClr val="024631"/>
                </a:solidFill>
                <a:latin typeface="標楷體" pitchFamily="65" charset="-120"/>
                <a:ea typeface="標楷體" pitchFamily="65" charset="-120"/>
              </a:rPr>
              <a:t>除了有</a:t>
            </a:r>
            <a:r>
              <a:rPr kumimoji="1" lang="zh-TW" altLang="zh-TW" sz="3000" dirty="0">
                <a:solidFill>
                  <a:srgbClr val="024631"/>
                </a:solidFill>
                <a:latin typeface="標楷體" pitchFamily="65" charset="-120"/>
                <a:ea typeface="標楷體" pitchFamily="65" charset="-120"/>
              </a:rPr>
              <a:t>亮眼的成果表現</a:t>
            </a:r>
            <a:r>
              <a:rPr kumimoji="1" lang="zh-TW" altLang="en-US" sz="3000" dirty="0">
                <a:solidFill>
                  <a:srgbClr val="024631"/>
                </a:solidFill>
                <a:latin typeface="標楷體" pitchFamily="65" charset="-120"/>
                <a:ea typeface="標楷體" pitchFamily="65" charset="-120"/>
              </a:rPr>
              <a:t>也有社區有不同的規劃</a:t>
            </a:r>
            <a:r>
              <a:rPr kumimoji="1" lang="zh-TW" altLang="zh-TW" sz="3000" dirty="0">
                <a:solidFill>
                  <a:srgbClr val="024631"/>
                </a:solidFill>
                <a:latin typeface="標楷體" pitchFamily="65" charset="-120"/>
                <a:ea typeface="標楷體" pitchFamily="65" charset="-120"/>
              </a:rPr>
              <a:t>，所以在</a:t>
            </a:r>
            <a:r>
              <a:rPr kumimoji="1" lang="en-US" altLang="zh-TW" sz="3000" dirty="0">
                <a:solidFill>
                  <a:srgbClr val="024631"/>
                </a:solidFill>
                <a:latin typeface="標楷體" pitchFamily="65" charset="-120"/>
                <a:ea typeface="標楷體" pitchFamily="65" charset="-120"/>
              </a:rPr>
              <a:t>108</a:t>
            </a:r>
            <a:r>
              <a:rPr kumimoji="1" lang="zh-TW" altLang="zh-TW" sz="3000" dirty="0">
                <a:solidFill>
                  <a:srgbClr val="024631"/>
                </a:solidFill>
                <a:latin typeface="標楷體" pitchFamily="65" charset="-120"/>
                <a:ea typeface="標楷體" pitchFamily="65" charset="-120"/>
              </a:rPr>
              <a:t>年號召</a:t>
            </a:r>
            <a:r>
              <a:rPr kumimoji="1" lang="zh-TW" altLang="en-US" sz="3000" dirty="0">
                <a:solidFill>
                  <a:srgbClr val="024631"/>
                </a:solidFill>
                <a:latin typeface="標楷體" pitchFamily="65" charset="-120"/>
                <a:ea typeface="標楷體" pitchFamily="65" charset="-120"/>
              </a:rPr>
              <a:t>有意願的</a:t>
            </a:r>
            <a:r>
              <a:rPr kumimoji="1" lang="zh-TW" altLang="en-US" sz="3000" b="1" dirty="0">
                <a:solidFill>
                  <a:srgbClr val="FF0000"/>
                </a:solidFill>
                <a:latin typeface="標楷體" pitchFamily="65" charset="-120"/>
                <a:ea typeface="標楷體" pitchFamily="65" charset="-120"/>
              </a:rPr>
              <a:t>停滯型</a:t>
            </a:r>
            <a:r>
              <a:rPr kumimoji="1" lang="zh-TW" altLang="en-US" sz="3000" b="1" dirty="0">
                <a:solidFill>
                  <a:srgbClr val="C00000"/>
                </a:solidFill>
                <a:latin typeface="標楷體" pitchFamily="65" charset="-120"/>
                <a:ea typeface="標楷體" pitchFamily="65" charset="-120"/>
              </a:rPr>
              <a:t>籐湖</a:t>
            </a:r>
            <a:r>
              <a:rPr kumimoji="1" lang="zh-TW" altLang="zh-TW" sz="3000" b="1" dirty="0">
                <a:solidFill>
                  <a:srgbClr val="C00000"/>
                </a:solidFill>
                <a:latin typeface="標楷體" pitchFamily="65" charset="-120"/>
                <a:ea typeface="標楷體" pitchFamily="65" charset="-120"/>
              </a:rPr>
              <a:t>社區加入旗艦型計畫</a:t>
            </a:r>
            <a:r>
              <a:rPr kumimoji="1" lang="zh-TW" altLang="en-US" sz="3000" dirty="0">
                <a:solidFill>
                  <a:srgbClr val="024631"/>
                </a:solidFill>
                <a:latin typeface="標楷體" pitchFamily="65" charset="-120"/>
                <a:ea typeface="標楷體" pitchFamily="65" charset="-120"/>
              </a:rPr>
              <a:t>，並尊重</a:t>
            </a:r>
            <a:r>
              <a:rPr kumimoji="1" lang="zh-TW" altLang="en-US" sz="3000" b="1" dirty="0">
                <a:solidFill>
                  <a:srgbClr val="000000"/>
                </a:solidFill>
                <a:latin typeface="標楷體" pitchFamily="65" charset="-120"/>
                <a:ea typeface="標楷體" pitchFamily="65" charset="-120"/>
              </a:rPr>
              <a:t>延平社區</a:t>
            </a:r>
            <a:r>
              <a:rPr kumimoji="1" lang="zh-TW" altLang="en-US" sz="3000" dirty="0">
                <a:solidFill>
                  <a:srgbClr val="024631"/>
                </a:solidFill>
                <a:latin typeface="標楷體" pitchFamily="65" charset="-120"/>
                <a:ea typeface="標楷體" pitchFamily="65" charset="-120"/>
              </a:rPr>
              <a:t>發展意願及經費發揮最大效益之考量，故將延平社區於大旗艦計畫除名</a:t>
            </a:r>
            <a:r>
              <a:rPr kumimoji="1" lang="zh-TW" altLang="zh-TW" sz="3000" dirty="0">
                <a:solidFill>
                  <a:srgbClr val="024631"/>
                </a:solidFill>
                <a:latin typeface="標楷體" pitchFamily="65" charset="-120"/>
                <a:ea typeface="標楷體" pitchFamily="65" charset="-120"/>
              </a:rPr>
              <a:t>。</a:t>
            </a:r>
            <a:endParaRPr lang="en-US" altLang="zh-TW" sz="3000" b="1" kern="0" dirty="0">
              <a:solidFill>
                <a:srgbClr val="024631"/>
              </a:solidFill>
              <a:latin typeface="標楷體" pitchFamily="65" charset="-120"/>
              <a:ea typeface="標楷體" pitchFamily="65" charset="-120"/>
            </a:endParaRPr>
          </a:p>
        </p:txBody>
      </p:sp>
      <p:pic>
        <p:nvPicPr>
          <p:cNvPr id="98308" name="圖片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27088" y="1052513"/>
            <a:ext cx="3744912" cy="280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09" name="圖片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651375" y="1052513"/>
            <a:ext cx="3743325" cy="280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3821994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en-US" altLang="zh-TW" dirty="0"/>
              <a:t>108</a:t>
            </a:r>
            <a:r>
              <a:rPr lang="zh-TW" altLang="en-US" dirty="0"/>
              <a:t>年</a:t>
            </a:r>
            <a:r>
              <a:rPr lang="en-US" altLang="zh-TW" dirty="0"/>
              <a:t>1</a:t>
            </a:r>
            <a:r>
              <a:rPr lang="zh-TW" altLang="en-US" dirty="0"/>
              <a:t>月</a:t>
            </a:r>
            <a:r>
              <a:rPr lang="en-US" altLang="zh-TW" dirty="0"/>
              <a:t>14</a:t>
            </a:r>
            <a:r>
              <a:rPr lang="zh-TW" altLang="en-US" dirty="0"/>
              <a:t>日衛生福利部第三年計畫審查</a:t>
            </a:r>
          </a:p>
        </p:txBody>
      </p:sp>
      <p:pic>
        <p:nvPicPr>
          <p:cNvPr id="35842" name="Picture 2" descr="D:\桌面 文件 最愛\桌面\1080114衛福部旗艦報告_191109_0020.jpg"/>
          <p:cNvPicPr>
            <a:picLocks noGrp="1" noChangeAspect="1" noChangeArrowheads="1"/>
          </p:cNvPicPr>
          <p:nvPr>
            <p:ph idx="1"/>
          </p:nvPr>
        </p:nvPicPr>
        <p:blipFill>
          <a:blip r:embed="rId2" cstate="print">
            <a:extLst>
              <a:ext uri="{28A0092B-C50C-407E-A947-70E740481C1C}">
                <a14:useLocalDpi xmlns:a14="http://schemas.microsoft.com/office/drawing/2010/main" val="0"/>
              </a:ext>
            </a:extLst>
          </a:blip>
          <a:srcRect/>
          <a:stretch>
            <a:fillRect/>
          </a:stretch>
        </p:blipFill>
        <p:spPr bwMode="auto">
          <a:xfrm>
            <a:off x="1187624" y="836712"/>
            <a:ext cx="4752528" cy="2673950"/>
          </a:xfrm>
          <a:prstGeom prst="rect">
            <a:avLst/>
          </a:prstGeom>
          <a:noFill/>
          <a:extLst>
            <a:ext uri="{909E8E84-426E-40DD-AFC4-6F175D3DCCD1}">
              <a14:hiddenFill xmlns:a14="http://schemas.microsoft.com/office/drawing/2010/main">
                <a:solidFill>
                  <a:srgbClr val="FFFFFF"/>
                </a:solidFill>
              </a14:hiddenFill>
            </a:ext>
          </a:extLst>
        </p:spPr>
      </p:pic>
      <p:pic>
        <p:nvPicPr>
          <p:cNvPr id="35843" name="Picture 3" descr="D:\桌面 文件 最愛\桌面\1080114衛福部旗艦報告_191109_0015.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0192" y="1340768"/>
            <a:ext cx="2843808" cy="5054424"/>
          </a:xfrm>
          <a:prstGeom prst="rect">
            <a:avLst/>
          </a:prstGeom>
          <a:noFill/>
          <a:extLst>
            <a:ext uri="{909E8E84-426E-40DD-AFC4-6F175D3DCCD1}">
              <a14:hiddenFill xmlns:a14="http://schemas.microsoft.com/office/drawing/2010/main">
                <a:solidFill>
                  <a:srgbClr val="FFFFFF"/>
                </a:solidFill>
              </a14:hiddenFill>
            </a:ext>
          </a:extLst>
        </p:spPr>
      </p:pic>
      <p:pic>
        <p:nvPicPr>
          <p:cNvPr id="231426" name="Picture 2" descr="D:\桌面 文件 最愛\桌面\1080114衛福部旗艦報告_200531_0012.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40" y="3573016"/>
            <a:ext cx="5857904" cy="329587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4500645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標題 1"/>
          <p:cNvSpPr>
            <a:spLocks noGrp="1"/>
          </p:cNvSpPr>
          <p:nvPr>
            <p:ph type="title"/>
          </p:nvPr>
        </p:nvSpPr>
        <p:spPr>
          <a:xfrm>
            <a:off x="2627313" y="-242888"/>
            <a:ext cx="4968875" cy="1143001"/>
          </a:xfrm>
        </p:spPr>
        <p:txBody>
          <a:bodyPr/>
          <a:lstStyle/>
          <a:p>
            <a:pPr algn="l" eaLnBrk="1" hangingPunct="1"/>
            <a:r>
              <a:rPr lang="zh-TW" altLang="en-US" sz="3600" dirty="0">
                <a:latin typeface="標楷體" pitchFamily="65" charset="-120"/>
                <a:ea typeface="標楷體" pitchFamily="65" charset="-120"/>
              </a:rPr>
              <a:t>旗艦社區整體概況</a:t>
            </a:r>
          </a:p>
        </p:txBody>
      </p:sp>
      <p:graphicFrame>
        <p:nvGraphicFramePr>
          <p:cNvPr id="4" name="表格 3"/>
          <p:cNvGraphicFramePr>
            <a:graphicFrameLocks noGrp="1"/>
          </p:cNvGraphicFramePr>
          <p:nvPr/>
        </p:nvGraphicFramePr>
        <p:xfrm>
          <a:off x="395288" y="981075"/>
          <a:ext cx="8424862" cy="5618163"/>
        </p:xfrm>
        <a:graphic>
          <a:graphicData uri="http://schemas.openxmlformats.org/drawingml/2006/table">
            <a:tbl>
              <a:tblPr firstRow="1" firstCol="1" bandRow="1">
                <a:tableStyleId>{5C22544A-7EE6-4342-B048-85BDC9FD1C3A}</a:tableStyleId>
              </a:tblPr>
              <a:tblGrid>
                <a:gridCol w="432061">
                  <a:extLst>
                    <a:ext uri="{9D8B030D-6E8A-4147-A177-3AD203B41FA5}">
                      <a16:colId xmlns:a16="http://schemas.microsoft.com/office/drawing/2014/main" val="20000"/>
                    </a:ext>
                  </a:extLst>
                </a:gridCol>
                <a:gridCol w="2591741">
                  <a:extLst>
                    <a:ext uri="{9D8B030D-6E8A-4147-A177-3AD203B41FA5}">
                      <a16:colId xmlns:a16="http://schemas.microsoft.com/office/drawing/2014/main" val="20001"/>
                    </a:ext>
                  </a:extLst>
                </a:gridCol>
                <a:gridCol w="1224240">
                  <a:extLst>
                    <a:ext uri="{9D8B030D-6E8A-4147-A177-3AD203B41FA5}">
                      <a16:colId xmlns:a16="http://schemas.microsoft.com/office/drawing/2014/main" val="20002"/>
                    </a:ext>
                  </a:extLst>
                </a:gridCol>
                <a:gridCol w="1080212">
                  <a:extLst>
                    <a:ext uri="{9D8B030D-6E8A-4147-A177-3AD203B41FA5}">
                      <a16:colId xmlns:a16="http://schemas.microsoft.com/office/drawing/2014/main" val="20003"/>
                    </a:ext>
                  </a:extLst>
                </a:gridCol>
                <a:gridCol w="1728339">
                  <a:extLst>
                    <a:ext uri="{9D8B030D-6E8A-4147-A177-3AD203B41FA5}">
                      <a16:colId xmlns:a16="http://schemas.microsoft.com/office/drawing/2014/main" val="20004"/>
                    </a:ext>
                  </a:extLst>
                </a:gridCol>
                <a:gridCol w="1368269">
                  <a:extLst>
                    <a:ext uri="{9D8B030D-6E8A-4147-A177-3AD203B41FA5}">
                      <a16:colId xmlns:a16="http://schemas.microsoft.com/office/drawing/2014/main" val="20005"/>
                    </a:ext>
                  </a:extLst>
                </a:gridCol>
              </a:tblGrid>
              <a:tr h="436411">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社區</a:t>
                      </a:r>
                    </a:p>
                  </a:txBody>
                  <a:tcPr marL="49101" marR="49101"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社區特性</a:t>
                      </a:r>
                    </a:p>
                  </a:txBody>
                  <a:tcPr marL="49101" marR="49101"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服務對象</a:t>
                      </a:r>
                    </a:p>
                  </a:txBody>
                  <a:tcPr marL="49101" marR="49101"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服務內容</a:t>
                      </a:r>
                    </a:p>
                  </a:txBody>
                  <a:tcPr marL="49101" marR="49101"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資源狀況</a:t>
                      </a:r>
                    </a:p>
                    <a:p>
                      <a:pPr algn="ctr">
                        <a:lnSpc>
                          <a:spcPts val="1600"/>
                        </a:lnSpc>
                        <a:spcAft>
                          <a:spcPts val="0"/>
                        </a:spcAft>
                      </a:pPr>
                      <a:r>
                        <a:rPr lang="en-US" sz="1400" kern="100" dirty="0">
                          <a:solidFill>
                            <a:srgbClr val="000000"/>
                          </a:solidFill>
                          <a:effectLst/>
                          <a:latin typeface="標楷體" pitchFamily="65" charset="-120"/>
                          <a:ea typeface="標楷體" pitchFamily="65" charset="-120"/>
                        </a:rPr>
                        <a:t>(</a:t>
                      </a:r>
                      <a:r>
                        <a:rPr lang="zh-TW" sz="1400" kern="100" dirty="0">
                          <a:solidFill>
                            <a:srgbClr val="000000"/>
                          </a:solidFill>
                          <a:effectLst/>
                          <a:latin typeface="標楷體" pitchFamily="65" charset="-120"/>
                          <a:ea typeface="標楷體" pitchFamily="65" charset="-120"/>
                        </a:rPr>
                        <a:t>人力、物力、財力</a:t>
                      </a:r>
                      <a:r>
                        <a:rPr lang="en-US" sz="1400" kern="100" dirty="0">
                          <a:solidFill>
                            <a:srgbClr val="000000"/>
                          </a:solidFill>
                          <a:effectLst/>
                          <a:latin typeface="標楷體" pitchFamily="65" charset="-120"/>
                          <a:ea typeface="標楷體" pitchFamily="65" charset="-120"/>
                        </a:rPr>
                        <a:t>)</a:t>
                      </a:r>
                      <a:endParaRPr lang="zh-TW" sz="1400" kern="100" dirty="0">
                        <a:solidFill>
                          <a:srgbClr val="000000"/>
                        </a:solidFill>
                        <a:effectLst/>
                        <a:latin typeface="標楷體" pitchFamily="65" charset="-120"/>
                        <a:ea typeface="標楷體" pitchFamily="65" charset="-120"/>
                      </a:endParaRPr>
                    </a:p>
                  </a:txBody>
                  <a:tcPr marL="49101" marR="49101"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資源連結與分工</a:t>
                      </a:r>
                    </a:p>
                  </a:txBody>
                  <a:tcPr marL="49101" marR="49101" marT="0" marB="0"/>
                </a:tc>
                <a:extLst>
                  <a:ext uri="{0D108BD9-81ED-4DB2-BD59-A6C34878D82A}">
                    <a16:rowId xmlns:a16="http://schemas.microsoft.com/office/drawing/2014/main" val="10000"/>
                  </a:ext>
                </a:extLst>
              </a:tr>
              <a:tr h="2641670">
                <a:tc>
                  <a:txBody>
                    <a:bodyPr/>
                    <a:lstStyle/>
                    <a:p>
                      <a:pPr algn="l">
                        <a:lnSpc>
                          <a:spcPts val="1600"/>
                        </a:lnSpc>
                        <a:spcAft>
                          <a:spcPts val="0"/>
                        </a:spcAft>
                      </a:pPr>
                      <a:r>
                        <a:rPr lang="zh-TW" sz="1400" kern="100" dirty="0">
                          <a:solidFill>
                            <a:srgbClr val="000000"/>
                          </a:solidFill>
                          <a:effectLst/>
                          <a:latin typeface="標楷體" pitchFamily="65" charset="-120"/>
                          <a:ea typeface="標楷體" pitchFamily="65" charset="-120"/>
                        </a:rPr>
                        <a:t>富州</a:t>
                      </a:r>
                    </a:p>
                  </a:txBody>
                  <a:tcPr marL="49101" marR="49101" marT="0" marB="0"/>
                </a:tc>
                <a:tc>
                  <a:txBody>
                    <a:bodyPr/>
                    <a:lstStyle/>
                    <a:p>
                      <a:pPr algn="l">
                        <a:lnSpc>
                          <a:spcPts val="2000"/>
                        </a:lnSpc>
                        <a:spcAft>
                          <a:spcPts val="0"/>
                        </a:spcAft>
                      </a:pPr>
                      <a:r>
                        <a:rPr lang="zh-TW" sz="1400" kern="100" dirty="0">
                          <a:effectLst/>
                          <a:latin typeface="標楷體" pitchFamily="65" charset="-120"/>
                          <a:ea typeface="標楷體" pitchFamily="65" charset="-120"/>
                        </a:rPr>
                        <a:t>富州里舊稱「溪洲仔」，於濁水溪上最窄的隘口上，以境內的象鼻山與位於集集鎮獅頭山對峙。居民主要以務農為主，包括稻米、香蕉、火龍果、竹筍、蕃茄等。社區發展協會於</a:t>
                      </a:r>
                      <a:r>
                        <a:rPr lang="en-US" sz="1400" kern="100" dirty="0">
                          <a:effectLst/>
                          <a:latin typeface="標楷體" pitchFamily="65" charset="-120"/>
                          <a:ea typeface="標楷體" pitchFamily="65" charset="-120"/>
                        </a:rPr>
                        <a:t>74</a:t>
                      </a:r>
                      <a:r>
                        <a:rPr lang="zh-TW" sz="1400" kern="100" dirty="0">
                          <a:effectLst/>
                          <a:latin typeface="標楷體" pitchFamily="65" charset="-120"/>
                          <a:ea typeface="標楷體" pitchFamily="65" charset="-120"/>
                        </a:rPr>
                        <a:t>年成立迄今，協會在歷任理事會幹部、志工及社區民眾的共同努力，打造出各項亮麗的績效成果，深獲各級政府及社會各界的肯定。</a:t>
                      </a:r>
                    </a:p>
                  </a:txBody>
                  <a:tcPr marL="49101" marR="49101"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福利人口群</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兒少、老人、婦女、身心障礙者、新住民</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及社區民眾</a:t>
                      </a:r>
                    </a:p>
                  </a:txBody>
                  <a:tcPr marL="49101" marR="49101"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社區關懷據點、辦理節慶活動、承辦竹山鎮樂齡學習資源中心、社區產業發展等</a:t>
                      </a:r>
                    </a:p>
                  </a:txBody>
                  <a:tcPr marL="49101" marR="49101" marT="0" marB="0"/>
                </a:tc>
                <a:tc>
                  <a:txBody>
                    <a:bodyPr/>
                    <a:lstStyle/>
                    <a:p>
                      <a:pPr algn="l">
                        <a:lnSpc>
                          <a:spcPts val="2000"/>
                        </a:lnSpc>
                        <a:spcAft>
                          <a:spcPts val="0"/>
                        </a:spcAft>
                      </a:pPr>
                      <a:r>
                        <a:rPr lang="zh-TW" sz="1400" kern="100" dirty="0">
                          <a:effectLst/>
                          <a:latin typeface="標楷體" pitchFamily="65" charset="-120"/>
                          <a:ea typeface="標楷體" pitchFamily="65" charset="-120"/>
                        </a:rPr>
                        <a:t>人力：社區志工、大旗艦團隊、居民。</a:t>
                      </a:r>
                    </a:p>
                    <a:p>
                      <a:pPr algn="l">
                        <a:lnSpc>
                          <a:spcPts val="2000"/>
                        </a:lnSpc>
                        <a:spcAft>
                          <a:spcPts val="0"/>
                        </a:spcAft>
                      </a:pPr>
                      <a:r>
                        <a:rPr lang="zh-TW" sz="1400" kern="100" dirty="0">
                          <a:effectLst/>
                          <a:latin typeface="標楷體" pitchFamily="65" charset="-120"/>
                          <a:ea typeface="標楷體" pitchFamily="65" charset="-120"/>
                        </a:rPr>
                        <a:t>物力：申請各單位經費補助、個人贊助。</a:t>
                      </a:r>
                    </a:p>
                    <a:p>
                      <a:pPr algn="l">
                        <a:lnSpc>
                          <a:spcPts val="2000"/>
                        </a:lnSpc>
                        <a:spcAft>
                          <a:spcPts val="0"/>
                        </a:spcAft>
                      </a:pPr>
                      <a:r>
                        <a:rPr lang="zh-TW" sz="1400" kern="100" dirty="0">
                          <a:effectLst/>
                          <a:latin typeface="標楷體" pitchFamily="65" charset="-120"/>
                          <a:ea typeface="標楷體" pitchFamily="65" charset="-120"/>
                        </a:rPr>
                        <a:t>財力：申請各單位經費補助、個人及團體贊助</a:t>
                      </a:r>
                    </a:p>
                  </a:txBody>
                  <a:tcPr marL="49101" marR="49101" marT="0" marB="0"/>
                </a:tc>
                <a:tc>
                  <a:txBody>
                    <a:bodyPr/>
                    <a:lstStyle/>
                    <a:p>
                      <a:pPr algn="l">
                        <a:lnSpc>
                          <a:spcPts val="2000"/>
                        </a:lnSpc>
                        <a:spcAft>
                          <a:spcPts val="0"/>
                        </a:spcAft>
                      </a:pPr>
                      <a:r>
                        <a:rPr lang="zh-TW" sz="1400" kern="100" dirty="0">
                          <a:effectLst/>
                          <a:latin typeface="標楷體" pitchFamily="65" charset="-120"/>
                          <a:ea typeface="標楷體" pitchFamily="65" charset="-120"/>
                        </a:rPr>
                        <a:t>成立長青學苑、成長教室、富州韻律班、環保志工隊、守望相助隊，連結在地資源，例如竹山秀傳醫院、紫南宮進行活動支援</a:t>
                      </a:r>
                    </a:p>
                  </a:txBody>
                  <a:tcPr marL="49101" marR="49101" marT="0" marB="0"/>
                </a:tc>
                <a:extLst>
                  <a:ext uri="{0D108BD9-81ED-4DB2-BD59-A6C34878D82A}">
                    <a16:rowId xmlns:a16="http://schemas.microsoft.com/office/drawing/2014/main" val="10001"/>
                  </a:ext>
                </a:extLst>
              </a:tr>
              <a:tr h="2540082">
                <a:tc>
                  <a:txBody>
                    <a:bodyPr/>
                    <a:lstStyle/>
                    <a:p>
                      <a:pPr algn="l">
                        <a:lnSpc>
                          <a:spcPts val="1600"/>
                        </a:lnSpc>
                        <a:spcAft>
                          <a:spcPts val="0"/>
                        </a:spcAft>
                      </a:pPr>
                      <a:r>
                        <a:rPr lang="zh-TW" sz="1400" kern="100" dirty="0">
                          <a:solidFill>
                            <a:srgbClr val="000000"/>
                          </a:solidFill>
                          <a:effectLst/>
                          <a:latin typeface="標楷體" pitchFamily="65" charset="-120"/>
                          <a:ea typeface="標楷體" pitchFamily="65" charset="-120"/>
                        </a:rPr>
                        <a:t>延正</a:t>
                      </a:r>
                    </a:p>
                  </a:txBody>
                  <a:tcPr marL="49101" marR="49101" marT="0" marB="0"/>
                </a:tc>
                <a:tc>
                  <a:txBody>
                    <a:bodyPr/>
                    <a:lstStyle/>
                    <a:p>
                      <a:pPr algn="l">
                        <a:lnSpc>
                          <a:spcPts val="2000"/>
                        </a:lnSpc>
                        <a:spcAft>
                          <a:spcPts val="0"/>
                        </a:spcAft>
                      </a:pPr>
                      <a:r>
                        <a:rPr lang="zh-TW" sz="1400" kern="0">
                          <a:effectLst/>
                          <a:latin typeface="標楷體" pitchFamily="65" charset="-120"/>
                          <a:ea typeface="標楷體" pitchFamily="65" charset="-120"/>
                        </a:rPr>
                        <a:t>延正里主要包含江西林、坪頂埔以及木屐寮三個聚落，延正里內的照鏡山是一個如「ㄈ」字型且向東傾斜的台地。社區內有三座寺廟，分別為護天宮、李勇廟與玉峰寺，平時香火鼎盛，名聞遐邇，為該社區民眾信仰中心以及社區成員集會之場所。</a:t>
                      </a:r>
                      <a:endParaRPr lang="zh-TW" sz="1400" kern="100">
                        <a:effectLst/>
                        <a:latin typeface="標楷體" pitchFamily="65" charset="-120"/>
                        <a:ea typeface="標楷體" pitchFamily="65" charset="-120"/>
                      </a:endParaRPr>
                    </a:p>
                  </a:txBody>
                  <a:tcPr marL="49101" marR="49101" marT="0" marB="0"/>
                </a:tc>
                <a:tc>
                  <a:txBody>
                    <a:bodyPr/>
                    <a:lstStyle/>
                    <a:p>
                      <a:pPr algn="l">
                        <a:lnSpc>
                          <a:spcPts val="2000"/>
                        </a:lnSpc>
                        <a:spcAft>
                          <a:spcPts val="0"/>
                        </a:spcAft>
                      </a:pPr>
                      <a:r>
                        <a:rPr lang="zh-TW" sz="1400" kern="100">
                          <a:effectLst/>
                          <a:latin typeface="標楷體" pitchFamily="65" charset="-120"/>
                          <a:ea typeface="標楷體" pitchFamily="65" charset="-120"/>
                        </a:rPr>
                        <a:t>福利人口群</a:t>
                      </a:r>
                      <a:r>
                        <a:rPr lang="en-US" sz="1400" kern="100">
                          <a:effectLst/>
                          <a:latin typeface="標楷體" pitchFamily="65" charset="-120"/>
                          <a:ea typeface="標楷體" pitchFamily="65" charset="-120"/>
                        </a:rPr>
                        <a:t>(</a:t>
                      </a:r>
                      <a:r>
                        <a:rPr lang="zh-TW" sz="1400" kern="100">
                          <a:effectLst/>
                          <a:latin typeface="標楷體" pitchFamily="65" charset="-120"/>
                          <a:ea typeface="標楷體" pitchFamily="65" charset="-120"/>
                        </a:rPr>
                        <a:t>老人、婦女、身心障礙者</a:t>
                      </a:r>
                      <a:r>
                        <a:rPr lang="en-US" sz="1400" kern="100">
                          <a:effectLst/>
                          <a:latin typeface="標楷體" pitchFamily="65" charset="-120"/>
                          <a:ea typeface="標楷體" pitchFamily="65" charset="-120"/>
                        </a:rPr>
                        <a:t>)</a:t>
                      </a:r>
                      <a:r>
                        <a:rPr lang="zh-TW" sz="1400" kern="100">
                          <a:effectLst/>
                          <a:latin typeface="標楷體" pitchFamily="65" charset="-120"/>
                          <a:ea typeface="標楷體" pitchFamily="65" charset="-120"/>
                        </a:rPr>
                        <a:t>及社區民眾</a:t>
                      </a:r>
                    </a:p>
                  </a:txBody>
                  <a:tcPr marL="49101" marR="49101" marT="0" marB="0"/>
                </a:tc>
                <a:tc>
                  <a:txBody>
                    <a:bodyPr/>
                    <a:lstStyle/>
                    <a:p>
                      <a:pPr algn="l">
                        <a:lnSpc>
                          <a:spcPts val="2000"/>
                        </a:lnSpc>
                        <a:spcAft>
                          <a:spcPts val="0"/>
                        </a:spcAft>
                      </a:pPr>
                      <a:r>
                        <a:rPr lang="zh-TW" sz="1400" kern="100" dirty="0">
                          <a:effectLst/>
                          <a:latin typeface="標楷體" pitchFamily="65" charset="-120"/>
                          <a:ea typeface="標楷體" pitchFamily="65" charset="-120"/>
                        </a:rPr>
                        <a:t>關懷據點</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週一到週五</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、集中用餐、辦理節慶活動、社區產業、社區環境清潔、婦女成長教室、兒童茶藝課程</a:t>
                      </a:r>
                    </a:p>
                  </a:txBody>
                  <a:tcPr marL="49101" marR="49101" marT="0" marB="0"/>
                </a:tc>
                <a:tc>
                  <a:txBody>
                    <a:bodyPr/>
                    <a:lstStyle/>
                    <a:p>
                      <a:pPr algn="l">
                        <a:lnSpc>
                          <a:spcPts val="2000"/>
                        </a:lnSpc>
                        <a:spcAft>
                          <a:spcPts val="0"/>
                        </a:spcAft>
                      </a:pPr>
                      <a:r>
                        <a:rPr lang="zh-TW" sz="1400" kern="100" dirty="0">
                          <a:effectLst/>
                          <a:latin typeface="標楷體" pitchFamily="65" charset="-120"/>
                          <a:ea typeface="標楷體" pitchFamily="65" charset="-120"/>
                        </a:rPr>
                        <a:t>人力：社區志工、大旗艦團隊、居民、會員、家政班。</a:t>
                      </a:r>
                    </a:p>
                    <a:p>
                      <a:pPr algn="l">
                        <a:lnSpc>
                          <a:spcPts val="2000"/>
                        </a:lnSpc>
                        <a:spcAft>
                          <a:spcPts val="0"/>
                        </a:spcAft>
                      </a:pPr>
                      <a:r>
                        <a:rPr lang="zh-TW" sz="1400" kern="100" dirty="0">
                          <a:effectLst/>
                          <a:latin typeface="標楷體" pitchFamily="65" charset="-120"/>
                          <a:ea typeface="標楷體" pitchFamily="65" charset="-120"/>
                        </a:rPr>
                        <a:t>物力：申請向各單位經費補助、個人贊助。</a:t>
                      </a:r>
                    </a:p>
                    <a:p>
                      <a:pPr algn="l">
                        <a:lnSpc>
                          <a:spcPts val="2000"/>
                        </a:lnSpc>
                        <a:spcAft>
                          <a:spcPts val="0"/>
                        </a:spcAft>
                      </a:pPr>
                      <a:r>
                        <a:rPr lang="zh-TW" sz="1400" kern="100" dirty="0">
                          <a:effectLst/>
                          <a:latin typeface="標楷體" pitchFamily="65" charset="-120"/>
                          <a:ea typeface="標楷體" pitchFamily="65" charset="-120"/>
                        </a:rPr>
                        <a:t>財力：申請各單位經費補助、個人及團體贊助。參訪導覽收入、販售社區產業。</a:t>
                      </a:r>
                    </a:p>
                  </a:txBody>
                  <a:tcPr marL="49101" marR="49101"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社區環保志工，關懷據點志工。縣府、公所、學校、農會、竹山鎮各社團</a:t>
                      </a:r>
                    </a:p>
                  </a:txBody>
                  <a:tcPr marL="49101" marR="49101" marT="0" marB="0"/>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06552427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標題 1"/>
          <p:cNvSpPr>
            <a:spLocks noGrp="1"/>
          </p:cNvSpPr>
          <p:nvPr>
            <p:ph type="title"/>
          </p:nvPr>
        </p:nvSpPr>
        <p:spPr>
          <a:xfrm>
            <a:off x="2484438" y="-242888"/>
            <a:ext cx="5183187" cy="1143001"/>
          </a:xfrm>
        </p:spPr>
        <p:txBody>
          <a:bodyPr/>
          <a:lstStyle/>
          <a:p>
            <a:pPr algn="l" eaLnBrk="1" hangingPunct="1"/>
            <a:r>
              <a:rPr lang="zh-TW" altLang="en-US" sz="3600" dirty="0">
                <a:solidFill>
                  <a:srgbClr val="FFFFFF"/>
                </a:solidFill>
                <a:latin typeface="標楷體" pitchFamily="65" charset="-120"/>
                <a:ea typeface="標楷體" pitchFamily="65" charset="-120"/>
              </a:rPr>
              <a:t>旗艦社區整體概況</a:t>
            </a:r>
            <a:endParaRPr lang="zh-TW" altLang="en-US" dirty="0">
              <a:solidFill>
                <a:srgbClr val="7030A0"/>
              </a:solidFill>
              <a:latin typeface="標楷體" pitchFamily="65" charset="-120"/>
              <a:ea typeface="標楷體" pitchFamily="65" charset="-120"/>
            </a:endParaRPr>
          </a:p>
        </p:txBody>
      </p:sp>
      <p:graphicFrame>
        <p:nvGraphicFramePr>
          <p:cNvPr id="3" name="表格 2"/>
          <p:cNvGraphicFramePr>
            <a:graphicFrameLocks noGrp="1"/>
          </p:cNvGraphicFramePr>
          <p:nvPr/>
        </p:nvGraphicFramePr>
        <p:xfrm>
          <a:off x="395288" y="981075"/>
          <a:ext cx="8424861" cy="5510214"/>
        </p:xfrm>
        <a:graphic>
          <a:graphicData uri="http://schemas.openxmlformats.org/drawingml/2006/table">
            <a:tbl>
              <a:tblPr firstRow="1" firstCol="1" bandRow="1">
                <a:tableStyleId>{5C22544A-7EE6-4342-B048-85BDC9FD1C3A}</a:tableStyleId>
              </a:tblPr>
              <a:tblGrid>
                <a:gridCol w="320947">
                  <a:extLst>
                    <a:ext uri="{9D8B030D-6E8A-4147-A177-3AD203B41FA5}">
                      <a16:colId xmlns:a16="http://schemas.microsoft.com/office/drawing/2014/main" val="20000"/>
                    </a:ext>
                  </a:extLst>
                </a:gridCol>
                <a:gridCol w="2086156">
                  <a:extLst>
                    <a:ext uri="{9D8B030D-6E8A-4147-A177-3AD203B41FA5}">
                      <a16:colId xmlns:a16="http://schemas.microsoft.com/office/drawing/2014/main" val="20001"/>
                    </a:ext>
                  </a:extLst>
                </a:gridCol>
                <a:gridCol w="1524499">
                  <a:extLst>
                    <a:ext uri="{9D8B030D-6E8A-4147-A177-3AD203B41FA5}">
                      <a16:colId xmlns:a16="http://schemas.microsoft.com/office/drawing/2014/main" val="20002"/>
                    </a:ext>
                  </a:extLst>
                </a:gridCol>
                <a:gridCol w="1364025">
                  <a:extLst>
                    <a:ext uri="{9D8B030D-6E8A-4147-A177-3AD203B41FA5}">
                      <a16:colId xmlns:a16="http://schemas.microsoft.com/office/drawing/2014/main" val="20003"/>
                    </a:ext>
                  </a:extLst>
                </a:gridCol>
                <a:gridCol w="1765209">
                  <a:extLst>
                    <a:ext uri="{9D8B030D-6E8A-4147-A177-3AD203B41FA5}">
                      <a16:colId xmlns:a16="http://schemas.microsoft.com/office/drawing/2014/main" val="20004"/>
                    </a:ext>
                  </a:extLst>
                </a:gridCol>
                <a:gridCol w="1364025">
                  <a:extLst>
                    <a:ext uri="{9D8B030D-6E8A-4147-A177-3AD203B41FA5}">
                      <a16:colId xmlns:a16="http://schemas.microsoft.com/office/drawing/2014/main" val="20005"/>
                    </a:ext>
                  </a:extLst>
                </a:gridCol>
              </a:tblGrid>
              <a:tr h="609684">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社區</a:t>
                      </a:r>
                    </a:p>
                    <a:p>
                      <a:pPr algn="ctr">
                        <a:lnSpc>
                          <a:spcPts val="1600"/>
                        </a:lnSpc>
                        <a:spcAft>
                          <a:spcPts val="0"/>
                        </a:spcAft>
                      </a:pPr>
                      <a:endParaRPr lang="zh-TW" sz="1400" kern="100" dirty="0">
                        <a:solidFill>
                          <a:srgbClr val="000000"/>
                        </a:solidFill>
                        <a:effectLst/>
                        <a:latin typeface="標楷體" pitchFamily="65" charset="-120"/>
                        <a:ea typeface="標楷體" pitchFamily="65" charset="-120"/>
                      </a:endParaRPr>
                    </a:p>
                  </a:txBody>
                  <a:tcPr marL="64814" marR="64814"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社區特性</a:t>
                      </a:r>
                    </a:p>
                  </a:txBody>
                  <a:tcPr marL="64814" marR="64814"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服務對象</a:t>
                      </a:r>
                    </a:p>
                  </a:txBody>
                  <a:tcPr marL="64814" marR="64814"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服務內容</a:t>
                      </a:r>
                    </a:p>
                  </a:txBody>
                  <a:tcPr marL="64814" marR="64814"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資源狀況</a:t>
                      </a:r>
                    </a:p>
                    <a:p>
                      <a:pPr algn="ctr">
                        <a:lnSpc>
                          <a:spcPts val="1600"/>
                        </a:lnSpc>
                        <a:spcAft>
                          <a:spcPts val="0"/>
                        </a:spcAft>
                      </a:pPr>
                      <a:r>
                        <a:rPr lang="en-US" sz="1400" kern="100" dirty="0">
                          <a:solidFill>
                            <a:srgbClr val="000000"/>
                          </a:solidFill>
                          <a:effectLst/>
                          <a:latin typeface="標楷體" pitchFamily="65" charset="-120"/>
                          <a:ea typeface="標楷體" pitchFamily="65" charset="-120"/>
                        </a:rPr>
                        <a:t>(</a:t>
                      </a:r>
                      <a:r>
                        <a:rPr lang="zh-TW" sz="1400" kern="100" dirty="0">
                          <a:solidFill>
                            <a:srgbClr val="000000"/>
                          </a:solidFill>
                          <a:effectLst/>
                          <a:latin typeface="標楷體" pitchFamily="65" charset="-120"/>
                          <a:ea typeface="標楷體" pitchFamily="65" charset="-120"/>
                        </a:rPr>
                        <a:t>人力、物力、財力</a:t>
                      </a:r>
                      <a:r>
                        <a:rPr lang="en-US" sz="1400" kern="100" dirty="0">
                          <a:solidFill>
                            <a:srgbClr val="000000"/>
                          </a:solidFill>
                          <a:effectLst/>
                          <a:latin typeface="標楷體" pitchFamily="65" charset="-120"/>
                          <a:ea typeface="標楷體" pitchFamily="65" charset="-120"/>
                        </a:rPr>
                        <a:t>)</a:t>
                      </a:r>
                      <a:endParaRPr lang="zh-TW" sz="1400" kern="100" dirty="0">
                        <a:solidFill>
                          <a:srgbClr val="000000"/>
                        </a:solidFill>
                        <a:effectLst/>
                        <a:latin typeface="標楷體" pitchFamily="65" charset="-120"/>
                        <a:ea typeface="標楷體" pitchFamily="65" charset="-120"/>
                      </a:endParaRPr>
                    </a:p>
                  </a:txBody>
                  <a:tcPr marL="64814" marR="64814"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資源連結</a:t>
                      </a:r>
                    </a:p>
                    <a:p>
                      <a:pPr algn="ctr">
                        <a:lnSpc>
                          <a:spcPts val="1600"/>
                        </a:lnSpc>
                        <a:spcAft>
                          <a:spcPts val="0"/>
                        </a:spcAft>
                      </a:pPr>
                      <a:r>
                        <a:rPr lang="zh-TW" sz="1400" kern="100" dirty="0">
                          <a:solidFill>
                            <a:srgbClr val="000000"/>
                          </a:solidFill>
                          <a:effectLst/>
                          <a:latin typeface="標楷體" pitchFamily="65" charset="-120"/>
                          <a:ea typeface="標楷體" pitchFamily="65" charset="-120"/>
                        </a:rPr>
                        <a:t>與分工</a:t>
                      </a:r>
                    </a:p>
                  </a:txBody>
                  <a:tcPr marL="64814" marR="64814" marT="0" marB="0"/>
                </a:tc>
                <a:extLst>
                  <a:ext uri="{0D108BD9-81ED-4DB2-BD59-A6C34878D82A}">
                    <a16:rowId xmlns:a16="http://schemas.microsoft.com/office/drawing/2014/main" val="10000"/>
                  </a:ext>
                </a:extLst>
              </a:tr>
              <a:tr h="1524211">
                <a:tc>
                  <a:txBody>
                    <a:bodyPr/>
                    <a:lstStyle/>
                    <a:p>
                      <a:pPr algn="l">
                        <a:lnSpc>
                          <a:spcPts val="1600"/>
                        </a:lnSpc>
                        <a:spcAft>
                          <a:spcPts val="0"/>
                        </a:spcAft>
                      </a:pPr>
                      <a:r>
                        <a:rPr lang="zh-TW" sz="1400" kern="100" dirty="0">
                          <a:solidFill>
                            <a:srgbClr val="000000"/>
                          </a:solidFill>
                          <a:effectLst/>
                          <a:latin typeface="標楷體" pitchFamily="65" charset="-120"/>
                          <a:ea typeface="標楷體" pitchFamily="65" charset="-120"/>
                        </a:rPr>
                        <a:t>竹山</a:t>
                      </a:r>
                    </a:p>
                  </a:txBody>
                  <a:tcPr marL="64814" marR="64814" marT="0" marB="0"/>
                </a:tc>
                <a:tc>
                  <a:txBody>
                    <a:bodyPr/>
                    <a:lstStyle/>
                    <a:p>
                      <a:pPr algn="l">
                        <a:lnSpc>
                          <a:spcPts val="2000"/>
                        </a:lnSpc>
                        <a:spcAft>
                          <a:spcPts val="0"/>
                        </a:spcAft>
                      </a:pPr>
                      <a:r>
                        <a:rPr lang="zh-TW" sz="1400" kern="0" dirty="0">
                          <a:effectLst/>
                          <a:latin typeface="標楷體" pitchFamily="65" charset="-120"/>
                          <a:ea typeface="標楷體" pitchFamily="65" charset="-120"/>
                        </a:rPr>
                        <a:t>社區位於南投縣竹山鎮之市中心，屬鎮內鬧區精華地段，轄內皆為商業區，商業活動眾多。公所將第一公有市場活化，提供社區居民</a:t>
                      </a:r>
                      <a:r>
                        <a:rPr lang="zh-TW" sz="1400" kern="100" dirty="0">
                          <a:effectLst/>
                          <a:latin typeface="標楷體" pitchFamily="65" charset="-120"/>
                          <a:ea typeface="標楷體" pitchFamily="65" charset="-120"/>
                        </a:rPr>
                        <a:t>辦理活動之場</a:t>
                      </a:r>
                      <a:r>
                        <a:rPr lang="zh-TW" sz="1400" kern="0" dirty="0">
                          <a:effectLst/>
                          <a:latin typeface="標楷體" pitchFamily="65" charset="-120"/>
                          <a:ea typeface="標楷體" pitchFamily="65" charset="-120"/>
                        </a:rPr>
                        <a:t>所</a:t>
                      </a:r>
                      <a:r>
                        <a:rPr lang="zh-TW" sz="1400" kern="100" dirty="0">
                          <a:effectLst/>
                          <a:latin typeface="標楷體" pitchFamily="65" charset="-120"/>
                          <a:ea typeface="標楷體" pitchFamily="65" charset="-120"/>
                        </a:rPr>
                        <a:t>。</a:t>
                      </a:r>
                    </a:p>
                  </a:txBody>
                  <a:tcPr marL="64814" marR="64814"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福利人口群</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老人、婦女、身心障礙者、新住民</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及社區民眾</a:t>
                      </a:r>
                    </a:p>
                  </a:txBody>
                  <a:tcPr marL="64814" marR="64814"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社區關懷據點、辦理節慶活動、社區產業發展等</a:t>
                      </a:r>
                    </a:p>
                  </a:txBody>
                  <a:tcPr marL="64814" marR="64814" marT="0" marB="0"/>
                </a:tc>
                <a:tc>
                  <a:txBody>
                    <a:bodyPr/>
                    <a:lstStyle/>
                    <a:p>
                      <a:pPr algn="l">
                        <a:lnSpc>
                          <a:spcPts val="2000"/>
                        </a:lnSpc>
                        <a:spcAft>
                          <a:spcPts val="0"/>
                        </a:spcAft>
                      </a:pPr>
                      <a:r>
                        <a:rPr lang="zh-TW" sz="1400" kern="100">
                          <a:effectLst/>
                          <a:latin typeface="標楷體" pitchFamily="65" charset="-120"/>
                          <a:ea typeface="標楷體" pitchFamily="65" charset="-120"/>
                        </a:rPr>
                        <a:t>竹山第一公有市場、竹山農會、竹山分局、竹山郵局、廟宇</a:t>
                      </a:r>
                    </a:p>
                  </a:txBody>
                  <a:tcPr marL="64814" marR="64814"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社區環保志工，關懷據點志工。</a:t>
                      </a:r>
                    </a:p>
                  </a:txBody>
                  <a:tcPr marL="64814" marR="64814" marT="0" marB="0"/>
                </a:tc>
                <a:extLst>
                  <a:ext uri="{0D108BD9-81ED-4DB2-BD59-A6C34878D82A}">
                    <a16:rowId xmlns:a16="http://schemas.microsoft.com/office/drawing/2014/main" val="10001"/>
                  </a:ext>
                </a:extLst>
              </a:tr>
              <a:tr h="2032281">
                <a:tc>
                  <a:txBody>
                    <a:bodyPr/>
                    <a:lstStyle/>
                    <a:p>
                      <a:pPr algn="l">
                        <a:lnSpc>
                          <a:spcPts val="1600"/>
                        </a:lnSpc>
                        <a:spcAft>
                          <a:spcPts val="0"/>
                        </a:spcAft>
                      </a:pPr>
                      <a:r>
                        <a:rPr lang="zh-TW" sz="1400" kern="100" dirty="0">
                          <a:solidFill>
                            <a:srgbClr val="000000"/>
                          </a:solidFill>
                          <a:effectLst/>
                          <a:latin typeface="標楷體" pitchFamily="65" charset="-120"/>
                          <a:ea typeface="標楷體" pitchFamily="65" charset="-120"/>
                        </a:rPr>
                        <a:t>山崇</a:t>
                      </a:r>
                    </a:p>
                  </a:txBody>
                  <a:tcPr marL="64814" marR="64814" marT="0" marB="0"/>
                </a:tc>
                <a:tc>
                  <a:txBody>
                    <a:bodyPr/>
                    <a:lstStyle/>
                    <a:p>
                      <a:pPr algn="l">
                        <a:lnSpc>
                          <a:spcPts val="2000"/>
                        </a:lnSpc>
                        <a:spcAft>
                          <a:spcPts val="0"/>
                        </a:spcAft>
                      </a:pPr>
                      <a:r>
                        <a:rPr lang="zh-TW" sz="1400" kern="100">
                          <a:effectLst/>
                          <a:latin typeface="標楷體" pitchFamily="65" charset="-120"/>
                          <a:ea typeface="標楷體" pitchFamily="65" charset="-120"/>
                        </a:rPr>
                        <a:t>社區位於南投縣竹山鎮之偏北邊村落</a:t>
                      </a:r>
                      <a:r>
                        <a:rPr lang="en-US" sz="1400" kern="100">
                          <a:effectLst/>
                          <a:latin typeface="標楷體" pitchFamily="65" charset="-120"/>
                          <a:ea typeface="標楷體" pitchFamily="65" charset="-120"/>
                        </a:rPr>
                        <a:t>-</a:t>
                      </a:r>
                      <a:r>
                        <a:rPr lang="zh-TW" sz="1400" kern="100">
                          <a:effectLst/>
                          <a:latin typeface="標楷體" pitchFamily="65" charset="-120"/>
                          <a:ea typeface="標楷體" pitchFamily="65" charset="-120"/>
                        </a:rPr>
                        <a:t>山崇里，本里內區分山崇及和興二社區，社區山林占全部面積之</a:t>
                      </a:r>
                      <a:r>
                        <a:rPr lang="en-US" sz="1400" kern="100">
                          <a:effectLst/>
                          <a:latin typeface="標楷體" pitchFamily="65" charset="-120"/>
                          <a:ea typeface="標楷體" pitchFamily="65" charset="-120"/>
                        </a:rPr>
                        <a:t>80%</a:t>
                      </a:r>
                      <a:r>
                        <a:rPr lang="zh-TW" sz="1400" kern="100">
                          <a:effectLst/>
                          <a:latin typeface="標楷體" pitchFamily="65" charset="-120"/>
                          <a:ea typeface="標楷體" pitchFamily="65" charset="-120"/>
                        </a:rPr>
                        <a:t>，以盛產竹子而得名。天然資源豐盛，居民勤儉，創造出繁榮安定和諧的社區。</a:t>
                      </a:r>
                    </a:p>
                  </a:txBody>
                  <a:tcPr marL="64814" marR="64814"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福利人口群</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兒少、老人、婦女、身心障礙者</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及社區民眾</a:t>
                      </a:r>
                    </a:p>
                  </a:txBody>
                  <a:tcPr marL="64814" marR="64814"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社區關懷據點、辦理節慶活動、社區產業發展等</a:t>
                      </a:r>
                    </a:p>
                  </a:txBody>
                  <a:tcPr marL="64814" marR="64814"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社區活動中心、社寮國小、社寮國中、寺廟</a:t>
                      </a:r>
                    </a:p>
                  </a:txBody>
                  <a:tcPr marL="64814" marR="64814" marT="0" marB="0"/>
                </a:tc>
                <a:tc>
                  <a:txBody>
                    <a:bodyPr/>
                    <a:lstStyle/>
                    <a:p>
                      <a:pPr algn="l">
                        <a:lnSpc>
                          <a:spcPts val="2000"/>
                        </a:lnSpc>
                        <a:spcAft>
                          <a:spcPts val="0"/>
                        </a:spcAft>
                      </a:pPr>
                      <a:r>
                        <a:rPr lang="zh-TW" sz="1400" kern="100">
                          <a:effectLst/>
                          <a:latin typeface="標楷體" pitchFamily="65" charset="-120"/>
                          <a:ea typeface="標楷體" pitchFamily="65" charset="-120"/>
                        </a:rPr>
                        <a:t>社區環保志工，關懷據點志工。</a:t>
                      </a:r>
                    </a:p>
                  </a:txBody>
                  <a:tcPr marL="64814" marR="64814" marT="0" marB="0"/>
                </a:tc>
                <a:extLst>
                  <a:ext uri="{0D108BD9-81ED-4DB2-BD59-A6C34878D82A}">
                    <a16:rowId xmlns:a16="http://schemas.microsoft.com/office/drawing/2014/main" val="10002"/>
                  </a:ext>
                </a:extLst>
              </a:tr>
              <a:tr h="1344038">
                <a:tc>
                  <a:txBody>
                    <a:bodyPr/>
                    <a:lstStyle/>
                    <a:p>
                      <a:pPr algn="l">
                        <a:lnSpc>
                          <a:spcPts val="1600"/>
                        </a:lnSpc>
                        <a:spcAft>
                          <a:spcPts val="0"/>
                        </a:spcAft>
                      </a:pPr>
                      <a:r>
                        <a:rPr lang="zh-TW" sz="1400" kern="100" dirty="0">
                          <a:solidFill>
                            <a:srgbClr val="000000"/>
                          </a:solidFill>
                          <a:effectLst/>
                          <a:latin typeface="標楷體" pitchFamily="65" charset="-120"/>
                          <a:ea typeface="標楷體" pitchFamily="65" charset="-120"/>
                        </a:rPr>
                        <a:t>中崎</a:t>
                      </a:r>
                    </a:p>
                  </a:txBody>
                  <a:tcPr marL="64814" marR="64814" marT="0" marB="0"/>
                </a:tc>
                <a:tc>
                  <a:txBody>
                    <a:bodyPr/>
                    <a:lstStyle/>
                    <a:p>
                      <a:pPr algn="l">
                        <a:lnSpc>
                          <a:spcPts val="2000"/>
                        </a:lnSpc>
                        <a:spcAft>
                          <a:spcPts val="0"/>
                        </a:spcAft>
                      </a:pPr>
                      <a:r>
                        <a:rPr lang="zh-TW" sz="1400" kern="100">
                          <a:effectLst/>
                          <a:latin typeface="標楷體" pitchFamily="65" charset="-120"/>
                          <a:ea typeface="標楷體" pitchFamily="65" charset="-120"/>
                        </a:rPr>
                        <a:t>社區居民多以農為業，收入以農產品為主。社區結合在地特產製作竹琴樂器，並</a:t>
                      </a:r>
                      <a:r>
                        <a:rPr lang="zh-HK" sz="1400" kern="100">
                          <a:effectLst/>
                          <a:latin typeface="標楷體" pitchFamily="65" charset="-120"/>
                          <a:ea typeface="標楷體" pitchFamily="65" charset="-120"/>
                        </a:rPr>
                        <a:t>以推廣</a:t>
                      </a:r>
                      <a:r>
                        <a:rPr lang="zh-TW" sz="1400" kern="100">
                          <a:effectLst/>
                          <a:latin typeface="標楷體" pitchFamily="65" charset="-120"/>
                          <a:ea typeface="標楷體" pitchFamily="65" charset="-120"/>
                        </a:rPr>
                        <a:t>兒少</a:t>
                      </a:r>
                      <a:r>
                        <a:rPr lang="zh-HK" sz="1400" kern="100">
                          <a:effectLst/>
                          <a:latin typeface="標楷體" pitchFamily="65" charset="-120"/>
                          <a:ea typeface="標楷體" pitchFamily="65" charset="-120"/>
                        </a:rPr>
                        <a:t>竹琴樂器演出</a:t>
                      </a:r>
                      <a:r>
                        <a:rPr lang="zh-TW" sz="1400" kern="100">
                          <a:effectLst/>
                          <a:latin typeface="標楷體" pitchFamily="65" charset="-120"/>
                          <a:ea typeface="標楷體" pitchFamily="65" charset="-120"/>
                        </a:rPr>
                        <a:t>，</a:t>
                      </a:r>
                      <a:r>
                        <a:rPr lang="zh-HK" sz="1400" kern="100">
                          <a:effectLst/>
                          <a:latin typeface="標楷體" pitchFamily="65" charset="-120"/>
                          <a:ea typeface="標楷體" pitchFamily="65" charset="-120"/>
                        </a:rPr>
                        <a:t>展現地方竹藝特色。</a:t>
                      </a:r>
                      <a:endParaRPr lang="zh-TW" sz="1400" kern="100">
                        <a:effectLst/>
                        <a:latin typeface="標楷體" pitchFamily="65" charset="-120"/>
                        <a:ea typeface="標楷體" pitchFamily="65" charset="-120"/>
                      </a:endParaRPr>
                    </a:p>
                  </a:txBody>
                  <a:tcPr marL="64814" marR="64814" marT="0" marB="0"/>
                </a:tc>
                <a:tc>
                  <a:txBody>
                    <a:bodyPr/>
                    <a:lstStyle/>
                    <a:p>
                      <a:pPr algn="l">
                        <a:lnSpc>
                          <a:spcPts val="2000"/>
                        </a:lnSpc>
                        <a:spcAft>
                          <a:spcPts val="0"/>
                        </a:spcAft>
                      </a:pPr>
                      <a:r>
                        <a:rPr lang="zh-TW" sz="1400" kern="100">
                          <a:effectLst/>
                          <a:latin typeface="標楷體" pitchFamily="65" charset="-120"/>
                          <a:ea typeface="標楷體" pitchFamily="65" charset="-120"/>
                        </a:rPr>
                        <a:t>福利人口群</a:t>
                      </a:r>
                      <a:r>
                        <a:rPr lang="en-US" sz="1400" kern="100">
                          <a:effectLst/>
                          <a:latin typeface="標楷體" pitchFamily="65" charset="-120"/>
                          <a:ea typeface="標楷體" pitchFamily="65" charset="-120"/>
                        </a:rPr>
                        <a:t>(</a:t>
                      </a:r>
                      <a:r>
                        <a:rPr lang="zh-TW" sz="1400" kern="100">
                          <a:effectLst/>
                          <a:latin typeface="標楷體" pitchFamily="65" charset="-120"/>
                          <a:ea typeface="標楷體" pitchFamily="65" charset="-120"/>
                        </a:rPr>
                        <a:t>兒少、老人、婦女、身心障礙者</a:t>
                      </a:r>
                      <a:r>
                        <a:rPr lang="en-US" sz="1400" kern="100">
                          <a:effectLst/>
                          <a:latin typeface="標楷體" pitchFamily="65" charset="-120"/>
                          <a:ea typeface="標楷體" pitchFamily="65" charset="-120"/>
                        </a:rPr>
                        <a:t>)</a:t>
                      </a:r>
                      <a:r>
                        <a:rPr lang="zh-TW" sz="1400" kern="100">
                          <a:effectLst/>
                          <a:latin typeface="標楷體" pitchFamily="65" charset="-120"/>
                          <a:ea typeface="標楷體" pitchFamily="65" charset="-120"/>
                        </a:rPr>
                        <a:t>及社區民眾</a:t>
                      </a:r>
                    </a:p>
                  </a:txBody>
                  <a:tcPr marL="64814" marR="64814" marT="0" marB="0"/>
                </a:tc>
                <a:tc>
                  <a:txBody>
                    <a:bodyPr/>
                    <a:lstStyle/>
                    <a:p>
                      <a:pPr algn="l">
                        <a:lnSpc>
                          <a:spcPts val="2000"/>
                        </a:lnSpc>
                        <a:spcAft>
                          <a:spcPts val="0"/>
                        </a:spcAft>
                      </a:pPr>
                      <a:r>
                        <a:rPr lang="zh-TW" sz="1400" kern="100">
                          <a:effectLst/>
                          <a:latin typeface="標楷體" pitchFamily="65" charset="-120"/>
                          <a:ea typeface="標楷體" pitchFamily="65" charset="-120"/>
                        </a:rPr>
                        <a:t>社區關懷據點、辦理節慶活動、社區產業發展等</a:t>
                      </a:r>
                    </a:p>
                  </a:txBody>
                  <a:tcPr marL="64814" marR="64814" marT="0" marB="0"/>
                </a:tc>
                <a:tc>
                  <a:txBody>
                    <a:bodyPr/>
                    <a:lstStyle/>
                    <a:p>
                      <a:pPr algn="l">
                        <a:lnSpc>
                          <a:spcPts val="2000"/>
                        </a:lnSpc>
                        <a:spcAft>
                          <a:spcPts val="0"/>
                        </a:spcAft>
                      </a:pPr>
                      <a:r>
                        <a:rPr lang="zh-TW" sz="1400" kern="100" spc="50" dirty="0">
                          <a:effectLst/>
                          <a:latin typeface="標楷體" pitchFamily="65" charset="-120"/>
                          <a:ea typeface="標楷體" pitchFamily="65" charset="-120"/>
                        </a:rPr>
                        <a:t>中和國小、救國團竹山團委會、東華醫院、大湖社區、五塊社區、營南社區</a:t>
                      </a:r>
                      <a:endParaRPr lang="zh-TW" sz="1400" kern="100" dirty="0">
                        <a:effectLst/>
                        <a:latin typeface="標楷體" pitchFamily="65" charset="-120"/>
                        <a:ea typeface="標楷體" pitchFamily="65" charset="-120"/>
                      </a:endParaRPr>
                    </a:p>
                  </a:txBody>
                  <a:tcPr marL="64814" marR="64814" marT="0" marB="0"/>
                </a:tc>
                <a:tc>
                  <a:txBody>
                    <a:bodyPr/>
                    <a:lstStyle/>
                    <a:p>
                      <a:pPr algn="l">
                        <a:lnSpc>
                          <a:spcPts val="2000"/>
                        </a:lnSpc>
                        <a:spcAft>
                          <a:spcPts val="0"/>
                        </a:spcAft>
                      </a:pPr>
                      <a:r>
                        <a:rPr lang="zh-TW" sz="1400" kern="100" dirty="0">
                          <a:effectLst/>
                          <a:latin typeface="標楷體" pitchFamily="65" charset="-120"/>
                          <a:ea typeface="標楷體" pitchFamily="65" charset="-120"/>
                        </a:rPr>
                        <a:t>社區環保志工，關懷據點志工。</a:t>
                      </a:r>
                    </a:p>
                  </a:txBody>
                  <a:tcPr marL="64814" marR="64814" marT="0" marB="0"/>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39141478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標題 1"/>
          <p:cNvSpPr>
            <a:spLocks noGrp="1"/>
          </p:cNvSpPr>
          <p:nvPr>
            <p:ph type="title"/>
          </p:nvPr>
        </p:nvSpPr>
        <p:spPr>
          <a:xfrm>
            <a:off x="2195513" y="-242888"/>
            <a:ext cx="7497762" cy="1143001"/>
          </a:xfrm>
        </p:spPr>
        <p:txBody>
          <a:bodyPr/>
          <a:lstStyle/>
          <a:p>
            <a:pPr algn="l" eaLnBrk="1" hangingPunct="1"/>
            <a:r>
              <a:rPr lang="zh-TW" altLang="en-US" sz="3600" dirty="0">
                <a:solidFill>
                  <a:srgbClr val="FFFFFF"/>
                </a:solidFill>
                <a:latin typeface="標楷體" pitchFamily="65" charset="-120"/>
                <a:ea typeface="標楷體" pitchFamily="65" charset="-120"/>
              </a:rPr>
              <a:t>旗艦社區整體概況</a:t>
            </a:r>
            <a:endParaRPr lang="zh-TW" altLang="en-US" dirty="0">
              <a:solidFill>
                <a:srgbClr val="7030A0"/>
              </a:solidFill>
              <a:latin typeface="標楷體" pitchFamily="65" charset="-120"/>
              <a:ea typeface="標楷體" pitchFamily="65" charset="-120"/>
            </a:endParaRPr>
          </a:p>
        </p:txBody>
      </p:sp>
      <p:graphicFrame>
        <p:nvGraphicFramePr>
          <p:cNvPr id="3" name="表格 2"/>
          <p:cNvGraphicFramePr>
            <a:graphicFrameLocks noGrp="1"/>
          </p:cNvGraphicFramePr>
          <p:nvPr/>
        </p:nvGraphicFramePr>
        <p:xfrm>
          <a:off x="395288" y="981075"/>
          <a:ext cx="8496300" cy="5689607"/>
        </p:xfrm>
        <a:graphic>
          <a:graphicData uri="http://schemas.openxmlformats.org/drawingml/2006/table">
            <a:tbl>
              <a:tblPr firstRow="1" firstCol="1" bandRow="1">
                <a:tableStyleId>{5C22544A-7EE6-4342-B048-85BDC9FD1C3A}</a:tableStyleId>
              </a:tblPr>
              <a:tblGrid>
                <a:gridCol w="360051">
                  <a:extLst>
                    <a:ext uri="{9D8B030D-6E8A-4147-A177-3AD203B41FA5}">
                      <a16:colId xmlns:a16="http://schemas.microsoft.com/office/drawing/2014/main" val="20000"/>
                    </a:ext>
                  </a:extLst>
                </a:gridCol>
                <a:gridCol w="2807999">
                  <a:extLst>
                    <a:ext uri="{9D8B030D-6E8A-4147-A177-3AD203B41FA5}">
                      <a16:colId xmlns:a16="http://schemas.microsoft.com/office/drawing/2014/main" val="20001"/>
                    </a:ext>
                  </a:extLst>
                </a:gridCol>
                <a:gridCol w="1296061">
                  <a:extLst>
                    <a:ext uri="{9D8B030D-6E8A-4147-A177-3AD203B41FA5}">
                      <a16:colId xmlns:a16="http://schemas.microsoft.com/office/drawing/2014/main" val="20002"/>
                    </a:ext>
                  </a:extLst>
                </a:gridCol>
                <a:gridCol w="936044">
                  <a:extLst>
                    <a:ext uri="{9D8B030D-6E8A-4147-A177-3AD203B41FA5}">
                      <a16:colId xmlns:a16="http://schemas.microsoft.com/office/drawing/2014/main" val="20003"/>
                    </a:ext>
                  </a:extLst>
                </a:gridCol>
                <a:gridCol w="1584074">
                  <a:extLst>
                    <a:ext uri="{9D8B030D-6E8A-4147-A177-3AD203B41FA5}">
                      <a16:colId xmlns:a16="http://schemas.microsoft.com/office/drawing/2014/main" val="20004"/>
                    </a:ext>
                  </a:extLst>
                </a:gridCol>
                <a:gridCol w="1512071">
                  <a:extLst>
                    <a:ext uri="{9D8B030D-6E8A-4147-A177-3AD203B41FA5}">
                      <a16:colId xmlns:a16="http://schemas.microsoft.com/office/drawing/2014/main" val="20005"/>
                    </a:ext>
                  </a:extLst>
                </a:gridCol>
              </a:tblGrid>
              <a:tr h="609593">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社區</a:t>
                      </a:r>
                    </a:p>
                  </a:txBody>
                  <a:tcPr marL="46288" marR="46288"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社區特性</a:t>
                      </a:r>
                    </a:p>
                  </a:txBody>
                  <a:tcPr marL="46288" marR="46288"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服務對象</a:t>
                      </a:r>
                    </a:p>
                  </a:txBody>
                  <a:tcPr marL="46288" marR="46288"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服務內容</a:t>
                      </a:r>
                    </a:p>
                  </a:txBody>
                  <a:tcPr marL="46288" marR="46288"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資源狀況</a:t>
                      </a:r>
                    </a:p>
                    <a:p>
                      <a:pPr algn="ctr">
                        <a:lnSpc>
                          <a:spcPts val="1600"/>
                        </a:lnSpc>
                        <a:spcAft>
                          <a:spcPts val="0"/>
                        </a:spcAft>
                      </a:pPr>
                      <a:r>
                        <a:rPr lang="en-US" sz="1400" kern="100" dirty="0">
                          <a:solidFill>
                            <a:srgbClr val="000000"/>
                          </a:solidFill>
                          <a:effectLst/>
                          <a:latin typeface="標楷體" pitchFamily="65" charset="-120"/>
                          <a:ea typeface="標楷體" pitchFamily="65" charset="-120"/>
                        </a:rPr>
                        <a:t>(</a:t>
                      </a:r>
                      <a:r>
                        <a:rPr lang="zh-TW" sz="1400" kern="100" dirty="0">
                          <a:solidFill>
                            <a:srgbClr val="000000"/>
                          </a:solidFill>
                          <a:effectLst/>
                          <a:latin typeface="標楷體" pitchFamily="65" charset="-120"/>
                          <a:ea typeface="標楷體" pitchFamily="65" charset="-120"/>
                        </a:rPr>
                        <a:t>人力、物力、財力</a:t>
                      </a:r>
                      <a:r>
                        <a:rPr lang="en-US" sz="1400" kern="100" dirty="0">
                          <a:solidFill>
                            <a:srgbClr val="000000"/>
                          </a:solidFill>
                          <a:effectLst/>
                          <a:latin typeface="標楷體" pitchFamily="65" charset="-120"/>
                          <a:ea typeface="標楷體" pitchFamily="65" charset="-120"/>
                        </a:rPr>
                        <a:t>)</a:t>
                      </a:r>
                      <a:endParaRPr lang="zh-TW" sz="1400" kern="100" dirty="0">
                        <a:solidFill>
                          <a:srgbClr val="000000"/>
                        </a:solidFill>
                        <a:effectLst/>
                        <a:latin typeface="標楷體" pitchFamily="65" charset="-120"/>
                        <a:ea typeface="標楷體" pitchFamily="65" charset="-120"/>
                      </a:endParaRPr>
                    </a:p>
                  </a:txBody>
                  <a:tcPr marL="46288" marR="46288" marT="0" marB="0"/>
                </a:tc>
                <a:tc>
                  <a:txBody>
                    <a:bodyPr/>
                    <a:lstStyle/>
                    <a:p>
                      <a:pPr algn="ctr">
                        <a:lnSpc>
                          <a:spcPts val="1600"/>
                        </a:lnSpc>
                        <a:spcAft>
                          <a:spcPts val="0"/>
                        </a:spcAft>
                      </a:pPr>
                      <a:r>
                        <a:rPr lang="zh-TW" sz="1400" kern="100" dirty="0">
                          <a:solidFill>
                            <a:srgbClr val="000000"/>
                          </a:solidFill>
                          <a:effectLst/>
                          <a:latin typeface="標楷體" pitchFamily="65" charset="-120"/>
                          <a:ea typeface="標楷體" pitchFamily="65" charset="-120"/>
                        </a:rPr>
                        <a:t>資源連結</a:t>
                      </a:r>
                    </a:p>
                    <a:p>
                      <a:pPr algn="ctr">
                        <a:lnSpc>
                          <a:spcPts val="1600"/>
                        </a:lnSpc>
                        <a:spcAft>
                          <a:spcPts val="0"/>
                        </a:spcAft>
                      </a:pPr>
                      <a:r>
                        <a:rPr lang="zh-TW" sz="1400" kern="100" dirty="0">
                          <a:solidFill>
                            <a:srgbClr val="000000"/>
                          </a:solidFill>
                          <a:effectLst/>
                          <a:latin typeface="標楷體" pitchFamily="65" charset="-120"/>
                          <a:ea typeface="標楷體" pitchFamily="65" charset="-120"/>
                        </a:rPr>
                        <a:t>與分工</a:t>
                      </a:r>
                    </a:p>
                  </a:txBody>
                  <a:tcPr marL="46288" marR="46288" marT="0" marB="0"/>
                </a:tc>
                <a:extLst>
                  <a:ext uri="{0D108BD9-81ED-4DB2-BD59-A6C34878D82A}">
                    <a16:rowId xmlns:a16="http://schemas.microsoft.com/office/drawing/2014/main" val="10000"/>
                  </a:ext>
                </a:extLst>
              </a:tr>
              <a:tr h="1422449">
                <a:tc>
                  <a:txBody>
                    <a:bodyPr/>
                    <a:lstStyle/>
                    <a:p>
                      <a:pPr algn="l">
                        <a:lnSpc>
                          <a:spcPts val="1600"/>
                        </a:lnSpc>
                        <a:spcAft>
                          <a:spcPts val="0"/>
                        </a:spcAft>
                      </a:pPr>
                      <a:r>
                        <a:rPr lang="zh-TW" sz="1400" kern="100" dirty="0">
                          <a:solidFill>
                            <a:srgbClr val="000000"/>
                          </a:solidFill>
                          <a:effectLst/>
                          <a:latin typeface="標楷體" pitchFamily="65" charset="-120"/>
                          <a:ea typeface="標楷體" pitchFamily="65" charset="-120"/>
                        </a:rPr>
                        <a:t>和興</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於南投縣竹山鎮山崇里，行政區劃於</a:t>
                      </a:r>
                      <a:r>
                        <a:rPr lang="en-US" sz="1400" kern="100" dirty="0">
                          <a:effectLst/>
                          <a:latin typeface="標楷體" pitchFamily="65" charset="-120"/>
                          <a:ea typeface="標楷體" pitchFamily="65" charset="-120"/>
                        </a:rPr>
                        <a:t>1</a:t>
                      </a:r>
                      <a:r>
                        <a:rPr lang="zh-TW" sz="1400" kern="100" dirty="0">
                          <a:effectLst/>
                          <a:latin typeface="標楷體" pitchFamily="65" charset="-120"/>
                          <a:ea typeface="標楷體" pitchFamily="65" charset="-120"/>
                        </a:rPr>
                        <a:t>～</a:t>
                      </a:r>
                      <a:r>
                        <a:rPr lang="en-US" sz="1400" kern="100" dirty="0">
                          <a:effectLst/>
                          <a:latin typeface="標楷體" pitchFamily="65" charset="-120"/>
                          <a:ea typeface="標楷體" pitchFamily="65" charset="-120"/>
                        </a:rPr>
                        <a:t>3</a:t>
                      </a:r>
                      <a:r>
                        <a:rPr lang="zh-TW" sz="1400" kern="100" dirty="0">
                          <a:effectLst/>
                          <a:latin typeface="標楷體" pitchFamily="65" charset="-120"/>
                          <a:ea typeface="標楷體" pitchFamily="65" charset="-120"/>
                        </a:rPr>
                        <a:t>、</a:t>
                      </a:r>
                      <a:r>
                        <a:rPr lang="en-US" sz="1400" kern="100" dirty="0">
                          <a:effectLst/>
                          <a:latin typeface="標楷體" pitchFamily="65" charset="-120"/>
                          <a:ea typeface="標楷體" pitchFamily="65" charset="-120"/>
                        </a:rPr>
                        <a:t>8</a:t>
                      </a:r>
                      <a:r>
                        <a:rPr lang="zh-TW" sz="1400" kern="100" dirty="0">
                          <a:effectLst/>
                          <a:latin typeface="標楷體" pitchFamily="65" charset="-120"/>
                          <a:ea typeface="標楷體" pitchFamily="65" charset="-120"/>
                        </a:rPr>
                        <a:t>～</a:t>
                      </a:r>
                      <a:r>
                        <a:rPr lang="en-US" sz="1400" kern="100" dirty="0">
                          <a:effectLst/>
                          <a:latin typeface="標楷體" pitchFamily="65" charset="-120"/>
                          <a:ea typeface="標楷體" pitchFamily="65" charset="-120"/>
                        </a:rPr>
                        <a:t>10</a:t>
                      </a:r>
                      <a:r>
                        <a:rPr lang="zh-TW" sz="1400" kern="100" dirty="0">
                          <a:effectLst/>
                          <a:latin typeface="標楷體" pitchFamily="65" charset="-120"/>
                          <a:ea typeface="標楷體" pitchFamily="65" charset="-120"/>
                        </a:rPr>
                        <a:t>、</a:t>
                      </a:r>
                      <a:r>
                        <a:rPr lang="en-US" sz="1400" kern="100" dirty="0">
                          <a:effectLst/>
                          <a:latin typeface="標楷體" pitchFamily="65" charset="-120"/>
                          <a:ea typeface="標楷體" pitchFamily="65" charset="-120"/>
                        </a:rPr>
                        <a:t>13</a:t>
                      </a:r>
                      <a:r>
                        <a:rPr lang="zh-TW" sz="1400" kern="100" dirty="0">
                          <a:effectLst/>
                          <a:latin typeface="標楷體" pitchFamily="65" charset="-120"/>
                          <a:ea typeface="標楷體" pitchFamily="65" charset="-120"/>
                        </a:rPr>
                        <a:t>及</a:t>
                      </a:r>
                      <a:r>
                        <a:rPr lang="en-US" sz="1400" kern="100" dirty="0">
                          <a:effectLst/>
                          <a:latin typeface="標楷體" pitchFamily="65" charset="-120"/>
                          <a:ea typeface="標楷體" pitchFamily="65" charset="-120"/>
                        </a:rPr>
                        <a:t>14</a:t>
                      </a:r>
                      <a:r>
                        <a:rPr lang="zh-TW" sz="1400" kern="100" dirty="0">
                          <a:effectLst/>
                          <a:latin typeface="標楷體" pitchFamily="65" charset="-120"/>
                          <a:ea typeface="標楷體" pitchFamily="65" charset="-120"/>
                        </a:rPr>
                        <a:t>等</a:t>
                      </a:r>
                      <a:r>
                        <a:rPr lang="en-US" sz="1400" kern="100" dirty="0">
                          <a:effectLst/>
                          <a:latin typeface="標楷體" pitchFamily="65" charset="-120"/>
                          <a:ea typeface="標楷體" pitchFamily="65" charset="-120"/>
                        </a:rPr>
                        <a:t>8</a:t>
                      </a:r>
                      <a:r>
                        <a:rPr lang="zh-TW" sz="1400" kern="100" dirty="0">
                          <a:effectLst/>
                          <a:latin typeface="標楷體" pitchFamily="65" charset="-120"/>
                          <a:ea typeface="標楷體" pitchFamily="65" charset="-120"/>
                        </a:rPr>
                        <a:t>個鄰，分屬於水底寮、他里溫及頂埔</a:t>
                      </a:r>
                      <a:r>
                        <a:rPr lang="en-US" sz="1400" kern="100" dirty="0">
                          <a:effectLst/>
                          <a:latin typeface="標楷體" pitchFamily="65" charset="-120"/>
                          <a:ea typeface="標楷體" pitchFamily="65" charset="-120"/>
                        </a:rPr>
                        <a:t>3</a:t>
                      </a:r>
                      <a:r>
                        <a:rPr lang="zh-TW" sz="1400" kern="100" dirty="0">
                          <a:effectLst/>
                          <a:latin typeface="標楷體" pitchFamily="65" charset="-120"/>
                          <a:ea typeface="標楷體" pitchFamily="65" charset="-120"/>
                        </a:rPr>
                        <a:t>個聚落，產業以農業為主，並以稻作為主。居民年齡偏高已是典型的高齡社區。</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福利人口群</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老人、婦女、身心障礙者</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及社區民眾</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辦理節慶活動、辦理帶狀性課程等</a:t>
                      </a:r>
                    </a:p>
                  </a:txBody>
                  <a:tcPr marL="46288" marR="46288" marT="0" marB="0"/>
                </a:tc>
                <a:tc>
                  <a:txBody>
                    <a:bodyPr/>
                    <a:lstStyle/>
                    <a:p>
                      <a:pPr algn="l">
                        <a:lnSpc>
                          <a:spcPts val="1800"/>
                        </a:lnSpc>
                        <a:spcAft>
                          <a:spcPts val="0"/>
                        </a:spcAft>
                      </a:pPr>
                      <a:r>
                        <a:rPr lang="zh-TW" sz="1400" kern="100">
                          <a:effectLst/>
                          <a:latin typeface="標楷體" pitchFamily="65" charset="-120"/>
                          <a:ea typeface="標楷體" pitchFamily="65" charset="-120"/>
                        </a:rPr>
                        <a:t>社區活動中心、社寮國小、社寮國中、寺廟</a:t>
                      </a:r>
                    </a:p>
                  </a:txBody>
                  <a:tcPr marL="46288" marR="46288" marT="0" marB="0"/>
                </a:tc>
                <a:tc>
                  <a:txBody>
                    <a:bodyPr/>
                    <a:lstStyle/>
                    <a:p>
                      <a:pPr algn="l">
                        <a:lnSpc>
                          <a:spcPts val="1800"/>
                        </a:lnSpc>
                        <a:spcAft>
                          <a:spcPts val="0"/>
                        </a:spcAft>
                      </a:pPr>
                      <a:r>
                        <a:rPr lang="zh-TW" sz="1400" kern="100">
                          <a:effectLst/>
                          <a:latin typeface="標楷體" pitchFamily="65" charset="-120"/>
                          <a:ea typeface="標楷體" pitchFamily="65" charset="-120"/>
                        </a:rPr>
                        <a:t>社區環保志工，關懷據點志工。</a:t>
                      </a:r>
                    </a:p>
                  </a:txBody>
                  <a:tcPr marL="46288" marR="46288" marT="0" marB="0"/>
                </a:tc>
                <a:extLst>
                  <a:ext uri="{0D108BD9-81ED-4DB2-BD59-A6C34878D82A}">
                    <a16:rowId xmlns:a16="http://schemas.microsoft.com/office/drawing/2014/main" val="10001"/>
                  </a:ext>
                </a:extLst>
              </a:tr>
              <a:tr h="1828779">
                <a:tc>
                  <a:txBody>
                    <a:bodyPr/>
                    <a:lstStyle/>
                    <a:p>
                      <a:pPr algn="l">
                        <a:lnSpc>
                          <a:spcPts val="1600"/>
                        </a:lnSpc>
                        <a:spcAft>
                          <a:spcPts val="0"/>
                        </a:spcAft>
                      </a:pPr>
                      <a:r>
                        <a:rPr lang="zh-TW" sz="1400" kern="100" dirty="0">
                          <a:solidFill>
                            <a:srgbClr val="000000"/>
                          </a:solidFill>
                          <a:effectLst/>
                          <a:latin typeface="標楷體" pitchFamily="65" charset="-120"/>
                          <a:ea typeface="標楷體" pitchFamily="65" charset="-120"/>
                        </a:rPr>
                        <a:t>桂林</a:t>
                      </a:r>
                    </a:p>
                  </a:txBody>
                  <a:tcPr marL="46288" marR="46288" marT="0" marB="0"/>
                </a:tc>
                <a:tc>
                  <a:txBody>
                    <a:bodyPr/>
                    <a:lstStyle/>
                    <a:p>
                      <a:pPr algn="l">
                        <a:lnSpc>
                          <a:spcPts val="1800"/>
                        </a:lnSpc>
                        <a:spcAft>
                          <a:spcPts val="0"/>
                        </a:spcAft>
                      </a:pPr>
                      <a:r>
                        <a:rPr lang="zh-TW" sz="1400" kern="100" spc="100" dirty="0">
                          <a:effectLst/>
                          <a:latin typeface="標楷體" pitchFamily="65" charset="-120"/>
                          <a:ea typeface="標楷體" pitchFamily="65" charset="-120"/>
                        </a:rPr>
                        <a:t>社區屬市郊型住宅社區，多數住宅建築集中於區內主要道路中山以及中正路兩側。</a:t>
                      </a:r>
                      <a:r>
                        <a:rPr lang="zh-TW" sz="1400" kern="100" dirty="0">
                          <a:effectLst/>
                          <a:latin typeface="標楷體" pitchFamily="65" charset="-120"/>
                          <a:ea typeface="標楷體" pitchFamily="65" charset="-120"/>
                        </a:rPr>
                        <a:t>社區發展協會成立於民國</a:t>
                      </a:r>
                      <a:r>
                        <a:rPr lang="en-US" sz="1400" kern="100" dirty="0">
                          <a:effectLst/>
                          <a:latin typeface="標楷體" pitchFamily="65" charset="-120"/>
                          <a:ea typeface="標楷體" pitchFamily="65" charset="-120"/>
                        </a:rPr>
                        <a:t>90</a:t>
                      </a:r>
                      <a:r>
                        <a:rPr lang="zh-TW" sz="1400" kern="100" dirty="0">
                          <a:effectLst/>
                          <a:latin typeface="標楷體" pitchFamily="65" charset="-120"/>
                          <a:ea typeface="標楷體" pitchFamily="65" charset="-120"/>
                        </a:rPr>
                        <a:t>年，開始配合政府政策推展社區服務。</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福利人口群</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老人、婦女、身心障礙者</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及社區民眾</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辦理節慶活動、辦理帶狀性課程等</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人力：社區志工、大旗艦團隊、居民。</a:t>
                      </a:r>
                    </a:p>
                    <a:p>
                      <a:pPr algn="l">
                        <a:lnSpc>
                          <a:spcPts val="1800"/>
                        </a:lnSpc>
                        <a:spcAft>
                          <a:spcPts val="0"/>
                        </a:spcAft>
                      </a:pPr>
                      <a:r>
                        <a:rPr lang="zh-TW" sz="1400" kern="100" dirty="0">
                          <a:effectLst/>
                          <a:latin typeface="標楷體" pitchFamily="65" charset="-120"/>
                          <a:ea typeface="標楷體" pitchFamily="65" charset="-120"/>
                        </a:rPr>
                        <a:t>物力：申請各單位經費補助、個人贊助。</a:t>
                      </a:r>
                    </a:p>
                    <a:p>
                      <a:pPr algn="l">
                        <a:lnSpc>
                          <a:spcPts val="1800"/>
                        </a:lnSpc>
                        <a:spcAft>
                          <a:spcPts val="0"/>
                        </a:spcAft>
                      </a:pPr>
                      <a:r>
                        <a:rPr lang="zh-TW" sz="1400" kern="100" dirty="0">
                          <a:effectLst/>
                          <a:latin typeface="標楷體" pitchFamily="65" charset="-120"/>
                          <a:ea typeface="標楷體" pitchFamily="65" charset="-120"/>
                        </a:rPr>
                        <a:t>財力：申請各單位經費補助、個人及團體贊助。</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社區環保志工，關懷據點志工。</a:t>
                      </a:r>
                    </a:p>
                  </a:txBody>
                  <a:tcPr marL="46288" marR="46288" marT="0" marB="0"/>
                </a:tc>
                <a:extLst>
                  <a:ext uri="{0D108BD9-81ED-4DB2-BD59-A6C34878D82A}">
                    <a16:rowId xmlns:a16="http://schemas.microsoft.com/office/drawing/2014/main" val="10002"/>
                  </a:ext>
                </a:extLst>
              </a:tr>
              <a:tr h="1828779">
                <a:tc>
                  <a:txBody>
                    <a:bodyPr/>
                    <a:lstStyle/>
                    <a:p>
                      <a:pPr algn="l">
                        <a:lnSpc>
                          <a:spcPts val="1600"/>
                        </a:lnSpc>
                        <a:spcAft>
                          <a:spcPts val="0"/>
                        </a:spcAft>
                      </a:pPr>
                      <a:r>
                        <a:rPr lang="zh-TW" sz="1400" kern="100" dirty="0">
                          <a:solidFill>
                            <a:srgbClr val="000000"/>
                          </a:solidFill>
                          <a:effectLst/>
                          <a:latin typeface="標楷體" pitchFamily="65" charset="-120"/>
                          <a:ea typeface="標楷體" pitchFamily="65" charset="-120"/>
                        </a:rPr>
                        <a:t>籐湖</a:t>
                      </a:r>
                    </a:p>
                  </a:txBody>
                  <a:tcPr marL="46288" marR="46288" marT="0" marB="0"/>
                </a:tc>
                <a:tc>
                  <a:txBody>
                    <a:bodyPr/>
                    <a:lstStyle/>
                    <a:p>
                      <a:pPr algn="l">
                        <a:lnSpc>
                          <a:spcPts val="1800"/>
                        </a:lnSpc>
                        <a:spcAft>
                          <a:spcPts val="0"/>
                        </a:spcAft>
                      </a:pPr>
                      <a:r>
                        <a:rPr lang="zh-TW" sz="1400" kern="100" spc="100">
                          <a:effectLst/>
                          <a:latin typeface="標楷體" pitchFamily="65" charset="-120"/>
                          <a:ea typeface="標楷體" pitchFamily="65" charset="-120"/>
                        </a:rPr>
                        <a:t>位於竹山鎮延平里，由延平里</a:t>
                      </a:r>
                      <a:r>
                        <a:rPr lang="en-US" sz="1400" kern="100" spc="100">
                          <a:effectLst/>
                          <a:latin typeface="標楷體" pitchFamily="65" charset="-120"/>
                          <a:ea typeface="標楷體" pitchFamily="65" charset="-120"/>
                        </a:rPr>
                        <a:t>19</a:t>
                      </a:r>
                      <a:r>
                        <a:rPr lang="zh-TW" sz="1400" kern="100" spc="100">
                          <a:effectLst/>
                          <a:latin typeface="標楷體" pitchFamily="65" charset="-120"/>
                          <a:ea typeface="標楷體" pitchFamily="65" charset="-120"/>
                        </a:rPr>
                        <a:t>至</a:t>
                      </a:r>
                      <a:r>
                        <a:rPr lang="en-US" sz="1400" kern="100" spc="100">
                          <a:effectLst/>
                          <a:latin typeface="標楷體" pitchFamily="65" charset="-120"/>
                          <a:ea typeface="標楷體" pitchFamily="65" charset="-120"/>
                        </a:rPr>
                        <a:t>24</a:t>
                      </a:r>
                      <a:r>
                        <a:rPr lang="zh-TW" sz="1400" kern="100" spc="100">
                          <a:effectLst/>
                          <a:latin typeface="標楷體" pitchFamily="65" charset="-120"/>
                          <a:ea typeface="標楷體" pitchFamily="65" charset="-120"/>
                        </a:rPr>
                        <a:t>鄰所組成，西有東埔蚋溪北有藤湖溪圍繞，地理位置極佳：本社區約以藤壺保生宮為地理及信仰中心，省道台</a:t>
                      </a:r>
                      <a:r>
                        <a:rPr lang="en-US" sz="1400" kern="100" spc="100">
                          <a:effectLst/>
                          <a:latin typeface="標楷體" pitchFamily="65" charset="-120"/>
                          <a:ea typeface="標楷體" pitchFamily="65" charset="-120"/>
                        </a:rPr>
                        <a:t>3</a:t>
                      </a:r>
                      <a:r>
                        <a:rPr lang="zh-TW" sz="1400" kern="100" spc="100">
                          <a:effectLst/>
                          <a:latin typeface="標楷體" pitchFamily="65" charset="-120"/>
                          <a:ea typeface="標楷體" pitchFamily="65" charset="-120"/>
                        </a:rPr>
                        <a:t>線貫穿南北，交通便利實為養老居住的好地方。</a:t>
                      </a:r>
                      <a:endParaRPr lang="zh-TW" sz="1400" kern="100">
                        <a:effectLst/>
                        <a:latin typeface="標楷體" pitchFamily="65" charset="-120"/>
                        <a:ea typeface="標楷體" pitchFamily="65" charset="-120"/>
                      </a:endParaRP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福利人口群</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老人</a:t>
                      </a:r>
                      <a:r>
                        <a:rPr lang="en-US" sz="1400" kern="100" dirty="0">
                          <a:effectLst/>
                          <a:latin typeface="標楷體" pitchFamily="65" charset="-120"/>
                          <a:ea typeface="標楷體" pitchFamily="65" charset="-120"/>
                        </a:rPr>
                        <a:t>)</a:t>
                      </a:r>
                      <a:r>
                        <a:rPr lang="zh-TW" sz="1400" kern="100" dirty="0">
                          <a:effectLst/>
                          <a:latin typeface="標楷體" pitchFamily="65" charset="-120"/>
                          <a:ea typeface="標楷體" pitchFamily="65" charset="-120"/>
                        </a:rPr>
                        <a:t>及社區民眾</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社區關懷據點、辦理節慶活動、</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人力：社區志工、大旗艦團隊、居民。</a:t>
                      </a:r>
                    </a:p>
                    <a:p>
                      <a:pPr algn="l">
                        <a:lnSpc>
                          <a:spcPts val="1800"/>
                        </a:lnSpc>
                        <a:spcAft>
                          <a:spcPts val="0"/>
                        </a:spcAft>
                      </a:pPr>
                      <a:r>
                        <a:rPr lang="zh-TW" sz="1400" kern="100" dirty="0">
                          <a:effectLst/>
                          <a:latin typeface="標楷體" pitchFamily="65" charset="-120"/>
                          <a:ea typeface="標楷體" pitchFamily="65" charset="-120"/>
                        </a:rPr>
                        <a:t>物力：申請各單位經費補助、個人贊助。</a:t>
                      </a:r>
                    </a:p>
                    <a:p>
                      <a:pPr algn="l">
                        <a:lnSpc>
                          <a:spcPts val="1800"/>
                        </a:lnSpc>
                        <a:spcAft>
                          <a:spcPts val="0"/>
                        </a:spcAft>
                      </a:pPr>
                      <a:r>
                        <a:rPr lang="zh-TW" sz="1400" kern="100" dirty="0">
                          <a:effectLst/>
                          <a:latin typeface="標楷體" pitchFamily="65" charset="-120"/>
                          <a:ea typeface="標楷體" pitchFamily="65" charset="-120"/>
                        </a:rPr>
                        <a:t>財力：申請各單位經費補助、個人及團體贊助。</a:t>
                      </a:r>
                    </a:p>
                  </a:txBody>
                  <a:tcPr marL="46288" marR="46288" marT="0" marB="0"/>
                </a:tc>
                <a:tc>
                  <a:txBody>
                    <a:bodyPr/>
                    <a:lstStyle/>
                    <a:p>
                      <a:pPr algn="l">
                        <a:lnSpc>
                          <a:spcPts val="1800"/>
                        </a:lnSpc>
                        <a:spcAft>
                          <a:spcPts val="0"/>
                        </a:spcAft>
                      </a:pPr>
                      <a:r>
                        <a:rPr lang="zh-TW" sz="1400" kern="100" dirty="0">
                          <a:effectLst/>
                          <a:latin typeface="標楷體" pitchFamily="65" charset="-120"/>
                          <a:ea typeface="標楷體" pitchFamily="65" charset="-120"/>
                        </a:rPr>
                        <a:t>社區環保志工隊、關懷據點志工、東華醫院、保生宮</a:t>
                      </a:r>
                    </a:p>
                  </a:txBody>
                  <a:tcPr marL="46288" marR="46288" marT="0" marB="0"/>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771195103"/>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標題 1"/>
          <p:cNvSpPr>
            <a:spLocks noGrp="1"/>
          </p:cNvSpPr>
          <p:nvPr>
            <p:ph type="title"/>
          </p:nvPr>
        </p:nvSpPr>
        <p:spPr>
          <a:xfrm>
            <a:off x="2195513" y="-315913"/>
            <a:ext cx="7499350" cy="1143001"/>
          </a:xfrm>
        </p:spPr>
        <p:txBody>
          <a:bodyPr/>
          <a:lstStyle/>
          <a:p>
            <a:pPr algn="l" eaLnBrk="1" hangingPunct="1"/>
            <a:r>
              <a:rPr lang="zh-TW" altLang="en-US" sz="3600" dirty="0">
                <a:latin typeface="標楷體" pitchFamily="65" charset="-120"/>
                <a:ea typeface="標楷體" pitchFamily="65" charset="-120"/>
              </a:rPr>
              <a:t>旗艦社區</a:t>
            </a:r>
            <a:r>
              <a:rPr lang="en-US" altLang="zh-TW" sz="3600" dirty="0">
                <a:latin typeface="標楷體" pitchFamily="65" charset="-120"/>
                <a:ea typeface="標楷體" pitchFamily="65" charset="-120"/>
              </a:rPr>
              <a:t>SWOT</a:t>
            </a:r>
            <a:r>
              <a:rPr lang="zh-TW" altLang="en-US" sz="3600" dirty="0">
                <a:latin typeface="標楷體" pitchFamily="65" charset="-120"/>
                <a:ea typeface="標楷體" pitchFamily="65" charset="-120"/>
              </a:rPr>
              <a:t>分析</a:t>
            </a:r>
          </a:p>
        </p:txBody>
      </p:sp>
      <p:graphicFrame>
        <p:nvGraphicFramePr>
          <p:cNvPr id="3" name="表格 2"/>
          <p:cNvGraphicFramePr>
            <a:graphicFrameLocks noGrp="1"/>
          </p:cNvGraphicFramePr>
          <p:nvPr/>
        </p:nvGraphicFramePr>
        <p:xfrm>
          <a:off x="323850" y="981075"/>
          <a:ext cx="8569325" cy="5543550"/>
        </p:xfrm>
        <a:graphic>
          <a:graphicData uri="http://schemas.openxmlformats.org/drawingml/2006/table">
            <a:tbl>
              <a:tblPr firstRow="1" firstCol="1" lastRow="1" lastCol="1" bandRow="1" bandCol="1">
                <a:tableStyleId>{5C22544A-7EE6-4342-B048-85BDC9FD1C3A}</a:tableStyleId>
              </a:tblPr>
              <a:tblGrid>
                <a:gridCol w="4200649">
                  <a:extLst>
                    <a:ext uri="{9D8B030D-6E8A-4147-A177-3AD203B41FA5}">
                      <a16:colId xmlns:a16="http://schemas.microsoft.com/office/drawing/2014/main" val="20000"/>
                    </a:ext>
                  </a:extLst>
                </a:gridCol>
                <a:gridCol w="4368676">
                  <a:extLst>
                    <a:ext uri="{9D8B030D-6E8A-4147-A177-3AD203B41FA5}">
                      <a16:colId xmlns:a16="http://schemas.microsoft.com/office/drawing/2014/main" val="20001"/>
                    </a:ext>
                  </a:extLst>
                </a:gridCol>
              </a:tblGrid>
              <a:tr h="395968">
                <a:tc>
                  <a:txBody>
                    <a:bodyPr/>
                    <a:lstStyle/>
                    <a:p>
                      <a:pPr algn="ctr">
                        <a:lnSpc>
                          <a:spcPts val="3000"/>
                        </a:lnSpc>
                        <a:spcAft>
                          <a:spcPts val="0"/>
                        </a:spcAft>
                      </a:pPr>
                      <a:r>
                        <a:rPr lang="zh-TW" sz="1600" kern="100" dirty="0">
                          <a:solidFill>
                            <a:srgbClr val="000000"/>
                          </a:solidFill>
                          <a:effectLst/>
                          <a:latin typeface="標楷體" pitchFamily="65" charset="-120"/>
                          <a:ea typeface="標楷體" pitchFamily="65" charset="-120"/>
                        </a:rPr>
                        <a:t>優勢</a:t>
                      </a:r>
                      <a:r>
                        <a:rPr lang="en-US" sz="1600" kern="100" dirty="0">
                          <a:solidFill>
                            <a:srgbClr val="000000"/>
                          </a:solidFill>
                          <a:effectLst/>
                          <a:latin typeface="標楷體" pitchFamily="65" charset="-120"/>
                          <a:ea typeface="標楷體" pitchFamily="65" charset="-120"/>
                        </a:rPr>
                        <a:t>S </a:t>
                      </a:r>
                      <a:r>
                        <a:rPr lang="zh-TW" sz="1600" kern="100" dirty="0">
                          <a:solidFill>
                            <a:srgbClr val="000000"/>
                          </a:solidFill>
                          <a:effectLst/>
                          <a:latin typeface="標楷體" pitchFamily="65" charset="-120"/>
                          <a:ea typeface="標楷體" pitchFamily="65" charset="-120"/>
                        </a:rPr>
                        <a:t>（社區內部優勢）</a:t>
                      </a:r>
                      <a:r>
                        <a:rPr lang="en-US" sz="1600" kern="100" dirty="0">
                          <a:solidFill>
                            <a:srgbClr val="000000"/>
                          </a:solidFill>
                          <a:effectLst/>
                          <a:latin typeface="標楷體" pitchFamily="65" charset="-120"/>
                          <a:ea typeface="標楷體" pitchFamily="65" charset="-120"/>
                        </a:rPr>
                        <a:t> </a:t>
                      </a:r>
                      <a:endParaRPr lang="zh-TW" sz="1600" kern="100" dirty="0">
                        <a:solidFill>
                          <a:srgbClr val="000000"/>
                        </a:solidFill>
                        <a:effectLst/>
                        <a:latin typeface="標楷體" pitchFamily="65" charset="-120"/>
                        <a:ea typeface="標楷體" pitchFamily="65" charset="-120"/>
                      </a:endParaRPr>
                    </a:p>
                  </a:txBody>
                  <a:tcPr marL="50833" marR="50833" marT="0" marB="0" anchor="ctr"/>
                </a:tc>
                <a:tc>
                  <a:txBody>
                    <a:bodyPr/>
                    <a:lstStyle/>
                    <a:p>
                      <a:pPr algn="ctr">
                        <a:lnSpc>
                          <a:spcPts val="3000"/>
                        </a:lnSpc>
                        <a:spcAft>
                          <a:spcPts val="0"/>
                        </a:spcAft>
                      </a:pPr>
                      <a:r>
                        <a:rPr lang="zh-TW" sz="1600" kern="100" dirty="0">
                          <a:solidFill>
                            <a:srgbClr val="000000"/>
                          </a:solidFill>
                          <a:effectLst/>
                          <a:latin typeface="標楷體" pitchFamily="65" charset="-120"/>
                          <a:ea typeface="標楷體" pitchFamily="65" charset="-120"/>
                        </a:rPr>
                        <a:t>劣勢</a:t>
                      </a:r>
                      <a:r>
                        <a:rPr lang="en-US" sz="1600" kern="100" dirty="0">
                          <a:solidFill>
                            <a:srgbClr val="000000"/>
                          </a:solidFill>
                          <a:effectLst/>
                          <a:latin typeface="標楷體" pitchFamily="65" charset="-120"/>
                          <a:ea typeface="標楷體" pitchFamily="65" charset="-120"/>
                        </a:rPr>
                        <a:t>W </a:t>
                      </a:r>
                      <a:r>
                        <a:rPr lang="zh-TW" sz="1600" kern="100" dirty="0">
                          <a:solidFill>
                            <a:srgbClr val="000000"/>
                          </a:solidFill>
                          <a:effectLst/>
                          <a:latin typeface="標楷體" pitchFamily="65" charset="-120"/>
                          <a:ea typeface="標楷體" pitchFamily="65" charset="-120"/>
                        </a:rPr>
                        <a:t>（社區內部劣勢）</a:t>
                      </a:r>
                    </a:p>
                  </a:txBody>
                  <a:tcPr marL="50833" marR="50833" marT="0" marB="0" anchor="ctr"/>
                </a:tc>
                <a:extLst>
                  <a:ext uri="{0D108BD9-81ED-4DB2-BD59-A6C34878D82A}">
                    <a16:rowId xmlns:a16="http://schemas.microsoft.com/office/drawing/2014/main" val="10000"/>
                  </a:ext>
                </a:extLst>
              </a:tr>
              <a:tr h="2375807">
                <a:tc>
                  <a:txBody>
                    <a:bodyPr/>
                    <a:lstStyle/>
                    <a:p>
                      <a:pPr marL="342900" lvl="0" indent="-342900">
                        <a:lnSpc>
                          <a:spcPts val="3000"/>
                        </a:lnSpc>
                        <a:spcAft>
                          <a:spcPts val="0"/>
                        </a:spcAft>
                        <a:buFont typeface="+mj-lt"/>
                        <a:buAutoNum type="arabicPeriod"/>
                        <a:tabLst>
                          <a:tab pos="228600" algn="l"/>
                        </a:tabLst>
                      </a:pPr>
                      <a:r>
                        <a:rPr lang="zh-TW" sz="1600" b="0" kern="100" dirty="0">
                          <a:solidFill>
                            <a:srgbClr val="000000"/>
                          </a:solidFill>
                          <a:effectLst/>
                          <a:latin typeface="標楷體" pitchFamily="65" charset="-120"/>
                          <a:ea typeface="標楷體" pitchFamily="65" charset="-120"/>
                        </a:rPr>
                        <a:t>幹部企圖心強團結一致。</a:t>
                      </a:r>
                    </a:p>
                    <a:p>
                      <a:pPr marL="342900" lvl="0" indent="-342900">
                        <a:lnSpc>
                          <a:spcPts val="3000"/>
                        </a:lnSpc>
                        <a:spcAft>
                          <a:spcPts val="0"/>
                        </a:spcAft>
                        <a:buFont typeface="+mj-lt"/>
                        <a:buAutoNum type="arabicPeriod"/>
                        <a:tabLst>
                          <a:tab pos="228600" algn="l"/>
                        </a:tabLst>
                      </a:pPr>
                      <a:r>
                        <a:rPr lang="zh-TW" sz="1600" b="0" kern="100" dirty="0">
                          <a:solidFill>
                            <a:srgbClr val="000000"/>
                          </a:solidFill>
                          <a:effectLst/>
                          <a:latin typeface="標楷體" pitchFamily="65" charset="-120"/>
                          <a:ea typeface="標楷體" pitchFamily="65" charset="-120"/>
                        </a:rPr>
                        <a:t>旗艦社區產業多元，人文地產景豐富。</a:t>
                      </a:r>
                    </a:p>
                    <a:p>
                      <a:pPr marL="342900" lvl="0" indent="-342900">
                        <a:lnSpc>
                          <a:spcPts val="3000"/>
                        </a:lnSpc>
                        <a:spcAft>
                          <a:spcPts val="0"/>
                        </a:spcAft>
                        <a:buFont typeface="+mj-lt"/>
                        <a:buAutoNum type="arabicPeriod"/>
                        <a:tabLst>
                          <a:tab pos="228600" algn="l"/>
                        </a:tabLst>
                      </a:pPr>
                      <a:r>
                        <a:rPr lang="zh-TW" sz="1600" b="0" kern="100" dirty="0">
                          <a:solidFill>
                            <a:srgbClr val="000000"/>
                          </a:solidFill>
                          <a:effectLst/>
                          <a:latin typeface="標楷體" pitchFamily="65" charset="-120"/>
                          <a:ea typeface="標楷體" pitchFamily="65" charset="-120"/>
                        </a:rPr>
                        <a:t>社區連結其他方案、單位、政府機關能力優良。</a:t>
                      </a:r>
                    </a:p>
                    <a:p>
                      <a:pPr marL="342900" lvl="0" indent="-342900" algn="just">
                        <a:lnSpc>
                          <a:spcPts val="3000"/>
                        </a:lnSpc>
                        <a:spcAft>
                          <a:spcPts val="0"/>
                        </a:spcAft>
                        <a:buFont typeface="+mj-lt"/>
                        <a:buAutoNum type="arabicPeriod"/>
                        <a:tabLst>
                          <a:tab pos="228600" algn="l"/>
                        </a:tabLst>
                      </a:pPr>
                      <a:r>
                        <a:rPr lang="zh-TW" sz="1600" b="0" kern="100" dirty="0">
                          <a:solidFill>
                            <a:srgbClr val="000000"/>
                          </a:solidFill>
                          <a:effectLst/>
                          <a:latin typeface="標楷體" pitchFamily="65" charset="-120"/>
                          <a:ea typeface="標楷體" pitchFamily="65" charset="-120"/>
                        </a:rPr>
                        <a:t>居民對於社區事務具有參與的熱情。</a:t>
                      </a:r>
                    </a:p>
                    <a:p>
                      <a:pPr marL="342900" lvl="0" indent="-342900">
                        <a:lnSpc>
                          <a:spcPts val="3000"/>
                        </a:lnSpc>
                        <a:spcAft>
                          <a:spcPts val="0"/>
                        </a:spcAft>
                        <a:buFont typeface="+mj-lt"/>
                        <a:buAutoNum type="arabicPeriod"/>
                        <a:tabLst>
                          <a:tab pos="228600" algn="l"/>
                        </a:tabLst>
                      </a:pPr>
                      <a:r>
                        <a:rPr lang="zh-TW" sz="1600" b="0" kern="100" dirty="0">
                          <a:solidFill>
                            <a:srgbClr val="000000"/>
                          </a:solidFill>
                          <a:effectLst/>
                          <a:latin typeface="標楷體" pitchFamily="65" charset="-120"/>
                          <a:ea typeface="標楷體" pitchFamily="65" charset="-120"/>
                        </a:rPr>
                        <a:t>具有熱心具領導能力之領導人物</a:t>
                      </a:r>
                      <a:endParaRPr lang="zh-TW" sz="1600" b="0" kern="100" dirty="0">
                        <a:solidFill>
                          <a:srgbClr val="000000"/>
                        </a:solidFill>
                        <a:effectLst/>
                        <a:latin typeface="標楷體" pitchFamily="65" charset="-120"/>
                        <a:ea typeface="標楷體" pitchFamily="65" charset="-120"/>
                        <a:cs typeface="Times New Roman"/>
                      </a:endParaRPr>
                    </a:p>
                  </a:txBody>
                  <a:tcPr marL="50833" marR="50833" marT="0" marB="0">
                    <a:solidFill>
                      <a:schemeClr val="accent1">
                        <a:lumMod val="20000"/>
                        <a:lumOff val="80000"/>
                      </a:schemeClr>
                    </a:solidFill>
                  </a:tcPr>
                </a:tc>
                <a:tc>
                  <a:txBody>
                    <a:bodyPr/>
                    <a:lstStyle/>
                    <a:p>
                      <a:pPr marL="342900" lvl="0" indent="-342900">
                        <a:lnSpc>
                          <a:spcPts val="3000"/>
                        </a:lnSpc>
                        <a:spcAft>
                          <a:spcPts val="0"/>
                        </a:spcAft>
                        <a:buFont typeface="+mj-lt"/>
                        <a:buAutoNum type="arabicPeriod"/>
                      </a:pPr>
                      <a:r>
                        <a:rPr lang="zh-TW" sz="1600" b="0" kern="100" dirty="0">
                          <a:solidFill>
                            <a:srgbClr val="000000"/>
                          </a:solidFill>
                          <a:effectLst/>
                          <a:latin typeface="標楷體" pitchFamily="65" charset="-120"/>
                          <a:ea typeface="標楷體" pitchFamily="65" charset="-120"/>
                        </a:rPr>
                        <a:t>人口老化。</a:t>
                      </a:r>
                    </a:p>
                    <a:p>
                      <a:pPr marL="342900" lvl="0" indent="-342900">
                        <a:lnSpc>
                          <a:spcPts val="3000"/>
                        </a:lnSpc>
                        <a:spcAft>
                          <a:spcPts val="0"/>
                        </a:spcAft>
                        <a:buFont typeface="+mj-lt"/>
                        <a:buAutoNum type="arabicPeriod"/>
                      </a:pPr>
                      <a:r>
                        <a:rPr lang="zh-TW" sz="1600" b="0" kern="100" dirty="0">
                          <a:solidFill>
                            <a:srgbClr val="000000"/>
                          </a:solidFill>
                          <a:effectLst/>
                          <a:latin typeface="標楷體" pitchFamily="65" charset="-120"/>
                          <a:ea typeface="標楷體" pitchFamily="65" charset="-120"/>
                        </a:rPr>
                        <a:t>社區專業人才欠缺</a:t>
                      </a:r>
                      <a:r>
                        <a:rPr lang="en-US" sz="1600" b="0" kern="100" dirty="0">
                          <a:solidFill>
                            <a:srgbClr val="000000"/>
                          </a:solidFill>
                          <a:effectLst/>
                          <a:latin typeface="標楷體" pitchFamily="65" charset="-120"/>
                          <a:ea typeface="標楷體" pitchFamily="65" charset="-120"/>
                        </a:rPr>
                        <a:t>(</a:t>
                      </a:r>
                      <a:r>
                        <a:rPr lang="zh-TW" sz="1600" b="0" kern="100" dirty="0">
                          <a:solidFill>
                            <a:srgbClr val="000000"/>
                          </a:solidFill>
                          <a:effectLst/>
                          <a:latin typeface="標楷體" pitchFamily="65" charset="-120"/>
                          <a:ea typeface="標楷體" pitchFamily="65" charset="-120"/>
                        </a:rPr>
                        <a:t>電腦文書、計畫撰寫</a:t>
                      </a:r>
                      <a:r>
                        <a:rPr lang="en-US" sz="1600" b="0" kern="100" dirty="0">
                          <a:solidFill>
                            <a:srgbClr val="000000"/>
                          </a:solidFill>
                          <a:effectLst/>
                          <a:latin typeface="標楷體" pitchFamily="65" charset="-120"/>
                          <a:ea typeface="標楷體" pitchFamily="65" charset="-120"/>
                        </a:rPr>
                        <a:t>)</a:t>
                      </a:r>
                      <a:r>
                        <a:rPr lang="zh-TW" sz="1600" b="0" kern="100" dirty="0">
                          <a:solidFill>
                            <a:srgbClr val="000000"/>
                          </a:solidFill>
                          <a:effectLst/>
                          <a:latin typeface="標楷體" pitchFamily="65" charset="-120"/>
                          <a:ea typeface="標楷體" pitchFamily="65" charset="-120"/>
                        </a:rPr>
                        <a:t>。</a:t>
                      </a:r>
                    </a:p>
                    <a:p>
                      <a:pPr marL="342900" lvl="0" indent="-342900">
                        <a:lnSpc>
                          <a:spcPts val="3000"/>
                        </a:lnSpc>
                        <a:spcAft>
                          <a:spcPts val="0"/>
                        </a:spcAft>
                        <a:buFont typeface="+mj-lt"/>
                        <a:buAutoNum type="arabicPeriod"/>
                      </a:pPr>
                      <a:r>
                        <a:rPr lang="zh-TW" sz="1600" b="0" kern="100" dirty="0">
                          <a:solidFill>
                            <a:srgbClr val="000000"/>
                          </a:solidFill>
                          <a:effectLst/>
                          <a:latin typeface="標楷體" pitchFamily="65" charset="-120"/>
                          <a:ea typeface="標楷體" pitchFamily="65" charset="-120"/>
                        </a:rPr>
                        <a:t>社區志工多為中高齡者，缺乏青壯年志工。</a:t>
                      </a:r>
                    </a:p>
                  </a:txBody>
                  <a:tcPr marL="50833" marR="50833" marT="0" marB="0">
                    <a:solidFill>
                      <a:schemeClr val="accent1">
                        <a:lumMod val="20000"/>
                        <a:lumOff val="80000"/>
                      </a:schemeClr>
                    </a:solidFill>
                  </a:tcPr>
                </a:tc>
                <a:extLst>
                  <a:ext uri="{0D108BD9-81ED-4DB2-BD59-A6C34878D82A}">
                    <a16:rowId xmlns:a16="http://schemas.microsoft.com/office/drawing/2014/main" val="10001"/>
                  </a:ext>
                </a:extLst>
              </a:tr>
              <a:tr h="395968">
                <a:tc>
                  <a:txBody>
                    <a:bodyPr/>
                    <a:lstStyle/>
                    <a:p>
                      <a:pPr algn="ctr">
                        <a:lnSpc>
                          <a:spcPts val="3000"/>
                        </a:lnSpc>
                        <a:spcAft>
                          <a:spcPts val="0"/>
                        </a:spcAft>
                      </a:pPr>
                      <a:r>
                        <a:rPr lang="zh-TW" sz="1600" kern="100" dirty="0">
                          <a:solidFill>
                            <a:srgbClr val="000000"/>
                          </a:solidFill>
                          <a:effectLst/>
                          <a:latin typeface="標楷體" pitchFamily="65" charset="-120"/>
                          <a:ea typeface="標楷體" pitchFamily="65" charset="-120"/>
                        </a:rPr>
                        <a:t>機會</a:t>
                      </a:r>
                      <a:r>
                        <a:rPr lang="en-US" sz="1600" kern="100" dirty="0">
                          <a:solidFill>
                            <a:srgbClr val="000000"/>
                          </a:solidFill>
                          <a:effectLst/>
                          <a:latin typeface="標楷體" pitchFamily="65" charset="-120"/>
                          <a:ea typeface="標楷體" pitchFamily="65" charset="-120"/>
                        </a:rPr>
                        <a:t>O</a:t>
                      </a:r>
                      <a:r>
                        <a:rPr lang="zh-TW" sz="1600" kern="100" dirty="0">
                          <a:solidFill>
                            <a:srgbClr val="000000"/>
                          </a:solidFill>
                          <a:effectLst/>
                          <a:latin typeface="標楷體" pitchFamily="65" charset="-120"/>
                          <a:ea typeface="標楷體" pitchFamily="65" charset="-120"/>
                        </a:rPr>
                        <a:t>（社區外部機會）</a:t>
                      </a:r>
                    </a:p>
                  </a:txBody>
                  <a:tcPr marL="50833" marR="50833" marT="0" marB="0"/>
                </a:tc>
                <a:tc>
                  <a:txBody>
                    <a:bodyPr/>
                    <a:lstStyle/>
                    <a:p>
                      <a:pPr algn="ctr">
                        <a:lnSpc>
                          <a:spcPts val="3000"/>
                        </a:lnSpc>
                        <a:spcAft>
                          <a:spcPts val="0"/>
                        </a:spcAft>
                      </a:pPr>
                      <a:r>
                        <a:rPr lang="zh-TW" sz="1600" kern="100" dirty="0">
                          <a:solidFill>
                            <a:srgbClr val="000000"/>
                          </a:solidFill>
                          <a:effectLst/>
                          <a:latin typeface="標楷體" pitchFamily="65" charset="-120"/>
                          <a:ea typeface="標楷體" pitchFamily="65" charset="-120"/>
                        </a:rPr>
                        <a:t>威脅（</a:t>
                      </a:r>
                      <a:r>
                        <a:rPr lang="en-US" sz="1600" kern="100" dirty="0">
                          <a:solidFill>
                            <a:srgbClr val="000000"/>
                          </a:solidFill>
                          <a:effectLst/>
                          <a:latin typeface="標楷體" pitchFamily="65" charset="-120"/>
                          <a:ea typeface="標楷體" pitchFamily="65" charset="-120"/>
                        </a:rPr>
                        <a:t>T </a:t>
                      </a:r>
                      <a:r>
                        <a:rPr lang="zh-TW" sz="1600" kern="100" dirty="0">
                          <a:solidFill>
                            <a:srgbClr val="000000"/>
                          </a:solidFill>
                          <a:effectLst/>
                          <a:latin typeface="標楷體" pitchFamily="65" charset="-120"/>
                          <a:ea typeface="標楷體" pitchFamily="65" charset="-120"/>
                        </a:rPr>
                        <a:t>社區外部威脅）</a:t>
                      </a:r>
                    </a:p>
                  </a:txBody>
                  <a:tcPr marL="50833" marR="50833" marT="0" marB="0"/>
                </a:tc>
                <a:extLst>
                  <a:ext uri="{0D108BD9-81ED-4DB2-BD59-A6C34878D82A}">
                    <a16:rowId xmlns:a16="http://schemas.microsoft.com/office/drawing/2014/main" val="10002"/>
                  </a:ext>
                </a:extLst>
              </a:tr>
              <a:tr h="2375807">
                <a:tc>
                  <a:txBody>
                    <a:bodyPr/>
                    <a:lstStyle/>
                    <a:p>
                      <a:pPr marL="342900" lvl="0" indent="-342900">
                        <a:lnSpc>
                          <a:spcPts val="3000"/>
                        </a:lnSpc>
                        <a:spcAft>
                          <a:spcPts val="0"/>
                        </a:spcAft>
                        <a:buFont typeface="+mj-lt"/>
                        <a:buAutoNum type="arabicPeriod"/>
                        <a:tabLst>
                          <a:tab pos="228600" algn="l"/>
                        </a:tabLst>
                      </a:pPr>
                      <a:r>
                        <a:rPr lang="zh-TW" sz="1600" b="0" kern="100">
                          <a:solidFill>
                            <a:srgbClr val="000000"/>
                          </a:solidFill>
                          <a:effectLst/>
                          <a:latin typeface="標楷體" pitchFamily="65" charset="-120"/>
                          <a:ea typeface="標楷體" pitchFamily="65" charset="-120"/>
                        </a:rPr>
                        <a:t>縣政府公所強力輔導，社區明顯進步，協力單位配合度佳。</a:t>
                      </a:r>
                    </a:p>
                    <a:p>
                      <a:pPr marL="342900" lvl="0" indent="-342900">
                        <a:lnSpc>
                          <a:spcPts val="3000"/>
                        </a:lnSpc>
                        <a:spcAft>
                          <a:spcPts val="0"/>
                        </a:spcAft>
                        <a:buFont typeface="+mj-lt"/>
                        <a:buAutoNum type="arabicPeriod"/>
                        <a:tabLst>
                          <a:tab pos="228600" algn="l"/>
                        </a:tabLst>
                      </a:pPr>
                      <a:r>
                        <a:rPr lang="zh-TW" sz="1600" b="0" kern="100">
                          <a:solidFill>
                            <a:srgbClr val="000000"/>
                          </a:solidFill>
                          <a:effectLst/>
                          <a:latin typeface="標楷體" pitchFamily="65" charset="-120"/>
                          <a:ea typeface="標楷體" pitchFamily="65" charset="-120"/>
                        </a:rPr>
                        <a:t>社區成立協會參加衛生福部推動大旗鑑計畫，獲取資訊以利社區發展。</a:t>
                      </a:r>
                    </a:p>
                    <a:p>
                      <a:pPr marL="342900" lvl="0" indent="-342900">
                        <a:lnSpc>
                          <a:spcPts val="3000"/>
                        </a:lnSpc>
                        <a:spcAft>
                          <a:spcPts val="0"/>
                        </a:spcAft>
                        <a:buFont typeface="+mj-lt"/>
                        <a:buAutoNum type="arabicPeriod"/>
                        <a:tabLst>
                          <a:tab pos="228600" algn="l"/>
                        </a:tabLst>
                      </a:pPr>
                      <a:r>
                        <a:rPr lang="zh-TW" sz="1600" b="0" kern="100">
                          <a:solidFill>
                            <a:srgbClr val="000000"/>
                          </a:solidFill>
                          <a:effectLst/>
                          <a:latin typeface="標楷體" pitchFamily="65" charset="-120"/>
                          <a:ea typeface="標楷體" pitchFamily="65" charset="-120"/>
                        </a:rPr>
                        <a:t>聯結各部門資源，爭取經費積極改善社區環境及推展福利措施。</a:t>
                      </a:r>
                      <a:endParaRPr lang="zh-TW" sz="1600" b="0" kern="100">
                        <a:solidFill>
                          <a:srgbClr val="000000"/>
                        </a:solidFill>
                        <a:effectLst/>
                        <a:latin typeface="標楷體" pitchFamily="65" charset="-120"/>
                        <a:ea typeface="標楷體" pitchFamily="65" charset="-120"/>
                        <a:cs typeface="Times New Roman"/>
                      </a:endParaRPr>
                    </a:p>
                  </a:txBody>
                  <a:tcPr marL="50833" marR="50833" marT="0" marB="0">
                    <a:solidFill>
                      <a:schemeClr val="accent1">
                        <a:lumMod val="20000"/>
                        <a:lumOff val="80000"/>
                      </a:schemeClr>
                    </a:solidFill>
                  </a:tcPr>
                </a:tc>
                <a:tc>
                  <a:txBody>
                    <a:bodyPr/>
                    <a:lstStyle/>
                    <a:p>
                      <a:pPr marL="342900" lvl="0" indent="-342900">
                        <a:lnSpc>
                          <a:spcPts val="3000"/>
                        </a:lnSpc>
                        <a:spcAft>
                          <a:spcPts val="0"/>
                        </a:spcAft>
                        <a:buFont typeface="+mj-lt"/>
                        <a:buAutoNum type="arabicPeriod"/>
                      </a:pPr>
                      <a:r>
                        <a:rPr lang="zh-TW" sz="1600" b="0" kern="100" dirty="0">
                          <a:solidFill>
                            <a:srgbClr val="000000"/>
                          </a:solidFill>
                          <a:effectLst/>
                          <a:latin typeface="標楷體" pitchFamily="65" charset="-120"/>
                          <a:ea typeface="標楷體" pitchFamily="65" charset="-120"/>
                        </a:rPr>
                        <a:t>政府機關計畫補助皆有上限，社區勢必迎來自給自足的挑戰。</a:t>
                      </a:r>
                    </a:p>
                    <a:p>
                      <a:pPr>
                        <a:lnSpc>
                          <a:spcPts val="3000"/>
                        </a:lnSpc>
                        <a:spcAft>
                          <a:spcPts val="0"/>
                        </a:spcAft>
                      </a:pPr>
                      <a:r>
                        <a:rPr lang="en-US" sz="1600" b="0" kern="100" dirty="0">
                          <a:solidFill>
                            <a:srgbClr val="000000"/>
                          </a:solidFill>
                          <a:effectLst/>
                          <a:latin typeface="標楷體" pitchFamily="65" charset="-120"/>
                          <a:ea typeface="標楷體" pitchFamily="65" charset="-120"/>
                        </a:rPr>
                        <a:t> </a:t>
                      </a:r>
                      <a:endParaRPr lang="zh-TW" sz="1600" b="0" kern="100" dirty="0">
                        <a:solidFill>
                          <a:srgbClr val="000000"/>
                        </a:solidFill>
                        <a:effectLst/>
                        <a:latin typeface="標楷體" pitchFamily="65" charset="-120"/>
                        <a:ea typeface="標楷體" pitchFamily="65" charset="-120"/>
                      </a:endParaRPr>
                    </a:p>
                  </a:txBody>
                  <a:tcPr marL="50833" marR="50833" marT="0" marB="0">
                    <a:solidFill>
                      <a:schemeClr val="accent1">
                        <a:lumMod val="20000"/>
                        <a:lumOff val="80000"/>
                      </a:schemeClr>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417893793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標題 1">
            <a:extLst>
              <a:ext uri="{FF2B5EF4-FFF2-40B4-BE49-F238E27FC236}">
                <a16:creationId xmlns:a16="http://schemas.microsoft.com/office/drawing/2014/main" id="{7089C634-2697-B3E6-973F-B0D00A003BFE}"/>
              </a:ext>
            </a:extLst>
          </p:cNvPr>
          <p:cNvSpPr>
            <a:spLocks noGrp="1"/>
          </p:cNvSpPr>
          <p:nvPr>
            <p:ph type="title"/>
          </p:nvPr>
        </p:nvSpPr>
        <p:spPr>
          <a:xfrm>
            <a:off x="-2124075" y="981075"/>
            <a:ext cx="8382000" cy="563563"/>
          </a:xfrm>
        </p:spPr>
        <p:txBody>
          <a:bodyPr>
            <a:normAutofit fontScale="90000"/>
          </a:bodyPr>
          <a:lstStyle/>
          <a:p>
            <a:pPr eaLnBrk="1" fontAlgn="auto" hangingPunct="1">
              <a:spcAft>
                <a:spcPts val="0"/>
              </a:spcAft>
              <a:defRPr/>
            </a:pPr>
            <a:r>
              <a:rPr lang="zh-TW" altLang="en-US" sz="4000" dirty="0">
                <a:solidFill>
                  <a:srgbClr val="000000"/>
                </a:solidFill>
                <a:latin typeface="標楷體" pitchFamily="65" charset="-120"/>
                <a:ea typeface="標楷體" pitchFamily="65" charset="-120"/>
                <a:cs typeface="華康隸書體W7" pitchFamily="65" charset="-120"/>
              </a:rPr>
              <a:t>計畫架構圖</a:t>
            </a:r>
            <a:br>
              <a:rPr lang="zh-TW" altLang="en-US" dirty="0">
                <a:solidFill>
                  <a:schemeClr val="tx2">
                    <a:satMod val="130000"/>
                  </a:schemeClr>
                </a:solidFill>
                <a:ea typeface="新細明體" pitchFamily="18" charset="-120"/>
                <a:cs typeface="華康隸書體W7" pitchFamily="65" charset="-120"/>
              </a:rPr>
            </a:br>
            <a:endParaRPr lang="zh-TW" altLang="en-US" dirty="0">
              <a:solidFill>
                <a:schemeClr val="tx2">
                  <a:satMod val="130000"/>
                </a:schemeClr>
              </a:solidFill>
              <a:ea typeface="新細明體" pitchFamily="18" charset="-120"/>
              <a:cs typeface="華康隸書體W7" pitchFamily="65" charset="-120"/>
            </a:endParaRPr>
          </a:p>
        </p:txBody>
      </p:sp>
      <p:pic>
        <p:nvPicPr>
          <p:cNvPr id="110595" name="Picture 10" descr="123">
            <a:extLst>
              <a:ext uri="{FF2B5EF4-FFF2-40B4-BE49-F238E27FC236}">
                <a16:creationId xmlns:a16="http://schemas.microsoft.com/office/drawing/2014/main" id="{9AD73235-52D4-86E8-DE51-62D1E884F7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35375" y="260350"/>
            <a:ext cx="4773613" cy="643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標題 1">
            <a:extLst>
              <a:ext uri="{FF2B5EF4-FFF2-40B4-BE49-F238E27FC236}">
                <a16:creationId xmlns:a16="http://schemas.microsoft.com/office/drawing/2014/main" id="{5FA5D8B5-0A07-BC51-6D16-E3433A24F41F}"/>
              </a:ext>
            </a:extLst>
          </p:cNvPr>
          <p:cNvSpPr>
            <a:spLocks noGrp="1"/>
          </p:cNvSpPr>
          <p:nvPr>
            <p:ph type="title"/>
          </p:nvPr>
        </p:nvSpPr>
        <p:spPr>
          <a:xfrm>
            <a:off x="900113" y="0"/>
            <a:ext cx="7343775" cy="692150"/>
          </a:xfrm>
        </p:spPr>
        <p:txBody>
          <a:bodyPr/>
          <a:lstStyle/>
          <a:p>
            <a:pPr eaLnBrk="1" hangingPunct="1">
              <a:defRPr/>
            </a:pPr>
            <a:r>
              <a:rPr lang="zh-TW" altLang="en-US" sz="4000" dirty="0">
                <a:solidFill>
                  <a:schemeClr val="accent3"/>
                </a:solidFill>
                <a:latin typeface="標楷體" pitchFamily="65" charset="-120"/>
                <a:ea typeface="標楷體" pitchFamily="65" charset="-120"/>
                <a:cs typeface="華康隸書體W7" pitchFamily="65" charset="-120"/>
              </a:rPr>
              <a:t>計畫內容</a:t>
            </a:r>
            <a:endParaRPr lang="zh-TW" altLang="en-US" dirty="0">
              <a:solidFill>
                <a:schemeClr val="accent3"/>
              </a:solidFill>
              <a:latin typeface="標楷體" pitchFamily="65" charset="-120"/>
              <a:ea typeface="標楷體" pitchFamily="65" charset="-120"/>
              <a:cs typeface="華康隸書體W7" pitchFamily="65" charset="-120"/>
            </a:endParaRPr>
          </a:p>
        </p:txBody>
      </p:sp>
      <p:sp>
        <p:nvSpPr>
          <p:cNvPr id="111619" name="內容版面配置區 2">
            <a:extLst>
              <a:ext uri="{FF2B5EF4-FFF2-40B4-BE49-F238E27FC236}">
                <a16:creationId xmlns:a16="http://schemas.microsoft.com/office/drawing/2014/main" id="{6FB8D7B1-A503-8BD7-FFD3-0BEC495413D5}"/>
              </a:ext>
            </a:extLst>
          </p:cNvPr>
          <p:cNvSpPr>
            <a:spLocks noGrp="1"/>
          </p:cNvSpPr>
          <p:nvPr>
            <p:ph idx="1"/>
          </p:nvPr>
        </p:nvSpPr>
        <p:spPr>
          <a:xfrm>
            <a:off x="914400" y="908050"/>
            <a:ext cx="8229600" cy="5410200"/>
          </a:xfrm>
        </p:spPr>
        <p:txBody>
          <a:bodyPr/>
          <a:lstStyle/>
          <a:p>
            <a:pPr marL="0" indent="0" eaLnBrk="1" hangingPunct="1">
              <a:spcBef>
                <a:spcPts val="300"/>
              </a:spcBef>
              <a:spcAft>
                <a:spcPts val="300"/>
              </a:spcAft>
              <a:buFont typeface="Wingdings" panose="05000000000000000000" pitchFamily="2" charset="2"/>
              <a:buNone/>
            </a:pPr>
            <a:r>
              <a:rPr lang="en-US" altLang="zh-TW" sz="2800" b="1">
                <a:solidFill>
                  <a:srgbClr val="FF0000"/>
                </a:solidFill>
                <a:latin typeface="標楷體" panose="03000509000000000000" pitchFamily="65" charset="-120"/>
                <a:ea typeface="超研澤粗楷" panose="02010609010101010101" pitchFamily="49" charset="-120"/>
              </a:rPr>
              <a:t>(</a:t>
            </a:r>
            <a:r>
              <a:rPr lang="zh-TW" altLang="zh-TW" sz="2800" b="1">
                <a:solidFill>
                  <a:srgbClr val="FF0000"/>
                </a:solidFill>
                <a:latin typeface="Times New Roman" panose="02020603050405020304" pitchFamily="18" charset="0"/>
                <a:ea typeface="標楷體" panose="03000509000000000000" pitchFamily="65" charset="-120"/>
              </a:rPr>
              <a:t>一</a:t>
            </a:r>
            <a:r>
              <a:rPr lang="en-US" altLang="zh-TW" sz="2800" b="1">
                <a:solidFill>
                  <a:srgbClr val="FF0000"/>
                </a:solidFill>
                <a:latin typeface="Times New Roman" panose="02020603050405020304" pitchFamily="18" charset="0"/>
                <a:ea typeface="標楷體" panose="03000509000000000000" pitchFamily="65" charset="-120"/>
              </a:rPr>
              <a:t>)</a:t>
            </a:r>
            <a:r>
              <a:rPr lang="zh-TW" altLang="zh-TW" sz="2800" b="1">
                <a:solidFill>
                  <a:srgbClr val="FF0000"/>
                </a:solidFill>
                <a:latin typeface="Times New Roman" panose="02020603050405020304" pitchFamily="18" charset="0"/>
                <a:ea typeface="標楷體" panose="03000509000000000000" pitchFamily="65" charset="-120"/>
              </a:rPr>
              <a:t>、老人福利</a:t>
            </a:r>
            <a:r>
              <a:rPr lang="en-US" altLang="zh-TW" sz="2800" b="1">
                <a:solidFill>
                  <a:srgbClr val="FF0000"/>
                </a:solidFill>
                <a:latin typeface="Times New Roman" panose="02020603050405020304" pitchFamily="18" charset="0"/>
                <a:ea typeface="標楷體" panose="03000509000000000000" pitchFamily="65" charset="-120"/>
              </a:rPr>
              <a:t>-</a:t>
            </a:r>
            <a:r>
              <a:rPr lang="zh-TW" altLang="zh-TW" sz="2800" b="1">
                <a:solidFill>
                  <a:srgbClr val="FF0000"/>
                </a:solidFill>
                <a:ea typeface="標楷體" panose="03000509000000000000" pitchFamily="65" charset="-120"/>
              </a:rPr>
              <a:t>金點轉動據點幸福升級</a:t>
            </a:r>
            <a:endParaRPr lang="en-US" altLang="zh-TW" sz="2800" b="1">
              <a:solidFill>
                <a:srgbClr val="FF0000"/>
              </a:solidFill>
              <a:ea typeface="標楷體" panose="03000509000000000000" pitchFamily="65" charset="-120"/>
            </a:endParaRPr>
          </a:p>
          <a:p>
            <a:pPr marL="0" indent="0" eaLnBrk="1" hangingPunct="1">
              <a:buFont typeface="Wingdings" panose="05000000000000000000" pitchFamily="2" charset="2"/>
              <a:buNone/>
            </a:pPr>
            <a:endParaRPr lang="zh-TW" altLang="zh-TW" sz="2400">
              <a:latin typeface="Times New Roman" panose="02020603050405020304" pitchFamily="18" charset="0"/>
              <a:ea typeface="超研澤粗楷" panose="02010609010101010101" pitchFamily="49" charset="-120"/>
            </a:endParaRPr>
          </a:p>
        </p:txBody>
      </p:sp>
      <p:graphicFrame>
        <p:nvGraphicFramePr>
          <p:cNvPr id="2" name="表格 1">
            <a:extLst>
              <a:ext uri="{FF2B5EF4-FFF2-40B4-BE49-F238E27FC236}">
                <a16:creationId xmlns:a16="http://schemas.microsoft.com/office/drawing/2014/main" id="{77A8295D-FB0C-EF76-803F-12F475A30761}"/>
              </a:ext>
            </a:extLst>
          </p:cNvPr>
          <p:cNvGraphicFramePr>
            <a:graphicFrameLocks noGrp="1"/>
          </p:cNvGraphicFramePr>
          <p:nvPr/>
        </p:nvGraphicFramePr>
        <p:xfrm>
          <a:off x="827088" y="1503363"/>
          <a:ext cx="7921625" cy="5354637"/>
        </p:xfrm>
        <a:graphic>
          <a:graphicData uri="http://schemas.openxmlformats.org/drawingml/2006/table">
            <a:tbl>
              <a:tblPr firstRow="1" firstCol="1" bandRow="1">
                <a:tableStyleId>{5C22544A-7EE6-4342-B048-85BDC9FD1C3A}</a:tableStyleId>
              </a:tblPr>
              <a:tblGrid>
                <a:gridCol w="576107">
                  <a:extLst>
                    <a:ext uri="{9D8B030D-6E8A-4147-A177-3AD203B41FA5}">
                      <a16:colId xmlns:a16="http://schemas.microsoft.com/office/drawing/2014/main" val="20000"/>
                    </a:ext>
                  </a:extLst>
                </a:gridCol>
                <a:gridCol w="504093">
                  <a:extLst>
                    <a:ext uri="{9D8B030D-6E8A-4147-A177-3AD203B41FA5}">
                      <a16:colId xmlns:a16="http://schemas.microsoft.com/office/drawing/2014/main" val="20001"/>
                    </a:ext>
                  </a:extLst>
                </a:gridCol>
                <a:gridCol w="576107">
                  <a:extLst>
                    <a:ext uri="{9D8B030D-6E8A-4147-A177-3AD203B41FA5}">
                      <a16:colId xmlns:a16="http://schemas.microsoft.com/office/drawing/2014/main" val="20002"/>
                    </a:ext>
                  </a:extLst>
                </a:gridCol>
                <a:gridCol w="4753008">
                  <a:extLst>
                    <a:ext uri="{9D8B030D-6E8A-4147-A177-3AD203B41FA5}">
                      <a16:colId xmlns:a16="http://schemas.microsoft.com/office/drawing/2014/main" val="20003"/>
                    </a:ext>
                  </a:extLst>
                </a:gridCol>
                <a:gridCol w="1512310">
                  <a:extLst>
                    <a:ext uri="{9D8B030D-6E8A-4147-A177-3AD203B41FA5}">
                      <a16:colId xmlns:a16="http://schemas.microsoft.com/office/drawing/2014/main" val="20004"/>
                    </a:ext>
                  </a:extLst>
                </a:gridCol>
              </a:tblGrid>
              <a:tr h="731563">
                <a:tc>
                  <a:txBody>
                    <a:bodyPr/>
                    <a:lstStyle/>
                    <a:p>
                      <a:pPr>
                        <a:lnSpc>
                          <a:spcPct val="150000"/>
                        </a:lnSpc>
                        <a:spcAft>
                          <a:spcPts val="0"/>
                        </a:spcAft>
                      </a:pPr>
                      <a:r>
                        <a:rPr lang="zh-TW" sz="1600" kern="100" dirty="0">
                          <a:solidFill>
                            <a:srgbClr val="000000"/>
                          </a:solidFill>
                          <a:effectLst/>
                          <a:latin typeface="標楷體" pitchFamily="65" charset="-120"/>
                          <a:ea typeface="標楷體" pitchFamily="65" charset="-120"/>
                        </a:rPr>
                        <a:t>執行</a:t>
                      </a:r>
                    </a:p>
                    <a:p>
                      <a:pPr>
                        <a:lnSpc>
                          <a:spcPct val="150000"/>
                        </a:lnSpc>
                        <a:spcAft>
                          <a:spcPts val="0"/>
                        </a:spcAft>
                      </a:pPr>
                      <a:r>
                        <a:rPr lang="zh-TW" sz="1600" kern="100" dirty="0">
                          <a:solidFill>
                            <a:srgbClr val="000000"/>
                          </a:solidFill>
                          <a:effectLst/>
                          <a:latin typeface="標楷體" pitchFamily="65" charset="-120"/>
                          <a:ea typeface="標楷體" pitchFamily="65" charset="-120"/>
                        </a:rPr>
                        <a:t>期程</a:t>
                      </a:r>
                    </a:p>
                  </a:txBody>
                  <a:tcPr marL="18700" marR="18700" marT="0" marB="0"/>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執行項目</a:t>
                      </a:r>
                    </a:p>
                  </a:txBody>
                  <a:tcPr marL="18700" marR="18700" marT="0" marB="0" anchor="ct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執行內容</a:t>
                      </a:r>
                    </a:p>
                  </a:txBody>
                  <a:tcPr marL="18700" marR="18700" marT="0" marB="0" anchor="ct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執行方式與規劃</a:t>
                      </a:r>
                    </a:p>
                  </a:txBody>
                  <a:tcPr marL="18700" marR="18700" marT="0" marB="0" anchor="ct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活動講師</a:t>
                      </a:r>
                    </a:p>
                  </a:txBody>
                  <a:tcPr marL="18700" marR="18700" marT="0" marB="0" anchor="ctr"/>
                </a:tc>
                <a:extLst>
                  <a:ext uri="{0D108BD9-81ED-4DB2-BD59-A6C34878D82A}">
                    <a16:rowId xmlns:a16="http://schemas.microsoft.com/office/drawing/2014/main" val="10000"/>
                  </a:ext>
                </a:extLst>
              </a:tr>
              <a:tr h="4623074">
                <a:tc>
                  <a:txBody>
                    <a:bodyPr/>
                    <a:lstStyle/>
                    <a:p>
                      <a:pPr>
                        <a:lnSpc>
                          <a:spcPts val="2600"/>
                        </a:lnSpc>
                        <a:spcAft>
                          <a:spcPts val="0"/>
                        </a:spcAft>
                      </a:pPr>
                      <a:endParaRPr lang="en-US" sz="1600" kern="100" dirty="0">
                        <a:solidFill>
                          <a:srgbClr val="000000"/>
                        </a:solidFill>
                        <a:effectLst/>
                        <a:latin typeface="標楷體" pitchFamily="65" charset="-120"/>
                        <a:ea typeface="標楷體" pitchFamily="65" charset="-120"/>
                      </a:endParaRPr>
                    </a:p>
                    <a:p>
                      <a:pPr>
                        <a:lnSpc>
                          <a:spcPts val="2600"/>
                        </a:lnSpc>
                        <a:spcAft>
                          <a:spcPts val="0"/>
                        </a:spcAft>
                      </a:pPr>
                      <a:endParaRPr lang="en-US" sz="1600" kern="100" dirty="0">
                        <a:solidFill>
                          <a:srgbClr val="000000"/>
                        </a:solidFill>
                        <a:effectLst/>
                        <a:latin typeface="標楷體" pitchFamily="65" charset="-120"/>
                        <a:ea typeface="標楷體" pitchFamily="65" charset="-120"/>
                      </a:endParaRPr>
                    </a:p>
                    <a:p>
                      <a:pPr>
                        <a:lnSpc>
                          <a:spcPts val="2600"/>
                        </a:lnSpc>
                        <a:spcAft>
                          <a:spcPts val="0"/>
                        </a:spcAft>
                      </a:pPr>
                      <a:endParaRPr lang="en-US" sz="1600" kern="100" dirty="0">
                        <a:solidFill>
                          <a:srgbClr val="000000"/>
                        </a:solidFill>
                        <a:effectLst/>
                        <a:latin typeface="標楷體" pitchFamily="65" charset="-120"/>
                        <a:ea typeface="標楷體" pitchFamily="65" charset="-120"/>
                      </a:endParaRPr>
                    </a:p>
                    <a:p>
                      <a:pPr>
                        <a:lnSpc>
                          <a:spcPts val="2600"/>
                        </a:lnSpc>
                        <a:spcAft>
                          <a:spcPts val="0"/>
                        </a:spcAft>
                      </a:pPr>
                      <a:endParaRPr lang="en-US" sz="1600" kern="100" dirty="0">
                        <a:solidFill>
                          <a:srgbClr val="000000"/>
                        </a:solidFill>
                        <a:effectLst/>
                        <a:latin typeface="標楷體" pitchFamily="65" charset="-120"/>
                        <a:ea typeface="標楷體" pitchFamily="65" charset="-120"/>
                      </a:endParaRPr>
                    </a:p>
                    <a:p>
                      <a:pPr>
                        <a:lnSpc>
                          <a:spcPts val="2600"/>
                        </a:lnSpc>
                        <a:spcAft>
                          <a:spcPts val="0"/>
                        </a:spcAft>
                      </a:pPr>
                      <a:endParaRPr lang="en-US" sz="1600" kern="100" dirty="0">
                        <a:solidFill>
                          <a:srgbClr val="000000"/>
                        </a:solidFill>
                        <a:effectLst/>
                        <a:latin typeface="標楷體" pitchFamily="65" charset="-120"/>
                        <a:ea typeface="標楷體" pitchFamily="65" charset="-120"/>
                      </a:endParaRPr>
                    </a:p>
                    <a:p>
                      <a:pPr>
                        <a:lnSpc>
                          <a:spcPts val="2600"/>
                        </a:lnSpc>
                        <a:spcAft>
                          <a:spcPts val="0"/>
                        </a:spcAft>
                      </a:pPr>
                      <a:endParaRPr lang="en-US" sz="1600" kern="100" dirty="0">
                        <a:solidFill>
                          <a:srgbClr val="000000"/>
                        </a:solidFill>
                        <a:effectLst/>
                        <a:latin typeface="標楷體" pitchFamily="65" charset="-120"/>
                        <a:ea typeface="標楷體" pitchFamily="65" charset="-120"/>
                      </a:endParaRPr>
                    </a:p>
                    <a:p>
                      <a:pPr>
                        <a:lnSpc>
                          <a:spcPts val="2600"/>
                        </a:lnSpc>
                        <a:spcAft>
                          <a:spcPts val="0"/>
                        </a:spcAft>
                      </a:pPr>
                      <a:r>
                        <a:rPr lang="en-US" sz="1600" kern="100" dirty="0">
                          <a:solidFill>
                            <a:srgbClr val="000000"/>
                          </a:solidFill>
                          <a:effectLst/>
                          <a:latin typeface="標楷體" pitchFamily="65" charset="-120"/>
                          <a:ea typeface="標楷體" pitchFamily="65" charset="-120"/>
                        </a:rPr>
                        <a:t>3-9</a:t>
                      </a:r>
                      <a:r>
                        <a:rPr lang="zh-TW" sz="1600" kern="100" dirty="0">
                          <a:solidFill>
                            <a:srgbClr val="000000"/>
                          </a:solidFill>
                          <a:effectLst/>
                          <a:latin typeface="標楷體" pitchFamily="65" charset="-120"/>
                          <a:ea typeface="標楷體" pitchFamily="65" charset="-120"/>
                        </a:rPr>
                        <a:t>月</a:t>
                      </a:r>
                    </a:p>
                  </a:txBody>
                  <a:tcPr marL="18700" marR="18700" marT="0" marB="0"/>
                </a:tc>
                <a:tc>
                  <a:txBody>
                    <a:bodyPr/>
                    <a:lstStyle/>
                    <a:p>
                      <a:pPr algn="ctr">
                        <a:lnSpc>
                          <a:spcPts val="2600"/>
                        </a:lnSpc>
                        <a:spcAft>
                          <a:spcPts val="0"/>
                        </a:spcAft>
                        <a:tabLst>
                          <a:tab pos="381000" algn="l"/>
                        </a:tabLst>
                      </a:pPr>
                      <a:r>
                        <a:rPr lang="zh-TW" sz="1600" b="1" kern="100" dirty="0">
                          <a:solidFill>
                            <a:srgbClr val="000000"/>
                          </a:solidFill>
                          <a:effectLst/>
                          <a:latin typeface="標楷體" pitchFamily="65" charset="-120"/>
                          <a:ea typeface="標楷體" pitchFamily="65" charset="-120"/>
                        </a:rPr>
                        <a:t>樂齡學堂</a:t>
                      </a:r>
                    </a:p>
                  </a:txBody>
                  <a:tcPr marL="18700" marR="18700" marT="0" marB="0" anchor="ctr"/>
                </a:tc>
                <a:tc>
                  <a:txBody>
                    <a:bodyPr/>
                    <a:lstStyle/>
                    <a:p>
                      <a:pPr algn="ctr">
                        <a:lnSpc>
                          <a:spcPts val="2600"/>
                        </a:lnSpc>
                        <a:spcAft>
                          <a:spcPts val="0"/>
                        </a:spcAft>
                        <a:tabLst>
                          <a:tab pos="381000" algn="l"/>
                        </a:tabLst>
                      </a:pPr>
                      <a:r>
                        <a:rPr lang="zh-TW" sz="1600" b="1" kern="100" dirty="0">
                          <a:solidFill>
                            <a:srgbClr val="000000"/>
                          </a:solidFill>
                          <a:effectLst/>
                          <a:latin typeface="標楷體" pitchFamily="65" charset="-120"/>
                          <a:ea typeface="標楷體" pitchFamily="65" charset="-120"/>
                        </a:rPr>
                        <a:t>預防失能課程</a:t>
                      </a:r>
                    </a:p>
                  </a:txBody>
                  <a:tcPr marL="18700" marR="18700" marT="0" marB="0" anchor="ctr"/>
                </a:tc>
                <a:tc>
                  <a:txBody>
                    <a:bodyPr/>
                    <a:lstStyle/>
                    <a:p>
                      <a:pPr>
                        <a:lnSpc>
                          <a:spcPts val="2600"/>
                        </a:lnSpc>
                        <a:spcAft>
                          <a:spcPts val="0"/>
                        </a:spcAft>
                        <a:tabLst>
                          <a:tab pos="381000" algn="l"/>
                        </a:tabLst>
                      </a:pPr>
                      <a:r>
                        <a:rPr lang="en-US" altLang="zh-TW" sz="1600" b="1" kern="100" dirty="0">
                          <a:solidFill>
                            <a:srgbClr val="000000"/>
                          </a:solidFill>
                          <a:effectLst/>
                          <a:latin typeface="標楷體" pitchFamily="65" charset="-120"/>
                          <a:ea typeface="標楷體" pitchFamily="65" charset="-120"/>
                        </a:rPr>
                        <a:t>(1)</a:t>
                      </a:r>
                      <a:r>
                        <a:rPr lang="zh-TW" sz="1600" b="1" kern="100" dirty="0">
                          <a:solidFill>
                            <a:srgbClr val="000000"/>
                          </a:solidFill>
                          <a:effectLst/>
                          <a:latin typeface="標楷體" pitchFamily="65" charset="-120"/>
                          <a:ea typeface="標楷體" pitchFamily="65" charset="-120"/>
                        </a:rPr>
                        <a:t>人口逐漸老化是各社區出現的問題，設計預</a:t>
                      </a:r>
                      <a:r>
                        <a:rPr lang="zh-TW" altLang="en-US" sz="1600" b="1" kern="100" dirty="0">
                          <a:solidFill>
                            <a:srgbClr val="000000"/>
                          </a:solidFill>
                          <a:effectLst/>
                          <a:latin typeface="標楷體" pitchFamily="65" charset="-120"/>
                          <a:ea typeface="標楷體" pitchFamily="65" charset="-120"/>
                        </a:rPr>
                        <a:t>    </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防性保健課程，使老人維持身體健康狀況。</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en-US" altLang="zh-TW" sz="1600" b="1" kern="100" dirty="0">
                          <a:solidFill>
                            <a:srgbClr val="000000"/>
                          </a:solidFill>
                          <a:effectLst/>
                          <a:latin typeface="標楷體" pitchFamily="65" charset="-120"/>
                          <a:ea typeface="標楷體" pitchFamily="65" charset="-120"/>
                        </a:rPr>
                        <a:t>(2)</a:t>
                      </a:r>
                      <a:r>
                        <a:rPr lang="zh-TW" sz="1600" b="1" kern="100" dirty="0">
                          <a:solidFill>
                            <a:srgbClr val="000000"/>
                          </a:solidFill>
                          <a:effectLst/>
                          <a:latin typeface="標楷體" pitchFamily="65" charset="-120"/>
                          <a:ea typeface="標楷體" pitchFamily="65" charset="-120"/>
                        </a:rPr>
                        <a:t>課程以籐湖社區、中崎社區、桂林社區及和</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興社區為主，安排老師至社區帶領長輩體適</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能及預防失智、失能、防跌倒等健康活化活</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動課程。</a:t>
                      </a:r>
                    </a:p>
                    <a:p>
                      <a:pPr>
                        <a:lnSpc>
                          <a:spcPts val="2600"/>
                        </a:lnSpc>
                        <a:spcAft>
                          <a:spcPts val="0"/>
                        </a:spcAft>
                        <a:tabLst>
                          <a:tab pos="381000" algn="l"/>
                        </a:tabLst>
                      </a:pPr>
                      <a:r>
                        <a:rPr lang="en-US" altLang="zh-TW" sz="1600" b="1" kern="100" dirty="0">
                          <a:solidFill>
                            <a:srgbClr val="000000"/>
                          </a:solidFill>
                          <a:effectLst/>
                          <a:latin typeface="標楷體" pitchFamily="65" charset="-120"/>
                          <a:ea typeface="標楷體" pitchFamily="65" charset="-120"/>
                        </a:rPr>
                        <a:t>(3)</a:t>
                      </a:r>
                      <a:r>
                        <a:rPr lang="zh-TW" sz="1600" b="1" kern="100" dirty="0">
                          <a:solidFill>
                            <a:srgbClr val="000000"/>
                          </a:solidFill>
                          <a:effectLst/>
                          <a:latin typeface="標楷體" pitchFamily="65" charset="-120"/>
                          <a:ea typeface="標楷體" pitchFamily="65" charset="-120"/>
                        </a:rPr>
                        <a:t>資源連結竹山鎮樂齡學習中心安排運動保健</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講座</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如認識老年常見疾病、營養常識、心理</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健康、健康知識、健康老化</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等講座，讓長輩</a:t>
                      </a:r>
                      <a:r>
                        <a:rPr lang="zh-TW" altLang="en-US" sz="1600" b="1" kern="100" dirty="0">
                          <a:solidFill>
                            <a:srgbClr val="000000"/>
                          </a:solidFill>
                          <a:effectLst/>
                          <a:latin typeface="標楷體" pitchFamily="65" charset="-120"/>
                          <a:ea typeface="標楷體" pitchFamily="65" charset="-120"/>
                        </a:rPr>
                        <a:t>  </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更加認識運動保健等知識</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安排於籐湖社區、</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中崎社區、和興社區、桂林社區各</a:t>
                      </a:r>
                      <a:r>
                        <a:rPr lang="en-US" sz="1600" b="1" kern="100" dirty="0">
                          <a:solidFill>
                            <a:srgbClr val="000000"/>
                          </a:solidFill>
                          <a:effectLst/>
                          <a:latin typeface="標楷體" pitchFamily="65" charset="-120"/>
                          <a:ea typeface="標楷體" pitchFamily="65" charset="-120"/>
                        </a:rPr>
                        <a:t>20</a:t>
                      </a:r>
                      <a:r>
                        <a:rPr lang="zh-TW" sz="1600" b="1" kern="100" dirty="0">
                          <a:solidFill>
                            <a:srgbClr val="000000"/>
                          </a:solidFill>
                          <a:effectLst/>
                          <a:latin typeface="標楷體" pitchFamily="65" charset="-120"/>
                          <a:ea typeface="標楷體" pitchFamily="65" charset="-120"/>
                        </a:rPr>
                        <a:t>節課程，</a:t>
                      </a:r>
                      <a:endParaRPr lang="en-US" altLang="zh-TW" sz="1600" b="1" kern="100" dirty="0">
                        <a:solidFill>
                          <a:srgbClr val="000000"/>
                        </a:solidFill>
                        <a:effectLst/>
                        <a:latin typeface="標楷體" pitchFamily="65" charset="-120"/>
                        <a:ea typeface="標楷體" pitchFamily="65" charset="-120"/>
                      </a:endParaRPr>
                    </a:p>
                    <a:p>
                      <a:pPr>
                        <a:lnSpc>
                          <a:spcPts val="2600"/>
                        </a:lnSpc>
                        <a:spcAft>
                          <a:spcPts val="0"/>
                        </a:spcAft>
                        <a:tabLst>
                          <a:tab pos="381000" algn="l"/>
                        </a:tabLs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計</a:t>
                      </a:r>
                      <a:r>
                        <a:rPr lang="en-US" sz="1600" b="1" kern="100" dirty="0">
                          <a:solidFill>
                            <a:srgbClr val="000000"/>
                          </a:solidFill>
                          <a:effectLst/>
                          <a:latin typeface="標楷體" pitchFamily="65" charset="-120"/>
                          <a:ea typeface="標楷體" pitchFamily="65" charset="-120"/>
                        </a:rPr>
                        <a:t>80</a:t>
                      </a:r>
                      <a:r>
                        <a:rPr lang="zh-TW" sz="1600" b="1" kern="100" dirty="0">
                          <a:solidFill>
                            <a:srgbClr val="000000"/>
                          </a:solidFill>
                          <a:effectLst/>
                          <a:latin typeface="標楷體" pitchFamily="65" charset="-120"/>
                          <a:ea typeface="標楷體" pitchFamily="65" charset="-120"/>
                        </a:rPr>
                        <a:t>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txBody>
                  <a:tcPr marL="18700" marR="18700" marT="0" marB="0" anchor="ctr"/>
                </a:tc>
                <a:tc>
                  <a:txBody>
                    <a:bodyPr/>
                    <a:lstStyle/>
                    <a:p>
                      <a:pPr marL="3810" algn="just">
                        <a:lnSpc>
                          <a:spcPts val="2600"/>
                        </a:lnSpc>
                        <a:spcAft>
                          <a:spcPts val="0"/>
                        </a:spcAft>
                      </a:pPr>
                      <a:endParaRPr lang="en-US" altLang="zh-TW" sz="1600" b="1" kern="100" dirty="0">
                        <a:solidFill>
                          <a:srgbClr val="000000"/>
                        </a:solidFill>
                        <a:effectLst/>
                        <a:latin typeface="標楷體" pitchFamily="65" charset="-120"/>
                        <a:ea typeface="標楷體" pitchFamily="65" charset="-120"/>
                      </a:endParaRPr>
                    </a:p>
                    <a:p>
                      <a:pPr marL="3810" algn="just">
                        <a:lnSpc>
                          <a:spcPts val="2600"/>
                        </a:lnSpc>
                        <a:spcAft>
                          <a:spcPts val="0"/>
                        </a:spcAft>
                      </a:pPr>
                      <a:r>
                        <a:rPr lang="zh-TW" sz="1600" b="1" kern="100" dirty="0">
                          <a:solidFill>
                            <a:srgbClr val="000000"/>
                          </a:solidFill>
                          <a:effectLst/>
                          <a:latin typeface="標楷體" pitchFamily="65" charset="-120"/>
                          <a:ea typeface="標楷體" pitchFamily="65" charset="-120"/>
                        </a:rPr>
                        <a:t>專業老師：</a:t>
                      </a:r>
                    </a:p>
                    <a:p>
                      <a:pPr marL="3810" algn="just">
                        <a:lnSpc>
                          <a:spcPts val="2600"/>
                        </a:lnSpc>
                        <a:spcAft>
                          <a:spcPts val="0"/>
                        </a:spcAft>
                      </a:pPr>
                      <a:r>
                        <a:rPr lang="zh-TW" sz="1600" b="1" kern="100" dirty="0">
                          <a:solidFill>
                            <a:srgbClr val="000000"/>
                          </a:solidFill>
                          <a:effectLst/>
                          <a:latin typeface="標楷體" pitchFamily="65" charset="-120"/>
                          <a:ea typeface="標楷體" pitchFamily="65" charset="-120"/>
                        </a:rPr>
                        <a:t>阮登科老師</a:t>
                      </a:r>
                    </a:p>
                    <a:p>
                      <a:pPr marL="3810" algn="just">
                        <a:lnSpc>
                          <a:spcPts val="2600"/>
                        </a:lnSpc>
                        <a:spcAft>
                          <a:spcPts val="0"/>
                        </a:spcAft>
                      </a:pPr>
                      <a:r>
                        <a:rPr lang="zh-TW" sz="1600" b="1" kern="100" dirty="0">
                          <a:solidFill>
                            <a:srgbClr val="000000"/>
                          </a:solidFill>
                          <a:effectLst/>
                          <a:latin typeface="標楷體" pitchFamily="65" charset="-120"/>
                          <a:ea typeface="標楷體" pitchFamily="65" charset="-120"/>
                        </a:rPr>
                        <a:t>蕭淑珍老師</a:t>
                      </a:r>
                    </a:p>
                    <a:p>
                      <a:pPr marL="3810" algn="just">
                        <a:lnSpc>
                          <a:spcPts val="2600"/>
                        </a:lnSpc>
                        <a:spcAft>
                          <a:spcPts val="0"/>
                        </a:spcAft>
                      </a:pPr>
                      <a:r>
                        <a:rPr lang="zh-TW" sz="1600" b="1" kern="100" dirty="0">
                          <a:solidFill>
                            <a:srgbClr val="000000"/>
                          </a:solidFill>
                          <a:effectLst/>
                          <a:latin typeface="標楷體" pitchFamily="65" charset="-120"/>
                          <a:ea typeface="標楷體" pitchFamily="65" charset="-120"/>
                        </a:rPr>
                        <a:t>楊靜文老師</a:t>
                      </a:r>
                    </a:p>
                    <a:p>
                      <a:pPr marL="3810" algn="just">
                        <a:lnSpc>
                          <a:spcPts val="2600"/>
                        </a:lnSpc>
                        <a:spcAft>
                          <a:spcPts val="0"/>
                        </a:spcAft>
                      </a:pPr>
                      <a:r>
                        <a:rPr lang="zh-TW" sz="1600" b="1" kern="100" dirty="0">
                          <a:solidFill>
                            <a:srgbClr val="000000"/>
                          </a:solidFill>
                          <a:effectLst/>
                          <a:latin typeface="標楷體" pitchFamily="65" charset="-120"/>
                          <a:ea typeface="標楷體" pitchFamily="65" charset="-120"/>
                        </a:rPr>
                        <a:t>等</a:t>
                      </a:r>
                    </a:p>
                    <a:p>
                      <a:pPr marL="3810" algn="just">
                        <a:lnSpc>
                          <a:spcPts val="2600"/>
                        </a:lnSpc>
                        <a:spcAft>
                          <a:spcPts val="0"/>
                        </a:spcAft>
                      </a:pPr>
                      <a:r>
                        <a:rPr lang="zh-TW" sz="1600" b="1" kern="100" dirty="0">
                          <a:solidFill>
                            <a:srgbClr val="000000"/>
                          </a:solidFill>
                          <a:effectLst/>
                          <a:latin typeface="標楷體" pitchFamily="65" charset="-120"/>
                          <a:ea typeface="標楷體" pitchFamily="65" charset="-120"/>
                        </a:rPr>
                        <a:t>實務老師</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跨社區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810" algn="just">
                        <a:lnSpc>
                          <a:spcPts val="2600"/>
                        </a:lnSpc>
                        <a:spcAft>
                          <a:spcPts val="0"/>
                        </a:spcAft>
                      </a:pPr>
                      <a:r>
                        <a:rPr lang="zh-TW" sz="1600" b="1" kern="100" dirty="0">
                          <a:solidFill>
                            <a:srgbClr val="000000"/>
                          </a:solidFill>
                          <a:effectLst/>
                          <a:latin typeface="標楷體" pitchFamily="65" charset="-120"/>
                          <a:ea typeface="標楷體" pitchFamily="65" charset="-120"/>
                        </a:rPr>
                        <a:t>專業團隊：大旗艦社區夥伴、南投縣政府、竹山鎮公所、竹山鎮樂齡學習中心</a:t>
                      </a:r>
                    </a:p>
                    <a:p>
                      <a:pPr marL="3810" algn="just">
                        <a:lnSpc>
                          <a:spcPts val="2600"/>
                        </a:lnSpc>
                        <a:spcAft>
                          <a:spcPts val="0"/>
                        </a:spcAft>
                      </a:pPr>
                      <a:r>
                        <a:rPr lang="en-US" sz="1600" b="1" kern="100" dirty="0">
                          <a:solidFill>
                            <a:srgbClr val="000000"/>
                          </a:solidFill>
                          <a:effectLst/>
                          <a:latin typeface="標楷體" pitchFamily="65" charset="-120"/>
                          <a:ea typeface="標楷體" pitchFamily="65" charset="-120"/>
                        </a:rPr>
                        <a:t> </a:t>
                      </a:r>
                      <a:endParaRPr lang="zh-TW" sz="1600" b="1" kern="100" dirty="0">
                        <a:solidFill>
                          <a:srgbClr val="000000"/>
                        </a:solidFill>
                        <a:effectLst/>
                        <a:latin typeface="標楷體" pitchFamily="65" charset="-120"/>
                        <a:ea typeface="標楷體" pitchFamily="65" charset="-120"/>
                      </a:endParaRPr>
                    </a:p>
                  </a:txBody>
                  <a:tcPr marL="18700" marR="18700" marT="0" marB="0"/>
                </a:tc>
                <a:extLst>
                  <a:ext uri="{0D108BD9-81ED-4DB2-BD59-A6C34878D82A}">
                    <a16:rowId xmlns:a16="http://schemas.microsoft.com/office/drawing/2014/main" val="10001"/>
                  </a:ext>
                </a:extLst>
              </a:tr>
            </a:tbl>
          </a:graphicData>
        </a:graphic>
      </p:graphicFrame>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內容版面配置區 2">
            <a:extLst>
              <a:ext uri="{FF2B5EF4-FFF2-40B4-BE49-F238E27FC236}">
                <a16:creationId xmlns:a16="http://schemas.microsoft.com/office/drawing/2014/main" id="{F592525C-6B4C-B618-4FC3-4BB6B50BFC58}"/>
              </a:ext>
            </a:extLst>
          </p:cNvPr>
          <p:cNvSpPr>
            <a:spLocks noGrp="1"/>
          </p:cNvSpPr>
          <p:nvPr>
            <p:ph idx="1"/>
          </p:nvPr>
        </p:nvSpPr>
        <p:spPr>
          <a:xfrm>
            <a:off x="914400" y="981075"/>
            <a:ext cx="8229600" cy="5410200"/>
          </a:xfrm>
        </p:spPr>
        <p:txBody>
          <a:bodyPr/>
          <a:lstStyle/>
          <a:p>
            <a:pPr marL="0" indent="0" eaLnBrk="1" hangingPunct="1">
              <a:spcBef>
                <a:spcPts val="300"/>
              </a:spcBef>
              <a:spcAft>
                <a:spcPts val="300"/>
              </a:spcAft>
              <a:buFont typeface="Wingdings" panose="05000000000000000000" pitchFamily="2" charset="2"/>
              <a:buNone/>
            </a:pPr>
            <a:r>
              <a:rPr lang="en-US" altLang="zh-TW" sz="2800" b="1">
                <a:solidFill>
                  <a:srgbClr val="FF0000"/>
                </a:solidFill>
                <a:latin typeface="標楷體" panose="03000509000000000000" pitchFamily="65" charset="-120"/>
                <a:ea typeface="超研澤粗楷" panose="02010609010101010101" pitchFamily="49" charset="-120"/>
              </a:rPr>
              <a:t>(</a:t>
            </a:r>
            <a:r>
              <a:rPr lang="zh-TW" altLang="zh-TW" sz="2800" b="1">
                <a:solidFill>
                  <a:srgbClr val="FF0000"/>
                </a:solidFill>
                <a:latin typeface="Times New Roman" panose="02020603050405020304" pitchFamily="18" charset="0"/>
                <a:ea typeface="標楷體" panose="03000509000000000000" pitchFamily="65" charset="-120"/>
              </a:rPr>
              <a:t>一</a:t>
            </a:r>
            <a:r>
              <a:rPr lang="en-US" altLang="zh-TW" sz="2800" b="1">
                <a:solidFill>
                  <a:srgbClr val="FF0000"/>
                </a:solidFill>
                <a:latin typeface="Times New Roman" panose="02020603050405020304" pitchFamily="18" charset="0"/>
                <a:ea typeface="標楷體" panose="03000509000000000000" pitchFamily="65" charset="-120"/>
              </a:rPr>
              <a:t>)</a:t>
            </a:r>
            <a:r>
              <a:rPr lang="zh-TW" altLang="zh-TW" sz="2800" b="1">
                <a:solidFill>
                  <a:srgbClr val="FF0000"/>
                </a:solidFill>
                <a:latin typeface="Times New Roman" panose="02020603050405020304" pitchFamily="18" charset="0"/>
                <a:ea typeface="標楷體" panose="03000509000000000000" pitchFamily="65" charset="-120"/>
              </a:rPr>
              <a:t>、老人福利</a:t>
            </a:r>
            <a:r>
              <a:rPr lang="en-US" altLang="zh-TW" sz="2800" b="1">
                <a:solidFill>
                  <a:srgbClr val="FF0000"/>
                </a:solidFill>
                <a:latin typeface="Times New Roman" panose="02020603050405020304" pitchFamily="18" charset="0"/>
                <a:ea typeface="標楷體" panose="03000509000000000000" pitchFamily="65" charset="-120"/>
              </a:rPr>
              <a:t>-</a:t>
            </a:r>
            <a:r>
              <a:rPr lang="zh-TW" altLang="zh-TW" sz="2800" b="1">
                <a:solidFill>
                  <a:srgbClr val="FF0000"/>
                </a:solidFill>
                <a:ea typeface="標楷體" panose="03000509000000000000" pitchFamily="65" charset="-120"/>
              </a:rPr>
              <a:t>金點轉動據點幸福升級</a:t>
            </a:r>
            <a:endParaRPr lang="en-US" altLang="zh-TW" sz="2800" b="1">
              <a:solidFill>
                <a:srgbClr val="FF0000"/>
              </a:solidFill>
              <a:ea typeface="標楷體" panose="03000509000000000000" pitchFamily="65" charset="-120"/>
            </a:endParaRPr>
          </a:p>
          <a:p>
            <a:pPr marL="0" indent="0" eaLnBrk="1" hangingPunct="1">
              <a:buFont typeface="Wingdings" panose="05000000000000000000" pitchFamily="2" charset="2"/>
              <a:buNone/>
            </a:pPr>
            <a:endParaRPr lang="zh-TW" altLang="zh-TW" sz="2400">
              <a:latin typeface="Times New Roman" panose="02020603050405020304" pitchFamily="18" charset="0"/>
              <a:ea typeface="超研澤粗楷" panose="02010609010101010101" pitchFamily="49" charset="-120"/>
            </a:endParaRPr>
          </a:p>
        </p:txBody>
      </p:sp>
      <p:graphicFrame>
        <p:nvGraphicFramePr>
          <p:cNvPr id="2" name="表格 1">
            <a:extLst>
              <a:ext uri="{FF2B5EF4-FFF2-40B4-BE49-F238E27FC236}">
                <a16:creationId xmlns:a16="http://schemas.microsoft.com/office/drawing/2014/main" id="{146AF2F7-A549-775E-52A7-3ABA67639127}"/>
              </a:ext>
            </a:extLst>
          </p:cNvPr>
          <p:cNvGraphicFramePr>
            <a:graphicFrameLocks noGrp="1"/>
          </p:cNvGraphicFramePr>
          <p:nvPr/>
        </p:nvGraphicFramePr>
        <p:xfrm>
          <a:off x="684213" y="1484313"/>
          <a:ext cx="8280400" cy="5008562"/>
        </p:xfrm>
        <a:graphic>
          <a:graphicData uri="http://schemas.openxmlformats.org/drawingml/2006/table">
            <a:tbl>
              <a:tblPr firstRow="1" firstCol="1" bandRow="1">
                <a:tableStyleId>{5C22544A-7EE6-4342-B048-85BDC9FD1C3A}</a:tableStyleId>
              </a:tblPr>
              <a:tblGrid>
                <a:gridCol w="504024">
                  <a:extLst>
                    <a:ext uri="{9D8B030D-6E8A-4147-A177-3AD203B41FA5}">
                      <a16:colId xmlns:a16="http://schemas.microsoft.com/office/drawing/2014/main" val="20000"/>
                    </a:ext>
                  </a:extLst>
                </a:gridCol>
                <a:gridCol w="504024">
                  <a:extLst>
                    <a:ext uri="{9D8B030D-6E8A-4147-A177-3AD203B41FA5}">
                      <a16:colId xmlns:a16="http://schemas.microsoft.com/office/drawing/2014/main" val="20001"/>
                    </a:ext>
                  </a:extLst>
                </a:gridCol>
                <a:gridCol w="576028">
                  <a:extLst>
                    <a:ext uri="{9D8B030D-6E8A-4147-A177-3AD203B41FA5}">
                      <a16:colId xmlns:a16="http://schemas.microsoft.com/office/drawing/2014/main" val="20002"/>
                    </a:ext>
                  </a:extLst>
                </a:gridCol>
                <a:gridCol w="5544268">
                  <a:extLst>
                    <a:ext uri="{9D8B030D-6E8A-4147-A177-3AD203B41FA5}">
                      <a16:colId xmlns:a16="http://schemas.microsoft.com/office/drawing/2014/main" val="20003"/>
                    </a:ext>
                  </a:extLst>
                </a:gridCol>
                <a:gridCol w="1152056">
                  <a:extLst>
                    <a:ext uri="{9D8B030D-6E8A-4147-A177-3AD203B41FA5}">
                      <a16:colId xmlns:a16="http://schemas.microsoft.com/office/drawing/2014/main" val="20004"/>
                    </a:ext>
                  </a:extLst>
                </a:gridCol>
              </a:tblGrid>
              <a:tr h="731517">
                <a:tc>
                  <a:txBody>
                    <a:bodyPr/>
                    <a:lstStyle/>
                    <a:p>
                      <a:pPr>
                        <a:lnSpc>
                          <a:spcPct val="150000"/>
                        </a:lnSpc>
                        <a:spcAft>
                          <a:spcPts val="0"/>
                        </a:spcAft>
                      </a:pPr>
                      <a:r>
                        <a:rPr lang="zh-TW" sz="1600" kern="100" dirty="0">
                          <a:solidFill>
                            <a:srgbClr val="000000"/>
                          </a:solidFill>
                          <a:effectLst/>
                          <a:latin typeface="標楷體" pitchFamily="65" charset="-120"/>
                          <a:ea typeface="標楷體" pitchFamily="65" charset="-120"/>
                        </a:rPr>
                        <a:t>執行</a:t>
                      </a:r>
                    </a:p>
                    <a:p>
                      <a:pPr>
                        <a:lnSpc>
                          <a:spcPct val="150000"/>
                        </a:lnSpc>
                        <a:spcAft>
                          <a:spcPts val="0"/>
                        </a:spcAft>
                      </a:pPr>
                      <a:r>
                        <a:rPr lang="zh-TW" sz="1600" kern="100" dirty="0">
                          <a:solidFill>
                            <a:srgbClr val="000000"/>
                          </a:solidFill>
                          <a:effectLst/>
                          <a:latin typeface="標楷體" pitchFamily="65" charset="-120"/>
                          <a:ea typeface="標楷體" pitchFamily="65" charset="-120"/>
                        </a:rPr>
                        <a:t>期程</a:t>
                      </a:r>
                    </a:p>
                  </a:txBody>
                  <a:tcPr marL="18696" marR="18696" marT="0" marB="0"/>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執行項目</a:t>
                      </a:r>
                    </a:p>
                  </a:txBody>
                  <a:tcPr marL="18696" marR="18696" marT="0" marB="0" anchor="ct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執行內容</a:t>
                      </a:r>
                    </a:p>
                  </a:txBody>
                  <a:tcPr marL="18696" marR="18696" marT="0" marB="0" anchor="ctr"/>
                </a:tc>
                <a:tc>
                  <a:txBody>
                    <a:bodyPr/>
                    <a:lstStyle/>
                    <a:p>
                      <a:pP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執行方式與規劃</a:t>
                      </a:r>
                    </a:p>
                  </a:txBody>
                  <a:tcPr marL="18696" marR="18696" marT="0" marB="0" anchor="ctr"/>
                </a:tc>
                <a:tc>
                  <a:txBody>
                    <a:bodyPr/>
                    <a:lstStyle/>
                    <a:p>
                      <a:pPr algn="ctr">
                        <a:lnSpc>
                          <a:spcPct val="150000"/>
                        </a:lnSpc>
                        <a:spcAft>
                          <a:spcPts val="0"/>
                        </a:spcAft>
                        <a:tabLst>
                          <a:tab pos="381000" algn="l"/>
                        </a:tabLst>
                      </a:pPr>
                      <a:r>
                        <a:rPr lang="zh-TW" sz="1600" kern="100">
                          <a:solidFill>
                            <a:srgbClr val="000000"/>
                          </a:solidFill>
                          <a:effectLst/>
                          <a:latin typeface="標楷體" pitchFamily="65" charset="-120"/>
                          <a:ea typeface="標楷體" pitchFamily="65" charset="-120"/>
                        </a:rPr>
                        <a:t>活動講師</a:t>
                      </a:r>
                    </a:p>
                  </a:txBody>
                  <a:tcPr marL="18696" marR="18696" marT="0" marB="0" anchor="ctr"/>
                </a:tc>
                <a:extLst>
                  <a:ext uri="{0D108BD9-81ED-4DB2-BD59-A6C34878D82A}">
                    <a16:rowId xmlns:a16="http://schemas.microsoft.com/office/drawing/2014/main" val="10000"/>
                  </a:ext>
                </a:extLst>
              </a:tr>
              <a:tr h="1716735">
                <a:tc>
                  <a:txBody>
                    <a:bodyPr/>
                    <a:lstStyle/>
                    <a:p>
                      <a:pPr algn="ctr">
                        <a:lnSpc>
                          <a:spcPts val="2600"/>
                        </a:lnSpc>
                        <a:spcAft>
                          <a:spcPts val="0"/>
                        </a:spcAft>
                        <a:tabLst>
                          <a:tab pos="381000" algn="l"/>
                        </a:tabLst>
                      </a:pPr>
                      <a:r>
                        <a:rPr lang="en-US" sz="1600" kern="100" dirty="0">
                          <a:solidFill>
                            <a:srgbClr val="000000"/>
                          </a:solidFill>
                          <a:effectLst/>
                          <a:latin typeface="標楷體" pitchFamily="65" charset="-120"/>
                          <a:ea typeface="標楷體" pitchFamily="65" charset="-120"/>
                        </a:rPr>
                        <a:t>3-10</a:t>
                      </a:r>
                      <a:r>
                        <a:rPr lang="zh-TW" sz="1600" kern="100" dirty="0">
                          <a:solidFill>
                            <a:srgbClr val="000000"/>
                          </a:solidFill>
                          <a:effectLst/>
                          <a:latin typeface="標楷體" pitchFamily="65" charset="-120"/>
                          <a:ea typeface="標楷體" pitchFamily="65" charset="-120"/>
                        </a:rPr>
                        <a:t>月</a:t>
                      </a:r>
                    </a:p>
                  </a:txBody>
                  <a:tcPr marL="18696" marR="18696" marT="0" marB="0" anchor="ctr"/>
                </a:tc>
                <a:tc>
                  <a:txBody>
                    <a:bodyPr/>
                    <a:lstStyle/>
                    <a:p>
                      <a:pPr algn="just">
                        <a:lnSpc>
                          <a:spcPts val="2600"/>
                        </a:lnSpc>
                        <a:spcAft>
                          <a:spcPts val="0"/>
                        </a:spcAft>
                      </a:pPr>
                      <a:r>
                        <a:rPr lang="zh-TW" sz="1600" b="1" kern="100" dirty="0">
                          <a:solidFill>
                            <a:srgbClr val="000000"/>
                          </a:solidFill>
                          <a:effectLst/>
                          <a:latin typeface="標楷體" pitchFamily="65" charset="-120"/>
                          <a:ea typeface="標楷體" pitchFamily="65" charset="-120"/>
                        </a:rPr>
                        <a:t>懷舊課程 </a:t>
                      </a:r>
                    </a:p>
                  </a:txBody>
                  <a:tcPr marL="18696" marR="18696" marT="0" marB="0" anchor="ctr"/>
                </a:tc>
                <a:tc>
                  <a:txBody>
                    <a:bodyPr/>
                    <a:lstStyle/>
                    <a:p>
                      <a:pPr algn="ctr">
                        <a:lnSpc>
                          <a:spcPts val="2600"/>
                        </a:lnSpc>
                        <a:spcAft>
                          <a:spcPts val="0"/>
                        </a:spcAft>
                      </a:pPr>
                      <a:r>
                        <a:rPr lang="zh-TW" sz="1600" b="1" kern="100">
                          <a:solidFill>
                            <a:srgbClr val="000000"/>
                          </a:solidFill>
                          <a:effectLst/>
                          <a:latin typeface="標楷體" pitchFamily="65" charset="-120"/>
                          <a:ea typeface="標楷體" pitchFamily="65" charset="-120"/>
                        </a:rPr>
                        <a:t>櫻花樹下</a:t>
                      </a:r>
                    </a:p>
                  </a:txBody>
                  <a:tcPr marL="18696" marR="18696" marT="0" marB="0" anchor="ctr"/>
                </a:tc>
                <a:tc>
                  <a:txBody>
                    <a:bodyPr/>
                    <a:lstStyle/>
                    <a:p>
                      <a:pPr algn="just">
                        <a:lnSpc>
                          <a:spcPts val="2600"/>
                        </a:lnSpc>
                        <a:spcAft>
                          <a:spcPts val="0"/>
                        </a:spcAft>
                      </a:pPr>
                      <a:r>
                        <a:rPr lang="en-US" altLang="zh-TW" sz="1600" b="1" kern="100" dirty="0">
                          <a:solidFill>
                            <a:srgbClr val="000000"/>
                          </a:solidFill>
                          <a:effectLst/>
                          <a:latin typeface="標楷體" pitchFamily="65" charset="-120"/>
                          <a:ea typeface="標楷體" pitchFamily="65" charset="-120"/>
                        </a:rPr>
                        <a:t>(1)</a:t>
                      </a:r>
                      <a:r>
                        <a:rPr lang="zh-TW" sz="1600" b="1" kern="100" dirty="0">
                          <a:solidFill>
                            <a:srgbClr val="000000"/>
                          </a:solidFill>
                          <a:effectLst/>
                          <a:latin typeface="標楷體" pitchFamily="65" charset="-120"/>
                          <a:ea typeface="標楷體" pitchFamily="65" charset="-120"/>
                        </a:rPr>
                        <a:t>中崎社區由朝陽科技大學羅智容老師指導長輩櫻花樹下</a:t>
                      </a:r>
                      <a:r>
                        <a:rPr lang="zh-TW" altLang="en-US" sz="1600" b="1" kern="100" dirty="0">
                          <a:solidFill>
                            <a:srgbClr val="000000"/>
                          </a:solidFill>
                          <a:effectLst/>
                          <a:latin typeface="標楷體" pitchFamily="65" charset="-120"/>
                          <a:ea typeface="標楷體" pitchFamily="65" charset="-120"/>
                        </a:rPr>
                        <a:t>  </a:t>
                      </a:r>
                      <a:endParaRPr lang="en-US" altLang="zh-TW" sz="1600" b="1" kern="100" dirty="0">
                        <a:solidFill>
                          <a:srgbClr val="000000"/>
                        </a:solidFill>
                        <a:effectLst/>
                        <a:latin typeface="標楷體" pitchFamily="65" charset="-120"/>
                        <a:ea typeface="標楷體" pitchFamily="65" charset="-120"/>
                      </a:endParaRPr>
                    </a:p>
                    <a:p>
                      <a:pPr algn="just">
                        <a:lnSpc>
                          <a:spcPts val="2600"/>
                        </a:lnSpc>
                        <a:spcAft>
                          <a:spcPts val="0"/>
                        </a:spcAf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系列課程，</a:t>
                      </a:r>
                      <a:r>
                        <a:rPr lang="en-US" sz="1600" b="1" kern="100" dirty="0">
                          <a:solidFill>
                            <a:srgbClr val="000000"/>
                          </a:solidFill>
                          <a:effectLst/>
                          <a:latin typeface="標楷體" pitchFamily="65" charset="-120"/>
                          <a:ea typeface="標楷體" pitchFamily="65" charset="-120"/>
                        </a:rPr>
                        <a:t>107</a:t>
                      </a:r>
                      <a:r>
                        <a:rPr lang="zh-TW" sz="1600" b="1" kern="100" dirty="0">
                          <a:solidFill>
                            <a:srgbClr val="000000"/>
                          </a:solidFill>
                          <a:effectLst/>
                          <a:latin typeface="標楷體" pitchFamily="65" charset="-120"/>
                          <a:ea typeface="標楷體" pitchFamily="65" charset="-120"/>
                        </a:rPr>
                        <a:t>年培訓之種子師資至中崎社區觀摩老師教</a:t>
                      </a:r>
                      <a:endParaRPr lang="en-US" altLang="zh-TW" sz="1600" b="1" kern="100" dirty="0">
                        <a:solidFill>
                          <a:srgbClr val="000000"/>
                        </a:solidFill>
                        <a:effectLst/>
                        <a:latin typeface="標楷體" pitchFamily="65" charset="-120"/>
                        <a:ea typeface="標楷體" pitchFamily="65" charset="-120"/>
                      </a:endParaRPr>
                    </a:p>
                    <a:p>
                      <a:pPr algn="just">
                        <a:lnSpc>
                          <a:spcPts val="2600"/>
                        </a:lnSpc>
                        <a:spcAft>
                          <a:spcPts val="0"/>
                        </a:spcAf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學。</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中崎社區</a:t>
                      </a:r>
                      <a:r>
                        <a:rPr lang="en-US" sz="1600" b="1" kern="100" dirty="0">
                          <a:solidFill>
                            <a:srgbClr val="000000"/>
                          </a:solidFill>
                          <a:effectLst/>
                          <a:latin typeface="標楷體" pitchFamily="65" charset="-120"/>
                          <a:ea typeface="標楷體" pitchFamily="65" charset="-120"/>
                        </a:rPr>
                        <a:t>10</a:t>
                      </a:r>
                      <a:r>
                        <a:rPr lang="zh-TW" sz="1600" b="1" kern="100" dirty="0">
                          <a:solidFill>
                            <a:srgbClr val="000000"/>
                          </a:solidFill>
                          <a:effectLst/>
                          <a:latin typeface="標楷體" pitchFamily="65" charset="-120"/>
                          <a:ea typeface="標楷體" pitchFamily="65" charset="-120"/>
                        </a:rPr>
                        <a:t>堂課程，計</a:t>
                      </a:r>
                      <a:r>
                        <a:rPr lang="en-US" sz="1600" b="1" kern="100" dirty="0">
                          <a:solidFill>
                            <a:srgbClr val="000000"/>
                          </a:solidFill>
                          <a:effectLst/>
                          <a:latin typeface="標楷體" pitchFamily="65" charset="-120"/>
                          <a:ea typeface="標楷體" pitchFamily="65" charset="-120"/>
                        </a:rPr>
                        <a:t>20</a:t>
                      </a:r>
                      <a:r>
                        <a:rPr lang="zh-TW" sz="1600" b="1" kern="100" dirty="0">
                          <a:solidFill>
                            <a:srgbClr val="000000"/>
                          </a:solidFill>
                          <a:effectLst/>
                          <a:latin typeface="標楷體" pitchFamily="65" charset="-120"/>
                          <a:ea typeface="標楷體" pitchFamily="65" charset="-120"/>
                        </a:rPr>
                        <a:t>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endParaRPr lang="en-US" altLang="zh-TW" sz="1600" b="1" kern="100" dirty="0">
                        <a:solidFill>
                          <a:srgbClr val="000000"/>
                        </a:solidFill>
                        <a:effectLst/>
                        <a:latin typeface="標楷體" pitchFamily="65" charset="-120"/>
                        <a:ea typeface="標楷體" pitchFamily="65" charset="-120"/>
                      </a:endParaRPr>
                    </a:p>
                    <a:p>
                      <a:pPr algn="just">
                        <a:lnSpc>
                          <a:spcPts val="2600"/>
                        </a:lnSpc>
                        <a:spcAft>
                          <a:spcPts val="0"/>
                        </a:spcAft>
                      </a:pPr>
                      <a:r>
                        <a:rPr lang="en-US" sz="1600" b="1" kern="100" dirty="0">
                          <a:solidFill>
                            <a:srgbClr val="000000"/>
                          </a:solidFill>
                          <a:effectLst/>
                          <a:latin typeface="標楷體" pitchFamily="65" charset="-120"/>
                          <a:ea typeface="標楷體" pitchFamily="65" charset="-120"/>
                        </a:rPr>
                        <a:t>(2)</a:t>
                      </a:r>
                      <a:r>
                        <a:rPr lang="zh-TW" sz="1600" b="1" kern="100" dirty="0">
                          <a:solidFill>
                            <a:srgbClr val="000000"/>
                          </a:solidFill>
                          <a:effectLst/>
                          <a:latin typeface="標楷體" pitchFamily="65" charset="-120"/>
                          <a:ea typeface="標楷體" pitchFamily="65" charset="-120"/>
                        </a:rPr>
                        <a:t>透過課程延續種子師資教學能力，穩定社區人才，適度</a:t>
                      </a:r>
                      <a:endParaRPr lang="en-US" altLang="zh-TW" sz="1600" b="1" kern="100" dirty="0">
                        <a:solidFill>
                          <a:srgbClr val="000000"/>
                        </a:solidFill>
                        <a:effectLst/>
                        <a:latin typeface="標楷體" pitchFamily="65" charset="-120"/>
                        <a:ea typeface="標楷體" pitchFamily="65" charset="-120"/>
                      </a:endParaRPr>
                    </a:p>
                    <a:p>
                      <a:pPr algn="just">
                        <a:lnSpc>
                          <a:spcPts val="2600"/>
                        </a:lnSpc>
                        <a:spcAft>
                          <a:spcPts val="0"/>
                        </a:spcAft>
                      </a:pPr>
                      <a:r>
                        <a:rPr lang="zh-TW" altLang="en-US" sz="1600" b="1" kern="100" dirty="0">
                          <a:solidFill>
                            <a:srgbClr val="000000"/>
                          </a:solidFill>
                          <a:effectLst/>
                          <a:latin typeface="標楷體" pitchFamily="65" charset="-120"/>
                          <a:ea typeface="標楷體" pitchFamily="65" charset="-120"/>
                        </a:rPr>
                        <a:t>     </a:t>
                      </a:r>
                      <a:r>
                        <a:rPr lang="zh-TW" sz="1600" b="1" kern="100" dirty="0">
                          <a:solidFill>
                            <a:srgbClr val="000000"/>
                          </a:solidFill>
                          <a:effectLst/>
                          <a:latin typeface="標楷體" pitchFamily="65" charset="-120"/>
                          <a:ea typeface="標楷體" pitchFamily="65" charset="-120"/>
                        </a:rPr>
                        <a:t>提供社區必要之協助。</a:t>
                      </a:r>
                    </a:p>
                  </a:txBody>
                  <a:tcPr marL="18696" marR="18696" marT="0" marB="0"/>
                </a:tc>
                <a:tc>
                  <a:txBody>
                    <a:bodyPr/>
                    <a:lstStyle/>
                    <a:p>
                      <a:pPr marL="3810" algn="ctr">
                        <a:lnSpc>
                          <a:spcPts val="2600"/>
                        </a:lnSpc>
                        <a:spcAft>
                          <a:spcPts val="0"/>
                        </a:spcAft>
                      </a:pPr>
                      <a:r>
                        <a:rPr lang="zh-TW" sz="1600" b="1" kern="100">
                          <a:solidFill>
                            <a:srgbClr val="000000"/>
                          </a:solidFill>
                          <a:effectLst/>
                          <a:latin typeface="標楷體" pitchFamily="65" charset="-120"/>
                          <a:ea typeface="標楷體" pitchFamily="65" charset="-120"/>
                        </a:rPr>
                        <a:t>專業老師：</a:t>
                      </a:r>
                    </a:p>
                    <a:p>
                      <a:pPr marL="3810" algn="ctr">
                        <a:lnSpc>
                          <a:spcPts val="2600"/>
                        </a:lnSpc>
                        <a:spcAft>
                          <a:spcPts val="0"/>
                        </a:spcAft>
                      </a:pPr>
                      <a:r>
                        <a:rPr lang="zh-TW" sz="1600" b="1" kern="100">
                          <a:solidFill>
                            <a:srgbClr val="000000"/>
                          </a:solidFill>
                          <a:effectLst/>
                          <a:latin typeface="標楷體" pitchFamily="65" charset="-120"/>
                          <a:ea typeface="標楷體" pitchFamily="65" charset="-120"/>
                        </a:rPr>
                        <a:t>羅智容老師</a:t>
                      </a:r>
                    </a:p>
                    <a:p>
                      <a:pPr algn="ctr">
                        <a:lnSpc>
                          <a:spcPts val="2600"/>
                        </a:lnSpc>
                        <a:spcAft>
                          <a:spcPts val="0"/>
                        </a:spcAft>
                      </a:pPr>
                      <a:r>
                        <a:rPr lang="en-US" sz="1600" b="1" kern="100">
                          <a:solidFill>
                            <a:srgbClr val="000000"/>
                          </a:solidFill>
                          <a:effectLst/>
                          <a:latin typeface="標楷體" pitchFamily="65" charset="-120"/>
                          <a:ea typeface="標楷體" pitchFamily="65" charset="-120"/>
                        </a:rPr>
                        <a:t> </a:t>
                      </a:r>
                      <a:endParaRPr lang="zh-TW" sz="1600" b="1" kern="100">
                        <a:solidFill>
                          <a:srgbClr val="000000"/>
                        </a:solidFill>
                        <a:effectLst/>
                        <a:latin typeface="標楷體" pitchFamily="65" charset="-120"/>
                        <a:ea typeface="標楷體" pitchFamily="65" charset="-120"/>
                      </a:endParaRPr>
                    </a:p>
                    <a:p>
                      <a:pPr marL="3810" algn="ctr">
                        <a:lnSpc>
                          <a:spcPts val="2600"/>
                        </a:lnSpc>
                        <a:spcAft>
                          <a:spcPts val="0"/>
                        </a:spcAft>
                      </a:pPr>
                      <a:r>
                        <a:rPr lang="en-US" sz="1600" b="1" kern="100">
                          <a:solidFill>
                            <a:srgbClr val="000000"/>
                          </a:solidFill>
                          <a:effectLst/>
                          <a:latin typeface="標楷體" pitchFamily="65" charset="-120"/>
                          <a:ea typeface="標楷體" pitchFamily="65" charset="-120"/>
                        </a:rPr>
                        <a:t> </a:t>
                      </a:r>
                      <a:endParaRPr lang="zh-TW" sz="1600" b="1" kern="100">
                        <a:solidFill>
                          <a:srgbClr val="000000"/>
                        </a:solidFill>
                        <a:effectLst/>
                        <a:latin typeface="標楷體" pitchFamily="65" charset="-120"/>
                        <a:ea typeface="標楷體" pitchFamily="65" charset="-120"/>
                      </a:endParaRPr>
                    </a:p>
                  </a:txBody>
                  <a:tcPr marL="18696" marR="18696" marT="0" marB="0"/>
                </a:tc>
                <a:extLst>
                  <a:ext uri="{0D108BD9-81ED-4DB2-BD59-A6C34878D82A}">
                    <a16:rowId xmlns:a16="http://schemas.microsoft.com/office/drawing/2014/main" val="10001"/>
                  </a:ext>
                </a:extLst>
              </a:tr>
              <a:tr h="2560310">
                <a:tc>
                  <a:txBody>
                    <a:bodyPr/>
                    <a:lstStyle/>
                    <a:p>
                      <a:pPr algn="ctr">
                        <a:lnSpc>
                          <a:spcPct val="150000"/>
                        </a:lnSpc>
                        <a:spcAft>
                          <a:spcPts val="0"/>
                        </a:spcAft>
                        <a:tabLst>
                          <a:tab pos="381000" algn="l"/>
                        </a:tabLst>
                      </a:pPr>
                      <a:r>
                        <a:rPr lang="en-US" sz="1600" kern="100">
                          <a:solidFill>
                            <a:srgbClr val="000000"/>
                          </a:solidFill>
                          <a:effectLst/>
                          <a:latin typeface="標楷體" pitchFamily="65" charset="-120"/>
                          <a:ea typeface="標楷體" pitchFamily="65" charset="-120"/>
                        </a:rPr>
                        <a:t>3-10</a:t>
                      </a:r>
                      <a:r>
                        <a:rPr lang="zh-TW" sz="1600" kern="100">
                          <a:solidFill>
                            <a:srgbClr val="000000"/>
                          </a:solidFill>
                          <a:effectLst/>
                          <a:latin typeface="標楷體" pitchFamily="65" charset="-120"/>
                          <a:ea typeface="標楷體" pitchFamily="65" charset="-120"/>
                        </a:rPr>
                        <a:t>月</a:t>
                      </a:r>
                    </a:p>
                  </a:txBody>
                  <a:tcPr marL="18696" marR="18696" marT="0" marB="0" anchor="ctr"/>
                </a:tc>
                <a:tc>
                  <a:txBody>
                    <a:bodyPr/>
                    <a:lstStyle/>
                    <a:p>
                      <a:pPr algn="just">
                        <a:lnSpc>
                          <a:spcPct val="150000"/>
                        </a:lnSpc>
                        <a:spcAft>
                          <a:spcPts val="0"/>
                        </a:spcAft>
                      </a:pPr>
                      <a:r>
                        <a:rPr lang="zh-TW" sz="1600" b="1" kern="100">
                          <a:solidFill>
                            <a:srgbClr val="000000"/>
                          </a:solidFill>
                          <a:effectLst/>
                          <a:latin typeface="標楷體" pitchFamily="65" charset="-120"/>
                          <a:ea typeface="標楷體" pitchFamily="65" charset="-120"/>
                        </a:rPr>
                        <a:t>世代共融</a:t>
                      </a:r>
                    </a:p>
                  </a:txBody>
                  <a:tcPr marL="18696" marR="18696" marT="0" marB="0" anchor="ctr"/>
                </a:tc>
                <a:tc>
                  <a:txBody>
                    <a:bodyPr/>
                    <a:lstStyle/>
                    <a:p>
                      <a:pPr algn="ctr">
                        <a:lnSpc>
                          <a:spcPct val="150000"/>
                        </a:lnSpc>
                        <a:spcAft>
                          <a:spcPts val="0"/>
                        </a:spcAft>
                      </a:pPr>
                      <a:r>
                        <a:rPr lang="zh-TW" sz="1600" b="1" kern="100">
                          <a:solidFill>
                            <a:srgbClr val="000000"/>
                          </a:solidFill>
                          <a:effectLst/>
                          <a:latin typeface="標楷體" pitchFamily="65" charset="-120"/>
                          <a:ea typeface="標楷體" pitchFamily="65" charset="-120"/>
                        </a:rPr>
                        <a:t>述說</a:t>
                      </a:r>
                    </a:p>
                  </a:txBody>
                  <a:tcPr marL="18696" marR="18696" marT="0" marB="0" anchor="ctr"/>
                </a:tc>
                <a:tc>
                  <a:txBody>
                    <a:bodyPr/>
                    <a:lstStyle/>
                    <a:p>
                      <a:pPr marL="342900" lvl="0" indent="-342900" algn="just">
                        <a:lnSpc>
                          <a:spcPct val="150000"/>
                        </a:lnSpc>
                        <a:spcAft>
                          <a:spcPts val="0"/>
                        </a:spcAft>
                        <a:buFont typeface="+mj-lt"/>
                        <a:buAutoNum type="arabicParenBoth"/>
                      </a:pPr>
                      <a:r>
                        <a:rPr lang="zh-TW" sz="1600" b="1" kern="100" dirty="0">
                          <a:solidFill>
                            <a:srgbClr val="000000"/>
                          </a:solidFill>
                          <a:effectLst/>
                          <a:latin typeface="標楷體" pitchFamily="65" charset="-120"/>
                          <a:ea typeface="標楷體" pitchFamily="65" charset="-120"/>
                        </a:rPr>
                        <a:t>延續懷舊課程，運用銀髮志工的生命故事與青少年的活力，辦理說故事活動。</a:t>
                      </a:r>
                    </a:p>
                    <a:p>
                      <a:pPr marL="342900" lvl="0" indent="-342900" algn="just">
                        <a:lnSpc>
                          <a:spcPct val="150000"/>
                        </a:lnSpc>
                        <a:spcAft>
                          <a:spcPts val="0"/>
                        </a:spcAft>
                        <a:buFont typeface="+mj-lt"/>
                        <a:buAutoNum type="arabicParenBoth"/>
                      </a:pPr>
                      <a:r>
                        <a:rPr lang="zh-TW" sz="1600" b="1" kern="100" dirty="0">
                          <a:solidFill>
                            <a:srgbClr val="000000"/>
                          </a:solidFill>
                          <a:effectLst/>
                          <a:latin typeface="標楷體" pitchFamily="65" charset="-120"/>
                          <a:ea typeface="標楷體" pitchFamily="65" charset="-120"/>
                        </a:rPr>
                        <a:t>活動的設計是長期性的帶狀課程，從繪本創作、故事述說、成立說故事志工團一直到邀請青少年志工一同參與活動。</a:t>
                      </a:r>
                    </a:p>
                    <a:p>
                      <a:pPr marL="342900" lvl="0" indent="-342900" algn="just">
                        <a:lnSpc>
                          <a:spcPct val="150000"/>
                        </a:lnSpc>
                        <a:spcAft>
                          <a:spcPts val="0"/>
                        </a:spcAft>
                        <a:buFont typeface="+mj-lt"/>
                        <a:buAutoNum type="arabicParenBoth"/>
                      </a:pPr>
                      <a:r>
                        <a:rPr lang="zh-TW" sz="1600" b="1" kern="100" dirty="0">
                          <a:solidFill>
                            <a:srgbClr val="000000"/>
                          </a:solidFill>
                          <a:effectLst/>
                          <a:latin typeface="標楷體" pitchFamily="65" charset="-120"/>
                          <a:ea typeface="標楷體" pitchFamily="65" charset="-120"/>
                        </a:rPr>
                        <a:t>藉此讓大旗艦社區學習活動設計規劃，延續辦理活動的價值，將單一服務對象擴及數種服務對象一起進行服務，推廣社區業務，活絡社區能量。</a:t>
                      </a:r>
                    </a:p>
                  </a:txBody>
                  <a:tcPr marL="18696" marR="18696" marT="0" marB="0"/>
                </a:tc>
                <a:tc>
                  <a:txBody>
                    <a:bodyPr/>
                    <a:lstStyle/>
                    <a:p>
                      <a:pPr marL="3810" algn="ctr">
                        <a:lnSpc>
                          <a:spcPct val="150000"/>
                        </a:lnSpc>
                        <a:spcAft>
                          <a:spcPts val="0"/>
                        </a:spcAft>
                      </a:pPr>
                      <a:r>
                        <a:rPr lang="en-US" sz="1600" b="1" kern="100" dirty="0">
                          <a:solidFill>
                            <a:srgbClr val="000000"/>
                          </a:solidFill>
                          <a:effectLst/>
                          <a:latin typeface="標楷體" pitchFamily="65" charset="-120"/>
                          <a:ea typeface="標楷體" pitchFamily="65" charset="-120"/>
                        </a:rPr>
                        <a:t> </a:t>
                      </a:r>
                      <a:r>
                        <a:rPr lang="zh-TW" altLang="en-US" sz="1600" b="1" kern="100" dirty="0">
                          <a:solidFill>
                            <a:srgbClr val="000000"/>
                          </a:solidFill>
                          <a:effectLst/>
                          <a:latin typeface="標楷體" pitchFamily="65" charset="-120"/>
                          <a:ea typeface="標楷體" pitchFamily="65" charset="-120"/>
                        </a:rPr>
                        <a:t>待聘</a:t>
                      </a:r>
                      <a:endParaRPr lang="zh-TW" sz="1600" b="1" kern="100" dirty="0">
                        <a:solidFill>
                          <a:srgbClr val="000000"/>
                        </a:solidFill>
                        <a:effectLst/>
                        <a:latin typeface="標楷體" pitchFamily="65" charset="-120"/>
                        <a:ea typeface="標楷體" pitchFamily="65" charset="-120"/>
                      </a:endParaRPr>
                    </a:p>
                  </a:txBody>
                  <a:tcPr marL="18696" marR="18696" marT="0" marB="0"/>
                </a:tc>
                <a:extLst>
                  <a:ext uri="{0D108BD9-81ED-4DB2-BD59-A6C34878D82A}">
                    <a16:rowId xmlns:a16="http://schemas.microsoft.com/office/drawing/2014/main" val="10002"/>
                  </a:ext>
                </a:extLst>
              </a:tr>
            </a:tbl>
          </a:graphicData>
        </a:graphic>
      </p:graphicFrame>
      <p:sp>
        <p:nvSpPr>
          <p:cNvPr id="112669" name="標題 4">
            <a:extLst>
              <a:ext uri="{FF2B5EF4-FFF2-40B4-BE49-F238E27FC236}">
                <a16:creationId xmlns:a16="http://schemas.microsoft.com/office/drawing/2014/main" id="{AC27EB15-752F-90A5-3750-60C2BEAB2063}"/>
              </a:ext>
            </a:extLst>
          </p:cNvPr>
          <p:cNvSpPr>
            <a:spLocks noGrp="1"/>
          </p:cNvSpPr>
          <p:nvPr>
            <p:ph type="title"/>
          </p:nvPr>
        </p:nvSpPr>
        <p:spPr/>
        <p:txBody>
          <a:bodyPr/>
          <a:lstStyle/>
          <a:p>
            <a:pPr eaLnBrk="1" hangingPunct="1"/>
            <a:r>
              <a:rPr lang="zh-TW" altLang="en-US" sz="4000">
                <a:solidFill>
                  <a:srgbClr val="FFFFFF"/>
                </a:solidFill>
                <a:latin typeface="標楷體" panose="03000509000000000000" pitchFamily="65" charset="-120"/>
                <a:ea typeface="標楷體" panose="03000509000000000000" pitchFamily="65" charset="-120"/>
                <a:cs typeface="華康隸書體W7" panose="02010609010101010101" pitchFamily="49" charset="-120"/>
              </a:rPr>
              <a:t>計畫內容</a:t>
            </a:r>
            <a:endParaRPr lang="zh-TW" altLang="en-US">
              <a:ea typeface="新細明體" panose="02020500000000000000" pitchFamily="18" charset="-120"/>
              <a:cs typeface="華康隸書體W7" panose="02010609010101010101" pitchFamily="49" charset="-120"/>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3" name="內容版面配置區 2">
            <a:extLst>
              <a:ext uri="{FF2B5EF4-FFF2-40B4-BE49-F238E27FC236}">
                <a16:creationId xmlns:a16="http://schemas.microsoft.com/office/drawing/2014/main" id="{D267D9CC-B368-037F-05BA-CF6DF6372AB3}"/>
              </a:ext>
            </a:extLst>
          </p:cNvPr>
          <p:cNvSpPr>
            <a:spLocks noGrp="1"/>
          </p:cNvSpPr>
          <p:nvPr>
            <p:ph idx="1"/>
          </p:nvPr>
        </p:nvSpPr>
        <p:spPr>
          <a:xfrm>
            <a:off x="1042988" y="981075"/>
            <a:ext cx="8229600" cy="5410200"/>
          </a:xfrm>
        </p:spPr>
        <p:txBody>
          <a:bodyPr>
            <a:normAutofit/>
          </a:bodyPr>
          <a:lstStyle/>
          <a:p>
            <a:pPr marL="0" indent="0" eaLnBrk="1" fontAlgn="auto" hangingPunct="1">
              <a:spcAft>
                <a:spcPts val="0"/>
              </a:spcAft>
              <a:buFont typeface="Wingdings" panose="05000000000000000000" pitchFamily="2" charset="2"/>
              <a:buNone/>
              <a:tabLst>
                <a:tab pos="1171575" algn="l"/>
              </a:tabLst>
              <a:defRPr/>
            </a:pPr>
            <a:r>
              <a:rPr lang="en-US" altLang="zh-TW" sz="2800" b="1" kern="2600" dirty="0">
                <a:solidFill>
                  <a:srgbClr val="C00000"/>
                </a:solidFill>
                <a:latin typeface="Times New Roman"/>
                <a:ea typeface="標楷體"/>
              </a:rPr>
              <a:t>(</a:t>
            </a:r>
            <a:r>
              <a:rPr lang="zh-TW" altLang="en-US" sz="2800" b="1" kern="2600" dirty="0">
                <a:solidFill>
                  <a:srgbClr val="C00000"/>
                </a:solidFill>
                <a:latin typeface="Times New Roman"/>
                <a:ea typeface="標楷體"/>
              </a:rPr>
              <a:t>二</a:t>
            </a:r>
            <a:r>
              <a:rPr lang="en-US" altLang="zh-TW" sz="2800" b="1" kern="2600" dirty="0">
                <a:solidFill>
                  <a:srgbClr val="C00000"/>
                </a:solidFill>
                <a:latin typeface="Times New Roman"/>
                <a:ea typeface="標楷體"/>
              </a:rPr>
              <a:t>)</a:t>
            </a:r>
            <a:r>
              <a:rPr lang="zh-TW" altLang="zh-TW" sz="2800" b="1" kern="2600" dirty="0">
                <a:solidFill>
                  <a:srgbClr val="C00000"/>
                </a:solidFill>
                <a:latin typeface="Times New Roman"/>
                <a:ea typeface="標楷體"/>
              </a:rPr>
              <a:t>、</a:t>
            </a:r>
            <a:r>
              <a:rPr lang="zh-TW" altLang="zh-TW" sz="2800" b="1" kern="100" dirty="0">
                <a:solidFill>
                  <a:srgbClr val="C00000"/>
                </a:solidFill>
                <a:latin typeface="Times New Roman"/>
                <a:ea typeface="標楷體"/>
              </a:rPr>
              <a:t>婦女福利</a:t>
            </a:r>
            <a:r>
              <a:rPr lang="en-US" altLang="zh-TW" sz="2800" b="1" kern="100" dirty="0">
                <a:solidFill>
                  <a:srgbClr val="C00000"/>
                </a:solidFill>
                <a:latin typeface="Times New Roman"/>
                <a:ea typeface="標楷體"/>
              </a:rPr>
              <a:t>-</a:t>
            </a:r>
            <a:r>
              <a:rPr lang="en-US" altLang="zh-TW" sz="2400" b="1" kern="100" dirty="0">
                <a:solidFill>
                  <a:srgbClr val="C00000"/>
                </a:solidFill>
                <a:latin typeface="Times New Roman"/>
                <a:ea typeface="新細明體"/>
              </a:rPr>
              <a:t> </a:t>
            </a:r>
            <a:r>
              <a:rPr lang="zh-TW" altLang="zh-TW" sz="2800" b="1" kern="100" dirty="0">
                <a:solidFill>
                  <a:srgbClr val="C00000"/>
                </a:solidFill>
                <a:latin typeface="Times New Roman"/>
                <a:ea typeface="標楷體"/>
              </a:rPr>
              <a:t>轉動技藝幸福加分</a:t>
            </a:r>
            <a:endParaRPr lang="en-US" altLang="zh-TW" sz="2800" b="1" kern="100" dirty="0">
              <a:solidFill>
                <a:srgbClr val="C00000"/>
              </a:solidFill>
              <a:latin typeface="Times New Roman"/>
              <a:ea typeface="標楷體"/>
            </a:endParaRPr>
          </a:p>
          <a:p>
            <a:pPr marL="0" indent="0" eaLnBrk="1" fontAlgn="auto" hangingPunct="1">
              <a:spcAft>
                <a:spcPts val="0"/>
              </a:spcAft>
              <a:buFont typeface="Wingdings" panose="05000000000000000000" pitchFamily="2" charset="2"/>
              <a:buNone/>
              <a:defRPr/>
            </a:pPr>
            <a:endParaRPr lang="zh-TW" altLang="zh-TW" sz="2400" dirty="0">
              <a:latin typeface="Times New Roman" pitchFamily="18" charset="0"/>
              <a:ea typeface="超研澤粗楷"/>
              <a:cs typeface="超研澤粗楷"/>
            </a:endParaRPr>
          </a:p>
        </p:txBody>
      </p:sp>
      <p:graphicFrame>
        <p:nvGraphicFramePr>
          <p:cNvPr id="3" name="表格 2">
            <a:extLst>
              <a:ext uri="{FF2B5EF4-FFF2-40B4-BE49-F238E27FC236}">
                <a16:creationId xmlns:a16="http://schemas.microsoft.com/office/drawing/2014/main" id="{FAD28044-711C-56EB-B24E-385B23BDC2C2}"/>
              </a:ext>
            </a:extLst>
          </p:cNvPr>
          <p:cNvGraphicFramePr>
            <a:graphicFrameLocks noGrp="1"/>
          </p:cNvGraphicFramePr>
          <p:nvPr/>
        </p:nvGraphicFramePr>
        <p:xfrm>
          <a:off x="250825" y="1557338"/>
          <a:ext cx="8640763" cy="5121275"/>
        </p:xfrm>
        <a:graphic>
          <a:graphicData uri="http://schemas.openxmlformats.org/drawingml/2006/table">
            <a:tbl>
              <a:tblPr firstRow="1" firstCol="1" lastRow="1" lastCol="1" bandRow="1" bandCol="1">
                <a:tableStyleId>{5C22544A-7EE6-4342-B048-85BDC9FD1C3A}</a:tableStyleId>
              </a:tblPr>
              <a:tblGrid>
                <a:gridCol w="875046">
                  <a:extLst>
                    <a:ext uri="{9D8B030D-6E8A-4147-A177-3AD203B41FA5}">
                      <a16:colId xmlns:a16="http://schemas.microsoft.com/office/drawing/2014/main" val="20000"/>
                    </a:ext>
                  </a:extLst>
                </a:gridCol>
                <a:gridCol w="693366">
                  <a:extLst>
                    <a:ext uri="{9D8B030D-6E8A-4147-A177-3AD203B41FA5}">
                      <a16:colId xmlns:a16="http://schemas.microsoft.com/office/drawing/2014/main" val="20001"/>
                    </a:ext>
                  </a:extLst>
                </a:gridCol>
                <a:gridCol w="1189825">
                  <a:extLst>
                    <a:ext uri="{9D8B030D-6E8A-4147-A177-3AD203B41FA5}">
                      <a16:colId xmlns:a16="http://schemas.microsoft.com/office/drawing/2014/main" val="20002"/>
                    </a:ext>
                  </a:extLst>
                </a:gridCol>
                <a:gridCol w="4003386">
                  <a:extLst>
                    <a:ext uri="{9D8B030D-6E8A-4147-A177-3AD203B41FA5}">
                      <a16:colId xmlns:a16="http://schemas.microsoft.com/office/drawing/2014/main" val="20003"/>
                    </a:ext>
                  </a:extLst>
                </a:gridCol>
                <a:gridCol w="1879140">
                  <a:extLst>
                    <a:ext uri="{9D8B030D-6E8A-4147-A177-3AD203B41FA5}">
                      <a16:colId xmlns:a16="http://schemas.microsoft.com/office/drawing/2014/main" val="20004"/>
                    </a:ext>
                  </a:extLst>
                </a:gridCol>
              </a:tblGrid>
              <a:tr h="731611">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執行期程</a:t>
                      </a:r>
                    </a:p>
                  </a:txBody>
                  <a:tcPr marL="60513" marR="60513" marT="0" marB="0" anchor="ctr">
                    <a:solidFill>
                      <a:srgbClr val="FF66CC"/>
                    </a:solidFill>
                  </a:tcP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執行項目</a:t>
                      </a:r>
                    </a:p>
                  </a:txBody>
                  <a:tcPr marL="60513" marR="60513" marT="0" marB="0" anchor="ctr">
                    <a:solidFill>
                      <a:srgbClr val="FF66CC"/>
                    </a:solidFill>
                  </a:tcP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執行內容</a:t>
                      </a:r>
                    </a:p>
                  </a:txBody>
                  <a:tcPr marL="60513" marR="60513" marT="0" marB="0" anchor="ctr">
                    <a:solidFill>
                      <a:srgbClr val="FF66CC"/>
                    </a:solidFill>
                  </a:tcPr>
                </a:tc>
                <a:tc>
                  <a:txBody>
                    <a:bodyPr/>
                    <a:lstStyle/>
                    <a:p>
                      <a:pPr indent="356235"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執行方式與規劃</a:t>
                      </a:r>
                    </a:p>
                  </a:txBody>
                  <a:tcPr marL="60513" marR="60513" marT="0" marB="0" anchor="ctr">
                    <a:solidFill>
                      <a:srgbClr val="FF66CC"/>
                    </a:solidFill>
                  </a:tcP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活動講師</a:t>
                      </a:r>
                    </a:p>
                  </a:txBody>
                  <a:tcPr marL="60513" marR="60513" marT="0" marB="0" anchor="ctr">
                    <a:solidFill>
                      <a:srgbClr val="FF66CC"/>
                    </a:solidFill>
                  </a:tcPr>
                </a:tc>
                <a:extLst>
                  <a:ext uri="{0D108BD9-81ED-4DB2-BD59-A6C34878D82A}">
                    <a16:rowId xmlns:a16="http://schemas.microsoft.com/office/drawing/2014/main" val="10000"/>
                  </a:ext>
                </a:extLst>
              </a:tr>
              <a:tr h="4389664">
                <a:tc>
                  <a:txBody>
                    <a:bodyPr/>
                    <a:lstStyle/>
                    <a:p>
                      <a:pPr algn="ctr">
                        <a:lnSpc>
                          <a:spcPct val="150000"/>
                        </a:lnSpc>
                        <a:spcAft>
                          <a:spcPts val="0"/>
                        </a:spcAft>
                        <a:tabLst>
                          <a:tab pos="381000" algn="l"/>
                        </a:tabLst>
                      </a:pPr>
                      <a:r>
                        <a:rPr lang="en-US" sz="1600" kern="100" dirty="0">
                          <a:solidFill>
                            <a:srgbClr val="000000"/>
                          </a:solidFill>
                          <a:effectLst/>
                          <a:latin typeface="標楷體" pitchFamily="65" charset="-120"/>
                          <a:ea typeface="標楷體" pitchFamily="65" charset="-120"/>
                        </a:rPr>
                        <a:t>3-10</a:t>
                      </a:r>
                      <a:r>
                        <a:rPr lang="zh-TW" sz="1600" kern="100" dirty="0">
                          <a:solidFill>
                            <a:srgbClr val="000000"/>
                          </a:solidFill>
                          <a:effectLst/>
                          <a:latin typeface="標楷體" pitchFamily="65" charset="-120"/>
                          <a:ea typeface="標楷體" pitchFamily="65" charset="-120"/>
                        </a:rPr>
                        <a:t>月</a:t>
                      </a:r>
                    </a:p>
                  </a:txBody>
                  <a:tcPr marL="60513" marR="60513" marT="0" marB="0" anchor="ctr">
                    <a:solidFill>
                      <a:srgbClr val="F765DB"/>
                    </a:solidFill>
                  </a:tcPr>
                </a:tc>
                <a:tc>
                  <a:txBody>
                    <a:bodyPr/>
                    <a:lstStyle/>
                    <a:p>
                      <a:pPr algn="ctr">
                        <a:lnSpc>
                          <a:spcPct val="150000"/>
                        </a:lnSpc>
                        <a:spcAft>
                          <a:spcPts val="0"/>
                        </a:spcAft>
                        <a:tabLst>
                          <a:tab pos="381000" algn="l"/>
                        </a:tabLst>
                      </a:pPr>
                      <a:r>
                        <a:rPr lang="zh-TW" sz="1600" b="1" kern="100" dirty="0">
                          <a:solidFill>
                            <a:srgbClr val="000000"/>
                          </a:solidFill>
                          <a:effectLst/>
                          <a:latin typeface="標楷體" pitchFamily="65" charset="-120"/>
                          <a:ea typeface="標楷體" pitchFamily="65" charset="-120"/>
                        </a:rPr>
                        <a:t>精進學習</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互惠課程</a:t>
                      </a:r>
                    </a:p>
                  </a:txBody>
                  <a:tcPr marL="60513" marR="60513" marT="0" marB="0" anchor="ctr">
                    <a:solidFill>
                      <a:srgbClr val="FFCCFF"/>
                    </a:solidFill>
                  </a:tcPr>
                </a:tc>
                <a:tc>
                  <a:txBody>
                    <a:bodyPr/>
                    <a:lstStyle/>
                    <a:p>
                      <a:pPr algn="just">
                        <a:lnSpc>
                          <a:spcPct val="150000"/>
                        </a:lnSpc>
                        <a:spcAft>
                          <a:spcPts val="0"/>
                        </a:spcAft>
                      </a:pPr>
                      <a:r>
                        <a:rPr lang="zh-TW" sz="1600" b="1" kern="100" dirty="0">
                          <a:solidFill>
                            <a:srgbClr val="000000"/>
                          </a:solidFill>
                          <a:effectLst/>
                          <a:latin typeface="標楷體" pitchFamily="65" charset="-120"/>
                          <a:ea typeface="標楷體" pitchFamily="65" charset="-120"/>
                        </a:rPr>
                        <a:t>學習與回饋</a:t>
                      </a:r>
                    </a:p>
                    <a:p>
                      <a:pPr algn="just">
                        <a:lnSpc>
                          <a:spcPct val="150000"/>
                        </a:lnSpc>
                        <a:spcAft>
                          <a:spcPts val="0"/>
                        </a:spcAft>
                      </a:pPr>
                      <a:r>
                        <a:rPr lang="en-US" sz="1600" b="1" kern="100" dirty="0">
                          <a:solidFill>
                            <a:srgbClr val="000000"/>
                          </a:solidFill>
                          <a:effectLst/>
                          <a:latin typeface="標楷體" pitchFamily="65" charset="-120"/>
                          <a:ea typeface="標楷體" pitchFamily="65" charset="-120"/>
                        </a:rPr>
                        <a:t> </a:t>
                      </a:r>
                      <a:endParaRPr lang="zh-TW" sz="1600" b="1" kern="100" dirty="0">
                        <a:solidFill>
                          <a:srgbClr val="000000"/>
                        </a:solidFill>
                        <a:effectLst/>
                        <a:latin typeface="標楷體" pitchFamily="65" charset="-120"/>
                        <a:ea typeface="標楷體" pitchFamily="65" charset="-120"/>
                      </a:endParaRPr>
                    </a:p>
                  </a:txBody>
                  <a:tcPr marL="60513" marR="60513" marT="0" marB="0" anchor="ctr">
                    <a:solidFill>
                      <a:srgbClr val="FFCCFF"/>
                    </a:solidFill>
                  </a:tcPr>
                </a:tc>
                <a:tc>
                  <a:txBody>
                    <a:bodyPr/>
                    <a:lstStyle/>
                    <a:p>
                      <a:pPr marL="342900" lvl="0" indent="-342900" algn="just">
                        <a:lnSpc>
                          <a:spcPct val="150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延續</a:t>
                      </a:r>
                      <a:r>
                        <a:rPr lang="en-US" sz="1600" b="1" kern="100" dirty="0">
                          <a:solidFill>
                            <a:srgbClr val="000000"/>
                          </a:solidFill>
                          <a:effectLst/>
                          <a:latin typeface="標楷體" pitchFamily="65" charset="-120"/>
                          <a:ea typeface="標楷體" pitchFamily="65" charset="-120"/>
                        </a:rPr>
                        <a:t>107</a:t>
                      </a:r>
                      <a:r>
                        <a:rPr lang="zh-TW" sz="1600" b="1" kern="100" dirty="0">
                          <a:solidFill>
                            <a:srgbClr val="000000"/>
                          </a:solidFill>
                          <a:effectLst/>
                          <a:latin typeface="標楷體" pitchFamily="65" charset="-120"/>
                          <a:ea typeface="標楷體" pitchFamily="65" charset="-120"/>
                        </a:rPr>
                        <a:t>年度課程，精進婦女烹飪之能力，其用意希望透過活動媒合社區烹飪類的志工人力，使其在必要場合時為社區服務。</a:t>
                      </a:r>
                    </a:p>
                    <a:p>
                      <a:pPr marL="342900" lvl="0" indent="-342900" algn="just">
                        <a:lnSpc>
                          <a:spcPct val="150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結合老人營養，增加「地中海健康飲食系列課程」，充實婦女知能，並用於社區餐飲服務上。</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竹山社區</a:t>
                      </a:r>
                      <a:r>
                        <a:rPr lang="en-US" sz="1600" b="1" kern="100" dirty="0">
                          <a:solidFill>
                            <a:srgbClr val="000000"/>
                          </a:solidFill>
                          <a:effectLst/>
                          <a:latin typeface="標楷體" pitchFamily="65" charset="-120"/>
                          <a:ea typeface="標楷體" pitchFamily="65" charset="-120"/>
                        </a:rPr>
                        <a:t>10</a:t>
                      </a:r>
                      <a:r>
                        <a:rPr lang="zh-TW" sz="1600" b="1" kern="100" dirty="0">
                          <a:solidFill>
                            <a:srgbClr val="000000"/>
                          </a:solidFill>
                          <a:effectLst/>
                          <a:latin typeface="標楷體" pitchFamily="65" charset="-120"/>
                          <a:ea typeface="標楷體" pitchFamily="65" charset="-120"/>
                        </a:rPr>
                        <a:t>堂課程，計</a:t>
                      </a:r>
                      <a:r>
                        <a:rPr lang="en-US" sz="1600" b="1" kern="100" dirty="0">
                          <a:solidFill>
                            <a:srgbClr val="000000"/>
                          </a:solidFill>
                          <a:effectLst/>
                          <a:latin typeface="標楷體" pitchFamily="65" charset="-120"/>
                          <a:ea typeface="標楷體" pitchFamily="65" charset="-120"/>
                        </a:rPr>
                        <a:t>20</a:t>
                      </a:r>
                      <a:r>
                        <a:rPr lang="zh-TW" sz="1600" b="1" kern="100" dirty="0">
                          <a:solidFill>
                            <a:srgbClr val="000000"/>
                          </a:solidFill>
                          <a:effectLst/>
                          <a:latin typeface="標楷體" pitchFamily="65" charset="-120"/>
                          <a:ea typeface="標楷體" pitchFamily="65" charset="-120"/>
                        </a:rPr>
                        <a:t>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42900" lvl="0" indent="-342900" algn="just">
                        <a:lnSpc>
                          <a:spcPct val="150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持續提供服務的過程，漸進式讓服務對象對社區的認識與了解，促使服務對象在遭遇困難時有管道可以諮詢。</a:t>
                      </a:r>
                    </a:p>
                    <a:p>
                      <a:pPr algn="just">
                        <a:lnSpc>
                          <a:spcPct val="150000"/>
                        </a:lnSpc>
                        <a:spcAft>
                          <a:spcPts val="0"/>
                        </a:spcAft>
                      </a:pPr>
                      <a:r>
                        <a:rPr lang="en-US" sz="1600" b="1" kern="100" dirty="0">
                          <a:solidFill>
                            <a:srgbClr val="000000"/>
                          </a:solidFill>
                          <a:effectLst/>
                          <a:latin typeface="標楷體" pitchFamily="65" charset="-120"/>
                          <a:ea typeface="標楷體" pitchFamily="65" charset="-120"/>
                        </a:rPr>
                        <a:t> </a:t>
                      </a:r>
                      <a:endParaRPr lang="zh-TW" sz="1600" b="1" kern="100" dirty="0">
                        <a:solidFill>
                          <a:srgbClr val="000000"/>
                        </a:solidFill>
                        <a:effectLst/>
                        <a:latin typeface="標楷體" pitchFamily="65" charset="-120"/>
                        <a:ea typeface="標楷體" pitchFamily="65" charset="-120"/>
                      </a:endParaRPr>
                    </a:p>
                  </a:txBody>
                  <a:tcPr marL="60513" marR="60513" marT="0" marB="0" anchor="ctr">
                    <a:solidFill>
                      <a:srgbClr val="FFCCFF"/>
                    </a:solidFill>
                  </a:tcPr>
                </a:tc>
                <a:tc>
                  <a:txBody>
                    <a:bodyPr/>
                    <a:lstStyle/>
                    <a:p>
                      <a:pPr marL="3810" algn="just">
                        <a:lnSpc>
                          <a:spcPct val="150000"/>
                        </a:lnSpc>
                        <a:spcAft>
                          <a:spcPts val="0"/>
                        </a:spcAft>
                      </a:pPr>
                      <a:r>
                        <a:rPr lang="zh-TW" sz="1600" b="1" kern="100" dirty="0">
                          <a:solidFill>
                            <a:srgbClr val="000000"/>
                          </a:solidFill>
                          <a:effectLst/>
                          <a:latin typeface="標楷體" pitchFamily="65" charset="-120"/>
                          <a:ea typeface="標楷體" pitchFamily="65" charset="-120"/>
                        </a:rPr>
                        <a:t>實務老師</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跨社區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algn="just">
                        <a:lnSpc>
                          <a:spcPct val="150000"/>
                        </a:lnSpc>
                        <a:spcAft>
                          <a:spcPts val="0"/>
                        </a:spcAft>
                      </a:pPr>
                      <a:r>
                        <a:rPr lang="zh-TW" sz="1600" b="1" kern="100" dirty="0">
                          <a:solidFill>
                            <a:srgbClr val="000000"/>
                          </a:solidFill>
                          <a:effectLst/>
                          <a:latin typeface="標楷體" pitchFamily="65" charset="-120"/>
                          <a:ea typeface="標楷體" pitchFamily="65" charset="-120"/>
                        </a:rPr>
                        <a:t>曾鈺琄理事長</a:t>
                      </a:r>
                    </a:p>
                    <a:p>
                      <a:pPr marL="3810" algn="just">
                        <a:lnSpc>
                          <a:spcPct val="150000"/>
                        </a:lnSpc>
                        <a:spcAft>
                          <a:spcPts val="0"/>
                        </a:spcAft>
                      </a:pPr>
                      <a:r>
                        <a:rPr lang="zh-TW" sz="1600" b="1" kern="100" dirty="0">
                          <a:solidFill>
                            <a:srgbClr val="000000"/>
                          </a:solidFill>
                          <a:effectLst/>
                          <a:latin typeface="標楷體" pitchFamily="65" charset="-120"/>
                          <a:ea typeface="標楷體" pitchFamily="65" charset="-120"/>
                        </a:rPr>
                        <a:t>專業團隊</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跨部會</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：大旗艦社區夥伴、南投縣政府、竹山鎮公所</a:t>
                      </a:r>
                    </a:p>
                  </a:txBody>
                  <a:tcPr marL="60513" marR="60513" marT="0" marB="0">
                    <a:solidFill>
                      <a:srgbClr val="FFCCFF"/>
                    </a:solidFill>
                  </a:tcPr>
                </a:tc>
                <a:extLst>
                  <a:ext uri="{0D108BD9-81ED-4DB2-BD59-A6C34878D82A}">
                    <a16:rowId xmlns:a16="http://schemas.microsoft.com/office/drawing/2014/main" val="10001"/>
                  </a:ext>
                </a:extLst>
              </a:tr>
            </a:tbl>
          </a:graphicData>
        </a:graphic>
      </p:graphicFrame>
      <p:sp>
        <p:nvSpPr>
          <p:cNvPr id="6" name="標題 1">
            <a:extLst>
              <a:ext uri="{FF2B5EF4-FFF2-40B4-BE49-F238E27FC236}">
                <a16:creationId xmlns:a16="http://schemas.microsoft.com/office/drawing/2014/main" id="{4481AB9E-9B85-760B-B449-EE1C3AFEC77F}"/>
              </a:ext>
            </a:extLst>
          </p:cNvPr>
          <p:cNvSpPr txBox="1">
            <a:spLocks/>
          </p:cNvSpPr>
          <p:nvPr/>
        </p:nvSpPr>
        <p:spPr bwMode="black">
          <a:xfrm>
            <a:off x="911225" y="-17463"/>
            <a:ext cx="7343775" cy="692151"/>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3" name="內容版面配置區 2">
            <a:extLst>
              <a:ext uri="{FF2B5EF4-FFF2-40B4-BE49-F238E27FC236}">
                <a16:creationId xmlns:a16="http://schemas.microsoft.com/office/drawing/2014/main" id="{514CB042-9CE3-8C87-B1F6-F35907FCD4A8}"/>
              </a:ext>
            </a:extLst>
          </p:cNvPr>
          <p:cNvSpPr>
            <a:spLocks noGrp="1"/>
          </p:cNvSpPr>
          <p:nvPr>
            <p:ph idx="1"/>
          </p:nvPr>
        </p:nvSpPr>
        <p:spPr>
          <a:xfrm>
            <a:off x="1042988" y="981075"/>
            <a:ext cx="8229600" cy="5410200"/>
          </a:xfrm>
        </p:spPr>
        <p:txBody>
          <a:bodyPr>
            <a:normAutofit/>
          </a:bodyPr>
          <a:lstStyle/>
          <a:p>
            <a:pPr marL="0" indent="0" eaLnBrk="1" fontAlgn="auto" hangingPunct="1">
              <a:spcAft>
                <a:spcPts val="0"/>
              </a:spcAft>
              <a:buFont typeface="Wingdings" panose="05000000000000000000" pitchFamily="2" charset="2"/>
              <a:buNone/>
              <a:defRPr/>
            </a:pPr>
            <a:r>
              <a:rPr lang="en-US" altLang="zh-TW" sz="2800" b="1" kern="100" dirty="0">
                <a:solidFill>
                  <a:srgbClr val="7030A0"/>
                </a:solidFill>
                <a:latin typeface="Times New Roman"/>
                <a:ea typeface="標楷體"/>
              </a:rPr>
              <a:t>(</a:t>
            </a:r>
            <a:r>
              <a:rPr lang="zh-TW" altLang="en-US" sz="2800" b="1" kern="100" dirty="0">
                <a:solidFill>
                  <a:srgbClr val="7030A0"/>
                </a:solidFill>
                <a:latin typeface="Times New Roman"/>
                <a:ea typeface="標楷體"/>
              </a:rPr>
              <a:t>三</a:t>
            </a:r>
            <a:r>
              <a:rPr lang="en-US" altLang="zh-TW" sz="2800" b="1" kern="100" dirty="0">
                <a:solidFill>
                  <a:srgbClr val="7030A0"/>
                </a:solidFill>
                <a:latin typeface="Times New Roman"/>
                <a:ea typeface="標楷體"/>
              </a:rPr>
              <a:t>)</a:t>
            </a:r>
            <a:r>
              <a:rPr lang="zh-TW" altLang="en-US" sz="2800" b="1" kern="100" dirty="0">
                <a:solidFill>
                  <a:srgbClr val="7030A0"/>
                </a:solidFill>
                <a:latin typeface="Times New Roman"/>
                <a:ea typeface="標楷體"/>
              </a:rPr>
              <a:t>、</a:t>
            </a:r>
            <a:r>
              <a:rPr lang="zh-TW" altLang="zh-TW" sz="2800" b="1" kern="100" dirty="0">
                <a:solidFill>
                  <a:srgbClr val="7030A0"/>
                </a:solidFill>
                <a:latin typeface="Times New Roman"/>
                <a:ea typeface="標楷體"/>
              </a:rPr>
              <a:t>兒童福利</a:t>
            </a:r>
            <a:r>
              <a:rPr lang="en-US" altLang="zh-TW" sz="2800" b="1" kern="100" dirty="0">
                <a:solidFill>
                  <a:srgbClr val="7030A0"/>
                </a:solidFill>
                <a:latin typeface="Times New Roman"/>
                <a:ea typeface="標楷體"/>
              </a:rPr>
              <a:t>-</a:t>
            </a:r>
            <a:r>
              <a:rPr lang="zh-TW" altLang="zh-TW" sz="2800" b="1" kern="100" dirty="0">
                <a:solidFill>
                  <a:srgbClr val="7030A0"/>
                </a:solidFill>
                <a:latin typeface="Times New Roman"/>
                <a:ea typeface="標楷體"/>
              </a:rPr>
              <a:t>轉動才藝幸福無限</a:t>
            </a:r>
            <a:endParaRPr lang="zh-TW" altLang="zh-TW" b="1" kern="100" dirty="0">
              <a:solidFill>
                <a:srgbClr val="7030A0"/>
              </a:solidFill>
              <a:latin typeface="Times New Roman"/>
              <a:ea typeface="超研澤粗楷"/>
            </a:endParaRPr>
          </a:p>
          <a:p>
            <a:pPr marL="0" indent="0" eaLnBrk="1" fontAlgn="auto" hangingPunct="1">
              <a:spcAft>
                <a:spcPts val="0"/>
              </a:spcAft>
              <a:buFont typeface="Wingdings" panose="05000000000000000000" pitchFamily="2" charset="2"/>
              <a:buNone/>
              <a:defRPr/>
            </a:pPr>
            <a:endParaRPr lang="zh-TW" altLang="zh-TW" sz="2400" dirty="0">
              <a:latin typeface="Times New Roman" pitchFamily="18" charset="0"/>
              <a:ea typeface="超研澤粗楷"/>
              <a:cs typeface="超研澤粗楷"/>
            </a:endParaRPr>
          </a:p>
        </p:txBody>
      </p:sp>
      <p:graphicFrame>
        <p:nvGraphicFramePr>
          <p:cNvPr id="2" name="表格 1">
            <a:extLst>
              <a:ext uri="{FF2B5EF4-FFF2-40B4-BE49-F238E27FC236}">
                <a16:creationId xmlns:a16="http://schemas.microsoft.com/office/drawing/2014/main" id="{7A1F509A-748D-A108-B0B6-9133F3552837}"/>
              </a:ext>
            </a:extLst>
          </p:cNvPr>
          <p:cNvGraphicFramePr>
            <a:graphicFrameLocks noGrp="1"/>
          </p:cNvGraphicFramePr>
          <p:nvPr/>
        </p:nvGraphicFramePr>
        <p:xfrm>
          <a:off x="103188" y="1604963"/>
          <a:ext cx="8964612" cy="5035551"/>
        </p:xfrm>
        <a:graphic>
          <a:graphicData uri="http://schemas.openxmlformats.org/drawingml/2006/table">
            <a:tbl>
              <a:tblPr firstRow="1" firstCol="1" lastRow="1" lastCol="1" bandRow="1" bandCol="1">
                <a:tableStyleId>{B301B821-A1FF-4177-AEE7-76D212191A09}</a:tableStyleId>
              </a:tblPr>
              <a:tblGrid>
                <a:gridCol w="979757">
                  <a:extLst>
                    <a:ext uri="{9D8B030D-6E8A-4147-A177-3AD203B41FA5}">
                      <a16:colId xmlns:a16="http://schemas.microsoft.com/office/drawing/2014/main" val="20000"/>
                    </a:ext>
                  </a:extLst>
                </a:gridCol>
                <a:gridCol w="1219110">
                  <a:extLst>
                    <a:ext uri="{9D8B030D-6E8A-4147-A177-3AD203B41FA5}">
                      <a16:colId xmlns:a16="http://schemas.microsoft.com/office/drawing/2014/main" val="20001"/>
                    </a:ext>
                  </a:extLst>
                </a:gridCol>
                <a:gridCol w="1099434">
                  <a:extLst>
                    <a:ext uri="{9D8B030D-6E8A-4147-A177-3AD203B41FA5}">
                      <a16:colId xmlns:a16="http://schemas.microsoft.com/office/drawing/2014/main" val="20002"/>
                    </a:ext>
                  </a:extLst>
                </a:gridCol>
                <a:gridCol w="3890303">
                  <a:extLst>
                    <a:ext uri="{9D8B030D-6E8A-4147-A177-3AD203B41FA5}">
                      <a16:colId xmlns:a16="http://schemas.microsoft.com/office/drawing/2014/main" val="20003"/>
                    </a:ext>
                  </a:extLst>
                </a:gridCol>
                <a:gridCol w="1776008">
                  <a:extLst>
                    <a:ext uri="{9D8B030D-6E8A-4147-A177-3AD203B41FA5}">
                      <a16:colId xmlns:a16="http://schemas.microsoft.com/office/drawing/2014/main" val="20004"/>
                    </a:ext>
                  </a:extLst>
                </a:gridCol>
              </a:tblGrid>
              <a:tr h="320083">
                <a:tc>
                  <a:txBody>
                    <a:bodyPr/>
                    <a:lstStyle/>
                    <a:p>
                      <a:pPr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執行期程</a:t>
                      </a:r>
                    </a:p>
                  </a:txBody>
                  <a:tcPr marL="39278" marR="39278" marT="0" marB="0" anchor="ctr">
                    <a:solidFill>
                      <a:srgbClr val="FFFF00"/>
                    </a:solidFill>
                  </a:tcPr>
                </a:tc>
                <a:tc>
                  <a:txBody>
                    <a:bodyPr/>
                    <a:lstStyle/>
                    <a:p>
                      <a:pPr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執行項目</a:t>
                      </a:r>
                    </a:p>
                  </a:txBody>
                  <a:tcPr marL="39278" marR="39278" marT="0" marB="0" anchor="ctr">
                    <a:solidFill>
                      <a:srgbClr val="FFFF00"/>
                    </a:solidFill>
                  </a:tcPr>
                </a:tc>
                <a:tc>
                  <a:txBody>
                    <a:bodyPr/>
                    <a:lstStyle/>
                    <a:p>
                      <a:pPr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執行內容</a:t>
                      </a:r>
                    </a:p>
                  </a:txBody>
                  <a:tcPr marL="39278" marR="39278" marT="0" marB="0" anchor="ctr">
                    <a:solidFill>
                      <a:srgbClr val="FFFF00"/>
                    </a:solidFill>
                  </a:tcPr>
                </a:tc>
                <a:tc>
                  <a:txBody>
                    <a:bodyPr/>
                    <a:lstStyle/>
                    <a:p>
                      <a:pPr indent="356235"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執行方式與規劃</a:t>
                      </a:r>
                    </a:p>
                  </a:txBody>
                  <a:tcPr marL="39278" marR="39278" marT="0" marB="0" anchor="ctr">
                    <a:solidFill>
                      <a:srgbClr val="FFFF00"/>
                    </a:solidFill>
                  </a:tcPr>
                </a:tc>
                <a:tc>
                  <a:txBody>
                    <a:bodyPr/>
                    <a:lstStyle/>
                    <a:p>
                      <a:pPr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活動講師</a:t>
                      </a:r>
                    </a:p>
                  </a:txBody>
                  <a:tcPr marL="39278" marR="39278" marT="0" marB="0" anchor="ctr">
                    <a:solidFill>
                      <a:srgbClr val="FFFF00"/>
                    </a:solidFill>
                  </a:tcPr>
                </a:tc>
                <a:extLst>
                  <a:ext uri="{0D108BD9-81ED-4DB2-BD59-A6C34878D82A}">
                    <a16:rowId xmlns:a16="http://schemas.microsoft.com/office/drawing/2014/main" val="10000"/>
                  </a:ext>
                </a:extLst>
              </a:tr>
              <a:tr h="2200533">
                <a:tc>
                  <a:txBody>
                    <a:bodyPr/>
                    <a:lstStyle/>
                    <a:p>
                      <a:pPr algn="ctr">
                        <a:lnSpc>
                          <a:spcPts val="2200"/>
                        </a:lnSpc>
                        <a:spcAft>
                          <a:spcPts val="0"/>
                        </a:spcAft>
                        <a:tabLst>
                          <a:tab pos="381000" algn="l"/>
                        </a:tabLst>
                      </a:pPr>
                      <a:r>
                        <a:rPr lang="en-US" sz="1600" b="1" kern="100" dirty="0">
                          <a:solidFill>
                            <a:srgbClr val="000000"/>
                          </a:solidFill>
                          <a:effectLst/>
                          <a:latin typeface="標楷體" pitchFamily="65" charset="-120"/>
                          <a:ea typeface="標楷體" pitchFamily="65" charset="-120"/>
                        </a:rPr>
                        <a:t>3-11</a:t>
                      </a:r>
                      <a:r>
                        <a:rPr lang="zh-TW" sz="1600" b="1" kern="100" dirty="0">
                          <a:solidFill>
                            <a:srgbClr val="000000"/>
                          </a:solidFill>
                          <a:effectLst/>
                          <a:latin typeface="標楷體" pitchFamily="65" charset="-120"/>
                          <a:ea typeface="標楷體" pitchFamily="65" charset="-120"/>
                        </a:rPr>
                        <a:t>月</a:t>
                      </a:r>
                    </a:p>
                  </a:txBody>
                  <a:tcPr marL="39278" marR="39278" marT="0" marB="0" anchor="ctr">
                    <a:solidFill>
                      <a:schemeClr val="accent1">
                        <a:lumMod val="20000"/>
                        <a:lumOff val="80000"/>
                      </a:schemeClr>
                    </a:solidFill>
                  </a:tcPr>
                </a:tc>
                <a:tc>
                  <a:txBody>
                    <a:bodyPr/>
                    <a:lstStyle/>
                    <a:p>
                      <a:pPr algn="ctr">
                        <a:lnSpc>
                          <a:spcPts val="2200"/>
                        </a:lnSpc>
                        <a:spcAft>
                          <a:spcPts val="0"/>
                        </a:spcAft>
                        <a:tabLst>
                          <a:tab pos="381000" algn="l"/>
                        </a:tabLst>
                      </a:pPr>
                      <a:r>
                        <a:rPr lang="zh-TW" sz="1600" b="1" kern="100" dirty="0">
                          <a:solidFill>
                            <a:srgbClr val="FF0000"/>
                          </a:solidFill>
                          <a:effectLst/>
                          <a:latin typeface="標楷體" pitchFamily="65" charset="-120"/>
                          <a:ea typeface="標楷體" pitchFamily="65" charset="-120"/>
                        </a:rPr>
                        <a:t>生活知識與科學</a:t>
                      </a:r>
                    </a:p>
                  </a:txBody>
                  <a:tcPr marL="39278" marR="39278" marT="0" marB="0" anchor="ctr">
                    <a:solidFill>
                      <a:schemeClr val="accent1">
                        <a:lumMod val="20000"/>
                        <a:lumOff val="80000"/>
                      </a:schemeClr>
                    </a:solidFill>
                  </a:tcPr>
                </a:tc>
                <a:tc>
                  <a:txBody>
                    <a:bodyPr/>
                    <a:lstStyle/>
                    <a:p>
                      <a:pPr algn="just">
                        <a:lnSpc>
                          <a:spcPts val="2200"/>
                        </a:lnSpc>
                        <a:spcAft>
                          <a:spcPts val="0"/>
                        </a:spcAft>
                      </a:pPr>
                      <a:r>
                        <a:rPr lang="en-US" sz="1600" b="1" kern="100" dirty="0">
                          <a:solidFill>
                            <a:srgbClr val="000000"/>
                          </a:solidFill>
                          <a:effectLst/>
                          <a:latin typeface="標楷體" pitchFamily="65" charset="-120"/>
                          <a:ea typeface="標楷體" pitchFamily="65" charset="-120"/>
                        </a:rPr>
                        <a:t>1.</a:t>
                      </a:r>
                      <a:r>
                        <a:rPr lang="zh-TW" sz="1600" b="1" kern="100" dirty="0">
                          <a:solidFill>
                            <a:srgbClr val="000000"/>
                          </a:solidFill>
                          <a:effectLst/>
                          <a:latin typeface="標楷體" pitchFamily="65" charset="-120"/>
                          <a:ea typeface="標楷體" pitchFamily="65" charset="-120"/>
                        </a:rPr>
                        <a:t>課後學習</a:t>
                      </a:r>
                    </a:p>
                    <a:p>
                      <a:pPr algn="just">
                        <a:lnSpc>
                          <a:spcPts val="2200"/>
                        </a:lnSpc>
                        <a:spcAft>
                          <a:spcPts val="0"/>
                        </a:spcAft>
                      </a:pPr>
                      <a:r>
                        <a:rPr lang="en-US" sz="1600" b="1" kern="100" dirty="0">
                          <a:solidFill>
                            <a:srgbClr val="000000"/>
                          </a:solidFill>
                          <a:effectLst/>
                          <a:latin typeface="標楷體" pitchFamily="65" charset="-120"/>
                          <a:ea typeface="標楷體" pitchFamily="65" charset="-120"/>
                        </a:rPr>
                        <a:t>2.</a:t>
                      </a:r>
                      <a:r>
                        <a:rPr lang="zh-TW" sz="1600" b="1" kern="100" dirty="0">
                          <a:solidFill>
                            <a:srgbClr val="000000"/>
                          </a:solidFill>
                          <a:effectLst/>
                          <a:latin typeface="標楷體" pitchFamily="65" charset="-120"/>
                          <a:ea typeface="標楷體" pitchFamily="65" charset="-120"/>
                        </a:rPr>
                        <a:t>社區服務</a:t>
                      </a:r>
                    </a:p>
                  </a:txBody>
                  <a:tcPr marL="39278" marR="39278" marT="0" marB="0" anchor="ctr">
                    <a:solidFill>
                      <a:schemeClr val="accent1">
                        <a:lumMod val="20000"/>
                        <a:lumOff val="80000"/>
                      </a:schemeClr>
                    </a:solidFill>
                  </a:tcPr>
                </a:tc>
                <a:tc>
                  <a:txBody>
                    <a:bodyPr/>
                    <a:lstStyle/>
                    <a:p>
                      <a:pPr marL="342900" lvl="0" indent="-342900" algn="just">
                        <a:lnSpc>
                          <a:spcPts val="2200"/>
                        </a:lnSpc>
                        <a:spcAft>
                          <a:spcPts val="0"/>
                        </a:spcAft>
                        <a:buSzPts val="1600"/>
                        <a:buFont typeface="+mj-lt"/>
                        <a:buAutoNum type="arabicPeriod"/>
                      </a:pPr>
                      <a:r>
                        <a:rPr lang="zh-TW" sz="1600" b="1" kern="100" dirty="0">
                          <a:solidFill>
                            <a:srgbClr val="000000"/>
                          </a:solidFill>
                          <a:effectLst/>
                          <a:latin typeface="標楷體" pitchFamily="65" charset="-120"/>
                          <a:ea typeface="標楷體" pitchFamily="65" charset="-120"/>
                        </a:rPr>
                        <a:t>課程大綱以國小三年級至國中三年級設計，因此沒有複雜的數學公式與理論，以趣味的科學實驗，讓學員理解公式所要表達的意義。</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中崎社區</a:t>
                      </a:r>
                      <a:r>
                        <a:rPr lang="en-US" sz="1600" b="1" kern="100" dirty="0">
                          <a:solidFill>
                            <a:srgbClr val="000000"/>
                          </a:solidFill>
                          <a:effectLst/>
                          <a:latin typeface="標楷體" pitchFamily="65" charset="-120"/>
                          <a:ea typeface="標楷體" pitchFamily="65" charset="-120"/>
                        </a:rPr>
                        <a:t>10</a:t>
                      </a:r>
                      <a:r>
                        <a:rPr lang="zh-TW" sz="1600" b="1" kern="100" dirty="0">
                          <a:solidFill>
                            <a:srgbClr val="000000"/>
                          </a:solidFill>
                          <a:effectLst/>
                          <a:latin typeface="標楷體" pitchFamily="65" charset="-120"/>
                          <a:ea typeface="標楷體" pitchFamily="65" charset="-120"/>
                        </a:rPr>
                        <a:t>堂課程，計</a:t>
                      </a:r>
                      <a:r>
                        <a:rPr lang="en-US" sz="1600" b="1" kern="100" dirty="0">
                          <a:solidFill>
                            <a:srgbClr val="000000"/>
                          </a:solidFill>
                          <a:effectLst/>
                          <a:latin typeface="標楷體" pitchFamily="65" charset="-120"/>
                          <a:ea typeface="標楷體" pitchFamily="65" charset="-120"/>
                        </a:rPr>
                        <a:t>20</a:t>
                      </a:r>
                      <a:r>
                        <a:rPr lang="zh-TW" sz="1600" b="1" kern="100" dirty="0">
                          <a:solidFill>
                            <a:srgbClr val="000000"/>
                          </a:solidFill>
                          <a:effectLst/>
                          <a:latin typeface="標楷體" pitchFamily="65" charset="-120"/>
                          <a:ea typeface="標楷體" pitchFamily="65" charset="-120"/>
                        </a:rPr>
                        <a:t>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42900" lvl="0" indent="-342900" algn="just">
                        <a:lnSpc>
                          <a:spcPts val="2200"/>
                        </a:lnSpc>
                        <a:spcAft>
                          <a:spcPts val="0"/>
                        </a:spcAft>
                        <a:buSzPts val="1600"/>
                        <a:buFont typeface="+mj-lt"/>
                        <a:buAutoNum type="arabicPeriod"/>
                      </a:pPr>
                      <a:r>
                        <a:rPr lang="zh-TW" sz="1600" b="1" kern="100" dirty="0">
                          <a:solidFill>
                            <a:srgbClr val="000000"/>
                          </a:solidFill>
                          <a:effectLst/>
                          <a:latin typeface="標楷體" pitchFamily="65" charset="-120"/>
                          <a:ea typeface="標楷體" pitchFamily="65" charset="-120"/>
                        </a:rPr>
                        <a:t>宣導社區福利服務，藉由參與者的傳播能量，促進社區活絡。</a:t>
                      </a:r>
                    </a:p>
                  </a:txBody>
                  <a:tcPr marL="39278" marR="39278" marT="0" marB="0" anchor="ctr">
                    <a:solidFill>
                      <a:schemeClr val="accent1">
                        <a:lumMod val="20000"/>
                        <a:lumOff val="80000"/>
                      </a:schemeClr>
                    </a:solidFill>
                  </a:tcPr>
                </a:tc>
                <a:tc>
                  <a:txBody>
                    <a:bodyPr/>
                    <a:lstStyle/>
                    <a:p>
                      <a:pPr marL="3810" algn="just">
                        <a:lnSpc>
                          <a:spcPts val="2200"/>
                        </a:lnSpc>
                        <a:spcAft>
                          <a:spcPts val="0"/>
                        </a:spcAft>
                      </a:pPr>
                      <a:r>
                        <a:rPr lang="zh-TW" sz="1600" b="1" kern="0" dirty="0">
                          <a:solidFill>
                            <a:srgbClr val="000000"/>
                          </a:solidFill>
                          <a:effectLst/>
                          <a:latin typeface="標楷體" pitchFamily="65" charset="-120"/>
                          <a:ea typeface="標楷體" pitchFamily="65" charset="-120"/>
                        </a:rPr>
                        <a:t>社區專長人才：</a:t>
                      </a:r>
                      <a:r>
                        <a:rPr lang="zh-TW" sz="1600" b="1" kern="100" dirty="0">
                          <a:solidFill>
                            <a:srgbClr val="000000"/>
                          </a:solidFill>
                          <a:effectLst/>
                          <a:latin typeface="標楷體" pitchFamily="65" charset="-120"/>
                          <a:ea typeface="標楷體" pitchFamily="65" charset="-120"/>
                        </a:rPr>
                        <a:t>朱漢陽</a:t>
                      </a:r>
                      <a:r>
                        <a:rPr lang="zh-TW" sz="1600" b="1" kern="0" dirty="0">
                          <a:solidFill>
                            <a:srgbClr val="000000"/>
                          </a:solidFill>
                          <a:effectLst/>
                          <a:latin typeface="標楷體" pitchFamily="65" charset="-120"/>
                          <a:ea typeface="標楷體" pitchFamily="65" charset="-120"/>
                        </a:rPr>
                        <a:t>老師或等同師資</a:t>
                      </a:r>
                      <a:endParaRPr lang="zh-TW" sz="1600" b="1" kern="100" dirty="0">
                        <a:solidFill>
                          <a:srgbClr val="000000"/>
                        </a:solidFill>
                        <a:effectLst/>
                        <a:latin typeface="標楷體" pitchFamily="65" charset="-120"/>
                        <a:ea typeface="標楷體" pitchFamily="65" charset="-120"/>
                      </a:endParaRPr>
                    </a:p>
                    <a:p>
                      <a:pPr marL="3810" algn="just">
                        <a:lnSpc>
                          <a:spcPts val="2200"/>
                        </a:lnSpc>
                        <a:spcAft>
                          <a:spcPts val="0"/>
                        </a:spcAft>
                      </a:pPr>
                      <a:r>
                        <a:rPr lang="zh-TW" sz="1600" b="1" kern="100" dirty="0">
                          <a:solidFill>
                            <a:srgbClr val="000000"/>
                          </a:solidFill>
                          <a:effectLst/>
                          <a:latin typeface="標楷體" pitchFamily="65" charset="-120"/>
                          <a:ea typeface="標楷體" pitchFamily="65" charset="-120"/>
                        </a:rPr>
                        <a:t>專業團隊</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跨部會</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：國立暨南國際大學</a:t>
                      </a:r>
                    </a:p>
                  </a:txBody>
                  <a:tcPr marL="39278" marR="39278" marT="0" marB="0">
                    <a:solidFill>
                      <a:schemeClr val="accent1">
                        <a:lumMod val="20000"/>
                        <a:lumOff val="80000"/>
                      </a:schemeClr>
                    </a:solidFill>
                  </a:tcPr>
                </a:tc>
                <a:extLst>
                  <a:ext uri="{0D108BD9-81ED-4DB2-BD59-A6C34878D82A}">
                    <a16:rowId xmlns:a16="http://schemas.microsoft.com/office/drawing/2014/main" val="10001"/>
                  </a:ext>
                </a:extLst>
              </a:tr>
              <a:tr h="2514935">
                <a:tc>
                  <a:txBody>
                    <a:bodyPr/>
                    <a:lstStyle/>
                    <a:p>
                      <a:pPr algn="ctr">
                        <a:lnSpc>
                          <a:spcPts val="2200"/>
                        </a:lnSpc>
                        <a:spcAft>
                          <a:spcPts val="0"/>
                        </a:spcAft>
                        <a:tabLst>
                          <a:tab pos="381000" algn="l"/>
                        </a:tabLst>
                      </a:pPr>
                      <a:r>
                        <a:rPr lang="en-US" sz="1600" b="1" kern="100" dirty="0">
                          <a:solidFill>
                            <a:srgbClr val="000000"/>
                          </a:solidFill>
                          <a:effectLst/>
                          <a:latin typeface="標楷體" pitchFamily="65" charset="-120"/>
                          <a:ea typeface="標楷體" pitchFamily="65" charset="-120"/>
                        </a:rPr>
                        <a:t>3-11</a:t>
                      </a:r>
                      <a:r>
                        <a:rPr lang="zh-TW" sz="1600" b="1" kern="100" dirty="0">
                          <a:solidFill>
                            <a:srgbClr val="000000"/>
                          </a:solidFill>
                          <a:effectLst/>
                          <a:latin typeface="標楷體" pitchFamily="65" charset="-120"/>
                          <a:ea typeface="標楷體" pitchFamily="65" charset="-120"/>
                        </a:rPr>
                        <a:t>月</a:t>
                      </a:r>
                    </a:p>
                  </a:txBody>
                  <a:tcPr marL="39278" marR="39278" marT="0" marB="0" anchor="ctr">
                    <a:solidFill>
                      <a:schemeClr val="accent2">
                        <a:lumMod val="20000"/>
                        <a:lumOff val="80000"/>
                      </a:schemeClr>
                    </a:solidFill>
                  </a:tcPr>
                </a:tc>
                <a:tc>
                  <a:txBody>
                    <a:bodyPr/>
                    <a:lstStyle/>
                    <a:p>
                      <a:pPr indent="-101600" algn="ctr">
                        <a:lnSpc>
                          <a:spcPts val="2200"/>
                        </a:lnSpc>
                        <a:spcAft>
                          <a:spcPts val="0"/>
                        </a:spcAft>
                      </a:pPr>
                      <a:r>
                        <a:rPr lang="zh-TW" sz="1600" b="1" kern="100" dirty="0">
                          <a:solidFill>
                            <a:srgbClr val="FF0000"/>
                          </a:solidFill>
                          <a:effectLst/>
                          <a:latin typeface="標楷體" pitchFamily="65" charset="-120"/>
                          <a:ea typeface="標楷體" pitchFamily="65" charset="-120"/>
                        </a:rPr>
                        <a:t>一樣的故事，不一樣的精采</a:t>
                      </a:r>
                    </a:p>
                    <a:p>
                      <a:pPr algn="ctr">
                        <a:lnSpc>
                          <a:spcPts val="2200"/>
                        </a:lnSpc>
                        <a:spcAft>
                          <a:spcPts val="0"/>
                        </a:spcAft>
                        <a:tabLst>
                          <a:tab pos="381000" algn="l"/>
                        </a:tabLst>
                      </a:pPr>
                      <a:r>
                        <a:rPr lang="en-US" sz="1600" b="1" kern="100" dirty="0">
                          <a:solidFill>
                            <a:srgbClr val="FF0000"/>
                          </a:solidFill>
                          <a:effectLst/>
                          <a:latin typeface="標楷體" pitchFamily="65" charset="-120"/>
                          <a:ea typeface="標楷體" pitchFamily="65" charset="-120"/>
                        </a:rPr>
                        <a:t> </a:t>
                      </a:r>
                      <a:endParaRPr lang="zh-TW" sz="1600" b="1" kern="100" dirty="0">
                        <a:solidFill>
                          <a:srgbClr val="FF0000"/>
                        </a:solidFill>
                        <a:effectLst/>
                        <a:latin typeface="標楷體" pitchFamily="65" charset="-120"/>
                        <a:ea typeface="標楷體" pitchFamily="65" charset="-120"/>
                      </a:endParaRPr>
                    </a:p>
                  </a:txBody>
                  <a:tcPr marL="39278" marR="39278" marT="0" marB="0" anchor="ctr">
                    <a:solidFill>
                      <a:schemeClr val="accent2">
                        <a:lumMod val="20000"/>
                        <a:lumOff val="80000"/>
                      </a:schemeClr>
                    </a:solidFill>
                  </a:tcPr>
                </a:tc>
                <a:tc>
                  <a:txBody>
                    <a:bodyPr/>
                    <a:lstStyle/>
                    <a:p>
                      <a:pPr algn="just">
                        <a:lnSpc>
                          <a:spcPts val="2200"/>
                        </a:lnSpc>
                        <a:spcAft>
                          <a:spcPts val="0"/>
                        </a:spcAft>
                      </a:pPr>
                      <a:r>
                        <a:rPr lang="en-US" sz="1600" b="1" kern="100" dirty="0">
                          <a:solidFill>
                            <a:srgbClr val="000000"/>
                          </a:solidFill>
                          <a:effectLst/>
                          <a:latin typeface="標楷體" pitchFamily="65" charset="-120"/>
                          <a:ea typeface="標楷體" pitchFamily="65" charset="-120"/>
                        </a:rPr>
                        <a:t>1.</a:t>
                      </a:r>
                      <a:r>
                        <a:rPr lang="zh-TW" sz="1600" b="1" kern="100" dirty="0">
                          <a:solidFill>
                            <a:srgbClr val="000000"/>
                          </a:solidFill>
                          <a:effectLst/>
                          <a:latin typeface="標楷體" pitchFamily="65" charset="-120"/>
                          <a:ea typeface="標楷體" pitchFamily="65" charset="-120"/>
                        </a:rPr>
                        <a:t>課後學習</a:t>
                      </a:r>
                    </a:p>
                    <a:p>
                      <a:pPr algn="just">
                        <a:lnSpc>
                          <a:spcPts val="2200"/>
                        </a:lnSpc>
                        <a:spcAft>
                          <a:spcPts val="0"/>
                        </a:spcAft>
                      </a:pPr>
                      <a:r>
                        <a:rPr lang="en-US" sz="1600" b="1" kern="100" dirty="0">
                          <a:solidFill>
                            <a:srgbClr val="000000"/>
                          </a:solidFill>
                          <a:effectLst/>
                          <a:latin typeface="標楷體" pitchFamily="65" charset="-120"/>
                          <a:ea typeface="標楷體" pitchFamily="65" charset="-120"/>
                        </a:rPr>
                        <a:t>2.</a:t>
                      </a:r>
                      <a:r>
                        <a:rPr lang="zh-TW" sz="1600" b="1" kern="100" dirty="0">
                          <a:solidFill>
                            <a:srgbClr val="000000"/>
                          </a:solidFill>
                          <a:effectLst/>
                          <a:latin typeface="標楷體" pitchFamily="65" charset="-120"/>
                          <a:ea typeface="標楷體" pitchFamily="65" charset="-120"/>
                        </a:rPr>
                        <a:t>社區服務</a:t>
                      </a:r>
                    </a:p>
                    <a:p>
                      <a:pPr algn="just">
                        <a:lnSpc>
                          <a:spcPts val="2200"/>
                        </a:lnSpc>
                        <a:spcAft>
                          <a:spcPts val="0"/>
                        </a:spcAft>
                      </a:pPr>
                      <a:r>
                        <a:rPr lang="en-US" sz="1600" b="1" kern="100" dirty="0">
                          <a:solidFill>
                            <a:srgbClr val="000000"/>
                          </a:solidFill>
                          <a:effectLst/>
                          <a:latin typeface="標楷體" pitchFamily="65" charset="-120"/>
                          <a:ea typeface="標楷體" pitchFamily="65" charset="-120"/>
                        </a:rPr>
                        <a:t> </a:t>
                      </a:r>
                      <a:endParaRPr lang="zh-TW" sz="1600" b="1" kern="100" dirty="0">
                        <a:solidFill>
                          <a:srgbClr val="000000"/>
                        </a:solidFill>
                        <a:effectLst/>
                        <a:latin typeface="標楷體" pitchFamily="65" charset="-120"/>
                        <a:ea typeface="標楷體" pitchFamily="65" charset="-120"/>
                      </a:endParaRPr>
                    </a:p>
                  </a:txBody>
                  <a:tcPr marL="39278" marR="39278" marT="0" marB="0" anchor="ctr">
                    <a:solidFill>
                      <a:schemeClr val="accent2">
                        <a:lumMod val="20000"/>
                        <a:lumOff val="80000"/>
                      </a:schemeClr>
                    </a:solidFill>
                  </a:tcPr>
                </a:tc>
                <a:tc>
                  <a:txBody>
                    <a:bodyPr/>
                    <a:lstStyle/>
                    <a:p>
                      <a:pPr marL="342900" lvl="0" indent="-342900" algn="just">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請阿公阿嬤對社區過去或現在的人、文、地、產、景進行分享，由小朋友記錄下來，將文字敘述透過攝影的方式，與阿公阿嬤一起挑選適合的照片，再由小朋友利用電腦製作成簡報，完成屬於社區的故事。</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山崇社區</a:t>
                      </a:r>
                      <a:r>
                        <a:rPr lang="en-US" sz="1600" b="1" kern="100" dirty="0">
                          <a:solidFill>
                            <a:srgbClr val="000000"/>
                          </a:solidFill>
                          <a:effectLst/>
                          <a:latin typeface="標楷體" pitchFamily="65" charset="-120"/>
                          <a:ea typeface="標楷體" pitchFamily="65" charset="-120"/>
                        </a:rPr>
                        <a:t>10</a:t>
                      </a:r>
                      <a:r>
                        <a:rPr lang="zh-TW" sz="1600" b="1" kern="100" dirty="0">
                          <a:solidFill>
                            <a:srgbClr val="000000"/>
                          </a:solidFill>
                          <a:effectLst/>
                          <a:latin typeface="標楷體" pitchFamily="65" charset="-120"/>
                          <a:ea typeface="標楷體" pitchFamily="65" charset="-120"/>
                        </a:rPr>
                        <a:t>堂課程，計</a:t>
                      </a:r>
                      <a:r>
                        <a:rPr lang="en-US" sz="1600" b="1" kern="100" dirty="0">
                          <a:solidFill>
                            <a:srgbClr val="000000"/>
                          </a:solidFill>
                          <a:effectLst/>
                          <a:latin typeface="標楷體" pitchFamily="65" charset="-120"/>
                          <a:ea typeface="標楷體" pitchFamily="65" charset="-120"/>
                        </a:rPr>
                        <a:t>20</a:t>
                      </a:r>
                      <a:r>
                        <a:rPr lang="zh-TW" sz="1600" b="1" kern="100" dirty="0">
                          <a:solidFill>
                            <a:srgbClr val="000000"/>
                          </a:solidFill>
                          <a:effectLst/>
                          <a:latin typeface="標楷體" pitchFamily="65" charset="-120"/>
                          <a:ea typeface="標楷體" pitchFamily="65" charset="-120"/>
                        </a:rPr>
                        <a:t>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42900" lvl="0" indent="-342900" algn="just">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課程中宣導社區福利服務，藉由參與者的傳播能量，促進社區活絡</a:t>
                      </a:r>
                    </a:p>
                  </a:txBody>
                  <a:tcPr marL="39278" marR="39278" marT="0" marB="0" anchor="ctr">
                    <a:solidFill>
                      <a:schemeClr val="accent2">
                        <a:lumMod val="20000"/>
                        <a:lumOff val="80000"/>
                      </a:schemeClr>
                    </a:solidFill>
                  </a:tcPr>
                </a:tc>
                <a:tc>
                  <a:txBody>
                    <a:bodyPr/>
                    <a:lstStyle/>
                    <a:p>
                      <a:pPr marL="3810" algn="just">
                        <a:lnSpc>
                          <a:spcPts val="2200"/>
                        </a:lnSpc>
                        <a:spcAft>
                          <a:spcPts val="0"/>
                        </a:spcAft>
                      </a:pPr>
                      <a:r>
                        <a:rPr lang="zh-TW" sz="1600" b="1" kern="0" dirty="0">
                          <a:solidFill>
                            <a:srgbClr val="000000"/>
                          </a:solidFill>
                          <a:effectLst/>
                          <a:latin typeface="標楷體" pitchFamily="65" charset="-120"/>
                          <a:ea typeface="標楷體" pitchFamily="65" charset="-120"/>
                        </a:rPr>
                        <a:t>社區專長人才：</a:t>
                      </a:r>
                      <a:endParaRPr lang="en-US" altLang="zh-TW" sz="1600" b="1" kern="0" dirty="0">
                        <a:solidFill>
                          <a:srgbClr val="000000"/>
                        </a:solidFill>
                        <a:effectLst/>
                        <a:latin typeface="標楷體" pitchFamily="65" charset="-120"/>
                        <a:ea typeface="標楷體" pitchFamily="65" charset="-120"/>
                      </a:endParaRPr>
                    </a:p>
                    <a:p>
                      <a:pPr marL="3810" algn="just">
                        <a:lnSpc>
                          <a:spcPts val="2200"/>
                        </a:lnSpc>
                        <a:spcAft>
                          <a:spcPts val="0"/>
                        </a:spcAft>
                      </a:pPr>
                      <a:r>
                        <a:rPr lang="zh-TW" altLang="en-US" sz="1600" b="1" kern="0" dirty="0">
                          <a:solidFill>
                            <a:srgbClr val="000000"/>
                          </a:solidFill>
                          <a:effectLst/>
                          <a:latin typeface="標楷體" pitchFamily="65" charset="-120"/>
                          <a:ea typeface="標楷體" pitchFamily="65" charset="-120"/>
                        </a:rPr>
                        <a:t>待聘</a:t>
                      </a:r>
                      <a:endParaRPr lang="zh-TW" sz="1600" b="1" kern="100" dirty="0">
                        <a:solidFill>
                          <a:srgbClr val="000000"/>
                        </a:solidFill>
                        <a:effectLst/>
                        <a:latin typeface="標楷體" pitchFamily="65" charset="-120"/>
                        <a:ea typeface="標楷體" pitchFamily="65" charset="-120"/>
                      </a:endParaRPr>
                    </a:p>
                  </a:txBody>
                  <a:tcPr marL="39278" marR="39278" marT="0" marB="0">
                    <a:solidFill>
                      <a:schemeClr val="accent2">
                        <a:lumMod val="20000"/>
                        <a:lumOff val="80000"/>
                      </a:schemeClr>
                    </a:solidFill>
                  </a:tcPr>
                </a:tc>
                <a:extLst>
                  <a:ext uri="{0D108BD9-81ED-4DB2-BD59-A6C34878D82A}">
                    <a16:rowId xmlns:a16="http://schemas.microsoft.com/office/drawing/2014/main" val="10002"/>
                  </a:ext>
                </a:extLst>
              </a:tr>
            </a:tbl>
          </a:graphicData>
        </a:graphic>
      </p:graphicFrame>
      <p:sp>
        <p:nvSpPr>
          <p:cNvPr id="6" name="標題 1">
            <a:extLst>
              <a:ext uri="{FF2B5EF4-FFF2-40B4-BE49-F238E27FC236}">
                <a16:creationId xmlns:a16="http://schemas.microsoft.com/office/drawing/2014/main" id="{E7821BC4-3D09-2E54-2A2C-3C61BE5767D5}"/>
              </a:ext>
            </a:extLst>
          </p:cNvPr>
          <p:cNvSpPr txBox="1">
            <a:spLocks/>
          </p:cNvSpPr>
          <p:nvPr/>
        </p:nvSpPr>
        <p:spPr bwMode="black">
          <a:xfrm>
            <a:off x="900113" y="0"/>
            <a:ext cx="7343775" cy="692150"/>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3" name="內容版面配置區 2">
            <a:extLst>
              <a:ext uri="{FF2B5EF4-FFF2-40B4-BE49-F238E27FC236}">
                <a16:creationId xmlns:a16="http://schemas.microsoft.com/office/drawing/2014/main" id="{D6C570B1-4CCE-6ED2-8B28-B1E3519A61C5}"/>
              </a:ext>
            </a:extLst>
          </p:cNvPr>
          <p:cNvSpPr>
            <a:spLocks noGrp="1"/>
          </p:cNvSpPr>
          <p:nvPr>
            <p:ph idx="1"/>
          </p:nvPr>
        </p:nvSpPr>
        <p:spPr>
          <a:xfrm>
            <a:off x="1042988" y="981075"/>
            <a:ext cx="8229600" cy="5410200"/>
          </a:xfrm>
        </p:spPr>
        <p:txBody>
          <a:bodyPr>
            <a:normAutofit/>
          </a:bodyPr>
          <a:lstStyle/>
          <a:p>
            <a:pPr marL="0" indent="0" eaLnBrk="1" fontAlgn="auto" hangingPunct="1">
              <a:spcAft>
                <a:spcPts val="0"/>
              </a:spcAft>
              <a:buFont typeface="Wingdings" panose="05000000000000000000" pitchFamily="2" charset="2"/>
              <a:buNone/>
              <a:defRPr/>
            </a:pPr>
            <a:r>
              <a:rPr lang="en-US" altLang="zh-TW" sz="2800" b="1" kern="100" dirty="0">
                <a:solidFill>
                  <a:srgbClr val="7030A0"/>
                </a:solidFill>
                <a:latin typeface="Times New Roman"/>
                <a:ea typeface="標楷體"/>
              </a:rPr>
              <a:t>(</a:t>
            </a:r>
            <a:r>
              <a:rPr lang="zh-TW" altLang="en-US" sz="2800" b="1" kern="100" dirty="0">
                <a:solidFill>
                  <a:srgbClr val="7030A0"/>
                </a:solidFill>
                <a:latin typeface="Times New Roman"/>
                <a:ea typeface="標楷體"/>
              </a:rPr>
              <a:t>三</a:t>
            </a:r>
            <a:r>
              <a:rPr lang="en-US" altLang="zh-TW" sz="2800" b="1" kern="100" dirty="0">
                <a:solidFill>
                  <a:srgbClr val="7030A0"/>
                </a:solidFill>
                <a:latin typeface="Times New Roman"/>
                <a:ea typeface="標楷體"/>
              </a:rPr>
              <a:t>)</a:t>
            </a:r>
            <a:r>
              <a:rPr lang="zh-TW" altLang="en-US" sz="2800" b="1" kern="100" dirty="0">
                <a:solidFill>
                  <a:srgbClr val="7030A0"/>
                </a:solidFill>
                <a:latin typeface="Times New Roman"/>
                <a:ea typeface="標楷體"/>
              </a:rPr>
              <a:t>、</a:t>
            </a:r>
            <a:r>
              <a:rPr lang="zh-TW" altLang="zh-TW" sz="2800" b="1" kern="100" dirty="0">
                <a:solidFill>
                  <a:srgbClr val="7030A0"/>
                </a:solidFill>
                <a:latin typeface="Times New Roman"/>
                <a:ea typeface="標楷體"/>
              </a:rPr>
              <a:t>兒童福利</a:t>
            </a:r>
            <a:r>
              <a:rPr lang="en-US" altLang="zh-TW" sz="2800" b="1" kern="100" dirty="0">
                <a:solidFill>
                  <a:srgbClr val="7030A0"/>
                </a:solidFill>
                <a:latin typeface="Times New Roman"/>
                <a:ea typeface="標楷體"/>
              </a:rPr>
              <a:t>-</a:t>
            </a:r>
            <a:r>
              <a:rPr lang="zh-TW" altLang="zh-TW" sz="2800" b="1" kern="100" dirty="0">
                <a:solidFill>
                  <a:srgbClr val="7030A0"/>
                </a:solidFill>
                <a:latin typeface="Times New Roman"/>
                <a:ea typeface="標楷體"/>
              </a:rPr>
              <a:t>轉動才藝幸福無限</a:t>
            </a:r>
            <a:endParaRPr lang="zh-TW" altLang="zh-TW" b="1" kern="100" dirty="0">
              <a:solidFill>
                <a:srgbClr val="7030A0"/>
              </a:solidFill>
              <a:latin typeface="Times New Roman"/>
              <a:ea typeface="超研澤粗楷"/>
            </a:endParaRPr>
          </a:p>
          <a:p>
            <a:pPr marL="0" indent="0" eaLnBrk="1" fontAlgn="auto" hangingPunct="1">
              <a:spcAft>
                <a:spcPts val="0"/>
              </a:spcAft>
              <a:buFont typeface="Wingdings" panose="05000000000000000000" pitchFamily="2" charset="2"/>
              <a:buNone/>
              <a:defRPr/>
            </a:pPr>
            <a:endParaRPr lang="zh-TW" altLang="zh-TW" sz="2400" dirty="0">
              <a:latin typeface="Times New Roman" pitchFamily="18" charset="0"/>
              <a:ea typeface="超研澤粗楷"/>
              <a:cs typeface="超研澤粗楷"/>
            </a:endParaRPr>
          </a:p>
        </p:txBody>
      </p:sp>
      <p:graphicFrame>
        <p:nvGraphicFramePr>
          <p:cNvPr id="2" name="表格 1">
            <a:extLst>
              <a:ext uri="{FF2B5EF4-FFF2-40B4-BE49-F238E27FC236}">
                <a16:creationId xmlns:a16="http://schemas.microsoft.com/office/drawing/2014/main" id="{8CA1632C-1877-7CE4-3C41-A7820220838D}"/>
              </a:ext>
            </a:extLst>
          </p:cNvPr>
          <p:cNvGraphicFramePr>
            <a:graphicFrameLocks noGrp="1"/>
          </p:cNvGraphicFramePr>
          <p:nvPr/>
        </p:nvGraphicFramePr>
        <p:xfrm>
          <a:off x="468313" y="1628775"/>
          <a:ext cx="8280400" cy="2835275"/>
        </p:xfrm>
        <a:graphic>
          <a:graphicData uri="http://schemas.openxmlformats.org/drawingml/2006/table">
            <a:tbl>
              <a:tblPr firstRow="1" firstCol="1" lastRow="1" lastCol="1" bandRow="1" bandCol="1">
                <a:tableStyleId>{B301B821-A1FF-4177-AEE7-76D212191A09}</a:tableStyleId>
              </a:tblPr>
              <a:tblGrid>
                <a:gridCol w="904978">
                  <a:extLst>
                    <a:ext uri="{9D8B030D-6E8A-4147-A177-3AD203B41FA5}">
                      <a16:colId xmlns:a16="http://schemas.microsoft.com/office/drawing/2014/main" val="20000"/>
                    </a:ext>
                  </a:extLst>
                </a:gridCol>
                <a:gridCol w="891712">
                  <a:extLst>
                    <a:ext uri="{9D8B030D-6E8A-4147-A177-3AD203B41FA5}">
                      <a16:colId xmlns:a16="http://schemas.microsoft.com/office/drawing/2014/main" val="20001"/>
                    </a:ext>
                  </a:extLst>
                </a:gridCol>
                <a:gridCol w="1249872">
                  <a:extLst>
                    <a:ext uri="{9D8B030D-6E8A-4147-A177-3AD203B41FA5}">
                      <a16:colId xmlns:a16="http://schemas.microsoft.com/office/drawing/2014/main" val="20002"/>
                    </a:ext>
                  </a:extLst>
                </a:gridCol>
                <a:gridCol w="3593381">
                  <a:extLst>
                    <a:ext uri="{9D8B030D-6E8A-4147-A177-3AD203B41FA5}">
                      <a16:colId xmlns:a16="http://schemas.microsoft.com/office/drawing/2014/main" val="20003"/>
                    </a:ext>
                  </a:extLst>
                </a:gridCol>
                <a:gridCol w="1640457">
                  <a:extLst>
                    <a:ext uri="{9D8B030D-6E8A-4147-A177-3AD203B41FA5}">
                      <a16:colId xmlns:a16="http://schemas.microsoft.com/office/drawing/2014/main" val="20004"/>
                    </a:ext>
                  </a:extLst>
                </a:gridCol>
              </a:tblGrid>
              <a:tr h="320112">
                <a:tc>
                  <a:txBody>
                    <a:bodyPr/>
                    <a:lstStyle/>
                    <a:p>
                      <a:pPr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執行期程</a:t>
                      </a:r>
                    </a:p>
                  </a:txBody>
                  <a:tcPr marL="39273" marR="39273" marT="0" marB="0" anchor="ctr">
                    <a:solidFill>
                      <a:schemeClr val="accent6">
                        <a:lumMod val="40000"/>
                        <a:lumOff val="60000"/>
                      </a:schemeClr>
                    </a:solidFill>
                  </a:tcPr>
                </a:tc>
                <a:tc>
                  <a:txBody>
                    <a:bodyPr/>
                    <a:lstStyle/>
                    <a:p>
                      <a:pPr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執行項目</a:t>
                      </a:r>
                    </a:p>
                  </a:txBody>
                  <a:tcPr marL="39273" marR="39273" marT="0" marB="0" anchor="ctr">
                    <a:solidFill>
                      <a:schemeClr val="accent6">
                        <a:lumMod val="40000"/>
                        <a:lumOff val="60000"/>
                      </a:schemeClr>
                    </a:solidFill>
                  </a:tcPr>
                </a:tc>
                <a:tc>
                  <a:txBody>
                    <a:bodyPr/>
                    <a:lstStyle/>
                    <a:p>
                      <a:pPr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執行內容</a:t>
                      </a:r>
                    </a:p>
                  </a:txBody>
                  <a:tcPr marL="39273" marR="39273" marT="0" marB="0" anchor="ctr">
                    <a:solidFill>
                      <a:schemeClr val="accent6">
                        <a:lumMod val="40000"/>
                        <a:lumOff val="60000"/>
                      </a:schemeClr>
                    </a:solidFill>
                  </a:tcPr>
                </a:tc>
                <a:tc>
                  <a:txBody>
                    <a:bodyPr/>
                    <a:lstStyle/>
                    <a:p>
                      <a:pPr indent="356235"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執行方式與規劃</a:t>
                      </a:r>
                    </a:p>
                  </a:txBody>
                  <a:tcPr marL="39273" marR="39273" marT="0" marB="0" anchor="ctr">
                    <a:solidFill>
                      <a:schemeClr val="accent6">
                        <a:lumMod val="40000"/>
                        <a:lumOff val="60000"/>
                      </a:schemeClr>
                    </a:solidFill>
                  </a:tcPr>
                </a:tc>
                <a:tc>
                  <a:txBody>
                    <a:bodyPr/>
                    <a:lstStyle/>
                    <a:p>
                      <a:pPr algn="ctr">
                        <a:lnSpc>
                          <a:spcPts val="2200"/>
                        </a:lnSpc>
                        <a:spcAft>
                          <a:spcPts val="0"/>
                        </a:spcAft>
                        <a:tabLst>
                          <a:tab pos="381000" algn="l"/>
                        </a:tabLst>
                      </a:pPr>
                      <a:r>
                        <a:rPr lang="zh-TW" sz="1600" kern="100" dirty="0">
                          <a:solidFill>
                            <a:srgbClr val="000000"/>
                          </a:solidFill>
                          <a:effectLst/>
                          <a:latin typeface="標楷體" pitchFamily="65" charset="-120"/>
                          <a:ea typeface="標楷體" pitchFamily="65" charset="-120"/>
                        </a:rPr>
                        <a:t>活動講師</a:t>
                      </a:r>
                    </a:p>
                  </a:txBody>
                  <a:tcPr marL="39273" marR="39273" marT="0" marB="0" anchor="ctr">
                    <a:solidFill>
                      <a:schemeClr val="accent6">
                        <a:lumMod val="40000"/>
                        <a:lumOff val="60000"/>
                      </a:schemeClr>
                    </a:solidFill>
                  </a:tcPr>
                </a:tc>
                <a:extLst>
                  <a:ext uri="{0D108BD9-81ED-4DB2-BD59-A6C34878D82A}">
                    <a16:rowId xmlns:a16="http://schemas.microsoft.com/office/drawing/2014/main" val="10000"/>
                  </a:ext>
                </a:extLst>
              </a:tr>
              <a:tr h="2515163">
                <a:tc>
                  <a:txBody>
                    <a:bodyPr/>
                    <a:lstStyle/>
                    <a:p>
                      <a:pPr algn="ctr">
                        <a:lnSpc>
                          <a:spcPts val="2200"/>
                        </a:lnSpc>
                        <a:spcAft>
                          <a:spcPts val="0"/>
                        </a:spcAft>
                        <a:tabLst>
                          <a:tab pos="381000" algn="l"/>
                        </a:tabLst>
                      </a:pPr>
                      <a:r>
                        <a:rPr lang="en-US" sz="1600" b="1" kern="100" dirty="0">
                          <a:solidFill>
                            <a:srgbClr val="000000"/>
                          </a:solidFill>
                          <a:effectLst/>
                          <a:latin typeface="標楷體" pitchFamily="65" charset="-120"/>
                          <a:ea typeface="標楷體" pitchFamily="65" charset="-120"/>
                        </a:rPr>
                        <a:t>3-6</a:t>
                      </a:r>
                      <a:r>
                        <a:rPr lang="zh-TW" sz="1600" b="1" kern="100" dirty="0">
                          <a:solidFill>
                            <a:srgbClr val="000000"/>
                          </a:solidFill>
                          <a:effectLst/>
                          <a:latin typeface="標楷體" pitchFamily="65" charset="-120"/>
                          <a:ea typeface="標楷體" pitchFamily="65" charset="-120"/>
                        </a:rPr>
                        <a:t>月</a:t>
                      </a:r>
                    </a:p>
                  </a:txBody>
                  <a:tcPr marL="39273" marR="39273" marT="0" marB="0" anchor="ctr">
                    <a:solidFill>
                      <a:schemeClr val="tx1">
                        <a:lumMod val="10000"/>
                        <a:lumOff val="90000"/>
                      </a:schemeClr>
                    </a:solidFill>
                  </a:tcPr>
                </a:tc>
                <a:tc>
                  <a:txBody>
                    <a:bodyPr/>
                    <a:lstStyle/>
                    <a:p>
                      <a:pPr algn="ctr">
                        <a:lnSpc>
                          <a:spcPts val="2200"/>
                        </a:lnSpc>
                        <a:spcAft>
                          <a:spcPts val="0"/>
                        </a:spcAft>
                        <a:tabLst>
                          <a:tab pos="381000" algn="l"/>
                        </a:tabLst>
                      </a:pPr>
                      <a:r>
                        <a:rPr lang="zh-TW" sz="1600" b="1" kern="100" dirty="0">
                          <a:solidFill>
                            <a:srgbClr val="FF0000"/>
                          </a:solidFill>
                          <a:effectLst/>
                          <a:latin typeface="標楷體" pitchFamily="65" charset="-120"/>
                          <a:ea typeface="標楷體" pitchFamily="65" charset="-120"/>
                        </a:rPr>
                        <a:t>不容錯過的美好</a:t>
                      </a:r>
                    </a:p>
                  </a:txBody>
                  <a:tcPr marL="39273" marR="39273" marT="0" marB="0" anchor="ctr">
                    <a:solidFill>
                      <a:schemeClr val="accent6">
                        <a:lumMod val="20000"/>
                        <a:lumOff val="80000"/>
                      </a:schemeClr>
                    </a:solidFill>
                  </a:tcPr>
                </a:tc>
                <a:tc>
                  <a:txBody>
                    <a:bodyPr/>
                    <a:lstStyle/>
                    <a:p>
                      <a:pPr marL="342900" lvl="0" indent="-342900" algn="l">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基礎訓練</a:t>
                      </a:r>
                    </a:p>
                    <a:p>
                      <a:pPr marL="342900" lvl="0" indent="-342900" algn="l">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實作課程</a:t>
                      </a:r>
                    </a:p>
                    <a:p>
                      <a:pPr marL="342900" lvl="0" indent="-342900" algn="l">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辦理</a:t>
                      </a:r>
                      <a:r>
                        <a:rPr lang="en-US" sz="1600" b="1" kern="100" dirty="0">
                          <a:solidFill>
                            <a:srgbClr val="000000"/>
                          </a:solidFill>
                          <a:effectLst/>
                          <a:latin typeface="標楷體" pitchFamily="65" charset="-120"/>
                          <a:ea typeface="標楷體" pitchFamily="65" charset="-120"/>
                        </a:rPr>
                        <a:t>4</a:t>
                      </a:r>
                      <a:r>
                        <a:rPr lang="zh-TW" sz="1600" b="1" kern="100" dirty="0">
                          <a:solidFill>
                            <a:srgbClr val="000000"/>
                          </a:solidFill>
                          <a:effectLst/>
                          <a:latin typeface="標楷體" pitchFamily="65" charset="-120"/>
                          <a:ea typeface="標楷體" pitchFamily="65" charset="-120"/>
                        </a:rPr>
                        <a:t>天</a:t>
                      </a:r>
                    </a:p>
                  </a:txBody>
                  <a:tcPr marL="39273" marR="39273" marT="0" marB="0" anchor="ctr">
                    <a:solidFill>
                      <a:schemeClr val="tx1">
                        <a:lumMod val="10000"/>
                        <a:lumOff val="90000"/>
                      </a:schemeClr>
                    </a:solidFill>
                  </a:tcPr>
                </a:tc>
                <a:tc>
                  <a:txBody>
                    <a:bodyPr/>
                    <a:lstStyle/>
                    <a:p>
                      <a:pPr marL="342900" lvl="0" indent="-342900" algn="l">
                        <a:lnSpc>
                          <a:spcPts val="2200"/>
                        </a:lnSpc>
                        <a:spcAft>
                          <a:spcPts val="0"/>
                        </a:spcAft>
                        <a:buFont typeface="+mj-lt"/>
                        <a:buAutoNum type="arabicPeriod"/>
                      </a:pPr>
                      <a:r>
                        <a:rPr lang="en-US" sz="1600" b="1" kern="100" dirty="0">
                          <a:solidFill>
                            <a:srgbClr val="000000"/>
                          </a:solidFill>
                          <a:effectLst/>
                          <a:latin typeface="標楷體" pitchFamily="65" charset="-120"/>
                          <a:ea typeface="標楷體" pitchFamily="65" charset="-120"/>
                        </a:rPr>
                        <a:t>107</a:t>
                      </a:r>
                      <a:r>
                        <a:rPr lang="zh-TW" sz="1600" b="1" kern="100" dirty="0">
                          <a:solidFill>
                            <a:srgbClr val="000000"/>
                          </a:solidFill>
                          <a:effectLst/>
                          <a:latin typeface="標楷體" pitchFamily="65" charset="-120"/>
                          <a:ea typeface="標楷體" pitchFamily="65" charset="-120"/>
                        </a:rPr>
                        <a:t>年辦理成效優異，對參與人員之邏輯思考及社區福利服務推廣，有極大助益，故賡續辦理。</a:t>
                      </a:r>
                    </a:p>
                    <a:p>
                      <a:pPr marL="342900" lvl="0" indent="-342900" algn="l">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活動專題寫作</a:t>
                      </a:r>
                    </a:p>
                    <a:p>
                      <a:pPr marL="342900" lvl="0" indent="-342900" algn="l">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基本攝影技巧</a:t>
                      </a:r>
                    </a:p>
                    <a:p>
                      <a:pPr marL="342900" lvl="0" indent="-342900" algn="l">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以社群網路或刊物的方式呈現成果。</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中崎社區</a:t>
                      </a:r>
                      <a:r>
                        <a:rPr lang="en-US" sz="1600" b="1" kern="100" dirty="0">
                          <a:solidFill>
                            <a:srgbClr val="000000"/>
                          </a:solidFill>
                          <a:effectLst/>
                          <a:latin typeface="標楷體" pitchFamily="65" charset="-120"/>
                          <a:ea typeface="標楷體" pitchFamily="65" charset="-120"/>
                        </a:rPr>
                        <a:t>4</a:t>
                      </a:r>
                      <a:r>
                        <a:rPr lang="zh-TW" sz="1600" b="1" kern="100" dirty="0">
                          <a:solidFill>
                            <a:srgbClr val="000000"/>
                          </a:solidFill>
                          <a:effectLst/>
                          <a:latin typeface="標楷體" pitchFamily="65" charset="-120"/>
                          <a:ea typeface="標楷體" pitchFamily="65" charset="-120"/>
                        </a:rPr>
                        <a:t>堂課，計</a:t>
                      </a:r>
                      <a:r>
                        <a:rPr lang="en-US" sz="1600" b="1" kern="100" dirty="0">
                          <a:solidFill>
                            <a:srgbClr val="000000"/>
                          </a:solidFill>
                          <a:effectLst/>
                          <a:latin typeface="標楷體" pitchFamily="65" charset="-120"/>
                          <a:ea typeface="標楷體" pitchFamily="65" charset="-120"/>
                        </a:rPr>
                        <a:t>16</a:t>
                      </a:r>
                      <a:r>
                        <a:rPr lang="zh-TW" sz="1600" b="1" kern="100" dirty="0">
                          <a:solidFill>
                            <a:srgbClr val="000000"/>
                          </a:solidFill>
                          <a:effectLst/>
                          <a:latin typeface="標楷體" pitchFamily="65" charset="-120"/>
                          <a:ea typeface="標楷體" pitchFamily="65" charset="-120"/>
                        </a:rPr>
                        <a:t>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42900" lvl="0" indent="-342900" algn="l">
                        <a:lnSpc>
                          <a:spcPts val="22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於課程中宣導社區福利服務，藉由參與者的傳播能量，促進社區活絡。</a:t>
                      </a:r>
                    </a:p>
                  </a:txBody>
                  <a:tcPr marL="39273" marR="39273" marT="0" marB="0" anchor="ctr">
                    <a:solidFill>
                      <a:schemeClr val="accent6">
                        <a:lumMod val="20000"/>
                        <a:lumOff val="80000"/>
                      </a:schemeClr>
                    </a:solidFill>
                  </a:tcPr>
                </a:tc>
                <a:tc>
                  <a:txBody>
                    <a:bodyPr/>
                    <a:lstStyle/>
                    <a:p>
                      <a:pPr marL="3810" algn="just">
                        <a:lnSpc>
                          <a:spcPts val="2200"/>
                        </a:lnSpc>
                        <a:spcAft>
                          <a:spcPts val="0"/>
                        </a:spcAft>
                      </a:pPr>
                      <a:r>
                        <a:rPr lang="zh-TW" sz="1600" b="1" kern="0" dirty="0">
                          <a:solidFill>
                            <a:srgbClr val="000000"/>
                          </a:solidFill>
                          <a:effectLst/>
                          <a:latin typeface="標楷體" pitchFamily="65" charset="-120"/>
                          <a:ea typeface="標楷體" pitchFamily="65" charset="-120"/>
                        </a:rPr>
                        <a:t>社區專業人才：</a:t>
                      </a:r>
                      <a:endParaRPr lang="en-US" altLang="zh-TW" sz="1600" b="1" kern="0" dirty="0">
                        <a:solidFill>
                          <a:srgbClr val="000000"/>
                        </a:solidFill>
                        <a:effectLst/>
                        <a:latin typeface="標楷體" pitchFamily="65" charset="-120"/>
                        <a:ea typeface="標楷體" pitchFamily="65" charset="-120"/>
                      </a:endParaRPr>
                    </a:p>
                    <a:p>
                      <a:pPr marL="3810" algn="just">
                        <a:lnSpc>
                          <a:spcPts val="2200"/>
                        </a:lnSpc>
                        <a:spcAft>
                          <a:spcPts val="0"/>
                        </a:spcAft>
                      </a:pPr>
                      <a:r>
                        <a:rPr lang="zh-TW" sz="1600" b="1" kern="0" dirty="0">
                          <a:solidFill>
                            <a:srgbClr val="000000"/>
                          </a:solidFill>
                          <a:effectLst/>
                          <a:latin typeface="標楷體" pitchFamily="65" charset="-120"/>
                          <a:ea typeface="標楷體" pitchFamily="65" charset="-120"/>
                        </a:rPr>
                        <a:t>賴香珊老師</a:t>
                      </a:r>
                      <a:endParaRPr lang="zh-TW" sz="1600" b="1" kern="100" dirty="0">
                        <a:solidFill>
                          <a:srgbClr val="000000"/>
                        </a:solidFill>
                        <a:effectLst/>
                        <a:latin typeface="標楷體" pitchFamily="65" charset="-120"/>
                        <a:ea typeface="標楷體" pitchFamily="65" charset="-120"/>
                      </a:endParaRPr>
                    </a:p>
                  </a:txBody>
                  <a:tcPr marL="39273" marR="39273" marT="0" marB="0">
                    <a:solidFill>
                      <a:schemeClr val="tx1">
                        <a:lumMod val="25000"/>
                        <a:lumOff val="75000"/>
                      </a:schemeClr>
                    </a:solidFill>
                  </a:tcPr>
                </a:tc>
                <a:extLst>
                  <a:ext uri="{0D108BD9-81ED-4DB2-BD59-A6C34878D82A}">
                    <a16:rowId xmlns:a16="http://schemas.microsoft.com/office/drawing/2014/main" val="10001"/>
                  </a:ext>
                </a:extLst>
              </a:tr>
            </a:tbl>
          </a:graphicData>
        </a:graphic>
      </p:graphicFrame>
      <p:sp>
        <p:nvSpPr>
          <p:cNvPr id="6" name="標題 1">
            <a:extLst>
              <a:ext uri="{FF2B5EF4-FFF2-40B4-BE49-F238E27FC236}">
                <a16:creationId xmlns:a16="http://schemas.microsoft.com/office/drawing/2014/main" id="{02BB3575-38A3-ADE1-13FE-141AA0BD2D30}"/>
              </a:ext>
            </a:extLst>
          </p:cNvPr>
          <p:cNvSpPr txBox="1">
            <a:spLocks/>
          </p:cNvSpPr>
          <p:nvPr/>
        </p:nvSpPr>
        <p:spPr bwMode="black">
          <a:xfrm>
            <a:off x="900113" y="7938"/>
            <a:ext cx="7343775" cy="692150"/>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pic>
        <p:nvPicPr>
          <p:cNvPr id="92180" name="Picture 20" descr="H:\云\大旗艦\107計畫\照片\0307課輔班(完)\79442.jpg">
            <a:extLst>
              <a:ext uri="{FF2B5EF4-FFF2-40B4-BE49-F238E27FC236}">
                <a16:creationId xmlns:a16="http://schemas.microsoft.com/office/drawing/2014/main" id="{75EAE651-FC07-079A-557A-009148A8AD50}"/>
              </a:ext>
            </a:extLst>
          </p:cNvPr>
          <p:cNvPicPr>
            <a:picLocks noChangeAspect="1" noChangeArrowheads="1"/>
          </p:cNvPicPr>
          <p:nvPr/>
        </p:nvPicPr>
        <p:blipFill>
          <a:blip r:embed="rId3" cstate="print"/>
          <a:srcRect/>
          <a:stretch>
            <a:fillRect/>
          </a:stretch>
        </p:blipFill>
        <p:spPr bwMode="auto">
          <a:xfrm>
            <a:off x="611560" y="4653136"/>
            <a:ext cx="2592288" cy="1944217"/>
          </a:xfrm>
          <a:prstGeom prst="rect">
            <a:avLst/>
          </a:prstGeom>
          <a:ln>
            <a:noFill/>
          </a:ln>
          <a:effectLst>
            <a:softEdge rad="112500"/>
          </a:effectLst>
        </p:spPr>
      </p:pic>
      <p:pic>
        <p:nvPicPr>
          <p:cNvPr id="92181" name="Picture 21" descr="H:\云\大旗艦\107計畫\照片\0307課輔班(完)\79443.jpg">
            <a:extLst>
              <a:ext uri="{FF2B5EF4-FFF2-40B4-BE49-F238E27FC236}">
                <a16:creationId xmlns:a16="http://schemas.microsoft.com/office/drawing/2014/main" id="{279B4000-DB66-64CA-2D79-287367BE9B09}"/>
              </a:ext>
            </a:extLst>
          </p:cNvPr>
          <p:cNvPicPr>
            <a:picLocks noChangeAspect="1" noChangeArrowheads="1"/>
          </p:cNvPicPr>
          <p:nvPr/>
        </p:nvPicPr>
        <p:blipFill>
          <a:blip r:embed="rId4" cstate="print"/>
          <a:srcRect/>
          <a:stretch>
            <a:fillRect/>
          </a:stretch>
        </p:blipFill>
        <p:spPr bwMode="auto">
          <a:xfrm>
            <a:off x="6084168" y="4653136"/>
            <a:ext cx="2592288" cy="1944217"/>
          </a:xfrm>
          <a:prstGeom prst="rect">
            <a:avLst/>
          </a:prstGeom>
          <a:ln>
            <a:noFill/>
          </a:ln>
          <a:effectLst>
            <a:softEdge rad="112500"/>
          </a:effectLst>
        </p:spPr>
      </p:pic>
      <p:pic>
        <p:nvPicPr>
          <p:cNvPr id="92182" name="Picture 22" descr="H:\云\大旗艦\107計畫\照片\0307課輔班(完)\79444.jpg">
            <a:extLst>
              <a:ext uri="{FF2B5EF4-FFF2-40B4-BE49-F238E27FC236}">
                <a16:creationId xmlns:a16="http://schemas.microsoft.com/office/drawing/2014/main" id="{9A6C10AA-5B16-97F0-7B3E-A5CC9F82D73F}"/>
              </a:ext>
            </a:extLst>
          </p:cNvPr>
          <p:cNvPicPr>
            <a:picLocks noChangeAspect="1" noChangeArrowheads="1"/>
          </p:cNvPicPr>
          <p:nvPr/>
        </p:nvPicPr>
        <p:blipFill>
          <a:blip r:embed="rId5" cstate="print"/>
          <a:srcRect/>
          <a:stretch>
            <a:fillRect/>
          </a:stretch>
        </p:blipFill>
        <p:spPr bwMode="auto">
          <a:xfrm>
            <a:off x="3347864" y="4653136"/>
            <a:ext cx="2592288" cy="1944217"/>
          </a:xfrm>
          <a:prstGeom prst="rect">
            <a:avLst/>
          </a:prstGeom>
          <a:ln>
            <a:noFill/>
          </a:ln>
          <a:effectLst>
            <a:softEdge rad="112500"/>
          </a:effectLst>
        </p:spPr>
      </p:pic>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3" name="內容版面配置區 2">
            <a:extLst>
              <a:ext uri="{FF2B5EF4-FFF2-40B4-BE49-F238E27FC236}">
                <a16:creationId xmlns:a16="http://schemas.microsoft.com/office/drawing/2014/main" id="{8E6AA563-9C7C-9CFB-C31D-2EE98B35B713}"/>
              </a:ext>
            </a:extLst>
          </p:cNvPr>
          <p:cNvSpPr>
            <a:spLocks noGrp="1"/>
          </p:cNvSpPr>
          <p:nvPr>
            <p:ph idx="1"/>
          </p:nvPr>
        </p:nvSpPr>
        <p:spPr>
          <a:xfrm>
            <a:off x="1042988" y="981075"/>
            <a:ext cx="8229600" cy="5410200"/>
          </a:xfrm>
        </p:spPr>
        <p:txBody>
          <a:bodyPr>
            <a:normAutofit/>
          </a:bodyPr>
          <a:lstStyle/>
          <a:p>
            <a:pPr marL="0" indent="0" eaLnBrk="1" fontAlgn="auto" hangingPunct="1">
              <a:spcAft>
                <a:spcPts val="0"/>
              </a:spcAft>
              <a:buFont typeface="Wingdings" panose="05000000000000000000"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四</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、志工轉動熱情幸福滿滿</a:t>
            </a:r>
            <a:endParaRPr lang="zh-TW" altLang="zh-TW" sz="3600" kern="100" dirty="0">
              <a:latin typeface="標楷體" pitchFamily="65" charset="-120"/>
              <a:ea typeface="標楷體" pitchFamily="65" charset="-120"/>
            </a:endParaRPr>
          </a:p>
          <a:p>
            <a:pPr marL="0" indent="0" eaLnBrk="1" fontAlgn="auto" hangingPunct="1">
              <a:spcAft>
                <a:spcPts val="0"/>
              </a:spcAft>
              <a:buFont typeface="Wingdings" panose="05000000000000000000" pitchFamily="2" charset="2"/>
              <a:buNone/>
              <a:defRPr/>
            </a:pPr>
            <a:endParaRPr lang="zh-TW" altLang="zh-TW" sz="2400" dirty="0">
              <a:latin typeface="Times New Roman" pitchFamily="18" charset="0"/>
              <a:ea typeface="超研澤粗楷"/>
              <a:cs typeface="超研澤粗楷"/>
            </a:endParaRPr>
          </a:p>
        </p:txBody>
      </p:sp>
      <p:graphicFrame>
        <p:nvGraphicFramePr>
          <p:cNvPr id="3" name="表格 2">
            <a:extLst>
              <a:ext uri="{FF2B5EF4-FFF2-40B4-BE49-F238E27FC236}">
                <a16:creationId xmlns:a16="http://schemas.microsoft.com/office/drawing/2014/main" id="{5867BEFE-97DE-6C7F-75E0-ED913F19B807}"/>
              </a:ext>
            </a:extLst>
          </p:cNvPr>
          <p:cNvGraphicFramePr>
            <a:graphicFrameLocks noGrp="1"/>
          </p:cNvGraphicFramePr>
          <p:nvPr/>
        </p:nvGraphicFramePr>
        <p:xfrm>
          <a:off x="539750" y="1700213"/>
          <a:ext cx="8280400" cy="4787900"/>
        </p:xfrm>
        <a:graphic>
          <a:graphicData uri="http://schemas.openxmlformats.org/drawingml/2006/table">
            <a:tbl>
              <a:tblPr firstRow="1" firstCol="1" lastRow="1" lastCol="1" bandRow="1" bandCol="1">
                <a:tableStyleId>{5C22544A-7EE6-4342-B048-85BDC9FD1C3A}</a:tableStyleId>
              </a:tblPr>
              <a:tblGrid>
                <a:gridCol w="496522">
                  <a:extLst>
                    <a:ext uri="{9D8B030D-6E8A-4147-A177-3AD203B41FA5}">
                      <a16:colId xmlns:a16="http://schemas.microsoft.com/office/drawing/2014/main" val="20000"/>
                    </a:ext>
                  </a:extLst>
                </a:gridCol>
                <a:gridCol w="920801">
                  <a:extLst>
                    <a:ext uri="{9D8B030D-6E8A-4147-A177-3AD203B41FA5}">
                      <a16:colId xmlns:a16="http://schemas.microsoft.com/office/drawing/2014/main" val="20001"/>
                    </a:ext>
                  </a:extLst>
                </a:gridCol>
                <a:gridCol w="920801">
                  <a:extLst>
                    <a:ext uri="{9D8B030D-6E8A-4147-A177-3AD203B41FA5}">
                      <a16:colId xmlns:a16="http://schemas.microsoft.com/office/drawing/2014/main" val="20002"/>
                    </a:ext>
                  </a:extLst>
                </a:gridCol>
                <a:gridCol w="4049613">
                  <a:extLst>
                    <a:ext uri="{9D8B030D-6E8A-4147-A177-3AD203B41FA5}">
                      <a16:colId xmlns:a16="http://schemas.microsoft.com/office/drawing/2014/main" val="20003"/>
                    </a:ext>
                  </a:extLst>
                </a:gridCol>
                <a:gridCol w="1892663">
                  <a:extLst>
                    <a:ext uri="{9D8B030D-6E8A-4147-A177-3AD203B41FA5}">
                      <a16:colId xmlns:a16="http://schemas.microsoft.com/office/drawing/2014/main" val="20004"/>
                    </a:ext>
                  </a:extLst>
                </a:gridCol>
              </a:tblGrid>
              <a:tr h="705929">
                <a:tc>
                  <a:txBody>
                    <a:bodyPr/>
                    <a:lstStyle/>
                    <a:p>
                      <a:pPr algn="ctr">
                        <a:lnSpc>
                          <a:spcPts val="29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執行期程</a:t>
                      </a:r>
                    </a:p>
                  </a:txBody>
                  <a:tcPr marL="42568" marR="42568" marT="0" marB="0" anchor="ctr"/>
                </a:tc>
                <a:tc>
                  <a:txBody>
                    <a:bodyPr/>
                    <a:lstStyle/>
                    <a:p>
                      <a:pPr algn="ctr">
                        <a:lnSpc>
                          <a:spcPts val="29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執行項目</a:t>
                      </a:r>
                    </a:p>
                  </a:txBody>
                  <a:tcPr marL="42568" marR="42568" marT="0" marB="0" anchor="ctr"/>
                </a:tc>
                <a:tc>
                  <a:txBody>
                    <a:bodyPr/>
                    <a:lstStyle/>
                    <a:p>
                      <a:pPr algn="ctr">
                        <a:lnSpc>
                          <a:spcPts val="29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執行內容</a:t>
                      </a:r>
                    </a:p>
                  </a:txBody>
                  <a:tcPr marL="42568" marR="42568" marT="0" marB="0" anchor="ctr"/>
                </a:tc>
                <a:tc>
                  <a:txBody>
                    <a:bodyPr/>
                    <a:lstStyle/>
                    <a:p>
                      <a:pPr indent="356235" algn="ctr">
                        <a:lnSpc>
                          <a:spcPts val="29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執行方式與規劃</a:t>
                      </a:r>
                    </a:p>
                  </a:txBody>
                  <a:tcPr marL="42568" marR="42568" marT="0" marB="0" anchor="ctr"/>
                </a:tc>
                <a:tc>
                  <a:txBody>
                    <a:bodyPr/>
                    <a:lstStyle/>
                    <a:p>
                      <a:pPr algn="ctr">
                        <a:lnSpc>
                          <a:spcPts val="2900"/>
                        </a:lnSpc>
                        <a:spcAft>
                          <a:spcPts val="0"/>
                        </a:spcAft>
                        <a:tabLst>
                          <a:tab pos="381000" algn="l"/>
                        </a:tabLst>
                      </a:pPr>
                      <a:r>
                        <a:rPr lang="zh-TW" sz="1600" kern="100">
                          <a:solidFill>
                            <a:srgbClr val="000000"/>
                          </a:solidFill>
                          <a:effectLst/>
                          <a:latin typeface="標楷體" pitchFamily="65" charset="-120"/>
                          <a:ea typeface="標楷體" pitchFamily="65" charset="-120"/>
                        </a:rPr>
                        <a:t>活動講師</a:t>
                      </a:r>
                    </a:p>
                  </a:txBody>
                  <a:tcPr marL="42568" marR="42568" marT="0" marB="0" anchor="ctr"/>
                </a:tc>
                <a:extLst>
                  <a:ext uri="{0D108BD9-81ED-4DB2-BD59-A6C34878D82A}">
                    <a16:rowId xmlns:a16="http://schemas.microsoft.com/office/drawing/2014/main" val="10000"/>
                  </a:ext>
                </a:extLst>
              </a:tr>
              <a:tr h="4081971">
                <a:tc>
                  <a:txBody>
                    <a:bodyPr/>
                    <a:lstStyle/>
                    <a:p>
                      <a:pPr algn="ctr">
                        <a:lnSpc>
                          <a:spcPts val="2900"/>
                        </a:lnSpc>
                        <a:spcAft>
                          <a:spcPts val="0"/>
                        </a:spcAft>
                        <a:tabLst>
                          <a:tab pos="381000" algn="l"/>
                        </a:tabLst>
                      </a:pPr>
                      <a:r>
                        <a:rPr lang="en-US" sz="1600" b="1" kern="100" dirty="0">
                          <a:solidFill>
                            <a:srgbClr val="000000"/>
                          </a:solidFill>
                          <a:effectLst/>
                          <a:latin typeface="標楷體" pitchFamily="65" charset="-120"/>
                          <a:ea typeface="標楷體" pitchFamily="65" charset="-120"/>
                        </a:rPr>
                        <a:t>3-9</a:t>
                      </a:r>
                      <a:r>
                        <a:rPr lang="zh-TW" sz="1600" b="1" kern="100" dirty="0">
                          <a:solidFill>
                            <a:srgbClr val="000000"/>
                          </a:solidFill>
                          <a:effectLst/>
                          <a:latin typeface="標楷體" pitchFamily="65" charset="-120"/>
                          <a:ea typeface="標楷體" pitchFamily="65" charset="-120"/>
                        </a:rPr>
                        <a:t>月</a:t>
                      </a:r>
                    </a:p>
                  </a:txBody>
                  <a:tcPr marL="42568" marR="42568" marT="0" marB="0" anchor="ctr">
                    <a:solidFill>
                      <a:schemeClr val="accent1">
                        <a:lumMod val="20000"/>
                        <a:lumOff val="80000"/>
                      </a:schemeClr>
                    </a:solidFill>
                  </a:tcPr>
                </a:tc>
                <a:tc>
                  <a:txBody>
                    <a:bodyPr/>
                    <a:lstStyle/>
                    <a:p>
                      <a:pPr algn="ctr">
                        <a:lnSpc>
                          <a:spcPts val="2900"/>
                        </a:lnSpc>
                        <a:spcAft>
                          <a:spcPts val="0"/>
                        </a:spcAft>
                        <a:tabLst>
                          <a:tab pos="381000" algn="l"/>
                        </a:tabLst>
                      </a:pPr>
                      <a:r>
                        <a:rPr lang="zh-TW" sz="1600" b="1" kern="100" dirty="0">
                          <a:solidFill>
                            <a:srgbClr val="000000"/>
                          </a:solidFill>
                          <a:effectLst/>
                          <a:latin typeface="標楷體" pitchFamily="65" charset="-120"/>
                          <a:ea typeface="標楷體" pitchFamily="65" charset="-120"/>
                        </a:rPr>
                        <a:t>志工研習</a:t>
                      </a:r>
                    </a:p>
                  </a:txBody>
                  <a:tcPr marL="42568" marR="42568" marT="0" marB="0" anchor="ctr">
                    <a:solidFill>
                      <a:schemeClr val="accent1">
                        <a:lumMod val="20000"/>
                        <a:lumOff val="80000"/>
                      </a:schemeClr>
                    </a:solidFill>
                  </a:tcPr>
                </a:tc>
                <a:tc>
                  <a:txBody>
                    <a:bodyPr/>
                    <a:lstStyle/>
                    <a:p>
                      <a:pPr algn="ctr">
                        <a:lnSpc>
                          <a:spcPts val="2900"/>
                        </a:lnSpc>
                        <a:spcAft>
                          <a:spcPts val="0"/>
                        </a:spcAft>
                        <a:tabLst>
                          <a:tab pos="381000" algn="l"/>
                        </a:tabLst>
                      </a:pPr>
                      <a:r>
                        <a:rPr lang="zh-TW" sz="1600" b="1" kern="100" dirty="0">
                          <a:solidFill>
                            <a:srgbClr val="006600"/>
                          </a:solidFill>
                          <a:effectLst/>
                          <a:latin typeface="標楷體" pitchFamily="65" charset="-120"/>
                          <a:ea typeface="標楷體" pitchFamily="65" charset="-120"/>
                        </a:rPr>
                        <a:t>防災社區</a:t>
                      </a:r>
                      <a:r>
                        <a:rPr lang="en-US" altLang="zh-TW" sz="1600" b="1" kern="100" dirty="0">
                          <a:solidFill>
                            <a:srgbClr val="006600"/>
                          </a:solidFill>
                          <a:effectLst/>
                          <a:latin typeface="標楷體" pitchFamily="65" charset="-120"/>
                          <a:ea typeface="標楷體" pitchFamily="65" charset="-120"/>
                        </a:rPr>
                        <a:t>-</a:t>
                      </a:r>
                      <a:r>
                        <a:rPr lang="zh-TW" altLang="en-US" sz="1600" b="1" kern="100" dirty="0">
                          <a:solidFill>
                            <a:srgbClr val="006600"/>
                          </a:solidFill>
                          <a:effectLst/>
                          <a:latin typeface="標楷體" pitchFamily="65" charset="-120"/>
                          <a:ea typeface="標楷體" pitchFamily="65" charset="-120"/>
                        </a:rPr>
                        <a:t>成立旗艦聯合防災隊</a:t>
                      </a:r>
                      <a:endParaRPr lang="zh-TW" sz="1600" b="1" kern="100" dirty="0">
                        <a:solidFill>
                          <a:srgbClr val="006600"/>
                        </a:solidFill>
                        <a:effectLst/>
                        <a:latin typeface="標楷體" pitchFamily="65" charset="-120"/>
                        <a:ea typeface="標楷體" pitchFamily="65" charset="-120"/>
                      </a:endParaRPr>
                    </a:p>
                  </a:txBody>
                  <a:tcPr marL="42568" marR="42568" marT="0" marB="0" anchor="ctr">
                    <a:solidFill>
                      <a:schemeClr val="accent1">
                        <a:lumMod val="20000"/>
                        <a:lumOff val="80000"/>
                      </a:schemeClr>
                    </a:solidFill>
                  </a:tcPr>
                </a:tc>
                <a:tc>
                  <a:txBody>
                    <a:bodyPr/>
                    <a:lstStyle/>
                    <a:p>
                      <a:pPr marL="342900" lvl="0" indent="-342900">
                        <a:lnSpc>
                          <a:spcPts val="29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工作坊：透過小組討論與實務操作的方式，在輕鬆的氣氛下經由各種活動，整合意見、提升參與者的興趣、凝聚共識、擬訂具體的行動方案；以促使大家關心社區環境安全議題，落實社區備具有防災備災的能力。</a:t>
                      </a:r>
                    </a:p>
                    <a:p>
                      <a:pPr marL="342900" lvl="0" indent="-342900">
                        <a:lnSpc>
                          <a:spcPts val="29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訓練與演習：藉由實際進行應變技能與器材的操作訓練， 強化民眾的防救災技術。另外，透過災害境況的模擬，由社區自主進行相關災害的演習，來體驗緊急應變時的情況，並熟悉應有的作為。</a:t>
                      </a:r>
                    </a:p>
                  </a:txBody>
                  <a:tcPr marL="42568" marR="42568" marT="0" marB="0" anchor="ctr">
                    <a:solidFill>
                      <a:schemeClr val="accent1">
                        <a:lumMod val="20000"/>
                        <a:lumOff val="80000"/>
                      </a:schemeClr>
                    </a:solidFill>
                  </a:tcPr>
                </a:tc>
                <a:tc>
                  <a:txBody>
                    <a:bodyPr/>
                    <a:lstStyle/>
                    <a:p>
                      <a:pPr marL="3810" algn="just">
                        <a:lnSpc>
                          <a:spcPts val="2900"/>
                        </a:lnSpc>
                        <a:spcAft>
                          <a:spcPts val="0"/>
                        </a:spcAft>
                      </a:pPr>
                      <a:r>
                        <a:rPr lang="zh-TW" sz="1600" b="1" kern="100" dirty="0">
                          <a:solidFill>
                            <a:srgbClr val="000000"/>
                          </a:solidFill>
                          <a:effectLst/>
                          <a:latin typeface="標楷體" pitchFamily="65" charset="-120"/>
                          <a:ea typeface="標楷體" pitchFamily="65" charset="-120"/>
                        </a:rPr>
                        <a:t>專家老師：</a:t>
                      </a:r>
                    </a:p>
                    <a:p>
                      <a:pPr marL="3810" algn="just">
                        <a:lnSpc>
                          <a:spcPts val="2900"/>
                        </a:lnSpc>
                        <a:spcAft>
                          <a:spcPts val="0"/>
                        </a:spcAft>
                      </a:pPr>
                      <a:r>
                        <a:rPr lang="zh-TW" sz="1600" b="1" kern="100" dirty="0">
                          <a:solidFill>
                            <a:srgbClr val="000000"/>
                          </a:solidFill>
                          <a:effectLst/>
                          <a:latin typeface="標楷體" pitchFamily="65" charset="-120"/>
                          <a:ea typeface="標楷體" pitchFamily="65" charset="-120"/>
                        </a:rPr>
                        <a:t>朱崇慕理事長</a:t>
                      </a:r>
                    </a:p>
                    <a:p>
                      <a:pPr marL="3810" algn="just">
                        <a:lnSpc>
                          <a:spcPts val="2900"/>
                        </a:lnSpc>
                        <a:spcAft>
                          <a:spcPts val="0"/>
                        </a:spcAft>
                      </a:pPr>
                      <a:r>
                        <a:rPr lang="zh-TW" sz="1600" b="1" kern="100" dirty="0">
                          <a:solidFill>
                            <a:srgbClr val="000000"/>
                          </a:solidFill>
                          <a:effectLst/>
                          <a:latin typeface="標楷體" pitchFamily="65" charset="-120"/>
                          <a:ea typeface="標楷體" pitchFamily="65" charset="-120"/>
                        </a:rPr>
                        <a:t>林俊佑理事長</a:t>
                      </a:r>
                    </a:p>
                    <a:p>
                      <a:pPr marL="3810" algn="just">
                        <a:lnSpc>
                          <a:spcPts val="2900"/>
                        </a:lnSpc>
                        <a:spcAft>
                          <a:spcPts val="0"/>
                        </a:spcAft>
                      </a:pPr>
                      <a:r>
                        <a:rPr lang="zh-TW" sz="1600" b="1" kern="100" dirty="0">
                          <a:solidFill>
                            <a:srgbClr val="000000"/>
                          </a:solidFill>
                          <a:effectLst/>
                          <a:latin typeface="標楷體" pitchFamily="65" charset="-120"/>
                          <a:ea typeface="標楷體" pitchFamily="65" charset="-120"/>
                        </a:rPr>
                        <a:t>實務老師</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跨社區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810" algn="just">
                        <a:lnSpc>
                          <a:spcPts val="2900"/>
                        </a:lnSpc>
                        <a:spcAft>
                          <a:spcPts val="0"/>
                        </a:spcAft>
                      </a:pPr>
                      <a:r>
                        <a:rPr lang="zh-TW" sz="1600" b="1" kern="100" dirty="0">
                          <a:solidFill>
                            <a:srgbClr val="000000"/>
                          </a:solidFill>
                          <a:effectLst/>
                          <a:latin typeface="標楷體" pitchFamily="65" charset="-120"/>
                          <a:ea typeface="標楷體" pitchFamily="65" charset="-120"/>
                        </a:rPr>
                        <a:t>朱崇慕理事長</a:t>
                      </a:r>
                    </a:p>
                    <a:p>
                      <a:pPr marL="3810" algn="just">
                        <a:lnSpc>
                          <a:spcPts val="2900"/>
                        </a:lnSpc>
                        <a:spcAft>
                          <a:spcPts val="0"/>
                        </a:spcAft>
                      </a:pPr>
                      <a:r>
                        <a:rPr lang="zh-TW" sz="1600" b="1" kern="100" dirty="0">
                          <a:solidFill>
                            <a:srgbClr val="000000"/>
                          </a:solidFill>
                          <a:effectLst/>
                          <a:latin typeface="標楷體" pitchFamily="65" charset="-120"/>
                          <a:ea typeface="標楷體" pitchFamily="65" charset="-120"/>
                        </a:rPr>
                        <a:t>林俊佑理事長</a:t>
                      </a:r>
                    </a:p>
                    <a:p>
                      <a:pPr marL="3810" algn="just">
                        <a:lnSpc>
                          <a:spcPts val="2900"/>
                        </a:lnSpc>
                        <a:spcAft>
                          <a:spcPts val="0"/>
                        </a:spcAft>
                      </a:pPr>
                      <a:r>
                        <a:rPr lang="zh-TW" sz="1600" b="1" kern="100" dirty="0">
                          <a:solidFill>
                            <a:srgbClr val="000000"/>
                          </a:solidFill>
                          <a:effectLst/>
                          <a:latin typeface="標楷體" pitchFamily="65" charset="-120"/>
                          <a:ea typeface="標楷體" pitchFamily="65" charset="-120"/>
                        </a:rPr>
                        <a:t>吳麗芳總幹事</a:t>
                      </a:r>
                    </a:p>
                    <a:p>
                      <a:pPr algn="l">
                        <a:lnSpc>
                          <a:spcPts val="2900"/>
                        </a:lnSpc>
                        <a:spcAft>
                          <a:spcPts val="0"/>
                        </a:spcAft>
                        <a:tabLst>
                          <a:tab pos="381000" algn="l"/>
                        </a:tabLst>
                      </a:pPr>
                      <a:r>
                        <a:rPr lang="zh-TW" sz="1600" b="1" kern="100" dirty="0">
                          <a:solidFill>
                            <a:srgbClr val="000000"/>
                          </a:solidFill>
                          <a:effectLst/>
                          <a:latin typeface="標楷體" pitchFamily="65" charset="-120"/>
                          <a:ea typeface="標楷體" pitchFamily="65" charset="-120"/>
                        </a:rPr>
                        <a:t>專業團隊</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跨部會</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：竹山鎮消防隊、消訓中心、南投縣政府、竹山鎮公所</a:t>
                      </a:r>
                    </a:p>
                  </a:txBody>
                  <a:tcPr marL="42568" marR="42568" marT="0" marB="0" anchor="ctr">
                    <a:solidFill>
                      <a:schemeClr val="accent1">
                        <a:lumMod val="20000"/>
                        <a:lumOff val="80000"/>
                      </a:schemeClr>
                    </a:solidFill>
                  </a:tcPr>
                </a:tc>
                <a:extLst>
                  <a:ext uri="{0D108BD9-81ED-4DB2-BD59-A6C34878D82A}">
                    <a16:rowId xmlns:a16="http://schemas.microsoft.com/office/drawing/2014/main" val="10001"/>
                  </a:ext>
                </a:extLst>
              </a:tr>
            </a:tbl>
          </a:graphicData>
        </a:graphic>
      </p:graphicFrame>
      <p:sp>
        <p:nvSpPr>
          <p:cNvPr id="6" name="標題 1">
            <a:extLst>
              <a:ext uri="{FF2B5EF4-FFF2-40B4-BE49-F238E27FC236}">
                <a16:creationId xmlns:a16="http://schemas.microsoft.com/office/drawing/2014/main" id="{17B9786A-DBD8-65FA-7516-F79821B88774}"/>
              </a:ext>
            </a:extLst>
          </p:cNvPr>
          <p:cNvSpPr txBox="1">
            <a:spLocks/>
          </p:cNvSpPr>
          <p:nvPr/>
        </p:nvSpPr>
        <p:spPr bwMode="black">
          <a:xfrm>
            <a:off x="906463" y="0"/>
            <a:ext cx="7343775" cy="692150"/>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3" name="內容版面配置區 2">
            <a:extLst>
              <a:ext uri="{FF2B5EF4-FFF2-40B4-BE49-F238E27FC236}">
                <a16:creationId xmlns:a16="http://schemas.microsoft.com/office/drawing/2014/main" id="{A1109A5E-BDFA-49B2-F4BF-7A9420A32C43}"/>
              </a:ext>
            </a:extLst>
          </p:cNvPr>
          <p:cNvSpPr>
            <a:spLocks noGrp="1"/>
          </p:cNvSpPr>
          <p:nvPr>
            <p:ph idx="1"/>
          </p:nvPr>
        </p:nvSpPr>
        <p:spPr>
          <a:xfrm>
            <a:off x="1042988" y="981075"/>
            <a:ext cx="8229600" cy="5410200"/>
          </a:xfrm>
        </p:spPr>
        <p:txBody>
          <a:bodyPr>
            <a:normAutofit/>
          </a:bodyPr>
          <a:lstStyle/>
          <a:p>
            <a:pPr marL="0" indent="0" eaLnBrk="1" fontAlgn="auto" hangingPunct="1">
              <a:spcAft>
                <a:spcPts val="0"/>
              </a:spcAft>
              <a:buFont typeface="Wingdings" panose="05000000000000000000"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四</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、志工轉動熱情幸福滿滿</a:t>
            </a:r>
            <a:endParaRPr lang="zh-TW" altLang="zh-TW" sz="3600" kern="100" dirty="0">
              <a:latin typeface="標楷體" pitchFamily="65" charset="-120"/>
              <a:ea typeface="標楷體" pitchFamily="65" charset="-120"/>
            </a:endParaRPr>
          </a:p>
          <a:p>
            <a:pPr marL="0" indent="0" eaLnBrk="1" fontAlgn="auto" hangingPunct="1">
              <a:spcAft>
                <a:spcPts val="0"/>
              </a:spcAft>
              <a:buFont typeface="Wingdings" panose="05000000000000000000" pitchFamily="2" charset="2"/>
              <a:buNone/>
              <a:defRPr/>
            </a:pPr>
            <a:endParaRPr lang="zh-TW" altLang="zh-TW" sz="2400" dirty="0">
              <a:latin typeface="Times New Roman" pitchFamily="18" charset="0"/>
              <a:ea typeface="超研澤粗楷"/>
              <a:cs typeface="超研澤粗楷"/>
            </a:endParaRPr>
          </a:p>
        </p:txBody>
      </p:sp>
      <p:graphicFrame>
        <p:nvGraphicFramePr>
          <p:cNvPr id="3" name="表格 2">
            <a:extLst>
              <a:ext uri="{FF2B5EF4-FFF2-40B4-BE49-F238E27FC236}">
                <a16:creationId xmlns:a16="http://schemas.microsoft.com/office/drawing/2014/main" id="{2971704D-D628-4F34-D6ED-8C24FD92B4BF}"/>
              </a:ext>
            </a:extLst>
          </p:cNvPr>
          <p:cNvGraphicFramePr>
            <a:graphicFrameLocks noGrp="1"/>
          </p:cNvGraphicFramePr>
          <p:nvPr/>
        </p:nvGraphicFramePr>
        <p:xfrm>
          <a:off x="395288" y="1844675"/>
          <a:ext cx="8353425" cy="3233674"/>
        </p:xfrm>
        <a:graphic>
          <a:graphicData uri="http://schemas.openxmlformats.org/drawingml/2006/table">
            <a:tbl>
              <a:tblPr firstRow="1" firstCol="1" lastRow="1" lastCol="1" bandRow="1" bandCol="1">
                <a:tableStyleId>{5C22544A-7EE6-4342-B048-85BDC9FD1C3A}</a:tableStyleId>
              </a:tblPr>
              <a:tblGrid>
                <a:gridCol w="510916">
                  <a:extLst>
                    <a:ext uri="{9D8B030D-6E8A-4147-A177-3AD203B41FA5}">
                      <a16:colId xmlns:a16="http://schemas.microsoft.com/office/drawing/2014/main" val="20000"/>
                    </a:ext>
                  </a:extLst>
                </a:gridCol>
                <a:gridCol w="543668">
                  <a:extLst>
                    <a:ext uri="{9D8B030D-6E8A-4147-A177-3AD203B41FA5}">
                      <a16:colId xmlns:a16="http://schemas.microsoft.com/office/drawing/2014/main" val="20001"/>
                    </a:ext>
                  </a:extLst>
                </a:gridCol>
                <a:gridCol w="973179">
                  <a:extLst>
                    <a:ext uri="{9D8B030D-6E8A-4147-A177-3AD203B41FA5}">
                      <a16:colId xmlns:a16="http://schemas.microsoft.com/office/drawing/2014/main" val="20002"/>
                    </a:ext>
                  </a:extLst>
                </a:gridCol>
                <a:gridCol w="4379305">
                  <a:extLst>
                    <a:ext uri="{9D8B030D-6E8A-4147-A177-3AD203B41FA5}">
                      <a16:colId xmlns:a16="http://schemas.microsoft.com/office/drawing/2014/main" val="20003"/>
                    </a:ext>
                  </a:extLst>
                </a:gridCol>
                <a:gridCol w="1946357">
                  <a:extLst>
                    <a:ext uri="{9D8B030D-6E8A-4147-A177-3AD203B41FA5}">
                      <a16:colId xmlns:a16="http://schemas.microsoft.com/office/drawing/2014/main" val="20004"/>
                    </a:ext>
                  </a:extLst>
                </a:gridCol>
              </a:tblGrid>
              <a:tr h="721507">
                <a:tc>
                  <a:txBody>
                    <a:bodyPr/>
                    <a:lstStyle/>
                    <a:p>
                      <a:pPr algn="ctr">
                        <a:lnSpc>
                          <a:spcPts val="2900"/>
                        </a:lnSpc>
                        <a:spcAft>
                          <a:spcPts val="0"/>
                        </a:spcAft>
                        <a:tabLst>
                          <a:tab pos="381000" algn="l"/>
                        </a:tabLst>
                      </a:pPr>
                      <a:r>
                        <a:rPr lang="zh-TW" sz="1700" kern="100" dirty="0">
                          <a:solidFill>
                            <a:srgbClr val="000000"/>
                          </a:solidFill>
                          <a:effectLst/>
                          <a:latin typeface="標楷體" pitchFamily="65" charset="-120"/>
                          <a:ea typeface="標楷體" pitchFamily="65" charset="-120"/>
                        </a:rPr>
                        <a:t>執行期程</a:t>
                      </a:r>
                    </a:p>
                  </a:txBody>
                  <a:tcPr marL="42568" marR="42568" marT="0" marB="0" anchor="ctr"/>
                </a:tc>
                <a:tc>
                  <a:txBody>
                    <a:bodyPr/>
                    <a:lstStyle/>
                    <a:p>
                      <a:pPr algn="ctr">
                        <a:lnSpc>
                          <a:spcPts val="2900"/>
                        </a:lnSpc>
                        <a:spcAft>
                          <a:spcPts val="0"/>
                        </a:spcAft>
                        <a:tabLst>
                          <a:tab pos="381000" algn="l"/>
                        </a:tabLst>
                      </a:pPr>
                      <a:r>
                        <a:rPr lang="zh-TW" sz="1700" kern="100" dirty="0">
                          <a:solidFill>
                            <a:srgbClr val="000000"/>
                          </a:solidFill>
                          <a:effectLst/>
                          <a:latin typeface="標楷體" pitchFamily="65" charset="-120"/>
                          <a:ea typeface="標楷體" pitchFamily="65" charset="-120"/>
                        </a:rPr>
                        <a:t>執行項目</a:t>
                      </a:r>
                    </a:p>
                  </a:txBody>
                  <a:tcPr marL="42568" marR="42568" marT="0" marB="0" anchor="ctr"/>
                </a:tc>
                <a:tc>
                  <a:txBody>
                    <a:bodyPr/>
                    <a:lstStyle/>
                    <a:p>
                      <a:pPr algn="ctr">
                        <a:lnSpc>
                          <a:spcPts val="2900"/>
                        </a:lnSpc>
                        <a:spcAft>
                          <a:spcPts val="0"/>
                        </a:spcAft>
                        <a:tabLst>
                          <a:tab pos="381000" algn="l"/>
                        </a:tabLst>
                      </a:pPr>
                      <a:r>
                        <a:rPr lang="zh-TW" sz="1700" kern="100" dirty="0">
                          <a:solidFill>
                            <a:srgbClr val="000000"/>
                          </a:solidFill>
                          <a:effectLst/>
                          <a:latin typeface="標楷體" pitchFamily="65" charset="-120"/>
                          <a:ea typeface="標楷體" pitchFamily="65" charset="-120"/>
                        </a:rPr>
                        <a:t>執行內容</a:t>
                      </a:r>
                    </a:p>
                  </a:txBody>
                  <a:tcPr marL="42568" marR="42568" marT="0" marB="0" anchor="ctr"/>
                </a:tc>
                <a:tc>
                  <a:txBody>
                    <a:bodyPr/>
                    <a:lstStyle/>
                    <a:p>
                      <a:pPr indent="356235" algn="ctr">
                        <a:lnSpc>
                          <a:spcPts val="2900"/>
                        </a:lnSpc>
                        <a:spcAft>
                          <a:spcPts val="0"/>
                        </a:spcAft>
                        <a:tabLst>
                          <a:tab pos="381000" algn="l"/>
                        </a:tabLst>
                      </a:pPr>
                      <a:r>
                        <a:rPr lang="zh-TW" sz="1700" kern="100" dirty="0">
                          <a:solidFill>
                            <a:srgbClr val="000000"/>
                          </a:solidFill>
                          <a:effectLst/>
                          <a:latin typeface="標楷體" pitchFamily="65" charset="-120"/>
                          <a:ea typeface="標楷體" pitchFamily="65" charset="-120"/>
                        </a:rPr>
                        <a:t>執行方式與規劃</a:t>
                      </a:r>
                    </a:p>
                  </a:txBody>
                  <a:tcPr marL="42568" marR="42568" marT="0" marB="0" anchor="ctr"/>
                </a:tc>
                <a:tc>
                  <a:txBody>
                    <a:bodyPr/>
                    <a:lstStyle/>
                    <a:p>
                      <a:pPr algn="ctr">
                        <a:lnSpc>
                          <a:spcPts val="2900"/>
                        </a:lnSpc>
                        <a:spcAft>
                          <a:spcPts val="0"/>
                        </a:spcAft>
                        <a:tabLst>
                          <a:tab pos="381000" algn="l"/>
                        </a:tabLst>
                      </a:pPr>
                      <a:r>
                        <a:rPr lang="zh-TW" sz="1700" kern="100">
                          <a:solidFill>
                            <a:srgbClr val="000000"/>
                          </a:solidFill>
                          <a:effectLst/>
                          <a:latin typeface="標楷體" pitchFamily="65" charset="-120"/>
                          <a:ea typeface="標楷體" pitchFamily="65" charset="-120"/>
                        </a:rPr>
                        <a:t>活動講師</a:t>
                      </a:r>
                    </a:p>
                  </a:txBody>
                  <a:tcPr marL="42568" marR="42568" marT="0" marB="0" anchor="ctr"/>
                </a:tc>
                <a:extLst>
                  <a:ext uri="{0D108BD9-81ED-4DB2-BD59-A6C34878D82A}">
                    <a16:rowId xmlns:a16="http://schemas.microsoft.com/office/drawing/2014/main" val="10000"/>
                  </a:ext>
                </a:extLst>
              </a:tr>
              <a:tr h="1488293">
                <a:tc>
                  <a:txBody>
                    <a:bodyPr/>
                    <a:lstStyle/>
                    <a:p>
                      <a:pPr algn="ctr">
                        <a:lnSpc>
                          <a:spcPts val="2900"/>
                        </a:lnSpc>
                        <a:spcAft>
                          <a:spcPts val="0"/>
                        </a:spcAft>
                        <a:tabLst>
                          <a:tab pos="381000" algn="l"/>
                        </a:tabLst>
                      </a:pPr>
                      <a:r>
                        <a:rPr lang="en-US" sz="1700" b="1" kern="100" dirty="0">
                          <a:solidFill>
                            <a:srgbClr val="000000"/>
                          </a:solidFill>
                          <a:effectLst/>
                          <a:latin typeface="標楷體" pitchFamily="65" charset="-120"/>
                          <a:ea typeface="標楷體" pitchFamily="65" charset="-120"/>
                        </a:rPr>
                        <a:t>3-9</a:t>
                      </a:r>
                      <a:r>
                        <a:rPr lang="zh-TW" sz="1700" b="1" kern="100" dirty="0">
                          <a:solidFill>
                            <a:srgbClr val="000000"/>
                          </a:solidFill>
                          <a:effectLst/>
                          <a:latin typeface="標楷體" pitchFamily="65" charset="-120"/>
                          <a:ea typeface="標楷體" pitchFamily="65" charset="-120"/>
                        </a:rPr>
                        <a:t>月</a:t>
                      </a:r>
                    </a:p>
                  </a:txBody>
                  <a:tcPr marL="42568" marR="42568" marT="0" marB="0" anchor="ctr">
                    <a:solidFill>
                      <a:schemeClr val="accent1">
                        <a:lumMod val="20000"/>
                        <a:lumOff val="80000"/>
                      </a:schemeClr>
                    </a:solidFill>
                  </a:tcPr>
                </a:tc>
                <a:tc>
                  <a:txBody>
                    <a:bodyPr/>
                    <a:lstStyle/>
                    <a:p>
                      <a:pPr algn="ctr">
                        <a:lnSpc>
                          <a:spcPts val="2900"/>
                        </a:lnSpc>
                        <a:spcAft>
                          <a:spcPts val="0"/>
                        </a:spcAft>
                        <a:tabLst>
                          <a:tab pos="381000" algn="l"/>
                        </a:tabLst>
                      </a:pPr>
                      <a:r>
                        <a:rPr lang="zh-TW" sz="1700" b="1" kern="100" dirty="0">
                          <a:solidFill>
                            <a:srgbClr val="000000"/>
                          </a:solidFill>
                          <a:effectLst/>
                          <a:latin typeface="標楷體" pitchFamily="65" charset="-120"/>
                          <a:ea typeface="標楷體" pitchFamily="65" charset="-120"/>
                        </a:rPr>
                        <a:t>志工研習</a:t>
                      </a:r>
                    </a:p>
                  </a:txBody>
                  <a:tcPr marL="42568" marR="42568" marT="0" marB="0" anchor="ctr">
                    <a:solidFill>
                      <a:schemeClr val="accent1">
                        <a:lumMod val="20000"/>
                        <a:lumOff val="80000"/>
                      </a:schemeClr>
                    </a:solidFill>
                  </a:tcPr>
                </a:tc>
                <a:tc>
                  <a:txBody>
                    <a:bodyPr/>
                    <a:lstStyle/>
                    <a:p>
                      <a:pPr indent="-26670" algn="ctr">
                        <a:lnSpc>
                          <a:spcPts val="2900"/>
                        </a:lnSpc>
                        <a:spcAft>
                          <a:spcPts val="0"/>
                        </a:spcAft>
                      </a:pPr>
                      <a:r>
                        <a:rPr lang="zh-TW" sz="1700" b="1" kern="100" dirty="0">
                          <a:solidFill>
                            <a:srgbClr val="006600"/>
                          </a:solidFill>
                          <a:effectLst/>
                          <a:latin typeface="標楷體" pitchFamily="65" charset="-120"/>
                          <a:ea typeface="標楷體" pitchFamily="65" charset="-120"/>
                        </a:rPr>
                        <a:t>空汙危害與健康</a:t>
                      </a:r>
                    </a:p>
                  </a:txBody>
                  <a:tcPr marL="42568" marR="42568" marT="0" marB="0" anchor="ctr">
                    <a:solidFill>
                      <a:schemeClr val="accent1">
                        <a:lumMod val="20000"/>
                        <a:lumOff val="80000"/>
                      </a:schemeClr>
                    </a:solidFill>
                  </a:tcPr>
                </a:tc>
                <a:tc>
                  <a:txBody>
                    <a:bodyPr/>
                    <a:lstStyle/>
                    <a:p>
                      <a:pPr marL="342900" lvl="0" indent="-342900">
                        <a:lnSpc>
                          <a:spcPts val="2900"/>
                        </a:lnSpc>
                        <a:spcAft>
                          <a:spcPts val="0"/>
                        </a:spcAft>
                        <a:buFont typeface="+mj-lt"/>
                        <a:buAutoNum type="arabicPeriod"/>
                      </a:pPr>
                      <a:r>
                        <a:rPr lang="zh-TW" sz="1700" b="1" kern="100" dirty="0">
                          <a:solidFill>
                            <a:srgbClr val="000000"/>
                          </a:solidFill>
                          <a:effectLst/>
                          <a:latin typeface="標楷體" pitchFamily="65" charset="-120"/>
                          <a:ea typeface="標楷體" pitchFamily="65" charset="-120"/>
                        </a:rPr>
                        <a:t>透過專家學者的課程，增加志工及社區居民對空氣汙染議題的認識。</a:t>
                      </a:r>
                    </a:p>
                    <a:p>
                      <a:pPr marL="342900" lvl="0" indent="-342900">
                        <a:lnSpc>
                          <a:spcPts val="2900"/>
                        </a:lnSpc>
                        <a:spcAft>
                          <a:spcPts val="0"/>
                        </a:spcAft>
                        <a:buFont typeface="+mj-lt"/>
                        <a:buAutoNum type="arabicPeriod"/>
                      </a:pPr>
                      <a:r>
                        <a:rPr lang="zh-TW" sz="1700" b="1" kern="100" dirty="0">
                          <a:solidFill>
                            <a:srgbClr val="000000"/>
                          </a:solidFill>
                          <a:effectLst/>
                          <a:latin typeface="標楷體" pitchFamily="65" charset="-120"/>
                          <a:ea typeface="標楷體" pitchFamily="65" charset="-120"/>
                        </a:rPr>
                        <a:t>適度的宣導，增進居民的自我意識，透過學習使居民達到在地老化的願景。</a:t>
                      </a:r>
                    </a:p>
                  </a:txBody>
                  <a:tcPr marL="42568" marR="42568" marT="0" marB="0" anchor="ctr">
                    <a:solidFill>
                      <a:schemeClr val="accent1">
                        <a:lumMod val="20000"/>
                        <a:lumOff val="80000"/>
                      </a:schemeClr>
                    </a:solidFill>
                  </a:tcPr>
                </a:tc>
                <a:tc>
                  <a:txBody>
                    <a:bodyPr/>
                    <a:lstStyle/>
                    <a:p>
                      <a:pPr algn="just">
                        <a:lnSpc>
                          <a:spcPts val="2900"/>
                        </a:lnSpc>
                        <a:spcAft>
                          <a:spcPts val="0"/>
                        </a:spcAft>
                      </a:pPr>
                      <a:r>
                        <a:rPr lang="zh-TW" sz="1700" b="1" kern="100" dirty="0">
                          <a:solidFill>
                            <a:srgbClr val="000000"/>
                          </a:solidFill>
                          <a:effectLst/>
                          <a:latin typeface="標楷體" pitchFamily="65" charset="-120"/>
                          <a:ea typeface="標楷體" pitchFamily="65" charset="-120"/>
                        </a:rPr>
                        <a:t>專業團隊</a:t>
                      </a:r>
                      <a:r>
                        <a:rPr lang="en-US" sz="1700" b="1" kern="100" dirty="0">
                          <a:solidFill>
                            <a:srgbClr val="000000"/>
                          </a:solidFill>
                          <a:effectLst/>
                          <a:latin typeface="標楷體" pitchFamily="65" charset="-120"/>
                          <a:ea typeface="標楷體" pitchFamily="65" charset="-120"/>
                        </a:rPr>
                        <a:t>(</a:t>
                      </a:r>
                      <a:r>
                        <a:rPr lang="zh-TW" sz="1700" b="1" kern="100" dirty="0">
                          <a:solidFill>
                            <a:srgbClr val="000000"/>
                          </a:solidFill>
                          <a:effectLst/>
                          <a:latin typeface="標楷體" pitchFamily="65" charset="-120"/>
                          <a:ea typeface="標楷體" pitchFamily="65" charset="-120"/>
                        </a:rPr>
                        <a:t>跨部會</a:t>
                      </a:r>
                      <a:r>
                        <a:rPr lang="en-US" sz="1700" b="1" kern="100" dirty="0">
                          <a:solidFill>
                            <a:srgbClr val="000000"/>
                          </a:solidFill>
                          <a:effectLst/>
                          <a:latin typeface="標楷體" pitchFamily="65" charset="-120"/>
                          <a:ea typeface="標楷體" pitchFamily="65" charset="-120"/>
                        </a:rPr>
                        <a:t>)</a:t>
                      </a:r>
                      <a:r>
                        <a:rPr lang="zh-TW" sz="1700" b="1" kern="100" dirty="0">
                          <a:solidFill>
                            <a:srgbClr val="000000"/>
                          </a:solidFill>
                          <a:effectLst/>
                          <a:latin typeface="標楷體" pitchFamily="65" charset="-120"/>
                          <a:ea typeface="標楷體" pitchFamily="65" charset="-120"/>
                        </a:rPr>
                        <a:t>：竹山鎮消防隊、南投縣政府、竹山鎮公所、國立暨南國際大學</a:t>
                      </a:r>
                    </a:p>
                  </a:txBody>
                  <a:tcPr marL="42568" marR="42568" marT="0" marB="0">
                    <a:solidFill>
                      <a:schemeClr val="accent1">
                        <a:lumMod val="20000"/>
                        <a:lumOff val="80000"/>
                      </a:schemeClr>
                    </a:solidFill>
                  </a:tcPr>
                </a:tc>
                <a:extLst>
                  <a:ext uri="{0D108BD9-81ED-4DB2-BD59-A6C34878D82A}">
                    <a16:rowId xmlns:a16="http://schemas.microsoft.com/office/drawing/2014/main" val="10001"/>
                  </a:ext>
                </a:extLst>
              </a:tr>
            </a:tbl>
          </a:graphicData>
        </a:graphic>
      </p:graphicFrame>
      <p:sp>
        <p:nvSpPr>
          <p:cNvPr id="6" name="標題 1">
            <a:extLst>
              <a:ext uri="{FF2B5EF4-FFF2-40B4-BE49-F238E27FC236}">
                <a16:creationId xmlns:a16="http://schemas.microsoft.com/office/drawing/2014/main" id="{FEFD8AC9-64F4-6B63-E7E8-0150D974E539}"/>
              </a:ext>
            </a:extLst>
          </p:cNvPr>
          <p:cNvSpPr txBox="1">
            <a:spLocks/>
          </p:cNvSpPr>
          <p:nvPr/>
        </p:nvSpPr>
        <p:spPr bwMode="black">
          <a:xfrm>
            <a:off x="992188" y="0"/>
            <a:ext cx="7343775" cy="692150"/>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pic>
        <p:nvPicPr>
          <p:cNvPr id="98330" name="Picture 26" descr="H:\云\大旗艦\107計畫\照片\0819防備防災(完)\oeb917fee66ecb9ffe85b0f9fcad4f8e7_22242116_180821_0127.jpg">
            <a:extLst>
              <a:ext uri="{FF2B5EF4-FFF2-40B4-BE49-F238E27FC236}">
                <a16:creationId xmlns:a16="http://schemas.microsoft.com/office/drawing/2014/main" id="{E90957D1-C5BF-8AF5-8F2B-15FB4FE28CA1}"/>
              </a:ext>
            </a:extLst>
          </p:cNvPr>
          <p:cNvPicPr>
            <a:picLocks noChangeAspect="1" noChangeArrowheads="1"/>
          </p:cNvPicPr>
          <p:nvPr/>
        </p:nvPicPr>
        <p:blipFill>
          <a:blip r:embed="rId3" cstate="print"/>
          <a:srcRect/>
          <a:stretch>
            <a:fillRect/>
          </a:stretch>
        </p:blipFill>
        <p:spPr bwMode="auto">
          <a:xfrm>
            <a:off x="3288471" y="5234905"/>
            <a:ext cx="2126986" cy="1594565"/>
          </a:xfrm>
          <a:prstGeom prst="rect">
            <a:avLst/>
          </a:prstGeom>
          <a:ln>
            <a:noFill/>
          </a:ln>
          <a:effectLst>
            <a:softEdge rad="112500"/>
          </a:effectLst>
        </p:spPr>
      </p:pic>
      <p:pic>
        <p:nvPicPr>
          <p:cNvPr id="98331" name="Picture 27" descr="H:\云\大旗艦\107計畫\照片\0819防備防災(完)\oeb917fee66ecb9ffe85b0f9fcad4f8e7_22242116_180821_0131.jpg">
            <a:extLst>
              <a:ext uri="{FF2B5EF4-FFF2-40B4-BE49-F238E27FC236}">
                <a16:creationId xmlns:a16="http://schemas.microsoft.com/office/drawing/2014/main" id="{6DF5BAF0-9274-4D4A-8BCB-D4108287591D}"/>
              </a:ext>
            </a:extLst>
          </p:cNvPr>
          <p:cNvPicPr>
            <a:picLocks noChangeAspect="1" noChangeArrowheads="1"/>
          </p:cNvPicPr>
          <p:nvPr/>
        </p:nvPicPr>
        <p:blipFill>
          <a:blip r:embed="rId4" cstate="print"/>
          <a:srcRect/>
          <a:stretch>
            <a:fillRect/>
          </a:stretch>
        </p:blipFill>
        <p:spPr bwMode="auto">
          <a:xfrm>
            <a:off x="6247345" y="5193749"/>
            <a:ext cx="2193354" cy="1644320"/>
          </a:xfrm>
          <a:prstGeom prst="rect">
            <a:avLst/>
          </a:prstGeom>
          <a:ln>
            <a:noFill/>
          </a:ln>
          <a:effectLst>
            <a:softEdge rad="112500"/>
          </a:effectLst>
        </p:spPr>
      </p:pic>
      <p:pic>
        <p:nvPicPr>
          <p:cNvPr id="98332" name="Picture 28" descr="H:\云\大旗艦\107計畫\照片\0819防備防災(完)\oeb917fee66ecb9ffe85b0f9fcad4f8e7_22242116_180821_0133.jpg">
            <a:extLst>
              <a:ext uri="{FF2B5EF4-FFF2-40B4-BE49-F238E27FC236}">
                <a16:creationId xmlns:a16="http://schemas.microsoft.com/office/drawing/2014/main" id="{206929D1-DF2A-5884-12A0-DCA3567AD825}"/>
              </a:ext>
            </a:extLst>
          </p:cNvPr>
          <p:cNvPicPr>
            <a:picLocks noChangeAspect="1" noChangeArrowheads="1"/>
          </p:cNvPicPr>
          <p:nvPr/>
        </p:nvPicPr>
        <p:blipFill>
          <a:blip r:embed="rId5" cstate="print"/>
          <a:srcRect/>
          <a:stretch>
            <a:fillRect/>
          </a:stretch>
        </p:blipFill>
        <p:spPr bwMode="auto">
          <a:xfrm>
            <a:off x="601218" y="5241615"/>
            <a:ext cx="2126987" cy="1594566"/>
          </a:xfrm>
          <a:prstGeom prst="rect">
            <a:avLst/>
          </a:prstGeom>
          <a:ln>
            <a:noFill/>
          </a:ln>
          <a:effectLst>
            <a:softEdge rad="112500"/>
          </a:effectLst>
        </p:spPr>
      </p:pic>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內容版面配置區 2">
            <a:extLst>
              <a:ext uri="{FF2B5EF4-FFF2-40B4-BE49-F238E27FC236}">
                <a16:creationId xmlns:a16="http://schemas.microsoft.com/office/drawing/2014/main" id="{1BB72313-8410-8447-A994-60226175F22A}"/>
              </a:ext>
            </a:extLst>
          </p:cNvPr>
          <p:cNvSpPr>
            <a:spLocks noGrp="1"/>
          </p:cNvSpPr>
          <p:nvPr>
            <p:ph idx="1"/>
          </p:nvPr>
        </p:nvSpPr>
        <p:spPr>
          <a:xfrm>
            <a:off x="468313" y="765175"/>
            <a:ext cx="8229600" cy="5410200"/>
          </a:xfrm>
        </p:spPr>
        <p:txBody>
          <a:bodyPr/>
          <a:lstStyle/>
          <a:p>
            <a:pPr marL="0" indent="0" eaLnBrk="1" hangingPunct="1">
              <a:buFont typeface="Wingdings" panose="05000000000000000000" pitchFamily="2" charset="2"/>
              <a:buNone/>
            </a:pPr>
            <a:r>
              <a:rPr lang="en-US" altLang="zh-TW" sz="2800" b="1">
                <a:latin typeface="標楷體" panose="03000509000000000000" pitchFamily="65" charset="-120"/>
                <a:ea typeface="標楷體" panose="03000509000000000000" pitchFamily="65" charset="-120"/>
              </a:rPr>
              <a:t>(</a:t>
            </a:r>
            <a:r>
              <a:rPr lang="zh-TW" altLang="en-US" sz="2800" b="1">
                <a:latin typeface="標楷體" panose="03000509000000000000" pitchFamily="65" charset="-120"/>
                <a:ea typeface="標楷體" panose="03000509000000000000" pitchFamily="65" charset="-120"/>
              </a:rPr>
              <a:t>五</a:t>
            </a:r>
            <a:r>
              <a:rPr lang="en-US" altLang="zh-TW" sz="2800" b="1">
                <a:latin typeface="標楷體" panose="03000509000000000000" pitchFamily="65" charset="-120"/>
                <a:ea typeface="標楷體" panose="03000509000000000000" pitchFamily="65" charset="-120"/>
              </a:rPr>
              <a:t>)</a:t>
            </a:r>
            <a:r>
              <a:rPr lang="zh-TW" altLang="zh-TW" sz="2800" b="1">
                <a:latin typeface="標楷體" panose="03000509000000000000" pitchFamily="65" charset="-120"/>
                <a:ea typeface="標楷體" panose="03000509000000000000" pitchFamily="65" charset="-120"/>
              </a:rPr>
              <a:t>、幹部培力及旗艦聯繫會議</a:t>
            </a:r>
            <a:endParaRPr lang="zh-TW" altLang="zh-TW" sz="2400">
              <a:latin typeface="標楷體" panose="03000509000000000000" pitchFamily="65" charset="-120"/>
              <a:ea typeface="標楷體" panose="03000509000000000000" pitchFamily="65" charset="-120"/>
              <a:cs typeface="超研澤粗楷" panose="02010609010101010101" pitchFamily="49" charset="-120"/>
            </a:endParaRPr>
          </a:p>
        </p:txBody>
      </p:sp>
      <p:graphicFrame>
        <p:nvGraphicFramePr>
          <p:cNvPr id="2" name="表格 1">
            <a:extLst>
              <a:ext uri="{FF2B5EF4-FFF2-40B4-BE49-F238E27FC236}">
                <a16:creationId xmlns:a16="http://schemas.microsoft.com/office/drawing/2014/main" id="{8EC88A19-4E77-7071-909B-A341C87E2C37}"/>
              </a:ext>
            </a:extLst>
          </p:cNvPr>
          <p:cNvGraphicFramePr>
            <a:graphicFrameLocks noGrp="1"/>
          </p:cNvGraphicFramePr>
          <p:nvPr/>
        </p:nvGraphicFramePr>
        <p:xfrm>
          <a:off x="179388" y="1268413"/>
          <a:ext cx="8856661" cy="5486400"/>
        </p:xfrm>
        <a:graphic>
          <a:graphicData uri="http://schemas.openxmlformats.org/drawingml/2006/table">
            <a:tbl>
              <a:tblPr firstRow="1" firstCol="1" lastRow="1" lastCol="1" bandRow="1" bandCol="1">
                <a:tableStyleId>{B301B821-A1FF-4177-AEE7-76D212191A09}</a:tableStyleId>
              </a:tblPr>
              <a:tblGrid>
                <a:gridCol w="485504">
                  <a:extLst>
                    <a:ext uri="{9D8B030D-6E8A-4147-A177-3AD203B41FA5}">
                      <a16:colId xmlns:a16="http://schemas.microsoft.com/office/drawing/2014/main" val="20000"/>
                    </a:ext>
                  </a:extLst>
                </a:gridCol>
                <a:gridCol w="846086">
                  <a:extLst>
                    <a:ext uri="{9D8B030D-6E8A-4147-A177-3AD203B41FA5}">
                      <a16:colId xmlns:a16="http://schemas.microsoft.com/office/drawing/2014/main" val="20001"/>
                    </a:ext>
                  </a:extLst>
                </a:gridCol>
                <a:gridCol w="1728129">
                  <a:extLst>
                    <a:ext uri="{9D8B030D-6E8A-4147-A177-3AD203B41FA5}">
                      <a16:colId xmlns:a16="http://schemas.microsoft.com/office/drawing/2014/main" val="20002"/>
                    </a:ext>
                  </a:extLst>
                </a:gridCol>
                <a:gridCol w="3528264">
                  <a:extLst>
                    <a:ext uri="{9D8B030D-6E8A-4147-A177-3AD203B41FA5}">
                      <a16:colId xmlns:a16="http://schemas.microsoft.com/office/drawing/2014/main" val="20003"/>
                    </a:ext>
                  </a:extLst>
                </a:gridCol>
                <a:gridCol w="2268678">
                  <a:extLst>
                    <a:ext uri="{9D8B030D-6E8A-4147-A177-3AD203B41FA5}">
                      <a16:colId xmlns:a16="http://schemas.microsoft.com/office/drawing/2014/main" val="20004"/>
                    </a:ext>
                  </a:extLst>
                </a:gridCol>
              </a:tblGrid>
              <a:tr h="731497">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執行期程</a:t>
                      </a:r>
                    </a:p>
                  </a:txBody>
                  <a:tcPr marL="11336" marR="11336" marT="0" marB="0" anchor="ctr">
                    <a:lnB w="12700" cap="flat" cmpd="sng" algn="ctr">
                      <a:solidFill>
                        <a:schemeClr val="accent1"/>
                      </a:solidFill>
                      <a:prstDash val="solid"/>
                      <a:round/>
                      <a:headEnd type="none" w="med" len="med"/>
                      <a:tailEnd type="none" w="med" len="med"/>
                    </a:lnB>
                  </a:tcP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執行項目</a:t>
                      </a:r>
                    </a:p>
                  </a:txBody>
                  <a:tcPr marL="11336" marR="11336" marT="0" marB="0" anchor="ctr">
                    <a:lnB w="12700" cap="flat" cmpd="sng" algn="ctr">
                      <a:solidFill>
                        <a:schemeClr val="accent1"/>
                      </a:solidFill>
                      <a:prstDash val="solid"/>
                      <a:round/>
                      <a:headEnd type="none" w="med" len="med"/>
                      <a:tailEnd type="none" w="med" len="med"/>
                    </a:lnB>
                  </a:tcPr>
                </a:tc>
                <a:tc>
                  <a:txBody>
                    <a:bodyPr/>
                    <a:lstStyle/>
                    <a:p>
                      <a:pPr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執行內容</a:t>
                      </a:r>
                    </a:p>
                  </a:txBody>
                  <a:tcPr marL="11336" marR="11336" marT="0" marB="0" anchor="ctr">
                    <a:lnB w="12700" cap="flat" cmpd="sng" algn="ctr">
                      <a:solidFill>
                        <a:schemeClr val="accent1"/>
                      </a:solidFill>
                      <a:prstDash val="solid"/>
                      <a:round/>
                      <a:headEnd type="none" w="med" len="med"/>
                      <a:tailEnd type="none" w="med" len="med"/>
                    </a:lnB>
                  </a:tcPr>
                </a:tc>
                <a:tc>
                  <a:txBody>
                    <a:bodyPr/>
                    <a:lstStyle/>
                    <a:p>
                      <a:pPr indent="356235" algn="ct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執行方式與規劃</a:t>
                      </a:r>
                    </a:p>
                  </a:txBody>
                  <a:tcPr marL="11336" marR="11336" marT="0" marB="0" anchor="ctr">
                    <a:lnB w="12700" cap="flat" cmpd="sng" algn="ctr">
                      <a:solidFill>
                        <a:schemeClr val="accent1"/>
                      </a:solidFill>
                      <a:prstDash val="solid"/>
                      <a:round/>
                      <a:headEnd type="none" w="med" len="med"/>
                      <a:tailEnd type="none" w="med" len="med"/>
                    </a:lnB>
                  </a:tcPr>
                </a:tc>
                <a:tc>
                  <a:txBody>
                    <a:bodyPr/>
                    <a:lstStyle/>
                    <a:p>
                      <a:pPr algn="ctr">
                        <a:lnSpc>
                          <a:spcPct val="150000"/>
                        </a:lnSpc>
                        <a:spcAft>
                          <a:spcPts val="0"/>
                        </a:spcAft>
                        <a:tabLst>
                          <a:tab pos="381000" algn="l"/>
                        </a:tabLst>
                      </a:pPr>
                      <a:r>
                        <a:rPr lang="zh-TW" sz="1600" b="1" kern="100" dirty="0">
                          <a:solidFill>
                            <a:srgbClr val="000000"/>
                          </a:solidFill>
                          <a:effectLst/>
                          <a:latin typeface="標楷體" pitchFamily="65" charset="-120"/>
                          <a:ea typeface="標楷體" pitchFamily="65" charset="-120"/>
                        </a:rPr>
                        <a:t>活動講師</a:t>
                      </a:r>
                    </a:p>
                  </a:txBody>
                  <a:tcPr marL="11336" marR="11336" marT="0" marB="0" anchor="ctr">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0"/>
                  </a:ext>
                </a:extLst>
              </a:tr>
              <a:tr h="1097246">
                <a:tc rowSpan="3">
                  <a:txBody>
                    <a:bodyPr/>
                    <a:lstStyle/>
                    <a:p>
                      <a:pPr algn="ctr">
                        <a:lnSpc>
                          <a:spcPct val="150000"/>
                        </a:lnSpc>
                        <a:spcAft>
                          <a:spcPts val="0"/>
                        </a:spcAft>
                        <a:tabLst>
                          <a:tab pos="381000" algn="l"/>
                        </a:tabLst>
                      </a:pPr>
                      <a:r>
                        <a:rPr lang="en-US" sz="1600" kern="100" dirty="0">
                          <a:solidFill>
                            <a:srgbClr val="000000"/>
                          </a:solidFill>
                          <a:effectLst/>
                          <a:latin typeface="標楷體" pitchFamily="65" charset="-120"/>
                          <a:ea typeface="標楷體" pitchFamily="65" charset="-120"/>
                        </a:rPr>
                        <a:t>3-10</a:t>
                      </a:r>
                      <a:r>
                        <a:rPr lang="zh-TW" sz="1600" kern="100" dirty="0">
                          <a:solidFill>
                            <a:srgbClr val="000000"/>
                          </a:solidFill>
                          <a:effectLst/>
                          <a:latin typeface="標楷體" pitchFamily="65" charset="-120"/>
                          <a:ea typeface="標楷體" pitchFamily="65" charset="-120"/>
                        </a:rPr>
                        <a:t>月</a:t>
                      </a:r>
                    </a:p>
                    <a:p>
                      <a:pPr>
                        <a:lnSpc>
                          <a:spcPct val="150000"/>
                        </a:lnSpc>
                        <a:spcAft>
                          <a:spcPts val="0"/>
                        </a:spcAft>
                        <a:tabLst>
                          <a:tab pos="381000" algn="l"/>
                        </a:tabLst>
                      </a:pPr>
                      <a:r>
                        <a:rPr lang="en-US" sz="1600" kern="100" dirty="0">
                          <a:solidFill>
                            <a:srgbClr val="000000"/>
                          </a:solidFill>
                          <a:effectLst/>
                          <a:latin typeface="標楷體" pitchFamily="65" charset="-120"/>
                          <a:ea typeface="標楷體" pitchFamily="65" charset="-120"/>
                        </a:rPr>
                        <a:t> </a:t>
                      </a:r>
                      <a:endParaRPr lang="zh-TW" sz="1600" kern="100" dirty="0">
                        <a:solidFill>
                          <a:srgbClr val="000000"/>
                        </a:solidFill>
                        <a:effectLst/>
                        <a:latin typeface="標楷體" pitchFamily="65" charset="-120"/>
                        <a:ea typeface="標楷體" pitchFamily="65" charset="-120"/>
                      </a:endParaRP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rowSpan="3">
                  <a:txBody>
                    <a:bodyPr/>
                    <a:lstStyle/>
                    <a:p>
                      <a:pPr>
                        <a:lnSpc>
                          <a:spcPct val="150000"/>
                        </a:lnSpc>
                        <a:spcAft>
                          <a:spcPts val="0"/>
                        </a:spcAft>
                        <a:tabLst>
                          <a:tab pos="381000" algn="l"/>
                        </a:tabLst>
                      </a:pPr>
                      <a:r>
                        <a:rPr lang="zh-TW" sz="1600" kern="100" dirty="0">
                          <a:solidFill>
                            <a:srgbClr val="000000"/>
                          </a:solidFill>
                          <a:effectLst/>
                          <a:latin typeface="標楷體" pitchFamily="65" charset="-120"/>
                          <a:ea typeface="標楷體" pitchFamily="65" charset="-120"/>
                        </a:rPr>
                        <a:t>幹部培力及旗艦聯繫會議</a:t>
                      </a:r>
                    </a:p>
                    <a:p>
                      <a:pPr>
                        <a:lnSpc>
                          <a:spcPct val="150000"/>
                        </a:lnSpc>
                        <a:spcAft>
                          <a:spcPts val="0"/>
                        </a:spcAft>
                        <a:tabLst>
                          <a:tab pos="381000" algn="l"/>
                        </a:tabLst>
                      </a:pPr>
                      <a:r>
                        <a:rPr lang="en-US" sz="1600" kern="100" dirty="0">
                          <a:solidFill>
                            <a:srgbClr val="000000"/>
                          </a:solidFill>
                          <a:effectLst/>
                          <a:latin typeface="標楷體" pitchFamily="65" charset="-120"/>
                          <a:ea typeface="標楷體" pitchFamily="65" charset="-120"/>
                        </a:rPr>
                        <a:t> </a:t>
                      </a:r>
                      <a:endParaRPr lang="zh-TW" sz="1600" kern="100" dirty="0">
                        <a:solidFill>
                          <a:srgbClr val="000000"/>
                        </a:solidFill>
                        <a:effectLst/>
                        <a:latin typeface="標楷體" pitchFamily="65" charset="-120"/>
                        <a:ea typeface="標楷體" pitchFamily="65" charset="-120"/>
                      </a:endParaRP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342900" lvl="0" indent="-342900">
                        <a:lnSpc>
                          <a:spcPct val="150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專家出席指導與協助</a:t>
                      </a:r>
                    </a:p>
                    <a:p>
                      <a:pPr marL="228600">
                        <a:lnSpc>
                          <a:spcPct val="150000"/>
                        </a:lnSpc>
                        <a:spcAft>
                          <a:spcPts val="0"/>
                        </a:spcAft>
                      </a:pPr>
                      <a:r>
                        <a:rPr lang="en-US" sz="1600" b="1" kern="100" dirty="0">
                          <a:solidFill>
                            <a:srgbClr val="000000"/>
                          </a:solidFill>
                          <a:effectLst/>
                          <a:latin typeface="標楷體" pitchFamily="65" charset="-120"/>
                          <a:ea typeface="標楷體" pitchFamily="65" charset="-120"/>
                        </a:rPr>
                        <a:t> </a:t>
                      </a:r>
                      <a:endParaRPr lang="zh-TW" sz="1600" b="1" kern="100" dirty="0">
                        <a:solidFill>
                          <a:srgbClr val="000000"/>
                        </a:solidFill>
                        <a:effectLst/>
                        <a:latin typeface="標楷體" pitchFamily="65" charset="-120"/>
                        <a:ea typeface="標楷體" pitchFamily="65" charset="-120"/>
                      </a:endParaRP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tc>
                  <a:txBody>
                    <a:bodyPr/>
                    <a:lstStyle/>
                    <a:p>
                      <a:pPr marL="0" lvl="0" indent="0" algn="just">
                        <a:lnSpc>
                          <a:spcPct val="150000"/>
                        </a:lnSpc>
                        <a:spcAft>
                          <a:spcPts val="0"/>
                        </a:spcAft>
                        <a:buFont typeface="+mj-lt"/>
                        <a:buNone/>
                      </a:pPr>
                      <a:r>
                        <a:rPr lang="zh-TW" sz="1600" b="1" kern="100" dirty="0">
                          <a:solidFill>
                            <a:srgbClr val="000000"/>
                          </a:solidFill>
                          <a:effectLst/>
                          <a:latin typeface="標楷體" pitchFamily="65" charset="-120"/>
                          <a:ea typeface="標楷體" pitchFamily="65" charset="-120"/>
                        </a:rPr>
                        <a:t>不定期邀請張英陣老師、潘中道老師、</a:t>
                      </a:r>
                      <a:endParaRPr lang="en-US" altLang="zh-TW" sz="1600" b="1" kern="100" dirty="0">
                        <a:solidFill>
                          <a:srgbClr val="000000"/>
                        </a:solidFill>
                        <a:effectLst/>
                        <a:latin typeface="標楷體" pitchFamily="65" charset="-120"/>
                        <a:ea typeface="標楷體" pitchFamily="65" charset="-120"/>
                      </a:endParaRPr>
                    </a:p>
                    <a:p>
                      <a:pPr marL="0" lvl="0" indent="0" algn="just">
                        <a:lnSpc>
                          <a:spcPct val="150000"/>
                        </a:lnSpc>
                        <a:spcAft>
                          <a:spcPts val="0"/>
                        </a:spcAft>
                        <a:buFont typeface="+mj-lt"/>
                        <a:buNone/>
                      </a:pPr>
                      <a:r>
                        <a:rPr lang="zh-TW" sz="1600" b="1" kern="100" dirty="0">
                          <a:solidFill>
                            <a:srgbClr val="000000"/>
                          </a:solidFill>
                          <a:effectLst/>
                          <a:latin typeface="標楷體" pitchFamily="65" charset="-120"/>
                          <a:ea typeface="標楷體" pitchFamily="65" charset="-120"/>
                        </a:rPr>
                        <a:t>黃宏謨老師參加，提供專業或實務導，</a:t>
                      </a:r>
                      <a:endParaRPr lang="en-US" altLang="zh-TW" sz="1600" b="1" kern="100" dirty="0">
                        <a:solidFill>
                          <a:srgbClr val="000000"/>
                        </a:solidFill>
                        <a:effectLst/>
                        <a:latin typeface="標楷體" pitchFamily="65" charset="-120"/>
                        <a:ea typeface="標楷體" pitchFamily="65" charset="-120"/>
                      </a:endParaRPr>
                    </a:p>
                    <a:p>
                      <a:pPr marL="0" lvl="0" indent="0" algn="just">
                        <a:lnSpc>
                          <a:spcPct val="150000"/>
                        </a:lnSpc>
                        <a:spcAft>
                          <a:spcPts val="0"/>
                        </a:spcAft>
                        <a:buFont typeface="+mj-lt"/>
                        <a:buNone/>
                      </a:pPr>
                      <a:r>
                        <a:rPr lang="zh-TW" sz="1600" b="1" kern="100" dirty="0">
                          <a:solidFill>
                            <a:srgbClr val="000000"/>
                          </a:solidFill>
                          <a:effectLst/>
                          <a:latin typeface="標楷體" pitchFamily="65" charset="-120"/>
                          <a:ea typeface="標楷體" pitchFamily="65" charset="-120"/>
                        </a:rPr>
                        <a:t>落實計畫執行效益。</a:t>
                      </a: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tc rowSpan="2">
                  <a:txBody>
                    <a:bodyPr/>
                    <a:lstStyle/>
                    <a:p>
                      <a:pPr marL="3810" algn="l">
                        <a:lnSpc>
                          <a:spcPct val="150000"/>
                        </a:lnSpc>
                        <a:spcAft>
                          <a:spcPts val="0"/>
                        </a:spcAft>
                      </a:pPr>
                      <a:r>
                        <a:rPr lang="zh-TW" sz="1600" b="1" kern="100" dirty="0">
                          <a:solidFill>
                            <a:srgbClr val="000000"/>
                          </a:solidFill>
                          <a:effectLst/>
                          <a:latin typeface="標楷體" pitchFamily="65" charset="-120"/>
                          <a:ea typeface="標楷體" pitchFamily="65" charset="-120"/>
                        </a:rPr>
                        <a:t>專業老師</a:t>
                      </a:r>
                    </a:p>
                    <a:p>
                      <a:pPr marL="3810" algn="l">
                        <a:lnSpc>
                          <a:spcPct val="150000"/>
                        </a:lnSpc>
                        <a:spcAft>
                          <a:spcPts val="0"/>
                        </a:spcAft>
                      </a:pP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跨部會</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：張英陣老師及潘中道老師、黃宏謨老師</a:t>
                      </a:r>
                    </a:p>
                    <a:p>
                      <a:pPr marL="3810" algn="l">
                        <a:lnSpc>
                          <a:spcPct val="150000"/>
                        </a:lnSpc>
                        <a:spcAft>
                          <a:spcPts val="0"/>
                        </a:spcAft>
                      </a:pP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跨社區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810" algn="l">
                        <a:lnSpc>
                          <a:spcPct val="150000"/>
                        </a:lnSpc>
                        <a:spcAft>
                          <a:spcPts val="0"/>
                        </a:spcAft>
                      </a:pPr>
                      <a:r>
                        <a:rPr lang="zh-TW" sz="1600" b="1" kern="100" dirty="0">
                          <a:solidFill>
                            <a:srgbClr val="000000"/>
                          </a:solidFill>
                          <a:effectLst/>
                          <a:latin typeface="標楷體" pitchFamily="65" charset="-120"/>
                          <a:ea typeface="標楷體" pitchFamily="65" charset="-120"/>
                        </a:rPr>
                        <a:t>楊麗娜理事長、管梅秀理事長、曾鈺琄理事長、朱崇慕理事長、林志豪理事長、江智松理事長、</a:t>
                      </a:r>
                    </a:p>
                    <a:p>
                      <a:pPr marL="3810" algn="l">
                        <a:lnSpc>
                          <a:spcPct val="150000"/>
                        </a:lnSpc>
                        <a:spcAft>
                          <a:spcPts val="0"/>
                        </a:spcAft>
                      </a:pPr>
                      <a:r>
                        <a:rPr lang="zh-TW" sz="1600" b="1" kern="100" dirty="0">
                          <a:solidFill>
                            <a:srgbClr val="000000"/>
                          </a:solidFill>
                          <a:effectLst/>
                          <a:latin typeface="標楷體" pitchFamily="65" charset="-120"/>
                          <a:ea typeface="標楷體" pitchFamily="65" charset="-120"/>
                        </a:rPr>
                        <a:t>林俊佑理事長。</a:t>
                      </a: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560411">
                <a:tc vMerge="1">
                  <a:txBody>
                    <a:bodyPr/>
                    <a:lstStyle/>
                    <a:p>
                      <a:endParaRPr lang="zh-TW" altLang="en-US"/>
                    </a:p>
                  </a:txBody>
                  <a:tcPr/>
                </a:tc>
                <a:tc vMerge="1">
                  <a:txBody>
                    <a:bodyPr/>
                    <a:lstStyle/>
                    <a:p>
                      <a:endParaRPr lang="zh-TW" altLang="en-US"/>
                    </a:p>
                  </a:txBody>
                  <a:tcPr/>
                </a:tc>
                <a:tc>
                  <a:txBody>
                    <a:bodyPr/>
                    <a:lstStyle/>
                    <a:p>
                      <a:pPr marL="0" lvl="0" indent="0">
                        <a:lnSpc>
                          <a:spcPct val="150000"/>
                        </a:lnSpc>
                        <a:spcAft>
                          <a:spcPts val="0"/>
                        </a:spcAft>
                        <a:buFont typeface="+mj-lt"/>
                        <a:buNone/>
                      </a:pPr>
                      <a:r>
                        <a:rPr lang="en-US" altLang="zh-TW" sz="1600" b="1" kern="100" dirty="0">
                          <a:solidFill>
                            <a:srgbClr val="000000"/>
                          </a:solidFill>
                          <a:effectLst/>
                          <a:latin typeface="標楷體" pitchFamily="65" charset="-120"/>
                          <a:ea typeface="標楷體" pitchFamily="65" charset="-120"/>
                        </a:rPr>
                        <a:t>2.</a:t>
                      </a:r>
                      <a:r>
                        <a:rPr lang="zh-TW" sz="1600" b="1" kern="100" dirty="0">
                          <a:solidFill>
                            <a:srgbClr val="000000"/>
                          </a:solidFill>
                          <a:effectLst/>
                          <a:latin typeface="標楷體" pitchFamily="65" charset="-120"/>
                          <a:ea typeface="標楷體" pitchFamily="65" charset="-120"/>
                        </a:rPr>
                        <a:t>旗艦社區共識營</a:t>
                      </a: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just">
                        <a:lnSpc>
                          <a:spcPct val="150000"/>
                        </a:lnSpc>
                        <a:spcAft>
                          <a:spcPts val="0"/>
                        </a:spcAft>
                      </a:pPr>
                      <a:r>
                        <a:rPr lang="zh-TW" sz="1600" b="1" kern="100" dirty="0">
                          <a:solidFill>
                            <a:srgbClr val="000000"/>
                          </a:solidFill>
                          <a:effectLst/>
                          <a:latin typeface="標楷體" pitchFamily="65" charset="-120"/>
                          <a:ea typeface="標楷體" pitchFamily="65" charset="-120"/>
                        </a:rPr>
                        <a:t>辦理財務、會務、社區發展課程，強化</a:t>
                      </a:r>
                      <a:endParaRPr lang="en-US" altLang="zh-TW" sz="1600" b="1" kern="100" dirty="0">
                        <a:solidFill>
                          <a:srgbClr val="000000"/>
                        </a:solidFill>
                        <a:effectLst/>
                        <a:latin typeface="標楷體" pitchFamily="65" charset="-120"/>
                        <a:ea typeface="標楷體" pitchFamily="65" charset="-120"/>
                      </a:endParaRPr>
                    </a:p>
                    <a:p>
                      <a:pPr algn="just">
                        <a:lnSpc>
                          <a:spcPct val="150000"/>
                        </a:lnSpc>
                        <a:spcAft>
                          <a:spcPts val="0"/>
                        </a:spcAft>
                      </a:pPr>
                      <a:r>
                        <a:rPr lang="zh-TW" sz="1600" b="1" kern="100" dirty="0">
                          <a:solidFill>
                            <a:srgbClr val="000000"/>
                          </a:solidFill>
                          <a:effectLst/>
                          <a:latin typeface="標楷體" pitchFamily="65" charset="-120"/>
                          <a:ea typeface="標楷體" pitchFamily="65" charset="-120"/>
                        </a:rPr>
                        <a:t>旗艦社區財務、會務、業務之能力，增</a:t>
                      </a:r>
                      <a:endParaRPr lang="en-US" altLang="zh-TW" sz="1600" b="1" kern="100" dirty="0">
                        <a:solidFill>
                          <a:srgbClr val="000000"/>
                        </a:solidFill>
                        <a:effectLst/>
                        <a:latin typeface="標楷體" pitchFamily="65" charset="-120"/>
                        <a:ea typeface="標楷體" pitchFamily="65" charset="-120"/>
                      </a:endParaRPr>
                    </a:p>
                    <a:p>
                      <a:pPr algn="just">
                        <a:lnSpc>
                          <a:spcPct val="150000"/>
                        </a:lnSpc>
                        <a:spcAft>
                          <a:spcPts val="0"/>
                        </a:spcAft>
                      </a:pPr>
                      <a:r>
                        <a:rPr lang="zh-TW" sz="1600" b="1" kern="100" dirty="0">
                          <a:solidFill>
                            <a:srgbClr val="000000"/>
                          </a:solidFill>
                          <a:effectLst/>
                          <a:latin typeface="標楷體" pitchFamily="65" charset="-120"/>
                          <a:ea typeface="標楷體" pitchFamily="65" charset="-120"/>
                        </a:rPr>
                        <a:t>進社區組織效能。</a:t>
                      </a: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vMerge="1">
                  <a:txBody>
                    <a:bodyPr/>
                    <a:lstStyle/>
                    <a:p>
                      <a:endParaRPr lang="zh-TW" altLang="en-US"/>
                    </a:p>
                  </a:txBody>
                  <a:tcPr/>
                </a:tc>
                <a:extLst>
                  <a:ext uri="{0D108BD9-81ED-4DB2-BD59-A6C34878D82A}">
                    <a16:rowId xmlns:a16="http://schemas.microsoft.com/office/drawing/2014/main" val="10002"/>
                  </a:ext>
                </a:extLst>
              </a:tr>
              <a:tr h="1097246">
                <a:tc vMerge="1">
                  <a:txBody>
                    <a:bodyPr/>
                    <a:lstStyle/>
                    <a:p>
                      <a:pPr>
                        <a:lnSpc>
                          <a:spcPct val="150000"/>
                        </a:lnSpc>
                        <a:spcAft>
                          <a:spcPts val="0"/>
                        </a:spcAft>
                        <a:tabLst>
                          <a:tab pos="381000" algn="l"/>
                        </a:tabLst>
                      </a:pPr>
                      <a:endParaRPr lang="zh-TW" sz="1400" kern="100" dirty="0">
                        <a:effectLst/>
                        <a:latin typeface="Times New Roman"/>
                        <a:ea typeface="超研澤粗楷"/>
                      </a:endParaRPr>
                    </a:p>
                  </a:txBody>
                  <a:tcPr marL="11335" marR="11335" marT="0" marB="0" anchor="ctr">
                    <a:lnL w="12700" cmpd="sng">
                      <a:noFill/>
                    </a:lnL>
                    <a:lnR>
                      <a:noFill/>
                    </a:lnR>
                    <a:lnT w="50800" cmpd="dbl">
                      <a:noFill/>
                    </a:lnT>
                    <a:lnB w="12700" cmpd="sng">
                      <a:noFill/>
                    </a:lnB>
                    <a:lnTlToBr w="12700" cmpd="sng">
                      <a:noFill/>
                      <a:prstDash val="solid"/>
                    </a:lnTlToBr>
                    <a:lnBlToTr w="12700" cmpd="sng">
                      <a:noFill/>
                      <a:prstDash val="solid"/>
                    </a:lnBlToTr>
                  </a:tcPr>
                </a:tc>
                <a:tc vMerge="1">
                  <a:txBody>
                    <a:bodyPr/>
                    <a:lstStyle/>
                    <a:p>
                      <a:pPr>
                        <a:lnSpc>
                          <a:spcPct val="150000"/>
                        </a:lnSpc>
                        <a:spcAft>
                          <a:spcPts val="0"/>
                        </a:spcAft>
                        <a:tabLst>
                          <a:tab pos="381000" algn="l"/>
                        </a:tabLst>
                      </a:pPr>
                      <a:endParaRPr lang="zh-TW" sz="1400" kern="100" dirty="0">
                        <a:effectLst/>
                        <a:latin typeface="Times New Roman"/>
                        <a:ea typeface="超研澤粗楷"/>
                      </a:endParaRPr>
                    </a:p>
                  </a:txBody>
                  <a:tcPr marL="11335" marR="11335" marT="0" marB="0" anchor="ctr">
                    <a:lnL>
                      <a:noFill/>
                    </a:lnL>
                    <a:lnR>
                      <a:noFill/>
                    </a:lnR>
                    <a:lnT w="50800" cmpd="dbl">
                      <a:noFill/>
                    </a:lnT>
                    <a:lnB w="12700" cmpd="sng">
                      <a:noFill/>
                    </a:lnB>
                    <a:lnTlToBr w="12700" cmpd="sng">
                      <a:noFill/>
                      <a:prstDash val="solid"/>
                    </a:lnTlToBr>
                    <a:lnBlToTr w="12700" cmpd="sng">
                      <a:noFill/>
                      <a:prstDash val="solid"/>
                    </a:lnBlToTr>
                  </a:tcPr>
                </a:tc>
                <a:tc>
                  <a:txBody>
                    <a:bodyPr/>
                    <a:lstStyle/>
                    <a:p>
                      <a:pPr>
                        <a:lnSpc>
                          <a:spcPct val="150000"/>
                        </a:lnSpc>
                        <a:spcAft>
                          <a:spcPts val="0"/>
                        </a:spcAft>
                      </a:pPr>
                      <a:r>
                        <a:rPr lang="en-US" sz="1600" b="1" kern="100" dirty="0">
                          <a:solidFill>
                            <a:srgbClr val="000000"/>
                          </a:solidFill>
                          <a:effectLst/>
                          <a:latin typeface="標楷體" pitchFamily="65" charset="-120"/>
                          <a:ea typeface="標楷體" pitchFamily="65" charset="-120"/>
                        </a:rPr>
                        <a:t>3.</a:t>
                      </a:r>
                      <a:r>
                        <a:rPr lang="zh-TW" sz="1600" b="1" kern="100" dirty="0">
                          <a:solidFill>
                            <a:srgbClr val="000000"/>
                          </a:solidFill>
                          <a:effectLst/>
                          <a:latin typeface="標楷體" pitchFamily="65" charset="-120"/>
                          <a:ea typeface="標楷體" pitchFamily="65" charset="-120"/>
                        </a:rPr>
                        <a:t>交流觀摩活動</a:t>
                      </a: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just">
                        <a:lnSpc>
                          <a:spcPct val="150000"/>
                        </a:lnSpc>
                        <a:spcAft>
                          <a:spcPts val="0"/>
                        </a:spcAft>
                      </a:pPr>
                      <a:r>
                        <a:rPr lang="zh-TW" sz="1600" b="1" kern="100" dirty="0">
                          <a:solidFill>
                            <a:srgbClr val="000000"/>
                          </a:solidFill>
                          <a:effectLst/>
                          <a:latin typeface="標楷體" pitchFamily="65" charset="-120"/>
                          <a:ea typeface="標楷體" pitchFamily="65" charset="-120"/>
                        </a:rPr>
                        <a:t>辦理外縣市績優社區觀摩，汲取社區經</a:t>
                      </a:r>
                      <a:endParaRPr lang="en-US" altLang="zh-TW" sz="1600" b="1" kern="100" dirty="0">
                        <a:solidFill>
                          <a:srgbClr val="000000"/>
                        </a:solidFill>
                        <a:effectLst/>
                        <a:latin typeface="標楷體" pitchFamily="65" charset="-120"/>
                        <a:ea typeface="標楷體" pitchFamily="65" charset="-120"/>
                      </a:endParaRPr>
                    </a:p>
                    <a:p>
                      <a:pPr algn="just">
                        <a:lnSpc>
                          <a:spcPct val="150000"/>
                        </a:lnSpc>
                        <a:spcAft>
                          <a:spcPts val="0"/>
                        </a:spcAft>
                      </a:pPr>
                      <a:r>
                        <a:rPr lang="zh-TW" sz="1600" b="1" kern="100" dirty="0">
                          <a:solidFill>
                            <a:srgbClr val="000000"/>
                          </a:solidFill>
                          <a:effectLst/>
                          <a:latin typeface="標楷體" pitchFamily="65" charset="-120"/>
                          <a:ea typeface="標楷體" pitchFamily="65" charset="-120"/>
                        </a:rPr>
                        <a:t>營理念與成功之道，供為社區拓展服務</a:t>
                      </a:r>
                      <a:endParaRPr lang="en-US" altLang="zh-TW" sz="1600" b="1" kern="100" dirty="0">
                        <a:solidFill>
                          <a:srgbClr val="000000"/>
                        </a:solidFill>
                        <a:effectLst/>
                        <a:latin typeface="標楷體" pitchFamily="65" charset="-120"/>
                        <a:ea typeface="標楷體" pitchFamily="65" charset="-120"/>
                      </a:endParaRPr>
                    </a:p>
                    <a:p>
                      <a:pPr algn="just">
                        <a:lnSpc>
                          <a:spcPct val="150000"/>
                        </a:lnSpc>
                        <a:spcAft>
                          <a:spcPts val="0"/>
                        </a:spcAft>
                      </a:pPr>
                      <a:r>
                        <a:rPr lang="zh-TW" sz="1600" b="1" kern="100" dirty="0">
                          <a:solidFill>
                            <a:srgbClr val="000000"/>
                          </a:solidFill>
                          <a:effectLst/>
                          <a:latin typeface="標楷體" pitchFamily="65" charset="-120"/>
                          <a:ea typeface="標楷體" pitchFamily="65" charset="-120"/>
                        </a:rPr>
                        <a:t>計畫的參據。</a:t>
                      </a: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just">
                        <a:lnSpc>
                          <a:spcPct val="150000"/>
                        </a:lnSpc>
                        <a:spcAft>
                          <a:spcPts val="0"/>
                        </a:spcAft>
                      </a:pPr>
                      <a:r>
                        <a:rPr lang="en-US" sz="1600" b="1" kern="100" dirty="0">
                          <a:solidFill>
                            <a:srgbClr val="000000"/>
                          </a:solidFill>
                          <a:effectLst/>
                          <a:latin typeface="標楷體" pitchFamily="65" charset="-120"/>
                          <a:ea typeface="標楷體" pitchFamily="65" charset="-120"/>
                        </a:rPr>
                        <a:t> </a:t>
                      </a:r>
                      <a:endParaRPr lang="zh-TW" sz="1600" b="1" kern="100" dirty="0">
                        <a:solidFill>
                          <a:srgbClr val="000000"/>
                        </a:solidFill>
                        <a:effectLst/>
                        <a:latin typeface="標楷體" pitchFamily="65" charset="-120"/>
                        <a:ea typeface="標楷體" pitchFamily="65" charset="-120"/>
                      </a:endParaRPr>
                    </a:p>
                  </a:txBody>
                  <a:tcPr marL="11336" marR="11336"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bl>
          </a:graphicData>
        </a:graphic>
      </p:graphicFrame>
      <p:sp>
        <p:nvSpPr>
          <p:cNvPr id="6" name="標題 1">
            <a:extLst>
              <a:ext uri="{FF2B5EF4-FFF2-40B4-BE49-F238E27FC236}">
                <a16:creationId xmlns:a16="http://schemas.microsoft.com/office/drawing/2014/main" id="{C12E3C14-1CAB-A9E8-6FE6-0E61C148194C}"/>
              </a:ext>
            </a:extLst>
          </p:cNvPr>
          <p:cNvSpPr txBox="1">
            <a:spLocks/>
          </p:cNvSpPr>
          <p:nvPr/>
        </p:nvSpPr>
        <p:spPr bwMode="black">
          <a:xfrm>
            <a:off x="755650" y="0"/>
            <a:ext cx="7343775" cy="692150"/>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內容版面配置區 2">
            <a:extLst>
              <a:ext uri="{FF2B5EF4-FFF2-40B4-BE49-F238E27FC236}">
                <a16:creationId xmlns:a16="http://schemas.microsoft.com/office/drawing/2014/main" id="{DC78FA8D-79FD-AD03-DF52-6279E87FCB6D}"/>
              </a:ext>
            </a:extLst>
          </p:cNvPr>
          <p:cNvSpPr>
            <a:spLocks noGrp="1"/>
          </p:cNvSpPr>
          <p:nvPr>
            <p:ph idx="1"/>
          </p:nvPr>
        </p:nvSpPr>
        <p:spPr>
          <a:xfrm>
            <a:off x="179388" y="908050"/>
            <a:ext cx="8229600" cy="5410200"/>
          </a:xfrm>
        </p:spPr>
        <p:txBody>
          <a:bodyPr/>
          <a:lstStyle/>
          <a:p>
            <a:pPr marL="0" indent="0" eaLnBrk="1" hangingPunct="1">
              <a:buFont typeface="Wingdings" panose="05000000000000000000" pitchFamily="2" charset="2"/>
              <a:buNone/>
            </a:pPr>
            <a:r>
              <a:rPr lang="en-US" altLang="zh-TW" sz="2800" b="1">
                <a:latin typeface="標楷體" panose="03000509000000000000" pitchFamily="65" charset="-120"/>
                <a:ea typeface="標楷體" panose="03000509000000000000" pitchFamily="65" charset="-120"/>
              </a:rPr>
              <a:t>(</a:t>
            </a:r>
            <a:r>
              <a:rPr lang="zh-TW" altLang="en-US" sz="2800" b="1">
                <a:latin typeface="標楷體" panose="03000509000000000000" pitchFamily="65" charset="-120"/>
                <a:ea typeface="標楷體" panose="03000509000000000000" pitchFamily="65" charset="-120"/>
              </a:rPr>
              <a:t>六</a:t>
            </a:r>
            <a:r>
              <a:rPr lang="en-US" altLang="zh-TW" sz="2800" b="1">
                <a:latin typeface="標楷體" panose="03000509000000000000" pitchFamily="65" charset="-120"/>
                <a:ea typeface="標楷體" panose="03000509000000000000" pitchFamily="65" charset="-120"/>
              </a:rPr>
              <a:t>)</a:t>
            </a:r>
            <a:r>
              <a:rPr lang="zh-TW" altLang="zh-TW" sz="2800" b="1">
                <a:latin typeface="標楷體" panose="03000509000000000000" pitchFamily="65" charset="-120"/>
                <a:ea typeface="標楷體" panose="03000509000000000000" pitchFamily="65" charset="-120"/>
              </a:rPr>
              <a:t>、</a:t>
            </a:r>
            <a:r>
              <a:rPr lang="zh-TW" altLang="zh-TW" sz="2400" b="1">
                <a:latin typeface="標楷體" panose="03000509000000000000" pitchFamily="65" charset="-120"/>
                <a:ea typeface="標楷體" panose="03000509000000000000" pitchFamily="65" charset="-120"/>
              </a:rPr>
              <a:t>轉動幸福˙永續經營</a:t>
            </a:r>
            <a:r>
              <a:rPr lang="en-US" altLang="zh-TW" sz="2400" b="1">
                <a:latin typeface="標楷體" panose="03000509000000000000" pitchFamily="65" charset="-120"/>
                <a:ea typeface="標楷體" panose="03000509000000000000" pitchFamily="65" charset="-120"/>
              </a:rPr>
              <a:t>-</a:t>
            </a:r>
            <a:r>
              <a:rPr lang="zh-TW" altLang="zh-TW" sz="2400" b="1">
                <a:latin typeface="標楷體" panose="03000509000000000000" pitchFamily="65" charset="-120"/>
                <a:ea typeface="標楷體" panose="03000509000000000000" pitchFamily="65" charset="-120"/>
              </a:rPr>
              <a:t>旗艦品牌設計</a:t>
            </a:r>
            <a:endParaRPr lang="zh-TW" altLang="zh-TW" sz="2400">
              <a:latin typeface="標楷體" panose="03000509000000000000" pitchFamily="65" charset="-120"/>
              <a:ea typeface="標楷體" panose="03000509000000000000" pitchFamily="65" charset="-120"/>
              <a:cs typeface="超研澤粗楷" panose="02010609010101010101" pitchFamily="49" charset="-120"/>
            </a:endParaRPr>
          </a:p>
        </p:txBody>
      </p:sp>
      <p:graphicFrame>
        <p:nvGraphicFramePr>
          <p:cNvPr id="3" name="表格 2">
            <a:extLst>
              <a:ext uri="{FF2B5EF4-FFF2-40B4-BE49-F238E27FC236}">
                <a16:creationId xmlns:a16="http://schemas.microsoft.com/office/drawing/2014/main" id="{DED73FAE-E05E-7A46-B6C6-5457DE69550C}"/>
              </a:ext>
            </a:extLst>
          </p:cNvPr>
          <p:cNvGraphicFramePr>
            <a:graphicFrameLocks noGrp="1"/>
          </p:cNvGraphicFramePr>
          <p:nvPr/>
        </p:nvGraphicFramePr>
        <p:xfrm>
          <a:off x="323850" y="1557338"/>
          <a:ext cx="8712200" cy="5054600"/>
        </p:xfrm>
        <a:graphic>
          <a:graphicData uri="http://schemas.openxmlformats.org/drawingml/2006/table">
            <a:tbl>
              <a:tblPr firstRow="1" firstCol="1" lastRow="1" lastCol="1" bandRow="1" bandCol="1">
                <a:tableStyleId>{B301B821-A1FF-4177-AEE7-76D212191A09}</a:tableStyleId>
              </a:tblPr>
              <a:tblGrid>
                <a:gridCol w="520882">
                  <a:extLst>
                    <a:ext uri="{9D8B030D-6E8A-4147-A177-3AD203B41FA5}">
                      <a16:colId xmlns:a16="http://schemas.microsoft.com/office/drawing/2014/main" val="20000"/>
                    </a:ext>
                  </a:extLst>
                </a:gridCol>
                <a:gridCol w="595732">
                  <a:extLst>
                    <a:ext uri="{9D8B030D-6E8A-4147-A177-3AD203B41FA5}">
                      <a16:colId xmlns:a16="http://schemas.microsoft.com/office/drawing/2014/main" val="20001"/>
                    </a:ext>
                  </a:extLst>
                </a:gridCol>
                <a:gridCol w="595732">
                  <a:extLst>
                    <a:ext uri="{9D8B030D-6E8A-4147-A177-3AD203B41FA5}">
                      <a16:colId xmlns:a16="http://schemas.microsoft.com/office/drawing/2014/main" val="20002"/>
                    </a:ext>
                  </a:extLst>
                </a:gridCol>
                <a:gridCol w="4319059">
                  <a:extLst>
                    <a:ext uri="{9D8B030D-6E8A-4147-A177-3AD203B41FA5}">
                      <a16:colId xmlns:a16="http://schemas.microsoft.com/office/drawing/2014/main" val="20003"/>
                    </a:ext>
                  </a:extLst>
                </a:gridCol>
                <a:gridCol w="2680795">
                  <a:extLst>
                    <a:ext uri="{9D8B030D-6E8A-4147-A177-3AD203B41FA5}">
                      <a16:colId xmlns:a16="http://schemas.microsoft.com/office/drawing/2014/main" val="20004"/>
                    </a:ext>
                  </a:extLst>
                </a:gridCol>
              </a:tblGrid>
              <a:tr h="496007">
                <a:tc>
                  <a:txBody>
                    <a:bodyPr/>
                    <a:lstStyle/>
                    <a:p>
                      <a:pPr algn="ctr">
                        <a:lnSpc>
                          <a:spcPts val="2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執行期程</a:t>
                      </a:r>
                    </a:p>
                  </a:txBody>
                  <a:tcPr marL="48004" marR="48004" marT="0" marB="0" anchor="ctr">
                    <a:lnB w="12700" cap="flat" cmpd="sng" algn="ctr">
                      <a:solidFill>
                        <a:schemeClr val="accent1"/>
                      </a:solidFill>
                      <a:prstDash val="solid"/>
                      <a:round/>
                      <a:headEnd type="none" w="med" len="med"/>
                      <a:tailEnd type="none" w="med" len="med"/>
                    </a:lnB>
                  </a:tcPr>
                </a:tc>
                <a:tc>
                  <a:txBody>
                    <a:bodyPr/>
                    <a:lstStyle/>
                    <a:p>
                      <a:pPr algn="ctr">
                        <a:lnSpc>
                          <a:spcPts val="2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執行項目</a:t>
                      </a:r>
                    </a:p>
                  </a:txBody>
                  <a:tcPr marL="48004" marR="48004" marT="0" marB="0" anchor="ctr">
                    <a:lnB w="12700" cap="flat" cmpd="sng" algn="ctr">
                      <a:solidFill>
                        <a:schemeClr val="accent1"/>
                      </a:solidFill>
                      <a:prstDash val="solid"/>
                      <a:round/>
                      <a:headEnd type="none" w="med" len="med"/>
                      <a:tailEnd type="none" w="med" len="med"/>
                    </a:lnB>
                  </a:tcPr>
                </a:tc>
                <a:tc>
                  <a:txBody>
                    <a:bodyPr/>
                    <a:lstStyle/>
                    <a:p>
                      <a:pPr algn="ctr">
                        <a:lnSpc>
                          <a:spcPts val="2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執行內容</a:t>
                      </a:r>
                    </a:p>
                  </a:txBody>
                  <a:tcPr marL="48004" marR="48004" marT="0" marB="0" anchor="ctr">
                    <a:lnB w="12700" cap="flat" cmpd="sng" algn="ctr">
                      <a:solidFill>
                        <a:schemeClr val="accent1"/>
                      </a:solidFill>
                      <a:prstDash val="solid"/>
                      <a:round/>
                      <a:headEnd type="none" w="med" len="med"/>
                      <a:tailEnd type="none" w="med" len="med"/>
                    </a:lnB>
                  </a:tcPr>
                </a:tc>
                <a:tc>
                  <a:txBody>
                    <a:bodyPr/>
                    <a:lstStyle/>
                    <a:p>
                      <a:pPr indent="356235" algn="ctr">
                        <a:lnSpc>
                          <a:spcPts val="2000"/>
                        </a:lnSpc>
                        <a:spcAft>
                          <a:spcPts val="0"/>
                        </a:spcAft>
                        <a:tabLst>
                          <a:tab pos="381000" algn="l"/>
                        </a:tabLst>
                      </a:pPr>
                      <a:r>
                        <a:rPr lang="zh-TW" sz="1600" kern="100" dirty="0">
                          <a:solidFill>
                            <a:srgbClr val="000000"/>
                          </a:solidFill>
                          <a:effectLst/>
                          <a:latin typeface="標楷體" pitchFamily="65" charset="-120"/>
                          <a:ea typeface="標楷體" pitchFamily="65" charset="-120"/>
                        </a:rPr>
                        <a:t>執行方式與規劃</a:t>
                      </a:r>
                    </a:p>
                  </a:txBody>
                  <a:tcPr marL="48004" marR="48004" marT="0" marB="0" anchor="ctr">
                    <a:lnB w="12700" cap="flat" cmpd="sng" algn="ctr">
                      <a:solidFill>
                        <a:schemeClr val="accent1"/>
                      </a:solidFill>
                      <a:prstDash val="solid"/>
                      <a:round/>
                      <a:headEnd type="none" w="med" len="med"/>
                      <a:tailEnd type="none" w="med" len="med"/>
                    </a:lnB>
                  </a:tcPr>
                </a:tc>
                <a:tc>
                  <a:txBody>
                    <a:bodyPr/>
                    <a:lstStyle/>
                    <a:p>
                      <a:pPr algn="ctr">
                        <a:lnSpc>
                          <a:spcPts val="2000"/>
                        </a:lnSpc>
                        <a:spcAft>
                          <a:spcPts val="0"/>
                        </a:spcAft>
                        <a:tabLst>
                          <a:tab pos="381000" algn="l"/>
                        </a:tabLst>
                      </a:pPr>
                      <a:r>
                        <a:rPr lang="zh-TW" sz="1600" kern="100" dirty="0">
                          <a:solidFill>
                            <a:srgbClr val="000000"/>
                          </a:solidFill>
                          <a:effectLst/>
                          <a:latin typeface="標楷體" pitchFamily="65" charset="-120"/>
                          <a:ea typeface="標楷體" pitchFamily="65" charset="-120"/>
                        </a:rPr>
                        <a:t>活動講師</a:t>
                      </a:r>
                    </a:p>
                  </a:txBody>
                  <a:tcPr marL="48004" marR="48004" marT="0" marB="0" anchor="ctr">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0"/>
                  </a:ext>
                </a:extLst>
              </a:tr>
              <a:tr h="1518041">
                <a:tc>
                  <a:txBody>
                    <a:bodyPr/>
                    <a:lstStyle/>
                    <a:p>
                      <a:pPr algn="ctr">
                        <a:lnSpc>
                          <a:spcPts val="2000"/>
                        </a:lnSpc>
                        <a:spcAft>
                          <a:spcPts val="0"/>
                        </a:spcAft>
                        <a:tabLst>
                          <a:tab pos="381000" algn="l"/>
                        </a:tabLst>
                      </a:pPr>
                      <a:r>
                        <a:rPr lang="en-US" sz="1600" b="0" kern="100" dirty="0">
                          <a:solidFill>
                            <a:srgbClr val="000000"/>
                          </a:solidFill>
                          <a:effectLst/>
                          <a:latin typeface="標楷體" pitchFamily="65" charset="-120"/>
                          <a:ea typeface="標楷體" pitchFamily="65" charset="-120"/>
                        </a:rPr>
                        <a:t>1-12</a:t>
                      </a:r>
                      <a:r>
                        <a:rPr lang="zh-TW" sz="1600" b="0" kern="100" dirty="0">
                          <a:solidFill>
                            <a:srgbClr val="000000"/>
                          </a:solidFill>
                          <a:effectLst/>
                          <a:latin typeface="標楷體" pitchFamily="65" charset="-120"/>
                          <a:ea typeface="標楷體" pitchFamily="65" charset="-120"/>
                        </a:rPr>
                        <a:t>月</a:t>
                      </a:r>
                    </a:p>
                  </a:txBody>
                  <a:tcPr marL="48004" marR="48004"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tc>
                  <a:txBody>
                    <a:bodyPr/>
                    <a:lstStyle/>
                    <a:p>
                      <a:pPr>
                        <a:lnSpc>
                          <a:spcPts val="2000"/>
                        </a:lnSpc>
                        <a:spcAft>
                          <a:spcPts val="0"/>
                        </a:spcAft>
                        <a:tabLst>
                          <a:tab pos="381000" algn="l"/>
                        </a:tabLst>
                      </a:pPr>
                      <a:r>
                        <a:rPr lang="zh-TW" sz="1600" b="1" kern="100" dirty="0">
                          <a:solidFill>
                            <a:srgbClr val="000000"/>
                          </a:solidFill>
                          <a:effectLst/>
                          <a:latin typeface="標楷體" pitchFamily="65" charset="-120"/>
                          <a:ea typeface="標楷體" pitchFamily="65" charset="-120"/>
                        </a:rPr>
                        <a:t>永續經營</a:t>
                      </a:r>
                    </a:p>
                  </a:txBody>
                  <a:tcPr marL="48004" marR="48004"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tc>
                  <a:txBody>
                    <a:bodyPr/>
                    <a:lstStyle/>
                    <a:p>
                      <a:pPr>
                        <a:lnSpc>
                          <a:spcPts val="2000"/>
                        </a:lnSpc>
                        <a:spcAft>
                          <a:spcPts val="0"/>
                        </a:spcAft>
                      </a:pPr>
                      <a:r>
                        <a:rPr lang="zh-TW" sz="1600" b="1" kern="100" dirty="0">
                          <a:solidFill>
                            <a:srgbClr val="000000"/>
                          </a:solidFill>
                          <a:effectLst/>
                          <a:latin typeface="標楷體" pitchFamily="65" charset="-120"/>
                          <a:ea typeface="標楷體" pitchFamily="65" charset="-120"/>
                        </a:rPr>
                        <a:t>實</a:t>
                      </a:r>
                      <a:r>
                        <a:rPr lang="zh-TW" altLang="en-US" sz="1600" b="1" kern="100" dirty="0">
                          <a:solidFill>
                            <a:srgbClr val="000000"/>
                          </a:solidFill>
                          <a:effectLst/>
                          <a:latin typeface="標楷體" pitchFamily="65" charset="-120"/>
                          <a:ea typeface="標楷體" pitchFamily="65" charset="-120"/>
                        </a:rPr>
                        <a:t>物</a:t>
                      </a:r>
                      <a:r>
                        <a:rPr lang="zh-TW" sz="1600" b="1" kern="100" dirty="0">
                          <a:solidFill>
                            <a:srgbClr val="000000"/>
                          </a:solidFill>
                          <a:effectLst/>
                          <a:latin typeface="標楷體" pitchFamily="65" charset="-120"/>
                          <a:ea typeface="標楷體" pitchFamily="65" charset="-120"/>
                        </a:rPr>
                        <a:t>銀行</a:t>
                      </a:r>
                    </a:p>
                  </a:txBody>
                  <a:tcPr marL="48004" marR="48004"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tc>
                  <a:txBody>
                    <a:bodyPr/>
                    <a:lstStyle/>
                    <a:p>
                      <a:pPr marL="342900" lvl="0" indent="-342900" algn="just">
                        <a:lnSpc>
                          <a:spcPts val="2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落實資源回收再利用，照顧經濟困難之居民，成效顯著。</a:t>
                      </a:r>
                    </a:p>
                    <a:p>
                      <a:pPr marL="342900" lvl="0" indent="-342900" algn="just">
                        <a:lnSpc>
                          <a:spcPts val="2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擴大服務範圍，增加社區與社區之間實物交換的功能，使資源充分利用。</a:t>
                      </a:r>
                    </a:p>
                  </a:txBody>
                  <a:tcPr marL="48004" marR="48004"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tc>
                  <a:txBody>
                    <a:bodyPr/>
                    <a:lstStyle/>
                    <a:p>
                      <a:pPr marL="3810" algn="just">
                        <a:lnSpc>
                          <a:spcPts val="2000"/>
                        </a:lnSpc>
                        <a:spcAft>
                          <a:spcPts val="0"/>
                        </a:spcAft>
                      </a:pP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跨社區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810" algn="just">
                        <a:lnSpc>
                          <a:spcPts val="2000"/>
                        </a:lnSpc>
                        <a:spcAft>
                          <a:spcPts val="0"/>
                        </a:spcAft>
                      </a:pPr>
                      <a:r>
                        <a:rPr lang="zh-TW" sz="1600" b="1" kern="100" dirty="0">
                          <a:solidFill>
                            <a:srgbClr val="000000"/>
                          </a:solidFill>
                          <a:effectLst/>
                          <a:latin typeface="標楷體" pitchFamily="65" charset="-120"/>
                          <a:ea typeface="標楷體" pitchFamily="65" charset="-120"/>
                        </a:rPr>
                        <a:t>楊麗娜理事長、管梅秀理事長、曾鈺琄理事長、朱崇慕理事長、林志豪理事長、江智松理事長、</a:t>
                      </a:r>
                    </a:p>
                    <a:p>
                      <a:pPr marL="3810" algn="just">
                        <a:lnSpc>
                          <a:spcPts val="2000"/>
                        </a:lnSpc>
                        <a:spcAft>
                          <a:spcPts val="0"/>
                        </a:spcAft>
                      </a:pPr>
                      <a:r>
                        <a:rPr lang="zh-TW" sz="1600" b="1" kern="100" dirty="0">
                          <a:solidFill>
                            <a:srgbClr val="000000"/>
                          </a:solidFill>
                          <a:effectLst/>
                          <a:latin typeface="標楷體" pitchFamily="65" charset="-120"/>
                          <a:ea typeface="標楷體" pitchFamily="65" charset="-120"/>
                        </a:rPr>
                        <a:t>林俊佑理事長</a:t>
                      </a:r>
                      <a:r>
                        <a:rPr lang="zh-TW" alt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籐湖社區。</a:t>
                      </a:r>
                    </a:p>
                  </a:txBody>
                  <a:tcPr marL="48004" marR="48004" marT="0" marB="0">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1"/>
                  </a:ext>
                </a:extLst>
              </a:tr>
              <a:tr h="3040552">
                <a:tc>
                  <a:txBody>
                    <a:bodyPr/>
                    <a:lstStyle/>
                    <a:p>
                      <a:pPr algn="ctr">
                        <a:lnSpc>
                          <a:spcPts val="2000"/>
                        </a:lnSpc>
                        <a:spcAft>
                          <a:spcPts val="0"/>
                        </a:spcAft>
                        <a:tabLst>
                          <a:tab pos="381000" algn="l"/>
                        </a:tabLst>
                      </a:pPr>
                      <a:r>
                        <a:rPr lang="en-US" sz="1600" b="0" kern="100" dirty="0">
                          <a:solidFill>
                            <a:srgbClr val="000000"/>
                          </a:solidFill>
                          <a:effectLst/>
                          <a:latin typeface="標楷體" pitchFamily="65" charset="-120"/>
                          <a:ea typeface="標楷體" pitchFamily="65" charset="-120"/>
                        </a:rPr>
                        <a:t>3-10</a:t>
                      </a:r>
                      <a:r>
                        <a:rPr lang="zh-TW" sz="1600" b="0" kern="100" dirty="0">
                          <a:solidFill>
                            <a:srgbClr val="000000"/>
                          </a:solidFill>
                          <a:effectLst/>
                          <a:latin typeface="標楷體" pitchFamily="65" charset="-120"/>
                          <a:ea typeface="標楷體" pitchFamily="65" charset="-120"/>
                        </a:rPr>
                        <a:t>月</a:t>
                      </a:r>
                    </a:p>
                  </a:txBody>
                  <a:tcPr marL="48004" marR="48004"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CCFFFF"/>
                    </a:solidFill>
                  </a:tcPr>
                </a:tc>
                <a:tc>
                  <a:txBody>
                    <a:bodyPr/>
                    <a:lstStyle/>
                    <a:p>
                      <a:pPr>
                        <a:lnSpc>
                          <a:spcPts val="2000"/>
                        </a:lnSpc>
                        <a:spcAft>
                          <a:spcPts val="0"/>
                        </a:spcAft>
                        <a:tabLst>
                          <a:tab pos="381000" algn="l"/>
                        </a:tabLst>
                      </a:pPr>
                      <a:r>
                        <a:rPr lang="zh-TW" sz="1600" b="1" kern="100" dirty="0">
                          <a:solidFill>
                            <a:srgbClr val="000000"/>
                          </a:solidFill>
                          <a:effectLst/>
                          <a:latin typeface="標楷體" pitchFamily="65" charset="-120"/>
                          <a:ea typeface="標楷體" pitchFamily="65" charset="-120"/>
                        </a:rPr>
                        <a:t>永續經營</a:t>
                      </a:r>
                    </a:p>
                  </a:txBody>
                  <a:tcPr marL="48004" marR="48004"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CCFFFF"/>
                    </a:solidFill>
                  </a:tcPr>
                </a:tc>
                <a:tc>
                  <a:txBody>
                    <a:bodyPr/>
                    <a:lstStyle/>
                    <a:p>
                      <a:pPr>
                        <a:lnSpc>
                          <a:spcPts val="2000"/>
                        </a:lnSpc>
                        <a:spcAft>
                          <a:spcPts val="0"/>
                        </a:spcAft>
                      </a:pPr>
                      <a:r>
                        <a:rPr lang="zh-TW" sz="1600" b="1" kern="100" dirty="0">
                          <a:solidFill>
                            <a:srgbClr val="000000"/>
                          </a:solidFill>
                          <a:effectLst/>
                          <a:latin typeface="標楷體" pitchFamily="65" charset="-120"/>
                          <a:ea typeface="標楷體" pitchFamily="65" charset="-120"/>
                        </a:rPr>
                        <a:t>旗艦品牌設計</a:t>
                      </a:r>
                    </a:p>
                  </a:txBody>
                  <a:tcPr marL="48004" marR="48004"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CCFFFF"/>
                    </a:solidFill>
                  </a:tcPr>
                </a:tc>
                <a:tc>
                  <a:txBody>
                    <a:bodyPr/>
                    <a:lstStyle/>
                    <a:p>
                      <a:pPr marL="342900" lvl="0" indent="-342900" algn="just">
                        <a:lnSpc>
                          <a:spcPts val="2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經由旗艦社區會議討論，設立旗艦專戶於社區及活動場合販售旗艦商品，其收入存入旗艦專戶， </a:t>
                      </a:r>
                    </a:p>
                    <a:p>
                      <a:pPr marL="342900" lvl="0" indent="-342900" algn="just">
                        <a:lnSpc>
                          <a:spcPts val="2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於</a:t>
                      </a:r>
                      <a:r>
                        <a:rPr lang="en-US" sz="1600" b="1" kern="100" dirty="0">
                          <a:solidFill>
                            <a:srgbClr val="000000"/>
                          </a:solidFill>
                          <a:effectLst/>
                          <a:latin typeface="標楷體" pitchFamily="65" charset="-120"/>
                          <a:ea typeface="標楷體" pitchFamily="65" charset="-120"/>
                        </a:rPr>
                        <a:t>107</a:t>
                      </a:r>
                      <a:r>
                        <a:rPr lang="zh-TW" sz="1600" b="1" kern="100" dirty="0">
                          <a:solidFill>
                            <a:srgbClr val="000000"/>
                          </a:solidFill>
                          <a:effectLst/>
                          <a:latin typeface="標楷體" pitchFamily="65" charset="-120"/>
                          <a:ea typeface="標楷體" pitchFamily="65" charset="-120"/>
                        </a:rPr>
                        <a:t>年</a:t>
                      </a:r>
                      <a:r>
                        <a:rPr lang="en-US" sz="1600" b="1" kern="100" dirty="0">
                          <a:solidFill>
                            <a:srgbClr val="000000"/>
                          </a:solidFill>
                          <a:effectLst/>
                          <a:latin typeface="標楷體" pitchFamily="65" charset="-120"/>
                          <a:ea typeface="標楷體" pitchFamily="65" charset="-120"/>
                        </a:rPr>
                        <a:t>11</a:t>
                      </a:r>
                      <a:r>
                        <a:rPr lang="zh-TW" sz="1600" b="1" kern="100" dirty="0">
                          <a:solidFill>
                            <a:srgbClr val="000000"/>
                          </a:solidFill>
                          <a:effectLst/>
                          <a:latin typeface="標楷體" pitchFamily="65" charset="-120"/>
                          <a:ea typeface="標楷體" pitchFamily="65" charset="-120"/>
                        </a:rPr>
                        <a:t>月</a:t>
                      </a:r>
                      <a:r>
                        <a:rPr lang="en-US" sz="1600" b="1" kern="100" dirty="0">
                          <a:solidFill>
                            <a:srgbClr val="000000"/>
                          </a:solidFill>
                          <a:effectLst/>
                          <a:latin typeface="標楷體" pitchFamily="65" charset="-120"/>
                          <a:ea typeface="標楷體" pitchFamily="65" charset="-120"/>
                        </a:rPr>
                        <a:t>30</a:t>
                      </a:r>
                      <a:r>
                        <a:rPr lang="zh-TW" sz="1600" b="1" kern="100" dirty="0">
                          <a:solidFill>
                            <a:srgbClr val="000000"/>
                          </a:solidFill>
                          <a:effectLst/>
                          <a:latin typeface="標楷體" pitchFamily="65" charset="-120"/>
                          <a:ea typeface="標楷體" pitchFamily="65" charset="-120"/>
                        </a:rPr>
                        <a:t>日向各社區暫收款新台幣</a:t>
                      </a:r>
                      <a:r>
                        <a:rPr lang="en-US" sz="1600" b="1" kern="100" dirty="0">
                          <a:solidFill>
                            <a:srgbClr val="000000"/>
                          </a:solidFill>
                          <a:effectLst/>
                          <a:latin typeface="標楷體" pitchFamily="65" charset="-120"/>
                          <a:ea typeface="標楷體" pitchFamily="65" charset="-120"/>
                        </a:rPr>
                        <a:t>2000</a:t>
                      </a:r>
                      <a:r>
                        <a:rPr lang="zh-TW" sz="1600" b="1" kern="100" dirty="0">
                          <a:solidFill>
                            <a:srgbClr val="000000"/>
                          </a:solidFill>
                          <a:effectLst/>
                          <a:latin typeface="標楷體" pitchFamily="65" charset="-120"/>
                          <a:ea typeface="標楷體" pitchFamily="65" charset="-120"/>
                        </a:rPr>
                        <a:t>元作為產業行銷之成本，待旗艦商品販售盈餘將陸續攤還給各社區。</a:t>
                      </a:r>
                    </a:p>
                    <a:p>
                      <a:pPr marL="342900" lvl="0" indent="-342900" algn="just">
                        <a:lnSpc>
                          <a:spcPts val="2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其產業收入扣除成本之盈餘，</a:t>
                      </a:r>
                      <a:r>
                        <a:rPr lang="en-US" sz="1600" b="1" kern="100" dirty="0">
                          <a:solidFill>
                            <a:srgbClr val="000000"/>
                          </a:solidFill>
                          <a:effectLst/>
                          <a:latin typeface="標楷體" pitchFamily="65" charset="-120"/>
                          <a:ea typeface="標楷體" pitchFamily="65" charset="-120"/>
                        </a:rPr>
                        <a:t>5%</a:t>
                      </a:r>
                      <a:r>
                        <a:rPr lang="zh-TW" sz="1600" b="1" kern="100" dirty="0">
                          <a:solidFill>
                            <a:srgbClr val="000000"/>
                          </a:solidFill>
                          <a:effectLst/>
                          <a:latin typeface="標楷體" pitchFamily="65" charset="-120"/>
                          <a:ea typeface="標楷體" pitchFamily="65" charset="-120"/>
                        </a:rPr>
                        <a:t>存入旗艦專戶，供共同活動使用，</a:t>
                      </a:r>
                      <a:r>
                        <a:rPr lang="en-US" sz="1600" b="1" kern="100" dirty="0">
                          <a:solidFill>
                            <a:srgbClr val="000000"/>
                          </a:solidFill>
                          <a:effectLst/>
                          <a:latin typeface="標楷體" pitchFamily="65" charset="-120"/>
                          <a:ea typeface="標楷體" pitchFamily="65" charset="-120"/>
                        </a:rPr>
                        <a:t>95%</a:t>
                      </a:r>
                      <a:r>
                        <a:rPr lang="zh-TW" sz="1600" b="1" kern="100" dirty="0">
                          <a:solidFill>
                            <a:srgbClr val="000000"/>
                          </a:solidFill>
                          <a:effectLst/>
                          <a:latin typeface="標楷體" pitchFamily="65" charset="-120"/>
                          <a:ea typeface="標楷體" pitchFamily="65" charset="-120"/>
                        </a:rPr>
                        <a:t>回饋各旗艦社區使用於社區發展</a:t>
                      </a:r>
                      <a:r>
                        <a:rPr lang="zh-TW" altLang="en-US" sz="1600" b="1" kern="100" dirty="0">
                          <a:solidFill>
                            <a:srgbClr val="000000"/>
                          </a:solidFill>
                          <a:effectLst/>
                          <a:latin typeface="標楷體" pitchFamily="65" charset="-120"/>
                          <a:ea typeface="標楷體" pitchFamily="65" charset="-120"/>
                        </a:rPr>
                        <a:t>。</a:t>
                      </a:r>
                      <a:endParaRPr lang="zh-TW" sz="1600" b="1" kern="100" dirty="0">
                        <a:solidFill>
                          <a:srgbClr val="000000"/>
                        </a:solidFill>
                        <a:effectLst/>
                        <a:latin typeface="標楷體" pitchFamily="65" charset="-120"/>
                        <a:ea typeface="標楷體" pitchFamily="65" charset="-120"/>
                      </a:endParaRPr>
                    </a:p>
                    <a:p>
                      <a:pPr marL="342900" lvl="0" indent="-342900" algn="just">
                        <a:lnSpc>
                          <a:spcPts val="2000"/>
                        </a:lnSpc>
                        <a:spcAft>
                          <a:spcPts val="0"/>
                        </a:spcAft>
                        <a:buFont typeface="+mj-lt"/>
                        <a:buAutoNum type="arabicPeriod"/>
                      </a:pPr>
                      <a:r>
                        <a:rPr lang="zh-TW" sz="1600" b="1" kern="100" dirty="0">
                          <a:solidFill>
                            <a:srgbClr val="000000"/>
                          </a:solidFill>
                          <a:effectLst/>
                          <a:latin typeface="標楷體" pitchFamily="65" charset="-120"/>
                          <a:ea typeface="標楷體" pitchFamily="65" charset="-120"/>
                        </a:rPr>
                        <a:t>於商品上製作宣導標籤，張貼於商品明顯處。</a:t>
                      </a:r>
                    </a:p>
                  </a:txBody>
                  <a:tcPr marL="48004" marR="48004" marT="0" marB="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CCFFFF"/>
                    </a:solidFill>
                  </a:tcPr>
                </a:tc>
                <a:tc>
                  <a:txBody>
                    <a:bodyPr/>
                    <a:lstStyle/>
                    <a:p>
                      <a:pPr marL="3810" algn="just">
                        <a:lnSpc>
                          <a:spcPts val="2000"/>
                        </a:lnSpc>
                        <a:spcAft>
                          <a:spcPts val="0"/>
                        </a:spcAft>
                      </a:pPr>
                      <a:r>
                        <a:rPr lang="zh-TW" sz="1600" b="1" kern="100" dirty="0">
                          <a:solidFill>
                            <a:srgbClr val="000000"/>
                          </a:solidFill>
                          <a:effectLst/>
                          <a:latin typeface="標楷體" pitchFamily="65" charset="-120"/>
                          <a:ea typeface="標楷體" pitchFamily="65" charset="-120"/>
                        </a:rPr>
                        <a:t>專業老師：</a:t>
                      </a:r>
                    </a:p>
                    <a:p>
                      <a:pPr marL="3810" algn="just">
                        <a:lnSpc>
                          <a:spcPts val="2000"/>
                        </a:lnSpc>
                        <a:spcAft>
                          <a:spcPts val="0"/>
                        </a:spcAft>
                      </a:pPr>
                      <a:r>
                        <a:rPr lang="zh-TW" sz="1600" b="1" kern="100" dirty="0">
                          <a:solidFill>
                            <a:srgbClr val="000000"/>
                          </a:solidFill>
                          <a:effectLst/>
                          <a:latin typeface="標楷體" pitchFamily="65" charset="-120"/>
                          <a:ea typeface="標楷體" pitchFamily="65" charset="-120"/>
                        </a:rPr>
                        <a:t>待聘</a:t>
                      </a:r>
                    </a:p>
                    <a:p>
                      <a:pPr marL="3810" algn="just">
                        <a:lnSpc>
                          <a:spcPts val="2000"/>
                        </a:lnSpc>
                        <a:spcAft>
                          <a:spcPts val="0"/>
                        </a:spcAft>
                      </a:pP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跨社區</a:t>
                      </a:r>
                      <a:r>
                        <a:rPr 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a:t>
                      </a:r>
                    </a:p>
                    <a:p>
                      <a:pPr marL="3810" algn="just">
                        <a:lnSpc>
                          <a:spcPts val="2000"/>
                        </a:lnSpc>
                        <a:spcAft>
                          <a:spcPts val="0"/>
                        </a:spcAft>
                      </a:pPr>
                      <a:r>
                        <a:rPr lang="zh-TW" sz="1600" b="1" kern="100" dirty="0">
                          <a:solidFill>
                            <a:srgbClr val="000000"/>
                          </a:solidFill>
                          <a:effectLst/>
                          <a:latin typeface="標楷體" pitchFamily="65" charset="-120"/>
                          <a:ea typeface="標楷體" pitchFamily="65" charset="-120"/>
                        </a:rPr>
                        <a:t>楊麗娜理事長、管梅秀理事長、曾鈺琄理事長、朱崇慕理事長、林志豪理事長、江智松理事長、林俊佑理事長</a:t>
                      </a:r>
                      <a:r>
                        <a:rPr lang="zh-TW" altLang="en-US" sz="1600" b="1" kern="100" dirty="0">
                          <a:solidFill>
                            <a:srgbClr val="000000"/>
                          </a:solidFill>
                          <a:effectLst/>
                          <a:latin typeface="標楷體" pitchFamily="65" charset="-120"/>
                          <a:ea typeface="標楷體" pitchFamily="65" charset="-120"/>
                        </a:rPr>
                        <a:t>、</a:t>
                      </a:r>
                      <a:r>
                        <a:rPr lang="zh-TW" sz="1600" b="1" kern="100" dirty="0">
                          <a:solidFill>
                            <a:srgbClr val="000000"/>
                          </a:solidFill>
                          <a:effectLst/>
                          <a:latin typeface="標楷體" pitchFamily="65" charset="-120"/>
                          <a:ea typeface="標楷體" pitchFamily="65" charset="-120"/>
                        </a:rPr>
                        <a:t>籐湖社區。</a:t>
                      </a:r>
                    </a:p>
                  </a:txBody>
                  <a:tcPr marL="48004" marR="48004" marT="0" marB="0">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CCFFFF"/>
                    </a:solidFill>
                  </a:tcPr>
                </a:tc>
                <a:extLst>
                  <a:ext uri="{0D108BD9-81ED-4DB2-BD59-A6C34878D82A}">
                    <a16:rowId xmlns:a16="http://schemas.microsoft.com/office/drawing/2014/main" val="10002"/>
                  </a:ext>
                </a:extLst>
              </a:tr>
            </a:tbl>
          </a:graphicData>
        </a:graphic>
      </p:graphicFrame>
      <p:sp>
        <p:nvSpPr>
          <p:cNvPr id="6" name="標題 1">
            <a:extLst>
              <a:ext uri="{FF2B5EF4-FFF2-40B4-BE49-F238E27FC236}">
                <a16:creationId xmlns:a16="http://schemas.microsoft.com/office/drawing/2014/main" id="{816083A6-9B04-43BF-EAA5-74267B214D07}"/>
              </a:ext>
            </a:extLst>
          </p:cNvPr>
          <p:cNvSpPr txBox="1">
            <a:spLocks/>
          </p:cNvSpPr>
          <p:nvPr/>
        </p:nvSpPr>
        <p:spPr bwMode="black">
          <a:xfrm>
            <a:off x="900113" y="0"/>
            <a:ext cx="7343775" cy="692150"/>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3" name="內容版面配置區 2">
            <a:extLst>
              <a:ext uri="{FF2B5EF4-FFF2-40B4-BE49-F238E27FC236}">
                <a16:creationId xmlns:a16="http://schemas.microsoft.com/office/drawing/2014/main" id="{B2EE4A8C-FA0B-2ADA-E447-EAB8933417ED}"/>
              </a:ext>
            </a:extLst>
          </p:cNvPr>
          <p:cNvSpPr>
            <a:spLocks noGrp="1"/>
          </p:cNvSpPr>
          <p:nvPr>
            <p:ph idx="1"/>
          </p:nvPr>
        </p:nvSpPr>
        <p:spPr>
          <a:xfrm>
            <a:off x="914400" y="1447800"/>
            <a:ext cx="8229600" cy="5410200"/>
          </a:xfrm>
        </p:spPr>
        <p:txBody>
          <a:bodyPr>
            <a:normAutofit/>
          </a:bodyPr>
          <a:lstStyle/>
          <a:p>
            <a:pPr marL="0" indent="0" eaLnBrk="1" fontAlgn="auto" hangingPunct="1">
              <a:spcAft>
                <a:spcPts val="0"/>
              </a:spcAft>
              <a:buFont typeface="Wingdings" panose="05000000000000000000"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七</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、幸福旗艦特刊印製發行</a:t>
            </a:r>
            <a:endParaRPr lang="en-US" altLang="zh-TW" sz="2800" b="1" dirty="0">
              <a:latin typeface="標楷體" pitchFamily="65" charset="-120"/>
              <a:ea typeface="標楷體" pitchFamily="65" charset="-120"/>
            </a:endParaRPr>
          </a:p>
          <a:p>
            <a:pPr marL="365760" indent="-283464" eaLnBrk="1" fontAlgn="auto" hangingPunct="1">
              <a:spcAft>
                <a:spcPts val="0"/>
              </a:spcAft>
              <a:buFont typeface="Wingdings 2"/>
              <a:buChar char=""/>
              <a:defRPr/>
            </a:pPr>
            <a:r>
              <a:rPr lang="zh-TW" altLang="zh-TW" sz="2400" dirty="0">
                <a:latin typeface="標楷體" pitchFamily="65" charset="-120"/>
                <a:ea typeface="標楷體" pitchFamily="65" charset="-120"/>
              </a:rPr>
              <a:t>旗艦社區撰寫活動紀錄，讓社區大小事情經由特刊報敘述記載傳播，家家閱讀旗艦報導特刊，人人關心社區福利，聯絡相互情感，提昇居民參與。</a:t>
            </a:r>
            <a:endParaRPr lang="en-US" altLang="zh-TW" sz="2400" dirty="0">
              <a:latin typeface="標楷體" pitchFamily="65" charset="-120"/>
              <a:ea typeface="標楷體" pitchFamily="65" charset="-120"/>
            </a:endParaRPr>
          </a:p>
          <a:p>
            <a:pPr marL="365760" indent="-283464" eaLnBrk="1" fontAlgn="auto" hangingPunct="1">
              <a:spcAft>
                <a:spcPts val="0"/>
              </a:spcAft>
              <a:buFont typeface="Wingdings 2"/>
              <a:buChar char=""/>
              <a:defRPr/>
            </a:pPr>
            <a:r>
              <a:rPr lang="zh-TW" altLang="zh-TW" sz="2400" dirty="0">
                <a:latin typeface="標楷體" pitchFamily="65" charset="-120"/>
                <a:ea typeface="標楷體" pitchFamily="65" charset="-120"/>
              </a:rPr>
              <a:t>編輯發行旗艦報導特刊每期</a:t>
            </a:r>
            <a:r>
              <a:rPr lang="en-US" altLang="zh-TW" sz="2400" dirty="0">
                <a:latin typeface="標楷體" pitchFamily="65" charset="-120"/>
                <a:ea typeface="標楷體" pitchFamily="65" charset="-120"/>
              </a:rPr>
              <a:t>800</a:t>
            </a:r>
            <a:r>
              <a:rPr lang="zh-TW" altLang="zh-TW" sz="2400" dirty="0">
                <a:latin typeface="標楷體" pitchFamily="65" charset="-120"/>
                <a:ea typeface="標楷體" pitchFamily="65" charset="-120"/>
              </a:rPr>
              <a:t>份</a:t>
            </a:r>
            <a:r>
              <a:rPr lang="zh-TW" altLang="en-US" sz="2400" dirty="0">
                <a:latin typeface="標楷體" pitchFamily="65" charset="-120"/>
                <a:ea typeface="標楷體" pitchFamily="65" charset="-120"/>
              </a:rPr>
              <a:t>。</a:t>
            </a:r>
            <a:endParaRPr lang="en-US" altLang="zh-TW" sz="2400" dirty="0">
              <a:latin typeface="標楷體" pitchFamily="65" charset="-120"/>
              <a:ea typeface="標楷體" pitchFamily="65" charset="-120"/>
            </a:endParaRPr>
          </a:p>
          <a:p>
            <a:pPr marL="365760" indent="-283464" eaLnBrk="1" fontAlgn="auto" hangingPunct="1">
              <a:spcAft>
                <a:spcPts val="0"/>
              </a:spcAft>
              <a:buFont typeface="Wingdings 2"/>
              <a:buChar char=""/>
              <a:defRPr/>
            </a:pPr>
            <a:r>
              <a:rPr lang="zh-TW" altLang="zh-TW" sz="2400" dirty="0">
                <a:latin typeface="標楷體" pitchFamily="65" charset="-120"/>
                <a:ea typeface="標楷體" pitchFamily="65" charset="-120"/>
              </a:rPr>
              <a:t>以每季為期刊</a:t>
            </a:r>
            <a:r>
              <a:rPr lang="zh-TW" altLang="en-US" sz="2400" dirty="0">
                <a:latin typeface="標楷體" pitchFamily="65" charset="-120"/>
                <a:ea typeface="標楷體" pitchFamily="65" charset="-120"/>
              </a:rPr>
              <a:t>發行</a:t>
            </a:r>
            <a:r>
              <a:rPr lang="en-US" altLang="zh-TW" sz="2400" dirty="0">
                <a:latin typeface="標楷體" pitchFamily="65" charset="-120"/>
                <a:ea typeface="標楷體" pitchFamily="65" charset="-120"/>
              </a:rPr>
              <a:t>4</a:t>
            </a:r>
            <a:r>
              <a:rPr lang="zh-TW" altLang="en-US" sz="2400" dirty="0">
                <a:latin typeface="標楷體" pitchFamily="65" charset="-120"/>
                <a:ea typeface="標楷體" pitchFamily="65" charset="-120"/>
              </a:rPr>
              <a:t>次。</a:t>
            </a:r>
            <a:endParaRPr lang="en-US" altLang="zh-TW" sz="2400" dirty="0">
              <a:latin typeface="標楷體" pitchFamily="65" charset="-120"/>
              <a:ea typeface="標楷體" pitchFamily="65" charset="-120"/>
            </a:endParaRPr>
          </a:p>
          <a:p>
            <a:pPr marL="365760" indent="-283464" eaLnBrk="1" fontAlgn="auto" hangingPunct="1">
              <a:spcAft>
                <a:spcPts val="0"/>
              </a:spcAft>
              <a:buFont typeface="Wingdings 2"/>
              <a:buChar char=""/>
              <a:defRPr/>
            </a:pPr>
            <a:r>
              <a:rPr lang="zh-TW" altLang="zh-TW" sz="2400" dirty="0">
                <a:latin typeface="標楷體" pitchFamily="65" charset="-120"/>
                <a:ea typeface="標楷體" pitchFamily="65" charset="-120"/>
              </a:rPr>
              <a:t>透過聯繫會報分送各社區。</a:t>
            </a:r>
          </a:p>
          <a:p>
            <a:pPr marL="0" indent="0" eaLnBrk="1" fontAlgn="auto" hangingPunct="1">
              <a:spcAft>
                <a:spcPts val="0"/>
              </a:spcAft>
              <a:buFont typeface="Wingdings" panose="05000000000000000000" pitchFamily="2" charset="2"/>
              <a:buNone/>
              <a:defRPr/>
            </a:pPr>
            <a:endParaRPr lang="zh-TW" altLang="zh-TW" sz="2400" dirty="0">
              <a:latin typeface="標楷體" pitchFamily="65" charset="-120"/>
              <a:ea typeface="標楷體" pitchFamily="65" charset="-120"/>
              <a:cs typeface="超研澤粗楷"/>
            </a:endParaRPr>
          </a:p>
        </p:txBody>
      </p:sp>
      <p:sp>
        <p:nvSpPr>
          <p:cNvPr id="128003" name="標題 1">
            <a:extLst>
              <a:ext uri="{FF2B5EF4-FFF2-40B4-BE49-F238E27FC236}">
                <a16:creationId xmlns:a16="http://schemas.microsoft.com/office/drawing/2014/main" id="{701D8497-C8F9-A54F-C9A8-54A705E38EF7}"/>
              </a:ext>
            </a:extLst>
          </p:cNvPr>
          <p:cNvSpPr>
            <a:spLocks noGrp="1"/>
          </p:cNvSpPr>
          <p:nvPr>
            <p:ph type="title"/>
          </p:nvPr>
        </p:nvSpPr>
        <p:spPr/>
        <p:txBody>
          <a:bodyPr/>
          <a:lstStyle/>
          <a:p>
            <a:pPr eaLnBrk="1" hangingPunct="1"/>
            <a:r>
              <a:rPr lang="zh-TW" altLang="en-US" sz="4000">
                <a:latin typeface="標楷體" panose="03000509000000000000" pitchFamily="65" charset="-120"/>
                <a:ea typeface="標楷體" panose="03000509000000000000" pitchFamily="65" charset="-120"/>
                <a:cs typeface="華康隸書體W7" panose="02010609010101010101" pitchFamily="49" charset="-120"/>
              </a:rPr>
              <a:t>計畫內容</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3" name="內容版面配置區 2">
            <a:extLst>
              <a:ext uri="{FF2B5EF4-FFF2-40B4-BE49-F238E27FC236}">
                <a16:creationId xmlns:a16="http://schemas.microsoft.com/office/drawing/2014/main" id="{1EAE57A0-2642-638A-7FBE-04AA981E658E}"/>
              </a:ext>
            </a:extLst>
          </p:cNvPr>
          <p:cNvSpPr>
            <a:spLocks noGrp="1"/>
          </p:cNvSpPr>
          <p:nvPr>
            <p:ph idx="1"/>
          </p:nvPr>
        </p:nvSpPr>
        <p:spPr>
          <a:xfrm>
            <a:off x="914400" y="765175"/>
            <a:ext cx="7978775" cy="5410200"/>
          </a:xfrm>
        </p:spPr>
        <p:txBody>
          <a:bodyPr>
            <a:normAutofit/>
          </a:bodyPr>
          <a:lstStyle/>
          <a:p>
            <a:pPr marL="0" indent="0" eaLnBrk="1" fontAlgn="auto" hangingPunct="1">
              <a:spcAft>
                <a:spcPts val="0"/>
              </a:spcAft>
              <a:buFont typeface="Wingdings" panose="05000000000000000000"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八</a:t>
            </a:r>
            <a:r>
              <a:rPr lang="en-US" altLang="zh-TW" sz="2800" b="1" dirty="0">
                <a:latin typeface="標楷體" pitchFamily="65" charset="-120"/>
                <a:ea typeface="標楷體" pitchFamily="65" charset="-120"/>
              </a:rPr>
              <a:t>)</a:t>
            </a:r>
            <a:r>
              <a:rPr lang="en-US" altLang="zh-TW" sz="2800" dirty="0">
                <a:latin typeface="標楷體" pitchFamily="65" charset="-120"/>
                <a:ea typeface="標楷體" pitchFamily="65" charset="-120"/>
              </a:rPr>
              <a:t> </a:t>
            </a:r>
            <a:r>
              <a:rPr lang="zh-TW" altLang="zh-TW" sz="2800" b="1" dirty="0">
                <a:latin typeface="標楷體" pitchFamily="65" charset="-120"/>
                <a:ea typeface="標楷體" pitchFamily="65" charset="-120"/>
              </a:rPr>
              <a:t>、 溫暖大竹山˙轉動幸福齊步走</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成果展</a:t>
            </a:r>
            <a:endParaRPr lang="zh-TW" altLang="zh-TW" sz="2800" dirty="0">
              <a:latin typeface="標楷體" pitchFamily="65" charset="-120"/>
              <a:ea typeface="標楷體" pitchFamily="65" charset="-120"/>
            </a:endParaRPr>
          </a:p>
          <a:p>
            <a:pPr marL="0" indent="0" eaLnBrk="1" fontAlgn="auto" hangingPunct="1">
              <a:lnSpc>
                <a:spcPct val="115000"/>
              </a:lnSpc>
              <a:spcAft>
                <a:spcPts val="0"/>
              </a:spcAft>
              <a:buFont typeface="Wingdings" panose="05000000000000000000" pitchFamily="2" charset="2"/>
              <a:buNone/>
              <a:defRPr/>
            </a:pPr>
            <a:r>
              <a:rPr lang="zh-TW" altLang="en-US" sz="2400" b="1" kern="100" dirty="0">
                <a:latin typeface="Times New Roman"/>
                <a:ea typeface="標楷體"/>
              </a:rPr>
              <a:t>   </a:t>
            </a:r>
            <a:r>
              <a:rPr lang="en-US" altLang="zh-TW" sz="2400" b="1" kern="100" dirty="0">
                <a:solidFill>
                  <a:srgbClr val="FF0000"/>
                </a:solidFill>
                <a:latin typeface="Times New Roman"/>
                <a:ea typeface="標楷體"/>
              </a:rPr>
              <a:t>A.</a:t>
            </a:r>
            <a:r>
              <a:rPr lang="zh-TW" altLang="zh-TW" sz="2400" b="1" kern="100" dirty="0">
                <a:solidFill>
                  <a:srgbClr val="FF0000"/>
                </a:solidFill>
                <a:latin typeface="Times New Roman"/>
                <a:ea typeface="標楷體"/>
              </a:rPr>
              <a:t>靜態展示</a:t>
            </a:r>
            <a:r>
              <a:rPr lang="en-US" altLang="zh-TW" sz="2400" b="1" kern="100" dirty="0">
                <a:solidFill>
                  <a:srgbClr val="FF0000"/>
                </a:solidFill>
                <a:latin typeface="Times New Roman"/>
                <a:ea typeface="標楷體"/>
              </a:rPr>
              <a:t>-</a:t>
            </a:r>
            <a:r>
              <a:rPr lang="zh-TW" altLang="zh-TW" sz="2400" b="1" kern="100" dirty="0">
                <a:solidFill>
                  <a:srgbClr val="FF0000"/>
                </a:solidFill>
                <a:latin typeface="Times New Roman"/>
                <a:ea typeface="標楷體"/>
              </a:rPr>
              <a:t>「社區特色展示」</a:t>
            </a:r>
            <a:endParaRPr lang="zh-TW" altLang="zh-TW" sz="2800" b="1" kern="100" dirty="0">
              <a:solidFill>
                <a:srgbClr val="FF0000"/>
              </a:solidFill>
              <a:latin typeface="Times New Roman"/>
              <a:ea typeface="超研澤粗楷"/>
            </a:endParaRPr>
          </a:p>
          <a:p>
            <a:pPr marL="39751" indent="0" eaLnBrk="1" fontAlgn="auto" hangingPunct="1">
              <a:lnSpc>
                <a:spcPct val="115000"/>
              </a:lnSpc>
              <a:spcBef>
                <a:spcPts val="0"/>
              </a:spcBef>
              <a:spcAft>
                <a:spcPts val="0"/>
              </a:spcAft>
              <a:buFont typeface="Wingdings" panose="05000000000000000000" pitchFamily="2" charset="2"/>
              <a:buNone/>
              <a:tabLst>
                <a:tab pos="90170" algn="l"/>
              </a:tabLst>
              <a:defRPr/>
            </a:pPr>
            <a:r>
              <a:rPr lang="zh-TW" altLang="en-US" sz="2400" kern="100" dirty="0">
                <a:latin typeface="標楷體"/>
                <a:ea typeface="超研澤粗楷"/>
              </a:rPr>
              <a:t>    </a:t>
            </a:r>
            <a:r>
              <a:rPr lang="zh-TW" altLang="zh-TW" sz="2400" kern="100" dirty="0">
                <a:latin typeface="Times New Roman"/>
                <a:ea typeface="標楷體"/>
              </a:rPr>
              <a:t>邀請旗艦各社區，針對其服務特色、推動成果等，設</a:t>
            </a:r>
            <a:endParaRPr lang="en-US" altLang="zh-TW" sz="2400" kern="100" dirty="0">
              <a:latin typeface="Times New Roman"/>
              <a:ea typeface="標楷體"/>
            </a:endParaRPr>
          </a:p>
          <a:p>
            <a:pPr marL="39751" indent="0" eaLnBrk="1" fontAlgn="auto" hangingPunct="1">
              <a:lnSpc>
                <a:spcPct val="115000"/>
              </a:lnSpc>
              <a:spcBef>
                <a:spcPts val="0"/>
              </a:spcBef>
              <a:spcAft>
                <a:spcPts val="0"/>
              </a:spcAft>
              <a:buFont typeface="Wingdings" panose="05000000000000000000" pitchFamily="2" charset="2"/>
              <a:buNone/>
              <a:tabLst>
                <a:tab pos="90170" algn="l"/>
              </a:tabLst>
              <a:defRPr/>
            </a:pPr>
            <a:r>
              <a:rPr lang="zh-TW" altLang="en-US" sz="2400" kern="100" dirty="0">
                <a:latin typeface="Times New Roman"/>
                <a:ea typeface="標楷體"/>
              </a:rPr>
              <a:t>        </a:t>
            </a:r>
            <a:r>
              <a:rPr lang="zh-TW" altLang="zh-TW" sz="2400" kern="100" dirty="0">
                <a:latin typeface="Times New Roman"/>
                <a:ea typeface="標楷體"/>
              </a:rPr>
              <a:t>計海報於會場展示，展現成果與其他社區交流分享。</a:t>
            </a:r>
            <a:endParaRPr lang="zh-TW" altLang="zh-TW" sz="2800" kern="100" dirty="0">
              <a:latin typeface="Times New Roman"/>
              <a:ea typeface="超研澤粗楷"/>
            </a:endParaRPr>
          </a:p>
          <a:p>
            <a:pPr marL="284480" indent="0" eaLnBrk="1" fontAlgn="auto" hangingPunct="1">
              <a:lnSpc>
                <a:spcPct val="115000"/>
              </a:lnSpc>
              <a:spcBef>
                <a:spcPts val="0"/>
              </a:spcBef>
              <a:spcAft>
                <a:spcPts val="600"/>
              </a:spcAft>
              <a:buFont typeface="Wingdings" panose="05000000000000000000" pitchFamily="2" charset="2"/>
              <a:buNone/>
              <a:defRPr/>
            </a:pPr>
            <a:r>
              <a:rPr lang="en-US" altLang="zh-TW" sz="2400" b="1" kern="100" dirty="0">
                <a:solidFill>
                  <a:srgbClr val="FF0000"/>
                </a:solidFill>
                <a:latin typeface="標楷體"/>
                <a:ea typeface="超研澤粗楷"/>
              </a:rPr>
              <a:t>B.</a:t>
            </a:r>
            <a:r>
              <a:rPr lang="zh-TW" altLang="zh-TW" sz="2400" b="1" kern="100" dirty="0">
                <a:solidFill>
                  <a:srgbClr val="FF0000"/>
                </a:solidFill>
                <a:latin typeface="Times New Roman"/>
                <a:ea typeface="標楷體"/>
              </a:rPr>
              <a:t>動態活動：</a:t>
            </a:r>
            <a:endParaRPr lang="en-US" altLang="zh-TW" sz="2400" b="1" kern="100" dirty="0">
              <a:solidFill>
                <a:srgbClr val="FF0000"/>
              </a:solidFill>
              <a:latin typeface="Times New Roman"/>
              <a:ea typeface="標楷體"/>
            </a:endParaRPr>
          </a:p>
          <a:p>
            <a:pPr marL="284480" indent="0" eaLnBrk="1" fontAlgn="auto" hangingPunct="1">
              <a:lnSpc>
                <a:spcPct val="115000"/>
              </a:lnSpc>
              <a:spcBef>
                <a:spcPts val="0"/>
              </a:spcBef>
              <a:spcAft>
                <a:spcPts val="600"/>
              </a:spcAft>
              <a:buFont typeface="Wingdings" panose="05000000000000000000" pitchFamily="2" charset="2"/>
              <a:buNone/>
              <a:defRPr/>
            </a:pPr>
            <a:r>
              <a:rPr lang="zh-TW" altLang="en-US" sz="2400" b="1" kern="100" dirty="0">
                <a:solidFill>
                  <a:srgbClr val="FF0000"/>
                </a:solidFill>
                <a:latin typeface="Times New Roman"/>
                <a:ea typeface="標楷體"/>
              </a:rPr>
              <a:t>     </a:t>
            </a:r>
            <a:r>
              <a:rPr lang="zh-TW" altLang="zh-TW" sz="2400" kern="100" dirty="0">
                <a:latin typeface="Times New Roman"/>
                <a:ea typeface="標楷體"/>
              </a:rPr>
              <a:t>社區表演</a:t>
            </a:r>
            <a:r>
              <a:rPr lang="en-US" altLang="zh-TW" sz="2400" kern="100" dirty="0">
                <a:latin typeface="Times New Roman"/>
                <a:ea typeface="標楷體"/>
              </a:rPr>
              <a:t>-</a:t>
            </a:r>
            <a:r>
              <a:rPr lang="zh-TW" altLang="zh-TW" sz="2400" kern="100" dirty="0">
                <a:latin typeface="Times New Roman"/>
                <a:ea typeface="標楷體"/>
              </a:rPr>
              <a:t>「社區活力</a:t>
            </a:r>
            <a:r>
              <a:rPr lang="en-US" altLang="zh-TW" sz="2400" kern="100" dirty="0">
                <a:latin typeface="Times New Roman"/>
                <a:ea typeface="標楷體"/>
              </a:rPr>
              <a:t>SHOW</a:t>
            </a:r>
            <a:r>
              <a:rPr lang="zh-TW" altLang="zh-TW" sz="2400" kern="100" dirty="0">
                <a:latin typeface="Times New Roman"/>
                <a:ea typeface="標楷體"/>
              </a:rPr>
              <a:t>出來」</a:t>
            </a:r>
            <a:r>
              <a:rPr lang="en-US" altLang="zh-TW" sz="2400" kern="100" dirty="0">
                <a:latin typeface="Times New Roman"/>
                <a:ea typeface="標楷體"/>
              </a:rPr>
              <a:t>(8</a:t>
            </a:r>
            <a:r>
              <a:rPr lang="zh-TW" altLang="zh-TW" sz="2400" kern="100" dirty="0">
                <a:latin typeface="Times New Roman"/>
                <a:ea typeface="標楷體"/>
              </a:rPr>
              <a:t>個社區</a:t>
            </a:r>
            <a:r>
              <a:rPr lang="en-US" altLang="zh-TW" sz="2400" kern="100" dirty="0">
                <a:latin typeface="Times New Roman"/>
                <a:ea typeface="標楷體"/>
              </a:rPr>
              <a:t>)</a:t>
            </a:r>
            <a:r>
              <a:rPr lang="zh-TW" altLang="zh-TW" sz="2400" kern="100" dirty="0">
                <a:latin typeface="Times New Roman"/>
                <a:ea typeface="標楷體"/>
              </a:rPr>
              <a:t> 增進各</a:t>
            </a:r>
            <a:endParaRPr lang="en-US" altLang="zh-TW" sz="2400" kern="100" dirty="0">
              <a:latin typeface="Times New Roman"/>
              <a:ea typeface="標楷體"/>
            </a:endParaRPr>
          </a:p>
          <a:p>
            <a:pPr marL="284480" indent="0" eaLnBrk="1" fontAlgn="auto" hangingPunct="1">
              <a:lnSpc>
                <a:spcPct val="115000"/>
              </a:lnSpc>
              <a:spcBef>
                <a:spcPts val="0"/>
              </a:spcBef>
              <a:spcAft>
                <a:spcPts val="600"/>
              </a:spcAft>
              <a:buFont typeface="Wingdings" panose="05000000000000000000" pitchFamily="2" charset="2"/>
              <a:buNone/>
              <a:defRPr/>
            </a:pPr>
            <a:r>
              <a:rPr lang="zh-TW" altLang="en-US" sz="2400" kern="100" dirty="0">
                <a:latin typeface="Times New Roman"/>
                <a:ea typeface="標楷體"/>
              </a:rPr>
              <a:t>     </a:t>
            </a:r>
            <a:r>
              <a:rPr lang="zh-TW" altLang="zh-TW" sz="2400" kern="100" dirty="0">
                <a:latin typeface="Times New Roman"/>
                <a:ea typeface="標楷體"/>
              </a:rPr>
              <a:t>社區未來帶領活動之豐富性。</a:t>
            </a:r>
            <a:endParaRPr lang="zh-TW" altLang="zh-TW" sz="2800" kern="100" dirty="0">
              <a:latin typeface="Times New Roman"/>
              <a:ea typeface="超研澤粗楷"/>
            </a:endParaRPr>
          </a:p>
          <a:p>
            <a:pPr marL="0" indent="0" eaLnBrk="1" fontAlgn="auto" hangingPunct="1">
              <a:spcAft>
                <a:spcPts val="0"/>
              </a:spcAft>
              <a:buFont typeface="Wingdings" panose="05000000000000000000" pitchFamily="2" charset="2"/>
              <a:buNone/>
              <a:defRPr/>
            </a:pPr>
            <a:endParaRPr lang="zh-TW" altLang="zh-TW" sz="2400" dirty="0">
              <a:latin typeface="標楷體" pitchFamily="65" charset="-120"/>
              <a:ea typeface="標楷體" pitchFamily="65" charset="-120"/>
              <a:cs typeface="超研澤粗楷"/>
            </a:endParaRPr>
          </a:p>
        </p:txBody>
      </p:sp>
      <p:sp>
        <p:nvSpPr>
          <p:cNvPr id="5" name="標題 1">
            <a:extLst>
              <a:ext uri="{FF2B5EF4-FFF2-40B4-BE49-F238E27FC236}">
                <a16:creationId xmlns:a16="http://schemas.microsoft.com/office/drawing/2014/main" id="{1573B8E0-0C8B-80F4-0E92-5B017CAC4F6C}"/>
              </a:ext>
            </a:extLst>
          </p:cNvPr>
          <p:cNvSpPr txBox="1">
            <a:spLocks/>
          </p:cNvSpPr>
          <p:nvPr/>
        </p:nvSpPr>
        <p:spPr bwMode="black">
          <a:xfrm>
            <a:off x="842963" y="-100013"/>
            <a:ext cx="7343775" cy="692151"/>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pic>
        <p:nvPicPr>
          <p:cNvPr id="110596" name="Picture 4" descr="H:\云\大旗艦\107計畫\照片\1111成果展照片(完)\60968.jpg">
            <a:extLst>
              <a:ext uri="{FF2B5EF4-FFF2-40B4-BE49-F238E27FC236}">
                <a16:creationId xmlns:a16="http://schemas.microsoft.com/office/drawing/2014/main" id="{C387DECC-AD1A-146E-68E3-EA3842BC3E3E}"/>
              </a:ext>
            </a:extLst>
          </p:cNvPr>
          <p:cNvPicPr>
            <a:picLocks noChangeAspect="1" noChangeArrowheads="1"/>
          </p:cNvPicPr>
          <p:nvPr/>
        </p:nvPicPr>
        <p:blipFill>
          <a:blip r:embed="rId3" cstate="print"/>
          <a:srcRect/>
          <a:stretch>
            <a:fillRect/>
          </a:stretch>
        </p:blipFill>
        <p:spPr bwMode="auto">
          <a:xfrm>
            <a:off x="0" y="4365104"/>
            <a:ext cx="3054362" cy="2290128"/>
          </a:xfrm>
          <a:prstGeom prst="rect">
            <a:avLst/>
          </a:prstGeom>
          <a:ln>
            <a:noFill/>
          </a:ln>
          <a:effectLst>
            <a:softEdge rad="112500"/>
          </a:effectLst>
        </p:spPr>
      </p:pic>
      <p:pic>
        <p:nvPicPr>
          <p:cNvPr id="110597" name="Picture 5" descr="H:\云\大旗艦\107計畫\照片\1111成果展照片(完)\60970.jpg">
            <a:extLst>
              <a:ext uri="{FF2B5EF4-FFF2-40B4-BE49-F238E27FC236}">
                <a16:creationId xmlns:a16="http://schemas.microsoft.com/office/drawing/2014/main" id="{36BA063E-D4AF-1368-30B6-64F59DA5E41F}"/>
              </a:ext>
            </a:extLst>
          </p:cNvPr>
          <p:cNvPicPr>
            <a:picLocks noChangeAspect="1" noChangeArrowheads="1"/>
          </p:cNvPicPr>
          <p:nvPr/>
        </p:nvPicPr>
        <p:blipFill>
          <a:blip r:embed="rId4" cstate="print"/>
          <a:srcRect/>
          <a:stretch>
            <a:fillRect/>
          </a:stretch>
        </p:blipFill>
        <p:spPr bwMode="auto">
          <a:xfrm>
            <a:off x="6058962" y="4365104"/>
            <a:ext cx="3054362" cy="2290128"/>
          </a:xfrm>
          <a:prstGeom prst="rect">
            <a:avLst/>
          </a:prstGeom>
          <a:ln>
            <a:noFill/>
          </a:ln>
          <a:effectLst>
            <a:softEdge rad="112500"/>
          </a:effectLst>
        </p:spPr>
      </p:pic>
      <p:pic>
        <p:nvPicPr>
          <p:cNvPr id="110598" name="Picture 6" descr="H:\云\大旗艦\107計畫\照片\1111成果展照片(完)\60971.jpg">
            <a:extLst>
              <a:ext uri="{FF2B5EF4-FFF2-40B4-BE49-F238E27FC236}">
                <a16:creationId xmlns:a16="http://schemas.microsoft.com/office/drawing/2014/main" id="{8907A3B5-EC11-EC1C-A94E-4CF14CBB20A2}"/>
              </a:ext>
            </a:extLst>
          </p:cNvPr>
          <p:cNvPicPr>
            <a:picLocks noChangeAspect="1" noChangeArrowheads="1"/>
          </p:cNvPicPr>
          <p:nvPr/>
        </p:nvPicPr>
        <p:blipFill>
          <a:blip r:embed="rId5" cstate="print"/>
          <a:srcRect/>
          <a:stretch>
            <a:fillRect/>
          </a:stretch>
        </p:blipFill>
        <p:spPr bwMode="auto">
          <a:xfrm>
            <a:off x="2987823" y="4365104"/>
            <a:ext cx="3054362" cy="2290128"/>
          </a:xfrm>
          <a:prstGeom prst="rect">
            <a:avLst/>
          </a:prstGeom>
          <a:ln>
            <a:noFill/>
          </a:ln>
          <a:effectLst>
            <a:softEdge rad="112500"/>
          </a:effectLst>
        </p:spPr>
      </p:pic>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內容版面配置區 4">
            <a:extLst>
              <a:ext uri="{FF2B5EF4-FFF2-40B4-BE49-F238E27FC236}">
                <a16:creationId xmlns:a16="http://schemas.microsoft.com/office/drawing/2014/main" id="{0A273E73-E712-BBFB-99E3-FE17895EC3B7}"/>
              </a:ext>
            </a:extLst>
          </p:cNvPr>
          <p:cNvSpPr>
            <a:spLocks noGrp="1"/>
          </p:cNvSpPr>
          <p:nvPr>
            <p:ph idx="1"/>
          </p:nvPr>
        </p:nvSpPr>
        <p:spPr>
          <a:xfrm>
            <a:off x="1030288" y="863600"/>
            <a:ext cx="7497762" cy="4800600"/>
          </a:xfrm>
        </p:spPr>
        <p:txBody>
          <a:bodyPr>
            <a:normAutofit/>
          </a:bodyPr>
          <a:lstStyle/>
          <a:p>
            <a:pPr marL="0" indent="0" eaLnBrk="1" fontAlgn="auto" hangingPunct="1">
              <a:spcAft>
                <a:spcPts val="0"/>
              </a:spcAft>
              <a:buFont typeface="Wingdings" panose="05000000000000000000"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九</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、旗艦計畫專案</a:t>
            </a:r>
            <a:r>
              <a:rPr lang="zh-TW" altLang="en-US" sz="2800" b="1" dirty="0">
                <a:latin typeface="標楷體" pitchFamily="65" charset="-120"/>
                <a:ea typeface="標楷體" pitchFamily="65" charset="-120"/>
              </a:rPr>
              <a:t>人員</a:t>
            </a:r>
            <a:r>
              <a:rPr lang="zh-TW" altLang="zh-TW" sz="2800" b="1" dirty="0">
                <a:latin typeface="標楷體" pitchFamily="65" charset="-120"/>
                <a:ea typeface="標楷體" pitchFamily="65" charset="-120"/>
              </a:rPr>
              <a:t>人事費</a:t>
            </a:r>
            <a:endParaRPr lang="en-US" altLang="zh-TW" sz="2800" b="1" dirty="0">
              <a:latin typeface="標楷體" pitchFamily="65" charset="-120"/>
              <a:ea typeface="標楷體" pitchFamily="65" charset="-120"/>
            </a:endParaRPr>
          </a:p>
          <a:p>
            <a:pPr marL="0" indent="0" eaLnBrk="1" fontAlgn="auto" hangingPunct="1">
              <a:spcAft>
                <a:spcPts val="0"/>
              </a:spcAft>
              <a:buFont typeface="Wingdings" panose="05000000000000000000" pitchFamily="2" charset="2"/>
              <a:buNone/>
              <a:defRPr/>
            </a:pPr>
            <a:endParaRPr lang="en-US" altLang="zh-TW" sz="2800" b="1" kern="100" dirty="0">
              <a:latin typeface="Times New Roman"/>
              <a:ea typeface="標楷體"/>
            </a:endParaRPr>
          </a:p>
          <a:p>
            <a:pPr marL="0" indent="0" eaLnBrk="1" fontAlgn="auto" hangingPunct="1">
              <a:spcAft>
                <a:spcPts val="0"/>
              </a:spcAft>
              <a:buFont typeface="Wingdings" panose="05000000000000000000" pitchFamily="2" charset="2"/>
              <a:buNone/>
              <a:defRPr/>
            </a:pPr>
            <a:endParaRPr lang="en-US" altLang="zh-TW" sz="2800" b="1" kern="100" dirty="0">
              <a:latin typeface="Times New Roman"/>
              <a:ea typeface="標楷體"/>
            </a:endParaRPr>
          </a:p>
          <a:p>
            <a:pPr marL="0" indent="0" eaLnBrk="1" fontAlgn="auto" hangingPunct="1">
              <a:spcAft>
                <a:spcPts val="0"/>
              </a:spcAft>
              <a:buFont typeface="Wingdings" panose="05000000000000000000" pitchFamily="2" charset="2"/>
              <a:buNone/>
              <a:defRPr/>
            </a:pPr>
            <a:endParaRPr lang="en-US" altLang="zh-TW" sz="2800" b="1" kern="100" dirty="0">
              <a:latin typeface="Times New Roman"/>
              <a:ea typeface="標楷體"/>
            </a:endParaRPr>
          </a:p>
          <a:p>
            <a:pPr marL="0" indent="0" eaLnBrk="1" fontAlgn="auto" hangingPunct="1">
              <a:spcAft>
                <a:spcPts val="0"/>
              </a:spcAft>
              <a:buFont typeface="Wingdings" panose="05000000000000000000" pitchFamily="2" charset="2"/>
              <a:buNone/>
              <a:defRPr/>
            </a:pPr>
            <a:endParaRPr lang="en-US" altLang="zh-TW" sz="2800" b="1" kern="100" dirty="0">
              <a:latin typeface="Times New Roman"/>
              <a:ea typeface="標楷體"/>
            </a:endParaRPr>
          </a:p>
          <a:p>
            <a:pPr marL="0" indent="0" eaLnBrk="1" fontAlgn="auto" hangingPunct="1">
              <a:spcAft>
                <a:spcPts val="0"/>
              </a:spcAft>
              <a:buFont typeface="Wingdings" panose="05000000000000000000" pitchFamily="2" charset="2"/>
              <a:buNone/>
              <a:defRPr/>
            </a:pPr>
            <a:endParaRPr lang="en-US" altLang="zh-TW" sz="2800" b="1" kern="100" dirty="0">
              <a:latin typeface="Times New Roman"/>
              <a:ea typeface="標楷體"/>
            </a:endParaRPr>
          </a:p>
          <a:p>
            <a:pPr marL="0" indent="0" eaLnBrk="1" fontAlgn="auto" hangingPunct="1">
              <a:spcAft>
                <a:spcPts val="0"/>
              </a:spcAft>
              <a:buFont typeface="Wingdings" panose="05000000000000000000" pitchFamily="2" charset="2"/>
              <a:buNone/>
              <a:defRPr/>
            </a:pP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十</a:t>
            </a:r>
            <a:r>
              <a:rPr lang="en-US" altLang="zh-TW" sz="2800" b="1" dirty="0">
                <a:latin typeface="標楷體" pitchFamily="65" charset="-120"/>
                <a:ea typeface="標楷體" pitchFamily="65" charset="-120"/>
              </a:rPr>
              <a:t>)</a:t>
            </a:r>
            <a:r>
              <a:rPr lang="zh-TW" altLang="zh-TW" sz="2800" b="1" dirty="0">
                <a:latin typeface="標楷體" pitchFamily="65" charset="-120"/>
                <a:ea typeface="標楷體" pitchFamily="65" charset="-120"/>
              </a:rPr>
              <a:t>、專案計畫管理費</a:t>
            </a:r>
          </a:p>
          <a:p>
            <a:pPr marL="0" indent="0" eaLnBrk="1" fontAlgn="auto" hangingPunct="1">
              <a:spcAft>
                <a:spcPts val="0"/>
              </a:spcAft>
              <a:buFont typeface="Wingdings" panose="05000000000000000000" pitchFamily="2" charset="2"/>
              <a:buNone/>
              <a:defRPr/>
            </a:pPr>
            <a:endParaRPr lang="en-US" altLang="zh-TW" sz="2800" b="1" kern="100" dirty="0">
              <a:latin typeface="Times New Roman"/>
              <a:ea typeface="標楷體"/>
            </a:endParaRPr>
          </a:p>
        </p:txBody>
      </p:sp>
      <p:graphicFrame>
        <p:nvGraphicFramePr>
          <p:cNvPr id="6" name="表格 5">
            <a:extLst>
              <a:ext uri="{FF2B5EF4-FFF2-40B4-BE49-F238E27FC236}">
                <a16:creationId xmlns:a16="http://schemas.microsoft.com/office/drawing/2014/main" id="{8C2AFE37-F23B-C62D-5AC7-2E0A8A68D5CC}"/>
              </a:ext>
            </a:extLst>
          </p:cNvPr>
          <p:cNvGraphicFramePr>
            <a:graphicFrameLocks noGrp="1"/>
          </p:cNvGraphicFramePr>
          <p:nvPr/>
        </p:nvGraphicFramePr>
        <p:xfrm>
          <a:off x="468313" y="1484313"/>
          <a:ext cx="8351838" cy="2195513"/>
        </p:xfrm>
        <a:graphic>
          <a:graphicData uri="http://schemas.openxmlformats.org/drawingml/2006/table">
            <a:tbl>
              <a:tblPr/>
              <a:tblGrid>
                <a:gridCol w="640307">
                  <a:extLst>
                    <a:ext uri="{9D8B030D-6E8A-4147-A177-3AD203B41FA5}">
                      <a16:colId xmlns:a16="http://schemas.microsoft.com/office/drawing/2014/main" val="20000"/>
                    </a:ext>
                  </a:extLst>
                </a:gridCol>
                <a:gridCol w="1564974">
                  <a:extLst>
                    <a:ext uri="{9D8B030D-6E8A-4147-A177-3AD203B41FA5}">
                      <a16:colId xmlns:a16="http://schemas.microsoft.com/office/drawing/2014/main" val="20001"/>
                    </a:ext>
                  </a:extLst>
                </a:gridCol>
                <a:gridCol w="737747">
                  <a:extLst>
                    <a:ext uri="{9D8B030D-6E8A-4147-A177-3AD203B41FA5}">
                      <a16:colId xmlns:a16="http://schemas.microsoft.com/office/drawing/2014/main" val="20002"/>
                    </a:ext>
                  </a:extLst>
                </a:gridCol>
                <a:gridCol w="692010">
                  <a:extLst>
                    <a:ext uri="{9D8B030D-6E8A-4147-A177-3AD203B41FA5}">
                      <a16:colId xmlns:a16="http://schemas.microsoft.com/office/drawing/2014/main" val="20003"/>
                    </a:ext>
                  </a:extLst>
                </a:gridCol>
                <a:gridCol w="833195">
                  <a:extLst>
                    <a:ext uri="{9D8B030D-6E8A-4147-A177-3AD203B41FA5}">
                      <a16:colId xmlns:a16="http://schemas.microsoft.com/office/drawing/2014/main" val="20004"/>
                    </a:ext>
                  </a:extLst>
                </a:gridCol>
                <a:gridCol w="890863">
                  <a:extLst>
                    <a:ext uri="{9D8B030D-6E8A-4147-A177-3AD203B41FA5}">
                      <a16:colId xmlns:a16="http://schemas.microsoft.com/office/drawing/2014/main" val="20005"/>
                    </a:ext>
                  </a:extLst>
                </a:gridCol>
                <a:gridCol w="890863">
                  <a:extLst>
                    <a:ext uri="{9D8B030D-6E8A-4147-A177-3AD203B41FA5}">
                      <a16:colId xmlns:a16="http://schemas.microsoft.com/office/drawing/2014/main" val="20006"/>
                    </a:ext>
                  </a:extLst>
                </a:gridCol>
                <a:gridCol w="1075796">
                  <a:extLst>
                    <a:ext uri="{9D8B030D-6E8A-4147-A177-3AD203B41FA5}">
                      <a16:colId xmlns:a16="http://schemas.microsoft.com/office/drawing/2014/main" val="20007"/>
                    </a:ext>
                  </a:extLst>
                </a:gridCol>
                <a:gridCol w="1026083">
                  <a:extLst>
                    <a:ext uri="{9D8B030D-6E8A-4147-A177-3AD203B41FA5}">
                      <a16:colId xmlns:a16="http://schemas.microsoft.com/office/drawing/2014/main" val="20008"/>
                    </a:ext>
                  </a:extLst>
                </a:gridCol>
              </a:tblGrid>
              <a:tr h="731837">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dirty="0">
                          <a:ln>
                            <a:noFill/>
                          </a:ln>
                          <a:solidFill>
                            <a:srgbClr val="000000"/>
                          </a:solidFill>
                          <a:effectLst/>
                          <a:latin typeface="標楷體" pitchFamily="65" charset="-120"/>
                          <a:ea typeface="標楷體" pitchFamily="65" charset="-120"/>
                        </a:rPr>
                        <a:t>編號</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dirty="0">
                          <a:ln>
                            <a:noFill/>
                          </a:ln>
                          <a:solidFill>
                            <a:srgbClr val="000000"/>
                          </a:solidFill>
                          <a:effectLst/>
                          <a:latin typeface="標楷體" pitchFamily="65" charset="-120"/>
                          <a:ea typeface="標楷體" pitchFamily="65" charset="-120"/>
                        </a:rPr>
                        <a:t>項目</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dirty="0">
                          <a:ln>
                            <a:noFill/>
                          </a:ln>
                          <a:solidFill>
                            <a:srgbClr val="000000"/>
                          </a:solidFill>
                          <a:effectLst/>
                          <a:latin typeface="標楷體" pitchFamily="65" charset="-120"/>
                          <a:ea typeface="標楷體" pitchFamily="65" charset="-120"/>
                        </a:rPr>
                        <a:t>單價</a:t>
                      </a:r>
                    </a:p>
                    <a:p>
                      <a:pPr marL="0" marR="0" lvl="0" indent="0" algn="ctr" defTabSz="914400" rtl="0" eaLnBrk="1" fontAlgn="base" latinLnBrk="0" hangingPunct="1">
                        <a:lnSpc>
                          <a:spcPct val="150000"/>
                        </a:lnSpc>
                        <a:spcBef>
                          <a:spcPct val="0"/>
                        </a:spcBef>
                        <a:spcAft>
                          <a:spcPct val="0"/>
                        </a:spcAft>
                        <a:buClrTx/>
                        <a:buSzTx/>
                        <a:buFontTx/>
                        <a:buNone/>
                        <a:tabLst/>
                      </a:pPr>
                      <a:r>
                        <a:rPr kumimoji="0" lang="en-US" altLang="zh-TW" sz="1600" b="1" i="0" u="none" strike="noStrike" cap="none" normalizeH="0" baseline="0" dirty="0">
                          <a:ln>
                            <a:noFill/>
                          </a:ln>
                          <a:solidFill>
                            <a:srgbClr val="000000"/>
                          </a:solidFill>
                          <a:effectLst/>
                          <a:latin typeface="標楷體" pitchFamily="65" charset="-120"/>
                          <a:ea typeface="標楷體" pitchFamily="65" charset="-120"/>
                        </a:rPr>
                        <a:t>(</a:t>
                      </a:r>
                      <a:r>
                        <a:rPr kumimoji="0" lang="zh-TW" sz="1600" b="1" i="0" u="none" strike="noStrike" cap="none" normalizeH="0" baseline="0" dirty="0">
                          <a:ln>
                            <a:noFill/>
                          </a:ln>
                          <a:solidFill>
                            <a:srgbClr val="000000"/>
                          </a:solidFill>
                          <a:effectLst/>
                          <a:latin typeface="標楷體" pitchFamily="65" charset="-120"/>
                          <a:ea typeface="標楷體" pitchFamily="65" charset="-120"/>
                        </a:rPr>
                        <a:t>元</a:t>
                      </a:r>
                      <a:r>
                        <a:rPr kumimoji="0" lang="en-US" altLang="zh-TW" sz="1600" b="1" i="0" u="none" strike="noStrike" cap="none" normalizeH="0" baseline="0" dirty="0">
                          <a:ln>
                            <a:noFill/>
                          </a:ln>
                          <a:solidFill>
                            <a:srgbClr val="000000"/>
                          </a:solidFill>
                          <a:effectLst/>
                          <a:latin typeface="標楷體" pitchFamily="65" charset="-120"/>
                          <a:ea typeface="標楷體" pitchFamily="65" charset="-120"/>
                        </a:rPr>
                        <a:t>)</a:t>
                      </a:r>
                      <a:endParaRPr kumimoji="0" lang="zh-TW" altLang="zh-TW" sz="1600" b="1"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dirty="0">
                          <a:ln>
                            <a:noFill/>
                          </a:ln>
                          <a:solidFill>
                            <a:srgbClr val="000000"/>
                          </a:solidFill>
                          <a:effectLst/>
                          <a:latin typeface="標楷體" pitchFamily="65" charset="-120"/>
                          <a:ea typeface="標楷體" pitchFamily="65" charset="-120"/>
                        </a:rPr>
                        <a:t>數量</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單位</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小計</a:t>
                      </a:r>
                    </a:p>
                    <a:p>
                      <a:pPr marL="0" marR="0" lvl="0" indent="0" algn="ctr" defTabSz="914400" rtl="0" eaLnBrk="1" fontAlgn="base" latinLnBrk="0" hangingPunct="1">
                        <a:lnSpc>
                          <a:spcPct val="1500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a:t>
                      </a:r>
                      <a:r>
                        <a:rPr kumimoji="0" lang="zh-TW" sz="1600" b="1" i="0" u="none" strike="noStrike" cap="none" normalizeH="0" baseline="0">
                          <a:ln>
                            <a:noFill/>
                          </a:ln>
                          <a:solidFill>
                            <a:srgbClr val="000000"/>
                          </a:solidFill>
                          <a:effectLst/>
                          <a:latin typeface="標楷體" pitchFamily="65" charset="-120"/>
                          <a:ea typeface="標楷體" pitchFamily="65" charset="-120"/>
                        </a:rPr>
                        <a:t>元</a:t>
                      </a:r>
                      <a:r>
                        <a:rPr kumimoji="0" lang="en-US" altLang="zh-TW" sz="1600" b="1" i="0" u="none" strike="noStrike" cap="none" normalizeH="0" baseline="0">
                          <a:ln>
                            <a:noFill/>
                          </a:ln>
                          <a:solidFill>
                            <a:srgbClr val="000000"/>
                          </a:solidFill>
                          <a:effectLst/>
                          <a:latin typeface="標楷體" pitchFamily="65" charset="-120"/>
                          <a:ea typeface="標楷體" pitchFamily="65" charset="-120"/>
                        </a:rPr>
                        <a:t>)</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申請</a:t>
                      </a:r>
                    </a:p>
                    <a:p>
                      <a:pPr marL="0" marR="0" lvl="0" indent="0" algn="l"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補助</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縣府補助</a:t>
                      </a:r>
                    </a:p>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社區自籌</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說明</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365919">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1</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TW" sz="1600" b="0" i="0" u="none" strike="noStrike" cap="none" normalizeH="0" baseline="0">
                          <a:ln>
                            <a:noFill/>
                          </a:ln>
                          <a:solidFill>
                            <a:srgbClr val="000000"/>
                          </a:solidFill>
                          <a:effectLst/>
                          <a:latin typeface="標楷體" pitchFamily="65" charset="-120"/>
                          <a:ea typeface="標楷體" pitchFamily="65" charset="-120"/>
                        </a:rPr>
                        <a:t>薪資</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0" i="0" u="none" strike="noStrike" cap="none" normalizeH="0" baseline="0" dirty="0">
                          <a:ln>
                            <a:noFill/>
                          </a:ln>
                          <a:solidFill>
                            <a:srgbClr val="000000"/>
                          </a:solidFill>
                          <a:effectLst/>
                          <a:latin typeface="標楷體" pitchFamily="65" charset="-120"/>
                          <a:ea typeface="標楷體" pitchFamily="65" charset="-120"/>
                        </a:rPr>
                        <a:t>月</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12</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dirty="0">
                          <a:ln>
                            <a:noFill/>
                          </a:ln>
                          <a:solidFill>
                            <a:srgbClr val="000000"/>
                          </a:solidFill>
                          <a:effectLst/>
                          <a:latin typeface="標楷體" pitchFamily="65" charset="-120"/>
                          <a:ea typeface="標楷體" pitchFamily="65" charset="-120"/>
                        </a:rPr>
                        <a:t>34,000</a:t>
                      </a:r>
                      <a:endParaRPr kumimoji="0" lang="zh-TW" altLang="zh-TW" sz="1600" b="0"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dirty="0">
                          <a:ln>
                            <a:noFill/>
                          </a:ln>
                          <a:solidFill>
                            <a:srgbClr val="000000"/>
                          </a:solidFill>
                          <a:effectLst/>
                          <a:latin typeface="標楷體" pitchFamily="65" charset="-120"/>
                          <a:ea typeface="標楷體" pitchFamily="65" charset="-120"/>
                        </a:rPr>
                        <a:t>408,000</a:t>
                      </a:r>
                      <a:endParaRPr kumimoji="0" lang="zh-TW" altLang="zh-TW" sz="1600" b="0"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408,000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 </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extLst>
                  <a:ext uri="{0D108BD9-81ED-4DB2-BD59-A6C34878D82A}">
                    <a16:rowId xmlns:a16="http://schemas.microsoft.com/office/drawing/2014/main" val="10001"/>
                  </a:ext>
                </a:extLst>
              </a:tr>
              <a:tr h="365919">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2</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TW" sz="1600" b="0" i="0" u="none" strike="noStrike" cap="none" normalizeH="0" baseline="0">
                          <a:ln>
                            <a:noFill/>
                          </a:ln>
                          <a:solidFill>
                            <a:srgbClr val="000000"/>
                          </a:solidFill>
                          <a:effectLst/>
                          <a:latin typeface="標楷體" pitchFamily="65" charset="-120"/>
                          <a:ea typeface="標楷體" pitchFamily="65" charset="-120"/>
                        </a:rPr>
                        <a:t>勞健保及勞退</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0" i="0" u="none" strike="noStrike" cap="none" normalizeH="0" baseline="0" dirty="0">
                          <a:ln>
                            <a:noFill/>
                          </a:ln>
                          <a:solidFill>
                            <a:srgbClr val="000000"/>
                          </a:solidFill>
                          <a:effectLst/>
                          <a:latin typeface="標楷體" pitchFamily="65" charset="-120"/>
                          <a:ea typeface="標楷體" pitchFamily="65" charset="-120"/>
                        </a:rPr>
                        <a:t>月</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dirty="0">
                          <a:ln>
                            <a:noFill/>
                          </a:ln>
                          <a:solidFill>
                            <a:srgbClr val="000000"/>
                          </a:solidFill>
                          <a:effectLst/>
                          <a:latin typeface="標楷體" pitchFamily="65" charset="-120"/>
                          <a:ea typeface="標楷體" pitchFamily="65" charset="-120"/>
                        </a:rPr>
                        <a:t>12</a:t>
                      </a:r>
                      <a:endParaRPr kumimoji="0" lang="zh-TW" altLang="zh-TW" sz="1600" b="0"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6,265</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75,180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anchor="b"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dirty="0">
                          <a:ln>
                            <a:noFill/>
                          </a:ln>
                          <a:solidFill>
                            <a:srgbClr val="000000"/>
                          </a:solidFill>
                          <a:effectLst/>
                          <a:latin typeface="標楷體" pitchFamily="65" charset="-120"/>
                          <a:ea typeface="標楷體" pitchFamily="65" charset="-120"/>
                        </a:rPr>
                        <a:t>0</a:t>
                      </a:r>
                      <a:endParaRPr kumimoji="0" lang="zh-TW" altLang="zh-TW" sz="1600" b="0"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anchor="b"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75,180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 </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extLst>
                  <a:ext uri="{0D108BD9-81ED-4DB2-BD59-A6C34878D82A}">
                    <a16:rowId xmlns:a16="http://schemas.microsoft.com/office/drawing/2014/main" val="10002"/>
                  </a:ext>
                </a:extLst>
              </a:tr>
              <a:tr h="365919">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en-US" altLang="zh-TW" sz="1600" b="1" i="0" u="none" strike="noStrike" cap="none" normalizeH="0" baseline="0">
                          <a:ln>
                            <a:noFill/>
                          </a:ln>
                          <a:solidFill>
                            <a:srgbClr val="000000"/>
                          </a:solidFill>
                          <a:effectLst/>
                          <a:latin typeface="標楷體" pitchFamily="65" charset="-120"/>
                          <a:ea typeface="標楷體" pitchFamily="65" charset="-120"/>
                        </a:rPr>
                        <a:t>3</a:t>
                      </a:r>
                      <a:endParaRPr kumimoji="0" lang="zh-TW" altLang="zh-TW" sz="1600" b="1"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TW" sz="1600" b="0" i="0" u="none" strike="noStrike" cap="none" normalizeH="0" baseline="0">
                          <a:ln>
                            <a:noFill/>
                          </a:ln>
                          <a:solidFill>
                            <a:srgbClr val="000000"/>
                          </a:solidFill>
                          <a:effectLst/>
                          <a:latin typeface="標楷體" pitchFamily="65" charset="-120"/>
                          <a:ea typeface="標楷體" pitchFamily="65" charset="-120"/>
                        </a:rPr>
                        <a:t>年終</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zh-TW" sz="1600" b="0" i="0" u="none" strike="noStrike" cap="none" normalizeH="0" baseline="0">
                          <a:ln>
                            <a:noFill/>
                          </a:ln>
                          <a:solidFill>
                            <a:srgbClr val="000000"/>
                          </a:solidFill>
                          <a:effectLst/>
                          <a:latin typeface="標楷體" pitchFamily="65" charset="-120"/>
                          <a:ea typeface="標楷體" pitchFamily="65" charset="-120"/>
                        </a:rPr>
                        <a:t>月</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dirty="0">
                          <a:ln>
                            <a:noFill/>
                          </a:ln>
                          <a:solidFill>
                            <a:srgbClr val="000000"/>
                          </a:solidFill>
                          <a:effectLst/>
                          <a:latin typeface="標楷體" pitchFamily="65" charset="-120"/>
                          <a:ea typeface="標楷體" pitchFamily="65" charset="-120"/>
                        </a:rPr>
                        <a:t>1.5</a:t>
                      </a:r>
                      <a:endParaRPr kumimoji="0" lang="zh-TW" altLang="zh-TW" sz="1600" b="0"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34,000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51,000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51,000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dirty="0">
                          <a:ln>
                            <a:noFill/>
                          </a:ln>
                          <a:solidFill>
                            <a:srgbClr val="000000"/>
                          </a:solidFill>
                          <a:effectLst/>
                          <a:latin typeface="標楷體" pitchFamily="65" charset="-120"/>
                          <a:ea typeface="標楷體" pitchFamily="65" charset="-120"/>
                        </a:rPr>
                        <a:t>0</a:t>
                      </a:r>
                      <a:endParaRPr kumimoji="0" lang="zh-TW" altLang="zh-TW" sz="1600" b="0"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 </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DCE1"/>
                    </a:solidFill>
                  </a:tcPr>
                </a:tc>
                <a:extLst>
                  <a:ext uri="{0D108BD9-81ED-4DB2-BD59-A6C34878D82A}">
                    <a16:rowId xmlns:a16="http://schemas.microsoft.com/office/drawing/2014/main" val="10003"/>
                  </a:ext>
                </a:extLst>
              </a:tr>
              <a:tr h="365919">
                <a:tc gridSpan="5">
                  <a:txBody>
                    <a:body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zh-TW" sz="1600" b="1" i="0" u="none" strike="noStrike" cap="none" normalizeH="0" baseline="0">
                          <a:ln>
                            <a:noFill/>
                          </a:ln>
                          <a:solidFill>
                            <a:srgbClr val="000000"/>
                          </a:solidFill>
                          <a:effectLst/>
                          <a:latin typeface="標楷體" pitchFamily="65" charset="-120"/>
                          <a:ea typeface="標楷體" pitchFamily="65" charset="-120"/>
                        </a:rPr>
                        <a:t>合計</a:t>
                      </a: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534,180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a:ln>
                            <a:noFill/>
                          </a:ln>
                          <a:solidFill>
                            <a:srgbClr val="000000"/>
                          </a:solidFill>
                          <a:effectLst/>
                          <a:latin typeface="標楷體" pitchFamily="65" charset="-120"/>
                          <a:ea typeface="標楷體" pitchFamily="65" charset="-120"/>
                        </a:rPr>
                        <a:t>459,000</a:t>
                      </a:r>
                      <a:endParaRPr kumimoji="0" lang="zh-TW" altLang="zh-TW" sz="1600" b="0" i="0" u="none" strike="noStrike" cap="none" normalizeH="0" baseline="0">
                        <a:ln>
                          <a:noFill/>
                        </a:ln>
                        <a:solidFill>
                          <a:srgbClr val="000000"/>
                        </a:solidFill>
                        <a:effectLst/>
                        <a:latin typeface="標楷體" pitchFamily="65" charset="-120"/>
                        <a:ea typeface="標楷體" pitchFamily="65" charset="-120"/>
                      </a:endParaRPr>
                    </a:p>
                  </a:txBody>
                  <a:tcPr marL="68571" marR="68571"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r"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dirty="0">
                          <a:ln>
                            <a:noFill/>
                          </a:ln>
                          <a:solidFill>
                            <a:srgbClr val="000000"/>
                          </a:solidFill>
                          <a:effectLst/>
                          <a:latin typeface="標楷體" pitchFamily="65" charset="-120"/>
                          <a:ea typeface="標楷體" pitchFamily="65" charset="-120"/>
                        </a:rPr>
                        <a:t>75,180</a:t>
                      </a:r>
                      <a:endParaRPr kumimoji="0" lang="zh-TW" altLang="zh-TW" sz="1600" b="0"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tc>
                  <a:txBody>
                    <a:bodyPr/>
                    <a:lstStyle/>
                    <a:p>
                      <a:pPr marL="0" marR="0" lvl="0" indent="0" algn="l" defTabSz="914400" rtl="0" eaLnBrk="1" fontAlgn="base" latinLnBrk="0" hangingPunct="1">
                        <a:lnSpc>
                          <a:spcPct val="150000"/>
                        </a:lnSpc>
                        <a:spcBef>
                          <a:spcPct val="0"/>
                        </a:spcBef>
                        <a:spcAft>
                          <a:spcPct val="0"/>
                        </a:spcAft>
                        <a:buClrTx/>
                        <a:buSzTx/>
                        <a:buFontTx/>
                        <a:buNone/>
                        <a:tabLst/>
                      </a:pPr>
                      <a:r>
                        <a:rPr kumimoji="0" lang="en-US" altLang="zh-TW" sz="1600" b="0" i="0" u="none" strike="noStrike" cap="none" normalizeH="0" baseline="0" dirty="0">
                          <a:ln>
                            <a:noFill/>
                          </a:ln>
                          <a:solidFill>
                            <a:srgbClr val="000000"/>
                          </a:solidFill>
                          <a:effectLst/>
                          <a:latin typeface="標楷體" pitchFamily="65" charset="-120"/>
                          <a:ea typeface="標楷體" pitchFamily="65" charset="-120"/>
                        </a:rPr>
                        <a:t> </a:t>
                      </a:r>
                      <a:endParaRPr kumimoji="0" lang="zh-TW" altLang="zh-TW" sz="1600" b="0" i="0" u="none" strike="noStrike" cap="none" normalizeH="0" baseline="0" dirty="0">
                        <a:ln>
                          <a:noFill/>
                        </a:ln>
                        <a:solidFill>
                          <a:srgbClr val="000000"/>
                        </a:solidFill>
                        <a:effectLst/>
                        <a:latin typeface="標楷體" pitchFamily="65" charset="-120"/>
                        <a:ea typeface="標楷體" pitchFamily="65" charset="-120"/>
                      </a:endParaRPr>
                    </a:p>
                  </a:txBody>
                  <a:tcPr marL="68571" marR="68571"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EF1"/>
                    </a:solidFill>
                  </a:tcPr>
                </a:tc>
                <a:extLst>
                  <a:ext uri="{0D108BD9-81ED-4DB2-BD59-A6C34878D82A}">
                    <a16:rowId xmlns:a16="http://schemas.microsoft.com/office/drawing/2014/main" val="10004"/>
                  </a:ext>
                </a:extLst>
              </a:tr>
            </a:tbl>
          </a:graphicData>
        </a:graphic>
      </p:graphicFrame>
      <p:graphicFrame>
        <p:nvGraphicFramePr>
          <p:cNvPr id="7" name="表格 6">
            <a:extLst>
              <a:ext uri="{FF2B5EF4-FFF2-40B4-BE49-F238E27FC236}">
                <a16:creationId xmlns:a16="http://schemas.microsoft.com/office/drawing/2014/main" id="{3139353C-CCB2-70B1-2A21-B86179D7F243}"/>
              </a:ext>
            </a:extLst>
          </p:cNvPr>
          <p:cNvGraphicFramePr>
            <a:graphicFrameLocks noGrp="1"/>
          </p:cNvGraphicFramePr>
          <p:nvPr/>
        </p:nvGraphicFramePr>
        <p:xfrm>
          <a:off x="468313" y="4581525"/>
          <a:ext cx="8351838" cy="1463675"/>
        </p:xfrm>
        <a:graphic>
          <a:graphicData uri="http://schemas.openxmlformats.org/drawingml/2006/table">
            <a:tbl>
              <a:tblPr firstRow="1" firstCol="1" bandRow="1">
                <a:tableStyleId>{5C22544A-7EE6-4342-B048-85BDC9FD1C3A}</a:tableStyleId>
              </a:tblPr>
              <a:tblGrid>
                <a:gridCol w="653077">
                  <a:extLst>
                    <a:ext uri="{9D8B030D-6E8A-4147-A177-3AD203B41FA5}">
                      <a16:colId xmlns:a16="http://schemas.microsoft.com/office/drawing/2014/main" val="20000"/>
                    </a:ext>
                  </a:extLst>
                </a:gridCol>
                <a:gridCol w="1748284">
                  <a:extLst>
                    <a:ext uri="{9D8B030D-6E8A-4147-A177-3AD203B41FA5}">
                      <a16:colId xmlns:a16="http://schemas.microsoft.com/office/drawing/2014/main" val="20001"/>
                    </a:ext>
                  </a:extLst>
                </a:gridCol>
                <a:gridCol w="756606">
                  <a:extLst>
                    <a:ext uri="{9D8B030D-6E8A-4147-A177-3AD203B41FA5}">
                      <a16:colId xmlns:a16="http://schemas.microsoft.com/office/drawing/2014/main" val="20002"/>
                    </a:ext>
                  </a:extLst>
                </a:gridCol>
                <a:gridCol w="700561">
                  <a:extLst>
                    <a:ext uri="{9D8B030D-6E8A-4147-A177-3AD203B41FA5}">
                      <a16:colId xmlns:a16="http://schemas.microsoft.com/office/drawing/2014/main" val="20003"/>
                    </a:ext>
                  </a:extLst>
                </a:gridCol>
                <a:gridCol w="821989">
                  <a:extLst>
                    <a:ext uri="{9D8B030D-6E8A-4147-A177-3AD203B41FA5}">
                      <a16:colId xmlns:a16="http://schemas.microsoft.com/office/drawing/2014/main" val="20004"/>
                    </a:ext>
                  </a:extLst>
                </a:gridCol>
                <a:gridCol w="876477">
                  <a:extLst>
                    <a:ext uri="{9D8B030D-6E8A-4147-A177-3AD203B41FA5}">
                      <a16:colId xmlns:a16="http://schemas.microsoft.com/office/drawing/2014/main" val="20005"/>
                    </a:ext>
                  </a:extLst>
                </a:gridCol>
                <a:gridCol w="876477">
                  <a:extLst>
                    <a:ext uri="{9D8B030D-6E8A-4147-A177-3AD203B41FA5}">
                      <a16:colId xmlns:a16="http://schemas.microsoft.com/office/drawing/2014/main" val="20006"/>
                    </a:ext>
                  </a:extLst>
                </a:gridCol>
                <a:gridCol w="1100269">
                  <a:extLst>
                    <a:ext uri="{9D8B030D-6E8A-4147-A177-3AD203B41FA5}">
                      <a16:colId xmlns:a16="http://schemas.microsoft.com/office/drawing/2014/main" val="20007"/>
                    </a:ext>
                  </a:extLst>
                </a:gridCol>
                <a:gridCol w="818098">
                  <a:extLst>
                    <a:ext uri="{9D8B030D-6E8A-4147-A177-3AD203B41FA5}">
                      <a16:colId xmlns:a16="http://schemas.microsoft.com/office/drawing/2014/main" val="20008"/>
                    </a:ext>
                  </a:extLst>
                </a:gridCol>
              </a:tblGrid>
              <a:tr h="731837">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編號</a:t>
                      </a:r>
                    </a:p>
                  </a:txBody>
                  <a:tcPr marL="68574" marR="68574" marT="0" marB="0"/>
                </a:tc>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項目</a:t>
                      </a:r>
                    </a:p>
                  </a:txBody>
                  <a:tcPr marL="68574" marR="68574" marT="0" marB="0"/>
                </a:tc>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單價</a:t>
                      </a:r>
                    </a:p>
                    <a:p>
                      <a:pPr algn="ctr">
                        <a:lnSpc>
                          <a:spcPct val="150000"/>
                        </a:lnSpc>
                        <a:spcAft>
                          <a:spcPts val="0"/>
                        </a:spcAft>
                      </a:pPr>
                      <a:r>
                        <a:rPr lang="en-US" sz="1600" kern="100" dirty="0">
                          <a:solidFill>
                            <a:srgbClr val="000000"/>
                          </a:solidFill>
                          <a:effectLst/>
                          <a:latin typeface="標楷體" pitchFamily="65" charset="-120"/>
                          <a:ea typeface="標楷體" pitchFamily="65" charset="-120"/>
                        </a:rPr>
                        <a:t>(</a:t>
                      </a:r>
                      <a:r>
                        <a:rPr lang="zh-TW" sz="1600" kern="100" dirty="0">
                          <a:solidFill>
                            <a:srgbClr val="000000"/>
                          </a:solidFill>
                          <a:effectLst/>
                          <a:latin typeface="標楷體" pitchFamily="65" charset="-120"/>
                          <a:ea typeface="標楷體" pitchFamily="65" charset="-120"/>
                        </a:rPr>
                        <a:t>元</a:t>
                      </a:r>
                      <a:r>
                        <a:rPr lang="en-US" sz="1600" kern="100" dirty="0">
                          <a:solidFill>
                            <a:srgbClr val="000000"/>
                          </a:solidFill>
                          <a:effectLst/>
                          <a:latin typeface="標楷體" pitchFamily="65" charset="-120"/>
                          <a:ea typeface="標楷體" pitchFamily="65" charset="-120"/>
                        </a:rPr>
                        <a:t>)</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數量</a:t>
                      </a:r>
                    </a:p>
                  </a:txBody>
                  <a:tcPr marL="68574" marR="68574" marT="0" marB="0"/>
                </a:tc>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單位</a:t>
                      </a:r>
                    </a:p>
                  </a:txBody>
                  <a:tcPr marL="68574" marR="68574" marT="0" marB="0"/>
                </a:tc>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小計</a:t>
                      </a:r>
                    </a:p>
                    <a:p>
                      <a:pPr algn="ctr">
                        <a:lnSpc>
                          <a:spcPct val="150000"/>
                        </a:lnSpc>
                        <a:spcAft>
                          <a:spcPts val="0"/>
                        </a:spcAft>
                      </a:pPr>
                      <a:r>
                        <a:rPr lang="en-US" sz="1600" kern="100" dirty="0">
                          <a:solidFill>
                            <a:srgbClr val="000000"/>
                          </a:solidFill>
                          <a:effectLst/>
                          <a:latin typeface="標楷體" pitchFamily="65" charset="-120"/>
                          <a:ea typeface="標楷體" pitchFamily="65" charset="-120"/>
                        </a:rPr>
                        <a:t>(</a:t>
                      </a:r>
                      <a:r>
                        <a:rPr lang="zh-TW" sz="1600" kern="100" dirty="0">
                          <a:solidFill>
                            <a:srgbClr val="000000"/>
                          </a:solidFill>
                          <a:effectLst/>
                          <a:latin typeface="標楷體" pitchFamily="65" charset="-120"/>
                          <a:ea typeface="標楷體" pitchFamily="65" charset="-120"/>
                        </a:rPr>
                        <a:t>元</a:t>
                      </a:r>
                      <a:r>
                        <a:rPr lang="en-US" sz="1600" kern="100" dirty="0">
                          <a:solidFill>
                            <a:srgbClr val="000000"/>
                          </a:solidFill>
                          <a:effectLst/>
                          <a:latin typeface="標楷體" pitchFamily="65" charset="-120"/>
                          <a:ea typeface="標楷體" pitchFamily="65" charset="-120"/>
                        </a:rPr>
                        <a:t>)</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申請</a:t>
                      </a:r>
                    </a:p>
                    <a:p>
                      <a:pPr>
                        <a:lnSpc>
                          <a:spcPct val="150000"/>
                        </a:lnSpc>
                        <a:spcAft>
                          <a:spcPts val="0"/>
                        </a:spcAft>
                      </a:pPr>
                      <a:r>
                        <a:rPr lang="zh-TW" sz="1600" kern="100">
                          <a:solidFill>
                            <a:srgbClr val="000000"/>
                          </a:solidFill>
                          <a:effectLst/>
                          <a:latin typeface="標楷體" pitchFamily="65" charset="-120"/>
                          <a:ea typeface="標楷體" pitchFamily="65" charset="-120"/>
                        </a:rPr>
                        <a:t>補助</a:t>
                      </a:r>
                    </a:p>
                  </a:txBody>
                  <a:tcPr marL="68574" marR="68574" marT="0" marB="0"/>
                </a:tc>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縣府補助</a:t>
                      </a:r>
                    </a:p>
                    <a:p>
                      <a:pPr algn="ctr">
                        <a:lnSpc>
                          <a:spcPct val="150000"/>
                        </a:lnSpc>
                        <a:spcAft>
                          <a:spcPts val="0"/>
                        </a:spcAft>
                      </a:pPr>
                      <a:r>
                        <a:rPr lang="zh-TW" sz="1600" kern="100">
                          <a:solidFill>
                            <a:srgbClr val="000000"/>
                          </a:solidFill>
                          <a:effectLst/>
                          <a:latin typeface="標楷體" pitchFamily="65" charset="-120"/>
                          <a:ea typeface="標楷體" pitchFamily="65" charset="-120"/>
                        </a:rPr>
                        <a:t>社區自籌</a:t>
                      </a:r>
                    </a:p>
                  </a:txBody>
                  <a:tcPr marL="68574" marR="68574" marT="0" marB="0"/>
                </a:tc>
                <a:tc>
                  <a:txBody>
                    <a:bodyPr/>
                    <a:lstStyle/>
                    <a:p>
                      <a:pPr algn="ctr">
                        <a:lnSpc>
                          <a:spcPct val="150000"/>
                        </a:lnSpc>
                        <a:spcAft>
                          <a:spcPts val="0"/>
                        </a:spcAft>
                      </a:pPr>
                      <a:r>
                        <a:rPr lang="zh-TW" sz="1600" kern="100">
                          <a:solidFill>
                            <a:srgbClr val="000000"/>
                          </a:solidFill>
                          <a:effectLst/>
                          <a:latin typeface="標楷體" pitchFamily="65" charset="-120"/>
                          <a:ea typeface="標楷體" pitchFamily="65" charset="-120"/>
                        </a:rPr>
                        <a:t>說明</a:t>
                      </a:r>
                    </a:p>
                  </a:txBody>
                  <a:tcPr marL="68574" marR="68574" marT="0" marB="0"/>
                </a:tc>
                <a:extLst>
                  <a:ext uri="{0D108BD9-81ED-4DB2-BD59-A6C34878D82A}">
                    <a16:rowId xmlns:a16="http://schemas.microsoft.com/office/drawing/2014/main" val="10000"/>
                  </a:ext>
                </a:extLst>
              </a:tr>
              <a:tr h="365919">
                <a:tc>
                  <a:txBody>
                    <a:bodyPr/>
                    <a:lstStyle/>
                    <a:p>
                      <a:pPr algn="ctr">
                        <a:lnSpc>
                          <a:spcPct val="150000"/>
                        </a:lnSpc>
                        <a:spcAft>
                          <a:spcPts val="0"/>
                        </a:spcAft>
                      </a:pPr>
                      <a:r>
                        <a:rPr lang="en-US" sz="1600" kern="100">
                          <a:solidFill>
                            <a:srgbClr val="000000"/>
                          </a:solidFill>
                          <a:effectLst/>
                          <a:latin typeface="標楷體" pitchFamily="65" charset="-120"/>
                          <a:ea typeface="標楷體" pitchFamily="65" charset="-120"/>
                        </a:rPr>
                        <a:t>1</a:t>
                      </a:r>
                      <a:endParaRPr lang="zh-TW" sz="1600" kern="100">
                        <a:solidFill>
                          <a:srgbClr val="000000"/>
                        </a:solidFill>
                        <a:effectLst/>
                        <a:latin typeface="標楷體" pitchFamily="65" charset="-120"/>
                        <a:ea typeface="標楷體" pitchFamily="65" charset="-120"/>
                      </a:endParaRPr>
                    </a:p>
                  </a:txBody>
                  <a:tcPr marL="68574" marR="68574" marT="0" marB="0"/>
                </a:tc>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專案計畫管理費</a:t>
                      </a:r>
                    </a:p>
                  </a:txBody>
                  <a:tcPr marL="68574" marR="68574" marT="0" marB="0"/>
                </a:tc>
                <a:tc>
                  <a:txBody>
                    <a:bodyPr/>
                    <a:lstStyle/>
                    <a:p>
                      <a:pPr>
                        <a:lnSpc>
                          <a:spcPct val="150000"/>
                        </a:lnSpc>
                        <a:spcAft>
                          <a:spcPts val="0"/>
                        </a:spcAft>
                      </a:pPr>
                      <a:r>
                        <a:rPr lang="en-US" sz="1600" kern="100">
                          <a:solidFill>
                            <a:srgbClr val="000000"/>
                          </a:solidFill>
                          <a:effectLst/>
                          <a:latin typeface="標楷體" pitchFamily="65" charset="-120"/>
                          <a:ea typeface="標楷體" pitchFamily="65" charset="-120"/>
                        </a:rPr>
                        <a:t>30,000</a:t>
                      </a:r>
                      <a:endParaRPr lang="zh-TW" sz="1600" kern="100">
                        <a:solidFill>
                          <a:srgbClr val="000000"/>
                        </a:solidFill>
                        <a:effectLst/>
                        <a:latin typeface="標楷體" pitchFamily="65" charset="-120"/>
                        <a:ea typeface="標楷體" pitchFamily="65" charset="-120"/>
                      </a:endParaRPr>
                    </a:p>
                  </a:txBody>
                  <a:tcPr marL="68574" marR="68574" marT="0" marB="0"/>
                </a:tc>
                <a:tc>
                  <a:txBody>
                    <a:bodyPr/>
                    <a:lstStyle/>
                    <a:p>
                      <a:pPr algn="ctr">
                        <a:lnSpc>
                          <a:spcPct val="150000"/>
                        </a:lnSpc>
                        <a:spcAft>
                          <a:spcPts val="0"/>
                        </a:spcAft>
                      </a:pPr>
                      <a:r>
                        <a:rPr lang="en-US" sz="1600" kern="100" dirty="0">
                          <a:solidFill>
                            <a:srgbClr val="000000"/>
                          </a:solidFill>
                          <a:effectLst/>
                          <a:latin typeface="標楷體" pitchFamily="65" charset="-120"/>
                          <a:ea typeface="標楷體" pitchFamily="65" charset="-120"/>
                        </a:rPr>
                        <a:t>1</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式</a:t>
                      </a:r>
                    </a:p>
                  </a:txBody>
                  <a:tcPr marL="68574" marR="68574" marT="0" marB="0"/>
                </a:tc>
                <a:tc>
                  <a:txBody>
                    <a:bodyPr/>
                    <a:lstStyle/>
                    <a:p>
                      <a:pPr algn="r">
                        <a:lnSpc>
                          <a:spcPct val="150000"/>
                        </a:lnSpc>
                        <a:spcAft>
                          <a:spcPts val="0"/>
                        </a:spcAft>
                      </a:pPr>
                      <a:r>
                        <a:rPr lang="en-US" sz="1600" kern="100" dirty="0">
                          <a:solidFill>
                            <a:srgbClr val="000000"/>
                          </a:solidFill>
                          <a:effectLst/>
                          <a:latin typeface="標楷體" pitchFamily="65" charset="-120"/>
                          <a:ea typeface="標楷體" pitchFamily="65" charset="-120"/>
                        </a:rPr>
                        <a:t>60,000</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gn="r">
                        <a:lnSpc>
                          <a:spcPct val="150000"/>
                        </a:lnSpc>
                        <a:spcAft>
                          <a:spcPts val="0"/>
                        </a:spcAft>
                      </a:pPr>
                      <a:r>
                        <a:rPr lang="en-US" sz="1600" kern="100" dirty="0">
                          <a:solidFill>
                            <a:srgbClr val="000000"/>
                          </a:solidFill>
                          <a:effectLst/>
                          <a:latin typeface="標楷體" pitchFamily="65" charset="-120"/>
                          <a:ea typeface="標楷體" pitchFamily="65" charset="-120"/>
                        </a:rPr>
                        <a:t>30,000</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gn="ctr">
                        <a:lnSpc>
                          <a:spcPct val="150000"/>
                        </a:lnSpc>
                        <a:spcAft>
                          <a:spcPts val="0"/>
                        </a:spcAft>
                      </a:pPr>
                      <a:r>
                        <a:rPr lang="en-US" sz="1600" kern="100" dirty="0">
                          <a:solidFill>
                            <a:srgbClr val="000000"/>
                          </a:solidFill>
                          <a:effectLst/>
                          <a:latin typeface="標楷體" pitchFamily="65" charset="-120"/>
                          <a:ea typeface="標楷體" pitchFamily="65" charset="-120"/>
                        </a:rPr>
                        <a:t>30,000</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gn="r">
                        <a:lnSpc>
                          <a:spcPct val="150000"/>
                        </a:lnSpc>
                        <a:spcAft>
                          <a:spcPts val="0"/>
                        </a:spcAft>
                      </a:pPr>
                      <a:r>
                        <a:rPr lang="en-US" sz="1600" kern="100" dirty="0">
                          <a:solidFill>
                            <a:srgbClr val="000000"/>
                          </a:solidFill>
                          <a:effectLst/>
                          <a:latin typeface="標楷體" pitchFamily="65" charset="-120"/>
                          <a:ea typeface="標楷體" pitchFamily="65" charset="-120"/>
                        </a:rPr>
                        <a:t> </a:t>
                      </a:r>
                      <a:endParaRPr lang="zh-TW" sz="1600" kern="100" dirty="0">
                        <a:solidFill>
                          <a:srgbClr val="000000"/>
                        </a:solidFill>
                        <a:effectLst/>
                        <a:latin typeface="標楷體" pitchFamily="65" charset="-120"/>
                        <a:ea typeface="標楷體" pitchFamily="65" charset="-120"/>
                      </a:endParaRPr>
                    </a:p>
                  </a:txBody>
                  <a:tcPr marL="68574" marR="68574" marT="0" marB="0"/>
                </a:tc>
                <a:extLst>
                  <a:ext uri="{0D108BD9-81ED-4DB2-BD59-A6C34878D82A}">
                    <a16:rowId xmlns:a16="http://schemas.microsoft.com/office/drawing/2014/main" val="10001"/>
                  </a:ext>
                </a:extLst>
              </a:tr>
              <a:tr h="365919">
                <a:tc gridSpan="5">
                  <a:txBody>
                    <a:bodyPr/>
                    <a:lstStyle/>
                    <a:p>
                      <a:pPr>
                        <a:lnSpc>
                          <a:spcPct val="150000"/>
                        </a:lnSpc>
                        <a:spcAft>
                          <a:spcPts val="0"/>
                        </a:spcAft>
                      </a:pPr>
                      <a:r>
                        <a:rPr lang="zh-TW" sz="1600" kern="100" dirty="0">
                          <a:solidFill>
                            <a:srgbClr val="000000"/>
                          </a:solidFill>
                          <a:effectLst/>
                          <a:latin typeface="標楷體" pitchFamily="65" charset="-120"/>
                          <a:ea typeface="標楷體" pitchFamily="65" charset="-120"/>
                        </a:rPr>
                        <a:t>合計</a:t>
                      </a:r>
                    </a:p>
                  </a:txBody>
                  <a:tcPr marL="68574" marR="68574" marT="0" marB="0"/>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algn="r">
                        <a:lnSpc>
                          <a:spcPct val="150000"/>
                        </a:lnSpc>
                        <a:spcAft>
                          <a:spcPts val="0"/>
                        </a:spcAft>
                      </a:pPr>
                      <a:r>
                        <a:rPr lang="en-US" sz="1600" kern="100" dirty="0">
                          <a:solidFill>
                            <a:srgbClr val="000000"/>
                          </a:solidFill>
                          <a:effectLst/>
                          <a:latin typeface="標楷體" pitchFamily="65" charset="-120"/>
                          <a:ea typeface="標楷體" pitchFamily="65" charset="-120"/>
                        </a:rPr>
                        <a:t>60,000</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gn="r">
                        <a:lnSpc>
                          <a:spcPct val="150000"/>
                        </a:lnSpc>
                        <a:spcAft>
                          <a:spcPts val="0"/>
                        </a:spcAft>
                      </a:pPr>
                      <a:r>
                        <a:rPr lang="en-US" sz="1600" kern="100" dirty="0">
                          <a:solidFill>
                            <a:srgbClr val="000000"/>
                          </a:solidFill>
                          <a:effectLst/>
                          <a:latin typeface="標楷體" pitchFamily="65" charset="-120"/>
                          <a:ea typeface="標楷體" pitchFamily="65" charset="-120"/>
                        </a:rPr>
                        <a:t>30,000</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gn="ctr">
                        <a:lnSpc>
                          <a:spcPct val="150000"/>
                        </a:lnSpc>
                        <a:spcAft>
                          <a:spcPts val="0"/>
                        </a:spcAft>
                      </a:pPr>
                      <a:r>
                        <a:rPr lang="en-US" sz="1600" kern="100" dirty="0">
                          <a:solidFill>
                            <a:srgbClr val="000000"/>
                          </a:solidFill>
                          <a:effectLst/>
                          <a:latin typeface="標楷體" pitchFamily="65" charset="-120"/>
                          <a:ea typeface="標楷體" pitchFamily="65" charset="-120"/>
                        </a:rPr>
                        <a:t>30,000</a:t>
                      </a:r>
                      <a:endParaRPr lang="zh-TW" sz="1600" kern="100" dirty="0">
                        <a:solidFill>
                          <a:srgbClr val="000000"/>
                        </a:solidFill>
                        <a:effectLst/>
                        <a:latin typeface="標楷體" pitchFamily="65" charset="-120"/>
                        <a:ea typeface="標楷體" pitchFamily="65" charset="-120"/>
                      </a:endParaRPr>
                    </a:p>
                  </a:txBody>
                  <a:tcPr marL="68574" marR="68574" marT="0" marB="0"/>
                </a:tc>
                <a:tc>
                  <a:txBody>
                    <a:bodyPr/>
                    <a:lstStyle/>
                    <a:p>
                      <a:pPr algn="r">
                        <a:lnSpc>
                          <a:spcPct val="150000"/>
                        </a:lnSpc>
                        <a:spcAft>
                          <a:spcPts val="0"/>
                        </a:spcAft>
                      </a:pPr>
                      <a:r>
                        <a:rPr lang="en-US" sz="1600" kern="100" dirty="0">
                          <a:solidFill>
                            <a:srgbClr val="000000"/>
                          </a:solidFill>
                          <a:effectLst/>
                          <a:latin typeface="標楷體" pitchFamily="65" charset="-120"/>
                          <a:ea typeface="標楷體" pitchFamily="65" charset="-120"/>
                        </a:rPr>
                        <a:t> </a:t>
                      </a:r>
                      <a:endParaRPr lang="zh-TW" sz="1600" kern="100" dirty="0">
                        <a:solidFill>
                          <a:srgbClr val="000000"/>
                        </a:solidFill>
                        <a:effectLst/>
                        <a:latin typeface="標楷體" pitchFamily="65" charset="-120"/>
                        <a:ea typeface="標楷體" pitchFamily="65" charset="-120"/>
                      </a:endParaRPr>
                    </a:p>
                  </a:txBody>
                  <a:tcPr marL="68574" marR="68574" marT="0" marB="0"/>
                </a:tc>
                <a:extLst>
                  <a:ext uri="{0D108BD9-81ED-4DB2-BD59-A6C34878D82A}">
                    <a16:rowId xmlns:a16="http://schemas.microsoft.com/office/drawing/2014/main" val="10002"/>
                  </a:ext>
                </a:extLst>
              </a:tr>
            </a:tbl>
          </a:graphicData>
        </a:graphic>
      </p:graphicFrame>
      <p:sp>
        <p:nvSpPr>
          <p:cNvPr id="9" name="標題 1">
            <a:extLst>
              <a:ext uri="{FF2B5EF4-FFF2-40B4-BE49-F238E27FC236}">
                <a16:creationId xmlns:a16="http://schemas.microsoft.com/office/drawing/2014/main" id="{F7A40B11-DCB8-44F0-F9BA-582B6548BAD9}"/>
              </a:ext>
            </a:extLst>
          </p:cNvPr>
          <p:cNvSpPr txBox="1">
            <a:spLocks/>
          </p:cNvSpPr>
          <p:nvPr/>
        </p:nvSpPr>
        <p:spPr bwMode="black">
          <a:xfrm>
            <a:off x="755650" y="-26988"/>
            <a:ext cx="7343775" cy="692151"/>
          </a:xfrm>
          <a:prstGeom prst="rect">
            <a:avLst/>
          </a:prstGeom>
          <a:noFill/>
          <a:ln w="9525">
            <a:noFill/>
            <a:miter lim="800000"/>
            <a:headEnd/>
            <a:tailEnd/>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zh-TW" altLang="en-US" sz="40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rPr>
              <a:t>計畫內容</a:t>
            </a:r>
            <a:endParaRPr kumimoji="0" lang="zh-TW" altLang="en-US" sz="2800" b="1" i="0" u="none" strike="noStrike" kern="0" cap="none" spc="0" normalizeH="0" baseline="0" noProof="0" dirty="0">
              <a:ln>
                <a:noFill/>
              </a:ln>
              <a:solidFill>
                <a:srgbClr val="FFFFFF"/>
              </a:solidFill>
              <a:effectLst/>
              <a:uLnTx/>
              <a:uFillTx/>
              <a:latin typeface="標楷體" pitchFamily="65" charset="-120"/>
              <a:ea typeface="標楷體" pitchFamily="65" charset="-120"/>
              <a:cs typeface="華康隸書體W7" pitchFamily="65" charset="-120"/>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6194" name="Picture 4" descr="H:\云\大旗艦\未命名.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1050" y="4005263"/>
            <a:ext cx="5689600"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標題 1"/>
          <p:cNvSpPr>
            <a:spLocks noGrp="1"/>
          </p:cNvSpPr>
          <p:nvPr>
            <p:ph type="title"/>
          </p:nvPr>
        </p:nvSpPr>
        <p:spPr>
          <a:xfrm>
            <a:off x="601663" y="-100013"/>
            <a:ext cx="7497762" cy="865188"/>
          </a:xfrm>
        </p:spPr>
        <p:txBody>
          <a:bodyPr/>
          <a:lstStyle/>
          <a:p>
            <a:pPr eaLnBrk="1" fontAlgn="auto" hangingPunct="1">
              <a:spcAft>
                <a:spcPts val="0"/>
              </a:spcAft>
              <a:defRPr/>
            </a:pPr>
            <a:r>
              <a:rPr lang="en-US" altLang="zh-TW" sz="3200" kern="2600" dirty="0">
                <a:latin typeface="標楷體" pitchFamily="65" charset="-120"/>
                <a:ea typeface="標楷體" pitchFamily="65" charset="-120"/>
                <a:cs typeface="Times New Roman"/>
              </a:rPr>
              <a:t>108</a:t>
            </a:r>
            <a:r>
              <a:rPr lang="zh-TW" altLang="en-US" sz="3200" kern="2600" dirty="0">
                <a:latin typeface="標楷體" pitchFamily="65" charset="-120"/>
                <a:ea typeface="標楷體" pitchFamily="65" charset="-120"/>
                <a:cs typeface="Times New Roman"/>
              </a:rPr>
              <a:t>年度總體計畫效益</a:t>
            </a:r>
            <a:endParaRPr lang="zh-TW" altLang="en-US" sz="3200" dirty="0">
              <a:latin typeface="標楷體" pitchFamily="65" charset="-120"/>
              <a:ea typeface="標楷體" pitchFamily="65" charset="-120"/>
            </a:endParaRPr>
          </a:p>
        </p:txBody>
      </p:sp>
      <p:sp>
        <p:nvSpPr>
          <p:cNvPr id="136196" name="矩形 2"/>
          <p:cNvSpPr>
            <a:spLocks noChangeArrowheads="1"/>
          </p:cNvSpPr>
          <p:nvPr/>
        </p:nvSpPr>
        <p:spPr bwMode="auto">
          <a:xfrm>
            <a:off x="1258888" y="981075"/>
            <a:ext cx="6840537" cy="314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fontAlgn="base">
              <a:spcBef>
                <a:spcPct val="0"/>
              </a:spcBef>
              <a:spcAft>
                <a:spcPct val="0"/>
              </a:spcAft>
              <a:buFont typeface="Arial" pitchFamily="34" charset="0"/>
              <a:buChar char="•"/>
            </a:pPr>
            <a:r>
              <a:rPr kumimoji="1" lang="zh-TW" altLang="zh-TW" sz="2200" b="1" dirty="0">
                <a:solidFill>
                  <a:srgbClr val="002060"/>
                </a:solidFill>
                <a:latin typeface="標楷體" pitchFamily="65" charset="-120"/>
                <a:ea typeface="標楷體" pitchFamily="65" charset="-120"/>
              </a:rPr>
              <a:t>整合及有效運用社區資源，建立社區相互學習機制，建立社區福利服務網絡，落實福利社區化之目標。</a:t>
            </a:r>
            <a:endParaRPr kumimoji="1" lang="en-US" altLang="zh-TW" sz="2200" b="1" dirty="0">
              <a:solidFill>
                <a:srgbClr val="002060"/>
              </a:solidFill>
              <a:latin typeface="標楷體" pitchFamily="65" charset="-120"/>
              <a:ea typeface="標楷體" pitchFamily="65" charset="-120"/>
            </a:endParaRPr>
          </a:p>
          <a:p>
            <a:pPr marL="342900" indent="-342900" fontAlgn="base">
              <a:spcBef>
                <a:spcPct val="0"/>
              </a:spcBef>
              <a:spcAft>
                <a:spcPct val="0"/>
              </a:spcAft>
              <a:buFont typeface="Arial" pitchFamily="34" charset="0"/>
              <a:buChar char="•"/>
            </a:pPr>
            <a:endParaRPr kumimoji="1" lang="zh-TW" altLang="zh-TW" sz="2200" b="1" dirty="0">
              <a:solidFill>
                <a:srgbClr val="002060"/>
              </a:solidFill>
              <a:latin typeface="標楷體" pitchFamily="65" charset="-120"/>
              <a:ea typeface="標楷體" pitchFamily="65" charset="-120"/>
            </a:endParaRPr>
          </a:p>
          <a:p>
            <a:pPr marL="342900" indent="-342900" fontAlgn="base">
              <a:spcBef>
                <a:spcPct val="0"/>
              </a:spcBef>
              <a:spcAft>
                <a:spcPct val="0"/>
              </a:spcAft>
              <a:buFont typeface="Arial" pitchFamily="34" charset="0"/>
              <a:buChar char="•"/>
            </a:pPr>
            <a:r>
              <a:rPr kumimoji="1" lang="zh-TW" altLang="zh-TW" sz="2200" b="1" dirty="0">
                <a:solidFill>
                  <a:srgbClr val="002060"/>
                </a:solidFill>
                <a:latin typeface="標楷體" pitchFamily="65" charset="-120"/>
                <a:ea typeface="標楷體" pitchFamily="65" charset="-120"/>
              </a:rPr>
              <a:t>強化社區組織功能，建構社區發展與福利社區化知能，落實福利化社區推動之效益。</a:t>
            </a:r>
            <a:endParaRPr kumimoji="1" lang="en-US" altLang="zh-TW" sz="2200" b="1" dirty="0">
              <a:solidFill>
                <a:srgbClr val="002060"/>
              </a:solidFill>
              <a:latin typeface="標楷體" pitchFamily="65" charset="-120"/>
              <a:ea typeface="標楷體" pitchFamily="65" charset="-120"/>
            </a:endParaRPr>
          </a:p>
          <a:p>
            <a:pPr marL="342900" indent="-342900" fontAlgn="base">
              <a:spcBef>
                <a:spcPct val="0"/>
              </a:spcBef>
              <a:spcAft>
                <a:spcPct val="0"/>
              </a:spcAft>
              <a:buFont typeface="Arial" pitchFamily="34" charset="0"/>
              <a:buChar char="•"/>
            </a:pPr>
            <a:endParaRPr kumimoji="1" lang="zh-TW" altLang="zh-TW" sz="2200" b="1" dirty="0">
              <a:solidFill>
                <a:srgbClr val="002060"/>
              </a:solidFill>
              <a:latin typeface="標楷體" pitchFamily="65" charset="-120"/>
              <a:ea typeface="標楷體" pitchFamily="65" charset="-120"/>
            </a:endParaRPr>
          </a:p>
          <a:p>
            <a:pPr marL="342900" indent="-342900" fontAlgn="base">
              <a:spcBef>
                <a:spcPct val="0"/>
              </a:spcBef>
              <a:spcAft>
                <a:spcPct val="0"/>
              </a:spcAft>
              <a:buFont typeface="Arial" pitchFamily="34" charset="0"/>
              <a:buChar char="•"/>
            </a:pPr>
            <a:r>
              <a:rPr kumimoji="1" lang="zh-TW" altLang="zh-TW" sz="2200" b="1" dirty="0">
                <a:solidFill>
                  <a:srgbClr val="002060"/>
                </a:solidFill>
                <a:latin typeface="標楷體" pitchFamily="65" charset="-120"/>
                <a:ea typeface="標楷體" pitchFamily="65" charset="-120"/>
              </a:rPr>
              <a:t>推動社區各項服務計畫，提供社區民眾社會參與、自我成長、 終身學習的機會，打造社區自主、活力、幸福、永續的美麗家園。</a:t>
            </a:r>
          </a:p>
        </p:txBody>
      </p:sp>
    </p:spTree>
    <p:extLst>
      <p:ext uri="{BB962C8B-B14F-4D97-AF65-F5344CB8AC3E}">
        <p14:creationId xmlns:p14="http://schemas.microsoft.com/office/powerpoint/2010/main" val="135748595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標題 1"/>
          <p:cNvSpPr>
            <a:spLocks noGrp="1"/>
          </p:cNvSpPr>
          <p:nvPr>
            <p:ph type="title"/>
          </p:nvPr>
        </p:nvSpPr>
        <p:spPr>
          <a:xfrm>
            <a:off x="-468313" y="0"/>
            <a:ext cx="7497763" cy="1143000"/>
          </a:xfrm>
        </p:spPr>
        <p:txBody>
          <a:bodyPr/>
          <a:lstStyle/>
          <a:p>
            <a:pPr eaLnBrk="1" hangingPunct="1"/>
            <a:r>
              <a:rPr lang="zh-TW" altLang="en-US" sz="4000" b="1" dirty="0">
                <a:latin typeface="標楷體" pitchFamily="65" charset="-120"/>
                <a:ea typeface="標楷體" pitchFamily="65" charset="-120"/>
              </a:rPr>
              <a:t>大旗艦</a:t>
            </a:r>
            <a:r>
              <a:rPr lang="en-US" altLang="zh-TW" sz="4000" b="1" dirty="0">
                <a:latin typeface="標楷體" pitchFamily="65" charset="-120"/>
                <a:ea typeface="標楷體" pitchFamily="65" charset="-120"/>
              </a:rPr>
              <a:t>108</a:t>
            </a:r>
            <a:r>
              <a:rPr lang="zh-TW" altLang="en-US" sz="4000" b="1" dirty="0">
                <a:latin typeface="標楷體" pitchFamily="65" charset="-120"/>
                <a:ea typeface="標楷體" pitchFamily="65" charset="-120"/>
              </a:rPr>
              <a:t>年度執行效益</a:t>
            </a:r>
          </a:p>
        </p:txBody>
      </p:sp>
      <p:graphicFrame>
        <p:nvGraphicFramePr>
          <p:cNvPr id="3" name="內容版面配置區 2"/>
          <p:cNvGraphicFramePr>
            <a:graphicFrameLocks noGrp="1"/>
          </p:cNvGraphicFramePr>
          <p:nvPr>
            <p:ph idx="1"/>
            <p:extLst>
              <p:ext uri="{D42A27DB-BD31-4B8C-83A1-F6EECF244321}">
                <p14:modId xmlns:p14="http://schemas.microsoft.com/office/powerpoint/2010/main" val="2040428416"/>
              </p:ext>
            </p:extLst>
          </p:nvPr>
        </p:nvGraphicFramePr>
        <p:xfrm>
          <a:off x="179512" y="1412776"/>
          <a:ext cx="8424935" cy="5168866"/>
        </p:xfrm>
        <a:graphic>
          <a:graphicData uri="http://schemas.openxmlformats.org/drawingml/2006/table">
            <a:tbl>
              <a:tblPr firstRow="1" firstCol="1" bandRow="1"/>
              <a:tblGrid>
                <a:gridCol w="3207219">
                  <a:extLst>
                    <a:ext uri="{9D8B030D-6E8A-4147-A177-3AD203B41FA5}">
                      <a16:colId xmlns:a16="http://schemas.microsoft.com/office/drawing/2014/main" val="20000"/>
                    </a:ext>
                  </a:extLst>
                </a:gridCol>
                <a:gridCol w="2848204">
                  <a:extLst>
                    <a:ext uri="{9D8B030D-6E8A-4147-A177-3AD203B41FA5}">
                      <a16:colId xmlns:a16="http://schemas.microsoft.com/office/drawing/2014/main" val="20001"/>
                    </a:ext>
                  </a:extLst>
                </a:gridCol>
                <a:gridCol w="1184756">
                  <a:extLst>
                    <a:ext uri="{9D8B030D-6E8A-4147-A177-3AD203B41FA5}">
                      <a16:colId xmlns:a16="http://schemas.microsoft.com/office/drawing/2014/main" val="20002"/>
                    </a:ext>
                  </a:extLst>
                </a:gridCol>
                <a:gridCol w="1184756">
                  <a:extLst>
                    <a:ext uri="{9D8B030D-6E8A-4147-A177-3AD203B41FA5}">
                      <a16:colId xmlns:a16="http://schemas.microsoft.com/office/drawing/2014/main" val="20003"/>
                    </a:ext>
                  </a:extLst>
                </a:gridCol>
              </a:tblGrid>
              <a:tr h="274456">
                <a:tc>
                  <a:txBody>
                    <a:bodyPr/>
                    <a:lstStyle/>
                    <a:p>
                      <a:pPr algn="ctr">
                        <a:lnSpc>
                          <a:spcPts val="2600"/>
                        </a:lnSpc>
                        <a:spcAft>
                          <a:spcPts val="0"/>
                        </a:spcAft>
                      </a:pPr>
                      <a:r>
                        <a:rPr lang="zh-TW" sz="1200" b="1" kern="100" dirty="0">
                          <a:solidFill>
                            <a:srgbClr val="000000"/>
                          </a:solidFill>
                          <a:effectLst/>
                          <a:latin typeface="Calibri"/>
                          <a:ea typeface="標楷體"/>
                          <a:cs typeface="Arial"/>
                        </a:rPr>
                        <a:t>執行方案</a:t>
                      </a:r>
                      <a:endParaRPr lang="zh-TW" sz="900" kern="100" dirty="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gn="ctr">
                        <a:lnSpc>
                          <a:spcPts val="2600"/>
                        </a:lnSpc>
                        <a:spcAft>
                          <a:spcPts val="0"/>
                        </a:spcAft>
                      </a:pPr>
                      <a:r>
                        <a:rPr lang="zh-TW" sz="1200" b="1" kern="100">
                          <a:solidFill>
                            <a:srgbClr val="000000"/>
                          </a:solidFill>
                          <a:effectLst/>
                          <a:latin typeface="Calibri"/>
                          <a:ea typeface="標楷體"/>
                          <a:cs typeface="Arial"/>
                        </a:rPr>
                        <a:t>子方案</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gn="ctr">
                        <a:lnSpc>
                          <a:spcPts val="2600"/>
                        </a:lnSpc>
                        <a:spcAft>
                          <a:spcPts val="0"/>
                        </a:spcAft>
                      </a:pPr>
                      <a:r>
                        <a:rPr lang="zh-TW" sz="1200" b="1" kern="100">
                          <a:solidFill>
                            <a:srgbClr val="000000"/>
                          </a:solidFill>
                          <a:effectLst/>
                          <a:latin typeface="Calibri"/>
                          <a:ea typeface="標楷體"/>
                          <a:cs typeface="Arial"/>
                        </a:rPr>
                        <a:t>辦理場次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gn="ctr">
                        <a:lnSpc>
                          <a:spcPts val="2600"/>
                        </a:lnSpc>
                        <a:spcAft>
                          <a:spcPts val="0"/>
                        </a:spcAft>
                      </a:pPr>
                      <a:r>
                        <a:rPr lang="zh-TW" sz="1200" b="1" kern="100">
                          <a:solidFill>
                            <a:srgbClr val="000000"/>
                          </a:solidFill>
                          <a:effectLst/>
                          <a:latin typeface="Calibri"/>
                          <a:ea typeface="標楷體"/>
                          <a:cs typeface="Arial"/>
                        </a:rPr>
                        <a:t>參與人次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extLst>
                  <a:ext uri="{0D108BD9-81ED-4DB2-BD59-A6C34878D82A}">
                    <a16:rowId xmlns:a16="http://schemas.microsoft.com/office/drawing/2014/main" val="10000"/>
                  </a:ext>
                </a:extLst>
              </a:tr>
              <a:tr h="489933">
                <a:tc>
                  <a:txBody>
                    <a:bodyPr/>
                    <a:lstStyle/>
                    <a:p>
                      <a:pPr>
                        <a:lnSpc>
                          <a:spcPts val="2600"/>
                        </a:lnSpc>
                        <a:spcAft>
                          <a:spcPts val="0"/>
                        </a:spcAft>
                        <a:tabLst>
                          <a:tab pos="571500" algn="l"/>
                        </a:tabLst>
                      </a:pPr>
                      <a:r>
                        <a:rPr lang="zh-TW" sz="1200" b="1" kern="100">
                          <a:solidFill>
                            <a:srgbClr val="000000"/>
                          </a:solidFill>
                          <a:effectLst/>
                          <a:latin typeface="Calibri"/>
                          <a:ea typeface="標楷體"/>
                          <a:cs typeface="Arial"/>
                        </a:rPr>
                        <a:t>老人福利－</a:t>
                      </a:r>
                      <a:endParaRPr lang="zh-TW" sz="900" kern="100">
                        <a:effectLst/>
                        <a:latin typeface="Calibri"/>
                        <a:ea typeface="新細明體"/>
                        <a:cs typeface="Times New Roman"/>
                      </a:endParaRPr>
                    </a:p>
                    <a:p>
                      <a:pPr>
                        <a:lnSpc>
                          <a:spcPts val="2600"/>
                        </a:lnSpc>
                        <a:spcAft>
                          <a:spcPts val="0"/>
                        </a:spcAft>
                        <a:tabLst>
                          <a:tab pos="571500" algn="l"/>
                        </a:tabLst>
                      </a:pPr>
                      <a:r>
                        <a:rPr lang="zh-TW" sz="1200" b="1" kern="100">
                          <a:solidFill>
                            <a:srgbClr val="000000"/>
                          </a:solidFill>
                          <a:effectLst/>
                          <a:latin typeface="Calibri"/>
                          <a:ea typeface="標楷體"/>
                          <a:cs typeface="Arial"/>
                        </a:rPr>
                        <a:t>金點轉動據點幸福升級</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spcAft>
                          <a:spcPts val="0"/>
                        </a:spcAft>
                      </a:pPr>
                      <a:r>
                        <a:rPr lang="zh-TW" sz="1200" b="1" kern="1200">
                          <a:solidFill>
                            <a:srgbClr val="000000"/>
                          </a:solidFill>
                          <a:effectLst/>
                          <a:latin typeface="Calibri"/>
                          <a:ea typeface="標楷體"/>
                          <a:cs typeface="Arial"/>
                        </a:rPr>
                        <a:t>樂齡學堂</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spcAft>
                          <a:spcPts val="0"/>
                        </a:spcAft>
                      </a:pPr>
                      <a:r>
                        <a:rPr lang="en-US" sz="1200" b="1" kern="1200">
                          <a:solidFill>
                            <a:srgbClr val="000000"/>
                          </a:solidFill>
                          <a:effectLst/>
                          <a:latin typeface="標楷體"/>
                          <a:ea typeface="新細明體"/>
                          <a:cs typeface="Arial"/>
                        </a:rPr>
                        <a:t>50</a:t>
                      </a:r>
                      <a:r>
                        <a:rPr lang="zh-TW" sz="1200" b="1" kern="1200">
                          <a:solidFill>
                            <a:srgbClr val="000000"/>
                          </a:solidFill>
                          <a:effectLst/>
                          <a:latin typeface="Calibri"/>
                          <a:ea typeface="標楷體"/>
                          <a:cs typeface="Arial"/>
                        </a:rPr>
                        <a:t>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spcAft>
                          <a:spcPts val="0"/>
                        </a:spcAft>
                      </a:pPr>
                      <a:r>
                        <a:rPr lang="en-US" sz="1200" b="1" kern="1200">
                          <a:solidFill>
                            <a:srgbClr val="000000"/>
                          </a:solidFill>
                          <a:effectLst/>
                          <a:latin typeface="標楷體"/>
                          <a:ea typeface="新細明體"/>
                          <a:cs typeface="Arial"/>
                        </a:rPr>
                        <a:t>1,176</a:t>
                      </a:r>
                      <a:r>
                        <a:rPr lang="zh-TW" sz="1200" b="1" kern="12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extLst>
                  <a:ext uri="{0D108BD9-81ED-4DB2-BD59-A6C34878D82A}">
                    <a16:rowId xmlns:a16="http://schemas.microsoft.com/office/drawing/2014/main" val="10001"/>
                  </a:ext>
                </a:extLst>
              </a:tr>
              <a:tr h="248450">
                <a:tc rowSpan="2">
                  <a:txBody>
                    <a:bodyPr/>
                    <a:lstStyle/>
                    <a:p>
                      <a:pPr>
                        <a:lnSpc>
                          <a:spcPts val="2600"/>
                        </a:lnSpc>
                        <a:spcAft>
                          <a:spcPts val="0"/>
                        </a:spcAft>
                        <a:tabLst>
                          <a:tab pos="1171575" algn="l"/>
                        </a:tabLst>
                      </a:pPr>
                      <a:r>
                        <a:rPr lang="zh-TW" sz="1200" b="1" kern="100">
                          <a:solidFill>
                            <a:srgbClr val="000000"/>
                          </a:solidFill>
                          <a:effectLst/>
                          <a:latin typeface="Calibri"/>
                          <a:ea typeface="標楷體"/>
                          <a:cs typeface="Arial"/>
                        </a:rPr>
                        <a:t>婦女福利</a:t>
                      </a:r>
                      <a:endParaRPr lang="zh-TW" sz="900" kern="100">
                        <a:effectLst/>
                        <a:latin typeface="Calibri"/>
                        <a:ea typeface="新細明體"/>
                        <a:cs typeface="Times New Roman"/>
                      </a:endParaRPr>
                    </a:p>
                    <a:p>
                      <a:pPr>
                        <a:lnSpc>
                          <a:spcPts val="2600"/>
                        </a:lnSpc>
                        <a:spcAft>
                          <a:spcPts val="0"/>
                        </a:spcAft>
                        <a:tabLst>
                          <a:tab pos="1171575" algn="l"/>
                        </a:tabLst>
                      </a:pPr>
                      <a:r>
                        <a:rPr lang="zh-TW" sz="1200" b="1" kern="100">
                          <a:solidFill>
                            <a:srgbClr val="000000"/>
                          </a:solidFill>
                          <a:effectLst/>
                          <a:latin typeface="Calibri"/>
                          <a:ea typeface="標楷體"/>
                          <a:cs typeface="Arial"/>
                        </a:rPr>
                        <a:t>轉動技藝幸福加分</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nSpc>
                          <a:spcPts val="2600"/>
                        </a:lnSpc>
                        <a:spcAft>
                          <a:spcPts val="0"/>
                        </a:spcAft>
                      </a:pPr>
                      <a:r>
                        <a:rPr lang="zh-TW" sz="1200" b="1" kern="100">
                          <a:solidFill>
                            <a:srgbClr val="000000"/>
                          </a:solidFill>
                          <a:effectLst/>
                          <a:latin typeface="Calibri"/>
                          <a:ea typeface="標楷體"/>
                          <a:cs typeface="Arial"/>
                        </a:rPr>
                        <a:t>婦女共融學習班</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12</a:t>
                      </a:r>
                      <a:r>
                        <a:rPr lang="zh-TW" sz="1200" b="1" kern="100">
                          <a:solidFill>
                            <a:srgbClr val="000000"/>
                          </a:solidFill>
                          <a:effectLst/>
                          <a:latin typeface="Calibri"/>
                          <a:ea typeface="標楷體"/>
                          <a:cs typeface="Arial"/>
                        </a:rPr>
                        <a:t>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351</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extLst>
                  <a:ext uri="{0D108BD9-81ED-4DB2-BD59-A6C34878D82A}">
                    <a16:rowId xmlns:a16="http://schemas.microsoft.com/office/drawing/2014/main" val="10002"/>
                  </a:ext>
                </a:extLst>
              </a:tr>
              <a:tr h="256344">
                <a:tc vMerge="1">
                  <a:txBody>
                    <a:bodyPr/>
                    <a:lstStyle/>
                    <a:p>
                      <a:endParaRPr lang="zh-TW" altLang="en-US"/>
                    </a:p>
                  </a:txBody>
                  <a:tcPr/>
                </a:tc>
                <a:tc>
                  <a:txBody>
                    <a:bodyPr/>
                    <a:lstStyle/>
                    <a:p>
                      <a:pPr>
                        <a:lnSpc>
                          <a:spcPts val="2600"/>
                        </a:lnSpc>
                        <a:spcAft>
                          <a:spcPts val="0"/>
                        </a:spcAft>
                      </a:pPr>
                      <a:r>
                        <a:rPr lang="zh-TW" sz="1200" b="1" kern="100">
                          <a:solidFill>
                            <a:srgbClr val="000000"/>
                          </a:solidFill>
                          <a:effectLst/>
                          <a:latin typeface="Calibri"/>
                          <a:ea typeface="標楷體"/>
                          <a:cs typeface="Arial"/>
                        </a:rPr>
                        <a:t>婦女講座</a:t>
                      </a:r>
                      <a:r>
                        <a:rPr lang="en-US" sz="1200" b="1" kern="100">
                          <a:solidFill>
                            <a:srgbClr val="000000"/>
                          </a:solidFill>
                          <a:effectLst/>
                          <a:latin typeface="Calibri"/>
                          <a:ea typeface="標楷體"/>
                          <a:cs typeface="Arial"/>
                        </a:rPr>
                        <a:t>-</a:t>
                      </a:r>
                      <a:r>
                        <a:rPr lang="zh-TW" sz="1200" b="1" kern="100">
                          <a:solidFill>
                            <a:srgbClr val="000000"/>
                          </a:solidFill>
                          <a:effectLst/>
                          <a:latin typeface="Calibri"/>
                          <a:ea typeface="標楷體"/>
                          <a:cs typeface="Arial"/>
                        </a:rPr>
                        <a:t>地中海飲食</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2</a:t>
                      </a:r>
                      <a:r>
                        <a:rPr lang="zh-TW" sz="1200" b="1" kern="100">
                          <a:solidFill>
                            <a:srgbClr val="000000"/>
                          </a:solidFill>
                          <a:effectLst/>
                          <a:latin typeface="Calibri"/>
                          <a:ea typeface="標楷體"/>
                          <a:cs typeface="Arial"/>
                        </a:rPr>
                        <a:t>場</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dirty="0">
                          <a:solidFill>
                            <a:srgbClr val="000000"/>
                          </a:solidFill>
                          <a:effectLst/>
                          <a:latin typeface="標楷體"/>
                          <a:ea typeface="新細明體"/>
                          <a:cs typeface="Arial"/>
                        </a:rPr>
                        <a:t>160</a:t>
                      </a:r>
                      <a:r>
                        <a:rPr lang="zh-TW" sz="1200" b="1" kern="100" dirty="0">
                          <a:solidFill>
                            <a:srgbClr val="000000"/>
                          </a:solidFill>
                          <a:effectLst/>
                          <a:latin typeface="Calibri"/>
                          <a:ea typeface="標楷體"/>
                          <a:cs typeface="Arial"/>
                        </a:rPr>
                        <a:t>人次</a:t>
                      </a:r>
                      <a:endParaRPr lang="zh-TW" sz="900" kern="100" dirty="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extLst>
                  <a:ext uri="{0D108BD9-81ED-4DB2-BD59-A6C34878D82A}">
                    <a16:rowId xmlns:a16="http://schemas.microsoft.com/office/drawing/2014/main" val="10003"/>
                  </a:ext>
                </a:extLst>
              </a:tr>
              <a:tr h="489933">
                <a:tc rowSpan="3">
                  <a:txBody>
                    <a:bodyPr/>
                    <a:lstStyle/>
                    <a:p>
                      <a:pPr>
                        <a:lnSpc>
                          <a:spcPts val="2600"/>
                        </a:lnSpc>
                        <a:spcAft>
                          <a:spcPts val="0"/>
                        </a:spcAft>
                        <a:tabLst>
                          <a:tab pos="476250" algn="l"/>
                        </a:tabLst>
                      </a:pPr>
                      <a:r>
                        <a:rPr lang="zh-TW" sz="1200" b="1" kern="100" dirty="0">
                          <a:solidFill>
                            <a:srgbClr val="000000"/>
                          </a:solidFill>
                          <a:effectLst/>
                          <a:latin typeface="Times New Roman"/>
                          <a:ea typeface="標楷體"/>
                          <a:cs typeface="Arial"/>
                        </a:rPr>
                        <a:t>兒童福利</a:t>
                      </a:r>
                      <a:r>
                        <a:rPr lang="en-US" sz="1200" b="1" kern="100" dirty="0">
                          <a:solidFill>
                            <a:srgbClr val="000000"/>
                          </a:solidFill>
                          <a:effectLst/>
                          <a:latin typeface="Times New Roman"/>
                          <a:ea typeface="標楷體"/>
                          <a:cs typeface="Times New Roman"/>
                        </a:rPr>
                        <a:t>-</a:t>
                      </a:r>
                      <a:r>
                        <a:rPr lang="zh-TW" sz="1200" b="1" kern="100" dirty="0">
                          <a:solidFill>
                            <a:srgbClr val="000000"/>
                          </a:solidFill>
                          <a:effectLst/>
                          <a:latin typeface="Times New Roman"/>
                          <a:ea typeface="標楷體"/>
                          <a:cs typeface="Arial"/>
                        </a:rPr>
                        <a:t>轉動陪伴幸福無限</a:t>
                      </a:r>
                      <a:endParaRPr lang="zh-TW" sz="900" kern="100" dirty="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nSpc>
                          <a:spcPts val="2600"/>
                        </a:lnSpc>
                        <a:spcAft>
                          <a:spcPts val="0"/>
                        </a:spcAft>
                      </a:pPr>
                      <a:r>
                        <a:rPr lang="zh-TW" sz="1300" b="1" kern="0">
                          <a:effectLst/>
                          <a:latin typeface="Calibri"/>
                          <a:ea typeface="標楷體"/>
                          <a:cs typeface="Arial"/>
                        </a:rPr>
                        <a:t>不容錯過的美好</a:t>
                      </a:r>
                      <a:r>
                        <a:rPr lang="en-US" sz="1300" b="1" kern="0">
                          <a:effectLst/>
                          <a:latin typeface="Calibri"/>
                          <a:ea typeface="標楷體"/>
                          <a:cs typeface="Arial"/>
                        </a:rPr>
                        <a:t>-</a:t>
                      </a:r>
                      <a:r>
                        <a:rPr lang="zh-TW" sz="1300" b="1" kern="0">
                          <a:effectLst/>
                          <a:latin typeface="Calibri"/>
                          <a:ea typeface="標楷體"/>
                          <a:cs typeface="Arial"/>
                        </a:rPr>
                        <a:t>小小記者營</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4</a:t>
                      </a:r>
                      <a:r>
                        <a:rPr lang="zh-TW" sz="1200" b="1" kern="100">
                          <a:solidFill>
                            <a:srgbClr val="000000"/>
                          </a:solidFill>
                          <a:effectLst/>
                          <a:latin typeface="Calibri"/>
                          <a:ea typeface="標楷體"/>
                          <a:cs typeface="Arial"/>
                        </a:rPr>
                        <a:t>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98</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extLst>
                  <a:ext uri="{0D108BD9-81ED-4DB2-BD59-A6C34878D82A}">
                    <a16:rowId xmlns:a16="http://schemas.microsoft.com/office/drawing/2014/main" val="10004"/>
                  </a:ext>
                </a:extLst>
              </a:tr>
              <a:tr h="254022">
                <a:tc vMerge="1">
                  <a:txBody>
                    <a:bodyPr/>
                    <a:lstStyle/>
                    <a:p>
                      <a:endParaRPr lang="zh-TW" altLang="en-US"/>
                    </a:p>
                  </a:txBody>
                  <a:tcPr/>
                </a:tc>
                <a:tc>
                  <a:txBody>
                    <a:bodyPr/>
                    <a:lstStyle/>
                    <a:p>
                      <a:pPr>
                        <a:lnSpc>
                          <a:spcPts val="2600"/>
                        </a:lnSpc>
                        <a:spcAft>
                          <a:spcPts val="0"/>
                        </a:spcAft>
                      </a:pPr>
                      <a:r>
                        <a:rPr lang="zh-TW" sz="1200" b="1" kern="100">
                          <a:solidFill>
                            <a:srgbClr val="000000"/>
                          </a:solidFill>
                          <a:effectLst/>
                          <a:latin typeface="Calibri"/>
                          <a:ea typeface="標楷體"/>
                          <a:cs typeface="Arial"/>
                        </a:rPr>
                        <a:t>一樣的故事不一樣的精彩</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10</a:t>
                      </a:r>
                      <a:r>
                        <a:rPr lang="zh-TW" sz="1200" b="1" kern="100">
                          <a:solidFill>
                            <a:srgbClr val="000000"/>
                          </a:solidFill>
                          <a:effectLst/>
                          <a:latin typeface="Calibri"/>
                          <a:ea typeface="標楷體"/>
                          <a:cs typeface="Arial"/>
                        </a:rPr>
                        <a:t>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200</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extLst>
                  <a:ext uri="{0D108BD9-81ED-4DB2-BD59-A6C34878D82A}">
                    <a16:rowId xmlns:a16="http://schemas.microsoft.com/office/drawing/2014/main" val="10005"/>
                  </a:ext>
                </a:extLst>
              </a:tr>
              <a:tr h="254022">
                <a:tc vMerge="1">
                  <a:txBody>
                    <a:bodyPr/>
                    <a:lstStyle/>
                    <a:p>
                      <a:endParaRPr lang="zh-TW" altLang="en-US"/>
                    </a:p>
                  </a:txBody>
                  <a:tcPr/>
                </a:tc>
                <a:tc>
                  <a:txBody>
                    <a:bodyPr/>
                    <a:lstStyle/>
                    <a:p>
                      <a:pPr>
                        <a:lnSpc>
                          <a:spcPts val="2600"/>
                        </a:lnSpc>
                        <a:spcAft>
                          <a:spcPts val="0"/>
                        </a:spcAft>
                      </a:pPr>
                      <a:r>
                        <a:rPr lang="zh-TW" sz="1200" b="1" kern="100">
                          <a:solidFill>
                            <a:srgbClr val="000000"/>
                          </a:solidFill>
                          <a:effectLst/>
                          <a:latin typeface="Calibri"/>
                          <a:ea typeface="標楷體"/>
                          <a:cs typeface="Arial"/>
                        </a:rPr>
                        <a:t>生活知識與科學</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10</a:t>
                      </a:r>
                      <a:r>
                        <a:rPr lang="zh-TW" sz="1200" b="1" kern="100">
                          <a:solidFill>
                            <a:srgbClr val="000000"/>
                          </a:solidFill>
                          <a:effectLst/>
                          <a:latin typeface="Calibri"/>
                          <a:ea typeface="標楷體"/>
                          <a:cs typeface="Arial"/>
                        </a:rPr>
                        <a:t>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227</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extLst>
                  <a:ext uri="{0D108BD9-81ED-4DB2-BD59-A6C34878D82A}">
                    <a16:rowId xmlns:a16="http://schemas.microsoft.com/office/drawing/2014/main" val="10006"/>
                  </a:ext>
                </a:extLst>
              </a:tr>
              <a:tr h="248450">
                <a:tc rowSpan="2">
                  <a:txBody>
                    <a:bodyPr/>
                    <a:lstStyle/>
                    <a:p>
                      <a:pPr>
                        <a:lnSpc>
                          <a:spcPts val="2600"/>
                        </a:lnSpc>
                        <a:spcAft>
                          <a:spcPts val="0"/>
                        </a:spcAft>
                      </a:pPr>
                      <a:r>
                        <a:rPr lang="zh-TW" sz="1200" b="1" kern="100">
                          <a:solidFill>
                            <a:srgbClr val="000000"/>
                          </a:solidFill>
                          <a:effectLst/>
                          <a:latin typeface="Times New Roman"/>
                          <a:ea typeface="標楷體"/>
                          <a:cs typeface="Arial"/>
                        </a:rPr>
                        <a:t>志工轉動熱情幸福滿滿</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nSpc>
                          <a:spcPts val="2600"/>
                        </a:lnSpc>
                        <a:spcAft>
                          <a:spcPts val="0"/>
                        </a:spcAft>
                      </a:pPr>
                      <a:r>
                        <a:rPr lang="zh-TW" sz="1200" b="1" kern="100">
                          <a:solidFill>
                            <a:srgbClr val="000000"/>
                          </a:solidFill>
                          <a:effectLst/>
                          <a:latin typeface="Calibri"/>
                          <a:ea typeface="標楷體"/>
                          <a:cs typeface="Arial"/>
                        </a:rPr>
                        <a:t>空汙危害與健康</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a:t>
                      </a:r>
                      <a:r>
                        <a:rPr lang="zh-TW" sz="1200" b="1" kern="100">
                          <a:solidFill>
                            <a:srgbClr val="000000"/>
                          </a:solidFill>
                          <a:effectLst/>
                          <a:latin typeface="Calibri"/>
                          <a:ea typeface="標楷體"/>
                          <a:cs typeface="Arial"/>
                        </a:rPr>
                        <a:t>場</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43</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extLst>
                  <a:ext uri="{0D108BD9-81ED-4DB2-BD59-A6C34878D82A}">
                    <a16:rowId xmlns:a16="http://schemas.microsoft.com/office/drawing/2014/main" val="10007"/>
                  </a:ext>
                </a:extLst>
              </a:tr>
              <a:tr h="256344">
                <a:tc vMerge="1">
                  <a:txBody>
                    <a:bodyPr/>
                    <a:lstStyle/>
                    <a:p>
                      <a:endParaRPr lang="zh-TW" altLang="en-US"/>
                    </a:p>
                  </a:txBody>
                  <a:tcPr/>
                </a:tc>
                <a:tc>
                  <a:txBody>
                    <a:bodyPr/>
                    <a:lstStyle/>
                    <a:p>
                      <a:pPr>
                        <a:lnSpc>
                          <a:spcPts val="2600"/>
                        </a:lnSpc>
                        <a:spcAft>
                          <a:spcPts val="0"/>
                        </a:spcAft>
                      </a:pPr>
                      <a:r>
                        <a:rPr lang="zh-TW" sz="1200" b="1" kern="100">
                          <a:solidFill>
                            <a:srgbClr val="000000"/>
                          </a:solidFill>
                          <a:effectLst/>
                          <a:latin typeface="Calibri"/>
                          <a:ea typeface="標楷體"/>
                          <a:cs typeface="Arial"/>
                        </a:rPr>
                        <a:t>社區防災編制及實地演練</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2</a:t>
                      </a:r>
                      <a:r>
                        <a:rPr lang="zh-TW" sz="1200" b="1" kern="100">
                          <a:solidFill>
                            <a:srgbClr val="000000"/>
                          </a:solidFill>
                          <a:effectLst/>
                          <a:latin typeface="Calibri"/>
                          <a:ea typeface="標楷體"/>
                          <a:cs typeface="Arial"/>
                        </a:rPr>
                        <a:t>場</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91</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extLst>
                  <a:ext uri="{0D108BD9-81ED-4DB2-BD59-A6C34878D82A}">
                    <a16:rowId xmlns:a16="http://schemas.microsoft.com/office/drawing/2014/main" val="10008"/>
                  </a:ext>
                </a:extLst>
              </a:tr>
              <a:tr h="248450">
                <a:tc rowSpan="3">
                  <a:txBody>
                    <a:bodyPr/>
                    <a:lstStyle/>
                    <a:p>
                      <a:pPr>
                        <a:lnSpc>
                          <a:spcPts val="2600"/>
                        </a:lnSpc>
                        <a:spcAft>
                          <a:spcPts val="0"/>
                        </a:spcAft>
                      </a:pPr>
                      <a:r>
                        <a:rPr lang="zh-TW" sz="1200" b="1" kern="100" dirty="0">
                          <a:solidFill>
                            <a:srgbClr val="000000"/>
                          </a:solidFill>
                          <a:effectLst/>
                          <a:latin typeface="Times New Roman"/>
                          <a:ea typeface="標楷體"/>
                          <a:cs typeface="Arial"/>
                        </a:rPr>
                        <a:t>幹部與志工培力及旗艦聯繫會議</a:t>
                      </a:r>
                      <a:endParaRPr lang="zh-TW" sz="900" kern="100" dirty="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nSpc>
                          <a:spcPts val="2600"/>
                        </a:lnSpc>
                        <a:spcAft>
                          <a:spcPts val="0"/>
                        </a:spcAft>
                      </a:pPr>
                      <a:r>
                        <a:rPr lang="zh-TW" sz="1200" b="1" kern="100">
                          <a:solidFill>
                            <a:srgbClr val="000000"/>
                          </a:solidFill>
                          <a:effectLst/>
                          <a:latin typeface="Calibri"/>
                          <a:ea typeface="標楷體"/>
                          <a:cs typeface="Arial"/>
                        </a:rPr>
                        <a:t>旗艦聯繫會議</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5</a:t>
                      </a:r>
                      <a:r>
                        <a:rPr lang="zh-TW" sz="1200" b="1" kern="100">
                          <a:solidFill>
                            <a:srgbClr val="000000"/>
                          </a:solidFill>
                          <a:effectLst/>
                          <a:latin typeface="Calibri"/>
                          <a:ea typeface="標楷體"/>
                          <a:cs typeface="Arial"/>
                        </a:rPr>
                        <a:t>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126</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extLst>
                  <a:ext uri="{0D108BD9-81ED-4DB2-BD59-A6C34878D82A}">
                    <a16:rowId xmlns:a16="http://schemas.microsoft.com/office/drawing/2014/main" val="10009"/>
                  </a:ext>
                </a:extLst>
              </a:tr>
              <a:tr h="248450">
                <a:tc vMerge="1">
                  <a:txBody>
                    <a:bodyPr/>
                    <a:lstStyle/>
                    <a:p>
                      <a:endParaRPr lang="zh-TW" altLang="en-US"/>
                    </a:p>
                  </a:txBody>
                  <a:tcPr/>
                </a:tc>
                <a:tc>
                  <a:txBody>
                    <a:bodyPr/>
                    <a:lstStyle/>
                    <a:p>
                      <a:pPr>
                        <a:lnSpc>
                          <a:spcPts val="2600"/>
                        </a:lnSpc>
                        <a:spcAft>
                          <a:spcPts val="0"/>
                        </a:spcAft>
                      </a:pPr>
                      <a:r>
                        <a:rPr lang="zh-TW" sz="1200" b="1" kern="100">
                          <a:solidFill>
                            <a:srgbClr val="000000"/>
                          </a:solidFill>
                          <a:effectLst/>
                          <a:latin typeface="Calibri"/>
                          <a:ea typeface="標楷體"/>
                          <a:cs typeface="Arial"/>
                        </a:rPr>
                        <a:t>共識交流營</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5</a:t>
                      </a:r>
                      <a:r>
                        <a:rPr lang="zh-TW" sz="1200" b="1" kern="100">
                          <a:solidFill>
                            <a:srgbClr val="000000"/>
                          </a:solidFill>
                          <a:effectLst/>
                          <a:latin typeface="Calibri"/>
                          <a:ea typeface="標楷體"/>
                          <a:cs typeface="Arial"/>
                        </a:rPr>
                        <a:t>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128</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extLst>
                  <a:ext uri="{0D108BD9-81ED-4DB2-BD59-A6C34878D82A}">
                    <a16:rowId xmlns:a16="http://schemas.microsoft.com/office/drawing/2014/main" val="10010"/>
                  </a:ext>
                </a:extLst>
              </a:tr>
              <a:tr h="248450">
                <a:tc vMerge="1">
                  <a:txBody>
                    <a:bodyPr/>
                    <a:lstStyle/>
                    <a:p>
                      <a:endParaRPr lang="zh-TW" altLang="en-US"/>
                    </a:p>
                  </a:txBody>
                  <a:tcPr/>
                </a:tc>
                <a:tc>
                  <a:txBody>
                    <a:bodyPr/>
                    <a:lstStyle/>
                    <a:p>
                      <a:pPr>
                        <a:lnSpc>
                          <a:spcPts val="2600"/>
                        </a:lnSpc>
                        <a:spcAft>
                          <a:spcPts val="0"/>
                        </a:spcAft>
                      </a:pPr>
                      <a:r>
                        <a:rPr lang="zh-TW" sz="1200" b="1" kern="100">
                          <a:solidFill>
                            <a:srgbClr val="000000"/>
                          </a:solidFill>
                          <a:effectLst/>
                          <a:latin typeface="Calibri"/>
                          <a:ea typeface="標楷體"/>
                          <a:cs typeface="Arial"/>
                        </a:rPr>
                        <a:t>外縣市績優社區觀摩活動</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a:t>
                      </a:r>
                      <a:r>
                        <a:rPr lang="zh-TW" sz="1200" b="1" kern="100">
                          <a:solidFill>
                            <a:srgbClr val="000000"/>
                          </a:solidFill>
                          <a:effectLst/>
                          <a:latin typeface="Calibri"/>
                          <a:ea typeface="標楷體"/>
                          <a:cs typeface="Arial"/>
                        </a:rPr>
                        <a:t>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40</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extLst>
                  <a:ext uri="{0D108BD9-81ED-4DB2-BD59-A6C34878D82A}">
                    <a16:rowId xmlns:a16="http://schemas.microsoft.com/office/drawing/2014/main" val="10011"/>
                  </a:ext>
                </a:extLst>
              </a:tr>
              <a:tr h="270276">
                <a:tc>
                  <a:txBody>
                    <a:bodyPr/>
                    <a:lstStyle/>
                    <a:p>
                      <a:pPr>
                        <a:lnSpc>
                          <a:spcPts val="2600"/>
                        </a:lnSpc>
                        <a:spcAft>
                          <a:spcPts val="0"/>
                        </a:spcAft>
                      </a:pPr>
                      <a:r>
                        <a:rPr lang="zh-TW" sz="1200" b="1" kern="100">
                          <a:solidFill>
                            <a:srgbClr val="000000"/>
                          </a:solidFill>
                          <a:effectLst/>
                          <a:latin typeface="Times New Roman"/>
                          <a:ea typeface="標楷體"/>
                          <a:cs typeface="Arial"/>
                        </a:rPr>
                        <a:t>轉動幸福˙特色產業啟動</a:t>
                      </a:r>
                      <a:r>
                        <a:rPr lang="en-US" sz="1200" b="1" kern="100">
                          <a:solidFill>
                            <a:srgbClr val="000000"/>
                          </a:solidFill>
                          <a:effectLst/>
                          <a:latin typeface="Times New Roman"/>
                          <a:ea typeface="標楷體"/>
                          <a:cs typeface="Times New Roman"/>
                        </a:rPr>
                        <a:t>-</a:t>
                      </a:r>
                      <a:r>
                        <a:rPr lang="zh-TW" sz="1200" b="1" kern="100">
                          <a:solidFill>
                            <a:srgbClr val="000000"/>
                          </a:solidFill>
                          <a:effectLst/>
                          <a:latin typeface="Times New Roman"/>
                          <a:ea typeface="標楷體"/>
                          <a:cs typeface="Arial"/>
                        </a:rPr>
                        <a:t>永續經營</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nSpc>
                          <a:spcPts val="2600"/>
                        </a:lnSpc>
                        <a:spcAft>
                          <a:spcPts val="0"/>
                        </a:spcAft>
                      </a:pPr>
                      <a:r>
                        <a:rPr lang="zh-TW" sz="1200" b="1" kern="100">
                          <a:solidFill>
                            <a:srgbClr val="000000"/>
                          </a:solidFill>
                          <a:effectLst/>
                          <a:latin typeface="Calibri"/>
                          <a:ea typeface="標楷體"/>
                          <a:cs typeface="Arial"/>
                        </a:rPr>
                        <a:t>旗艦品牌設計</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10</a:t>
                      </a:r>
                      <a:r>
                        <a:rPr lang="zh-TW" sz="1200" b="1" kern="100">
                          <a:solidFill>
                            <a:srgbClr val="000000"/>
                          </a:solidFill>
                          <a:effectLst/>
                          <a:latin typeface="Calibri"/>
                          <a:ea typeface="標楷體"/>
                          <a:cs typeface="Arial"/>
                        </a:rPr>
                        <a:t>場</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266</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extLst>
                  <a:ext uri="{0D108BD9-81ED-4DB2-BD59-A6C34878D82A}">
                    <a16:rowId xmlns:a16="http://schemas.microsoft.com/office/drawing/2014/main" val="10012"/>
                  </a:ext>
                </a:extLst>
              </a:tr>
              <a:tr h="489933">
                <a:tc>
                  <a:txBody>
                    <a:bodyPr/>
                    <a:lstStyle/>
                    <a:p>
                      <a:pPr>
                        <a:lnSpc>
                          <a:spcPts val="2600"/>
                        </a:lnSpc>
                        <a:spcAft>
                          <a:spcPts val="0"/>
                        </a:spcAft>
                      </a:pPr>
                      <a:r>
                        <a:rPr lang="zh-TW" sz="1200" b="1" kern="100">
                          <a:solidFill>
                            <a:srgbClr val="000000"/>
                          </a:solidFill>
                          <a:effectLst/>
                          <a:latin typeface="Times New Roman"/>
                          <a:ea typeface="標楷體"/>
                          <a:cs typeface="Arial"/>
                        </a:rPr>
                        <a:t>溫暖大竹山˙轉動幸福齊步走</a:t>
                      </a:r>
                      <a:r>
                        <a:rPr lang="en-US" sz="1200" b="1" kern="100">
                          <a:solidFill>
                            <a:srgbClr val="000000"/>
                          </a:solidFill>
                          <a:effectLst/>
                          <a:latin typeface="Times New Roman"/>
                          <a:ea typeface="標楷體"/>
                          <a:cs typeface="Times New Roman"/>
                        </a:rPr>
                        <a:t>-</a:t>
                      </a:r>
                      <a:r>
                        <a:rPr lang="zh-TW" sz="1200" b="1" kern="100">
                          <a:solidFill>
                            <a:srgbClr val="000000"/>
                          </a:solidFill>
                          <a:effectLst/>
                          <a:latin typeface="Times New Roman"/>
                          <a:ea typeface="標楷體"/>
                          <a:cs typeface="Arial"/>
                        </a:rPr>
                        <a:t>成果展</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a:txBody>
                    <a:bodyPr/>
                    <a:lstStyle/>
                    <a:p>
                      <a:pPr>
                        <a:lnSpc>
                          <a:spcPts val="2600"/>
                        </a:lnSpc>
                        <a:spcAft>
                          <a:spcPts val="0"/>
                        </a:spcAft>
                      </a:pPr>
                      <a:r>
                        <a:rPr lang="zh-TW" sz="1200" b="1" kern="100">
                          <a:solidFill>
                            <a:srgbClr val="000000"/>
                          </a:solidFill>
                          <a:effectLst/>
                          <a:latin typeface="Calibri"/>
                          <a:ea typeface="標楷體"/>
                          <a:cs typeface="Arial"/>
                        </a:rPr>
                        <a:t>大旗艦成果展</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a:t>
                      </a:r>
                      <a:r>
                        <a:rPr lang="zh-TW" sz="1200" b="1" kern="100">
                          <a:solidFill>
                            <a:srgbClr val="000000"/>
                          </a:solidFill>
                          <a:effectLst/>
                          <a:latin typeface="Calibri"/>
                          <a:ea typeface="標楷體"/>
                          <a:cs typeface="Arial"/>
                        </a:rPr>
                        <a:t>場</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584</a:t>
                      </a:r>
                      <a:r>
                        <a:rPr lang="zh-TW" sz="1200" b="1" kern="100">
                          <a:solidFill>
                            <a:srgbClr val="000000"/>
                          </a:solidFill>
                          <a:effectLst/>
                          <a:latin typeface="Calibri"/>
                          <a:ea typeface="標楷體"/>
                          <a:cs typeface="Arial"/>
                        </a:rPr>
                        <a:t>人次</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D8E8"/>
                    </a:solidFill>
                  </a:tcPr>
                </a:tc>
                <a:extLst>
                  <a:ext uri="{0D108BD9-81ED-4DB2-BD59-A6C34878D82A}">
                    <a16:rowId xmlns:a16="http://schemas.microsoft.com/office/drawing/2014/main" val="10013"/>
                  </a:ext>
                </a:extLst>
              </a:tr>
              <a:tr h="248450">
                <a:tc gridSpan="2">
                  <a:txBody>
                    <a:bodyPr/>
                    <a:lstStyle/>
                    <a:p>
                      <a:pPr algn="ctr">
                        <a:lnSpc>
                          <a:spcPts val="2600"/>
                        </a:lnSpc>
                        <a:spcAft>
                          <a:spcPts val="0"/>
                        </a:spcAft>
                      </a:pPr>
                      <a:r>
                        <a:rPr lang="zh-TW" sz="1200" b="1" kern="100">
                          <a:solidFill>
                            <a:srgbClr val="000000"/>
                          </a:solidFill>
                          <a:effectLst/>
                          <a:latin typeface="Calibri"/>
                          <a:ea typeface="標楷體"/>
                          <a:cs typeface="Arial"/>
                        </a:rPr>
                        <a:t>總</a:t>
                      </a:r>
                      <a:r>
                        <a:rPr lang="en-US" sz="1200" b="1" kern="100">
                          <a:solidFill>
                            <a:srgbClr val="000000"/>
                          </a:solidFill>
                          <a:effectLst/>
                          <a:latin typeface="Calibri"/>
                          <a:ea typeface="標楷體"/>
                          <a:cs typeface="Arial"/>
                        </a:rPr>
                        <a:t>   </a:t>
                      </a:r>
                      <a:r>
                        <a:rPr lang="zh-TW" sz="1200" b="1" kern="100">
                          <a:solidFill>
                            <a:srgbClr val="000000"/>
                          </a:solidFill>
                          <a:effectLst/>
                          <a:latin typeface="Calibri"/>
                          <a:ea typeface="標楷體"/>
                          <a:cs typeface="Arial"/>
                        </a:rPr>
                        <a:t>計</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4F81BD"/>
                    </a:solidFill>
                  </a:tcPr>
                </a:tc>
                <a:tc hMerge="1">
                  <a:txBody>
                    <a:bodyPr/>
                    <a:lstStyle/>
                    <a:p>
                      <a:endParaRPr lang="zh-TW" altLang="en-US"/>
                    </a:p>
                  </a:txBody>
                  <a:tcPr/>
                </a:tc>
                <a:tc>
                  <a:txBody>
                    <a:bodyPr/>
                    <a:lstStyle/>
                    <a:p>
                      <a:pPr algn="ctr">
                        <a:lnSpc>
                          <a:spcPts val="2600"/>
                        </a:lnSpc>
                        <a:spcAft>
                          <a:spcPts val="0"/>
                        </a:spcAft>
                      </a:pPr>
                      <a:r>
                        <a:rPr lang="en-US" sz="1200" b="1" kern="100">
                          <a:solidFill>
                            <a:srgbClr val="000000"/>
                          </a:solidFill>
                          <a:effectLst/>
                          <a:latin typeface="標楷體"/>
                          <a:ea typeface="新細明體"/>
                          <a:cs typeface="Arial"/>
                        </a:rPr>
                        <a:t>113</a:t>
                      </a:r>
                      <a:r>
                        <a:rPr lang="zh-TW" sz="1200" b="1" kern="100">
                          <a:solidFill>
                            <a:srgbClr val="000000"/>
                          </a:solidFill>
                          <a:effectLst/>
                          <a:latin typeface="Calibri"/>
                          <a:ea typeface="標楷體"/>
                          <a:cs typeface="Arial"/>
                        </a:rPr>
                        <a:t>場</a:t>
                      </a:r>
                      <a:endParaRPr lang="zh-TW" sz="900" kern="10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tc>
                  <a:txBody>
                    <a:bodyPr/>
                    <a:lstStyle/>
                    <a:p>
                      <a:pPr algn="ctr">
                        <a:lnSpc>
                          <a:spcPts val="2600"/>
                        </a:lnSpc>
                        <a:spcAft>
                          <a:spcPts val="0"/>
                        </a:spcAft>
                      </a:pPr>
                      <a:r>
                        <a:rPr lang="en-US" sz="1200" b="1" kern="100" dirty="0">
                          <a:solidFill>
                            <a:srgbClr val="000000"/>
                          </a:solidFill>
                          <a:effectLst/>
                          <a:latin typeface="標楷體"/>
                          <a:ea typeface="新細明體"/>
                          <a:cs typeface="Arial"/>
                        </a:rPr>
                        <a:t>3,490</a:t>
                      </a:r>
                      <a:r>
                        <a:rPr lang="zh-TW" sz="1200" b="1" kern="100" dirty="0">
                          <a:solidFill>
                            <a:srgbClr val="000000"/>
                          </a:solidFill>
                          <a:effectLst/>
                          <a:latin typeface="Calibri"/>
                          <a:ea typeface="標楷體"/>
                          <a:cs typeface="Arial"/>
                        </a:rPr>
                        <a:t>人次</a:t>
                      </a:r>
                      <a:endParaRPr lang="zh-TW" sz="900" kern="100" dirty="0">
                        <a:effectLst/>
                        <a:latin typeface="Calibri"/>
                        <a:ea typeface="新細明體"/>
                        <a:cs typeface="Times New Roman"/>
                      </a:endParaRPr>
                    </a:p>
                  </a:txBody>
                  <a:tcPr marL="50154" marR="50154" marT="6966"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9EDF4"/>
                    </a:solid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403796602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2195513" y="0"/>
            <a:ext cx="3877985" cy="646331"/>
          </a:xfrm>
          <a:prstGeom prst="rect">
            <a:avLst/>
          </a:prstGeom>
        </p:spPr>
        <p:txBody>
          <a:bodyPr wrap="none">
            <a:spAutoFit/>
          </a:bodyPr>
          <a:lstStyle/>
          <a:p>
            <a:pPr>
              <a:defRPr/>
            </a:pPr>
            <a:r>
              <a:rPr lang="zh-TW" altLang="en-US" sz="3600" b="1" kern="0" dirty="0">
                <a:solidFill>
                  <a:srgbClr val="FFFFFF"/>
                </a:solidFill>
                <a:latin typeface="標楷體" pitchFamily="65" charset="-120"/>
                <a:ea typeface="標楷體" pitchFamily="65" charset="-120"/>
              </a:rPr>
              <a:t>整體計畫執行方式</a:t>
            </a:r>
          </a:p>
        </p:txBody>
      </p:sp>
      <p:sp>
        <p:nvSpPr>
          <p:cNvPr id="6" name="矩形 5"/>
          <p:cNvSpPr/>
          <p:nvPr/>
        </p:nvSpPr>
        <p:spPr>
          <a:xfrm>
            <a:off x="107950" y="1196975"/>
            <a:ext cx="7416800" cy="7402513"/>
          </a:xfrm>
          <a:prstGeom prst="rect">
            <a:avLst/>
          </a:prstGeom>
        </p:spPr>
        <p:txBody>
          <a:bodyPr>
            <a:spAutoFit/>
          </a:bodyPr>
          <a:lstStyle/>
          <a:p>
            <a:pPr marL="455295" eaLnBrk="0" fontAlgn="base" hangingPunct="0">
              <a:lnSpc>
                <a:spcPct val="115000"/>
              </a:lnSpc>
              <a:spcBef>
                <a:spcPct val="20000"/>
              </a:spcBef>
              <a:buClr>
                <a:srgbClr val="69AAB1"/>
              </a:buClr>
              <a:defRPr/>
            </a:pPr>
            <a:r>
              <a:rPr lang="en-US" altLang="zh-TW" sz="2800" b="1" kern="100" dirty="0">
                <a:solidFill>
                  <a:srgbClr val="024631"/>
                </a:solidFill>
                <a:latin typeface="標楷體" pitchFamily="65" charset="-120"/>
                <a:ea typeface="標楷體" pitchFamily="65" charset="-120"/>
              </a:rPr>
              <a:t>1.</a:t>
            </a:r>
            <a:r>
              <a:rPr lang="zh-TW" altLang="zh-TW" sz="2800" b="1" kern="100" dirty="0">
                <a:solidFill>
                  <a:srgbClr val="024631"/>
                </a:solidFill>
                <a:latin typeface="標楷體" pitchFamily="65" charset="-120"/>
                <a:ea typeface="標楷體" pitchFamily="65" charset="-120"/>
              </a:rPr>
              <a:t>旗艦開航</a:t>
            </a:r>
            <a:r>
              <a:rPr lang="en-US" altLang="zh-TW" sz="2800" b="1" kern="100" dirty="0">
                <a:solidFill>
                  <a:srgbClr val="024631"/>
                </a:solidFill>
                <a:latin typeface="標楷體" pitchFamily="65" charset="-120"/>
                <a:ea typeface="標楷體" pitchFamily="65" charset="-120"/>
              </a:rPr>
              <a:t>  </a:t>
            </a:r>
            <a:r>
              <a:rPr lang="zh-TW" altLang="zh-TW" sz="2800" b="1" kern="100" dirty="0">
                <a:solidFill>
                  <a:srgbClr val="024631"/>
                </a:solidFill>
                <a:latin typeface="標楷體" pitchFamily="65" charset="-120"/>
                <a:ea typeface="標楷體" pitchFamily="65" charset="-120"/>
              </a:rPr>
              <a:t>福祉永續</a:t>
            </a:r>
            <a:endParaRPr lang="en-US" altLang="zh-TW" sz="2800" b="1" kern="100" dirty="0">
              <a:solidFill>
                <a:srgbClr val="024631"/>
              </a:solidFill>
              <a:latin typeface="標楷體" pitchFamily="65" charset="-120"/>
              <a:ea typeface="標楷體" pitchFamily="65" charset="-120"/>
            </a:endParaRPr>
          </a:p>
          <a:p>
            <a:pPr marL="455295" eaLnBrk="0" fontAlgn="base" hangingPunct="0">
              <a:lnSpc>
                <a:spcPct val="115000"/>
              </a:lnSpc>
              <a:spcBef>
                <a:spcPct val="20000"/>
              </a:spcBef>
              <a:buClr>
                <a:srgbClr val="69AAB1"/>
              </a:buClr>
              <a:defRPr/>
            </a:pPr>
            <a:r>
              <a:rPr lang="en-US" altLang="zh-TW" sz="2800" b="1" kern="100" dirty="0">
                <a:solidFill>
                  <a:srgbClr val="024631"/>
                </a:solidFill>
                <a:latin typeface="標楷體" pitchFamily="65" charset="-120"/>
                <a:ea typeface="標楷體" pitchFamily="65" charset="-120"/>
              </a:rPr>
              <a:t>2.</a:t>
            </a:r>
            <a:r>
              <a:rPr lang="zh-TW" altLang="en-US" sz="2800" b="1" kern="100" dirty="0">
                <a:solidFill>
                  <a:srgbClr val="024631"/>
                </a:solidFill>
                <a:latin typeface="標楷體" pitchFamily="65" charset="-120"/>
                <a:ea typeface="標楷體" pitchFamily="65" charset="-120"/>
              </a:rPr>
              <a:t>歡喜做夥  快樂服務</a:t>
            </a:r>
            <a:endParaRPr lang="en-US" altLang="zh-TW" sz="2800" b="1" kern="100" dirty="0">
              <a:solidFill>
                <a:srgbClr val="024631"/>
              </a:solidFill>
              <a:latin typeface="標楷體" pitchFamily="65" charset="-120"/>
              <a:ea typeface="標楷體" pitchFamily="65" charset="-120"/>
            </a:endParaRPr>
          </a:p>
          <a:p>
            <a:pPr marL="455295" eaLnBrk="0" fontAlgn="base" hangingPunct="0">
              <a:lnSpc>
                <a:spcPct val="115000"/>
              </a:lnSpc>
              <a:spcBef>
                <a:spcPct val="20000"/>
              </a:spcBef>
              <a:buClr>
                <a:srgbClr val="69AAB1"/>
              </a:buClr>
              <a:defRPr/>
            </a:pPr>
            <a:r>
              <a:rPr lang="en-US" altLang="zh-TW" sz="2800" b="1" kern="100" dirty="0">
                <a:solidFill>
                  <a:srgbClr val="024631"/>
                </a:solidFill>
                <a:latin typeface="標楷體" pitchFamily="65" charset="-120"/>
                <a:ea typeface="標楷體" pitchFamily="65" charset="-120"/>
              </a:rPr>
              <a:t>3.</a:t>
            </a:r>
            <a:r>
              <a:rPr lang="zh-TW" altLang="zh-TW" sz="2800" b="1" kern="100" dirty="0">
                <a:solidFill>
                  <a:srgbClr val="024631"/>
                </a:solidFill>
                <a:latin typeface="標楷體" pitchFamily="65" charset="-120"/>
                <a:ea typeface="標楷體" pitchFamily="65" charset="-120"/>
              </a:rPr>
              <a:t>志工成長</a:t>
            </a:r>
            <a:r>
              <a:rPr lang="en-US" altLang="zh-TW" sz="2800" b="1" kern="100" dirty="0">
                <a:solidFill>
                  <a:srgbClr val="024631"/>
                </a:solidFill>
                <a:latin typeface="標楷體" pitchFamily="65" charset="-120"/>
                <a:ea typeface="標楷體" pitchFamily="65" charset="-120"/>
              </a:rPr>
              <a:t>  </a:t>
            </a:r>
            <a:r>
              <a:rPr lang="zh-TW" altLang="zh-TW" sz="2800" b="1" kern="100" dirty="0">
                <a:solidFill>
                  <a:srgbClr val="024631"/>
                </a:solidFill>
                <a:latin typeface="標楷體" pitchFamily="65" charset="-120"/>
                <a:ea typeface="標楷體" pitchFamily="65" charset="-120"/>
              </a:rPr>
              <a:t>效率加倍</a:t>
            </a:r>
            <a:endParaRPr lang="en-US" altLang="zh-TW" sz="2800" b="1" kern="100" dirty="0">
              <a:solidFill>
                <a:srgbClr val="024631"/>
              </a:solidFill>
              <a:latin typeface="標楷體" pitchFamily="65" charset="-120"/>
              <a:ea typeface="標楷體" pitchFamily="65" charset="-120"/>
            </a:endParaRPr>
          </a:p>
          <a:p>
            <a:pPr marL="455295" eaLnBrk="0" fontAlgn="base" hangingPunct="0">
              <a:lnSpc>
                <a:spcPct val="115000"/>
              </a:lnSpc>
              <a:spcBef>
                <a:spcPct val="20000"/>
              </a:spcBef>
              <a:buClr>
                <a:srgbClr val="69AAB1"/>
              </a:buClr>
              <a:defRPr/>
            </a:pPr>
            <a:r>
              <a:rPr lang="en-US" altLang="zh-TW" sz="2800" b="1" kern="100" dirty="0">
                <a:solidFill>
                  <a:srgbClr val="024631"/>
                </a:solidFill>
                <a:latin typeface="標楷體" pitchFamily="65" charset="-120"/>
                <a:ea typeface="標楷體" pitchFamily="65" charset="-120"/>
              </a:rPr>
              <a:t>4.</a:t>
            </a:r>
            <a:r>
              <a:rPr lang="zh-TW" altLang="en-US" sz="2800" b="1" kern="100" dirty="0">
                <a:solidFill>
                  <a:srgbClr val="024631"/>
                </a:solidFill>
                <a:latin typeface="標楷體" pitchFamily="65" charset="-120"/>
                <a:ea typeface="標楷體" pitchFamily="65" charset="-120"/>
              </a:rPr>
              <a:t>整合資源  福利展現</a:t>
            </a:r>
            <a:endParaRPr lang="en-US" altLang="zh-TW" sz="2800" b="1" kern="100" dirty="0">
              <a:solidFill>
                <a:srgbClr val="024631"/>
              </a:solidFill>
              <a:latin typeface="標楷體" pitchFamily="65" charset="-120"/>
              <a:ea typeface="標楷體" pitchFamily="65" charset="-120"/>
            </a:endParaRPr>
          </a:p>
          <a:p>
            <a:pPr marL="455295" eaLnBrk="0" fontAlgn="base" hangingPunct="0">
              <a:lnSpc>
                <a:spcPct val="115000"/>
              </a:lnSpc>
              <a:spcBef>
                <a:spcPct val="20000"/>
              </a:spcBef>
              <a:buClr>
                <a:srgbClr val="69AAB1"/>
              </a:buClr>
              <a:defRPr/>
            </a:pPr>
            <a:r>
              <a:rPr lang="en-US" altLang="zh-TW" sz="2800" b="1" kern="100" dirty="0">
                <a:solidFill>
                  <a:srgbClr val="024631"/>
                </a:solidFill>
                <a:latin typeface="標楷體" pitchFamily="65" charset="-120"/>
                <a:ea typeface="標楷體" pitchFamily="65" charset="-120"/>
              </a:rPr>
              <a:t>5.</a:t>
            </a:r>
            <a:r>
              <a:rPr lang="zh-TW" altLang="en-US" sz="2800" b="1" kern="100" dirty="0">
                <a:solidFill>
                  <a:srgbClr val="024631"/>
                </a:solidFill>
                <a:latin typeface="標楷體" pitchFamily="65" charset="-120"/>
                <a:ea typeface="標楷體" pitchFamily="65" charset="-120"/>
              </a:rPr>
              <a:t>成果發表  再創高峰</a:t>
            </a:r>
            <a:endParaRPr lang="en-US" altLang="zh-TW" sz="2800" b="1" kern="100" dirty="0">
              <a:solidFill>
                <a:srgbClr val="024631"/>
              </a:solidFill>
              <a:latin typeface="標楷體" pitchFamily="65" charset="-120"/>
              <a:ea typeface="標楷體" pitchFamily="65" charset="-120"/>
            </a:endParaRPr>
          </a:p>
          <a:p>
            <a:pPr marL="455295" eaLnBrk="0" fontAlgn="base" hangingPunct="0">
              <a:lnSpc>
                <a:spcPct val="115000"/>
              </a:lnSpc>
              <a:spcBef>
                <a:spcPct val="20000"/>
              </a:spcBef>
              <a:buClr>
                <a:srgbClr val="69AAB1"/>
              </a:buClr>
              <a:defRPr/>
            </a:pPr>
            <a:r>
              <a:rPr lang="en-US" altLang="zh-TW" sz="2800" b="1" kern="100" dirty="0">
                <a:solidFill>
                  <a:srgbClr val="024631"/>
                </a:solidFill>
                <a:latin typeface="標楷體" pitchFamily="65" charset="-120"/>
                <a:ea typeface="標楷體" pitchFamily="65" charset="-120"/>
              </a:rPr>
              <a:t>6.</a:t>
            </a:r>
            <a:r>
              <a:rPr lang="zh-TW" altLang="en-US" sz="2800" b="1" kern="100" dirty="0">
                <a:solidFill>
                  <a:srgbClr val="024631"/>
                </a:solidFill>
                <a:latin typeface="標楷體" pitchFamily="65" charset="-120"/>
                <a:ea typeface="標楷體" pitchFamily="65" charset="-120"/>
              </a:rPr>
              <a:t>社區齊步走  共同打造溫暖大竹山</a:t>
            </a:r>
            <a:endParaRPr lang="en-US" altLang="zh-TW" sz="2800" b="1" kern="100" dirty="0">
              <a:solidFill>
                <a:srgbClr val="024631"/>
              </a:solidFill>
              <a:latin typeface="標楷體" pitchFamily="65" charset="-120"/>
              <a:ea typeface="標楷體" pitchFamily="65" charset="-120"/>
            </a:endParaRPr>
          </a:p>
          <a:p>
            <a:pPr marL="455295" eaLnBrk="0" fontAlgn="base" hangingPunct="0">
              <a:lnSpc>
                <a:spcPct val="115000"/>
              </a:lnSpc>
              <a:spcBef>
                <a:spcPct val="20000"/>
              </a:spcBef>
              <a:buClr>
                <a:srgbClr val="69AAB1"/>
              </a:buClr>
              <a:defRPr/>
            </a:pPr>
            <a:endParaRPr lang="zh-TW" altLang="en-US" sz="2800" kern="100" dirty="0">
              <a:solidFill>
                <a:srgbClr val="024631"/>
              </a:solidFill>
              <a:latin typeface="標楷體" pitchFamily="65" charset="-120"/>
              <a:ea typeface="標楷體" pitchFamily="65" charset="-120"/>
            </a:endParaRPr>
          </a:p>
          <a:p>
            <a:pPr marL="455295" eaLnBrk="0" fontAlgn="base" hangingPunct="0">
              <a:lnSpc>
                <a:spcPct val="115000"/>
              </a:lnSpc>
              <a:spcBef>
                <a:spcPct val="20000"/>
              </a:spcBef>
              <a:buClr>
                <a:srgbClr val="69AAB1"/>
              </a:buClr>
              <a:defRPr/>
            </a:pPr>
            <a:endParaRPr lang="zh-TW" altLang="en-US" sz="3200" b="1" kern="100" dirty="0">
              <a:solidFill>
                <a:srgbClr val="024631"/>
              </a:solidFill>
              <a:latin typeface="標楷體"/>
              <a:ea typeface="超研澤粗楷"/>
            </a:endParaRPr>
          </a:p>
          <a:p>
            <a:pPr marL="455295" eaLnBrk="0" fontAlgn="base" hangingPunct="0">
              <a:lnSpc>
                <a:spcPct val="115000"/>
              </a:lnSpc>
              <a:spcBef>
                <a:spcPct val="20000"/>
              </a:spcBef>
              <a:buClr>
                <a:srgbClr val="69AAB1"/>
              </a:buClr>
              <a:defRPr/>
            </a:pPr>
            <a:endParaRPr lang="zh-TW" altLang="zh-TW" sz="3200" kern="100" dirty="0">
              <a:solidFill>
                <a:srgbClr val="024631"/>
              </a:solidFill>
              <a:latin typeface="Times New Roman"/>
              <a:ea typeface="超研澤粗楷"/>
            </a:endParaRPr>
          </a:p>
          <a:p>
            <a:pPr marL="455295" eaLnBrk="0" fontAlgn="base" hangingPunct="0">
              <a:lnSpc>
                <a:spcPct val="115000"/>
              </a:lnSpc>
              <a:spcBef>
                <a:spcPct val="20000"/>
              </a:spcBef>
              <a:buClr>
                <a:srgbClr val="69AAB1"/>
              </a:buClr>
              <a:defRPr/>
            </a:pPr>
            <a:endParaRPr lang="zh-TW" altLang="en-US" sz="3200" b="1" kern="100" dirty="0">
              <a:solidFill>
                <a:srgbClr val="024631"/>
              </a:solidFill>
              <a:latin typeface="標楷體"/>
              <a:ea typeface="超研澤粗楷"/>
            </a:endParaRPr>
          </a:p>
          <a:p>
            <a:pPr marL="455295" eaLnBrk="0" fontAlgn="base" hangingPunct="0">
              <a:lnSpc>
                <a:spcPct val="115000"/>
              </a:lnSpc>
              <a:spcBef>
                <a:spcPct val="20000"/>
              </a:spcBef>
              <a:buClr>
                <a:srgbClr val="69AAB1"/>
              </a:buClr>
              <a:defRPr/>
            </a:pPr>
            <a:endParaRPr lang="en-US" altLang="zh-TW" sz="3200" b="1" kern="100" dirty="0">
              <a:solidFill>
                <a:srgbClr val="024631"/>
              </a:solidFill>
              <a:latin typeface="Times New Roman"/>
              <a:ea typeface="標楷體"/>
            </a:endParaRPr>
          </a:p>
          <a:p>
            <a:pPr marL="455295" eaLnBrk="0" fontAlgn="base" hangingPunct="0">
              <a:lnSpc>
                <a:spcPct val="115000"/>
              </a:lnSpc>
              <a:spcBef>
                <a:spcPct val="20000"/>
              </a:spcBef>
              <a:buClr>
                <a:srgbClr val="69AAB1"/>
              </a:buClr>
              <a:defRPr/>
            </a:pPr>
            <a:endParaRPr lang="zh-TW" altLang="zh-TW" sz="3200" kern="100" dirty="0">
              <a:solidFill>
                <a:srgbClr val="024631"/>
              </a:solidFill>
              <a:latin typeface="Times New Roman"/>
              <a:ea typeface="超研澤粗楷"/>
            </a:endParaRPr>
          </a:p>
        </p:txBody>
      </p:sp>
      <p:pic>
        <p:nvPicPr>
          <p:cNvPr id="7" name="圖片 6"/>
          <p:cNvPicPr>
            <a:picLocks noChangeAspect="1"/>
          </p:cNvPicPr>
          <p:nvPr/>
        </p:nvPicPr>
        <p:blipFill rotWithShape="1">
          <a:blip r:embed="rId2" cstate="print"/>
          <a:srcRect l="4109" t="5478" r="21050"/>
          <a:stretch/>
        </p:blipFill>
        <p:spPr>
          <a:xfrm>
            <a:off x="5166306" y="1052736"/>
            <a:ext cx="3953045" cy="2808312"/>
          </a:xfrm>
          <a:prstGeom prst="rect">
            <a:avLst/>
          </a:prstGeom>
          <a:ln>
            <a:noFill/>
          </a:ln>
          <a:effectLst>
            <a:softEdge rad="112500"/>
          </a:effectLst>
        </p:spPr>
      </p:pic>
      <p:pic>
        <p:nvPicPr>
          <p:cNvPr id="133125" name="Picture 6" descr="D:\桌面 文件 最愛\桌面\南投縣竹山鎮富州社區_190112_0002.jpg"/>
          <p:cNvPicPr>
            <a:picLocks noChangeAspect="1" noChangeArrowheads="1"/>
          </p:cNvPicPr>
          <p:nvPr/>
        </p:nvPicPr>
        <p:blipFill>
          <a:blip r:embed="rId3">
            <a:extLst>
              <a:ext uri="{28A0092B-C50C-407E-A947-70E740481C1C}">
                <a14:useLocalDpi xmlns:a14="http://schemas.microsoft.com/office/drawing/2010/main" val="0"/>
              </a:ext>
            </a:extLst>
          </a:blip>
          <a:srcRect l="3299"/>
          <a:stretch>
            <a:fillRect/>
          </a:stretch>
        </p:blipFill>
        <p:spPr bwMode="auto">
          <a:xfrm>
            <a:off x="0" y="4748213"/>
            <a:ext cx="3068638" cy="211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126" name="Picture 7" descr="D:\桌面 文件 最愛\桌面\南投縣竹山鎮延正社區_190112_0001.jpg"/>
          <p:cNvPicPr>
            <a:picLocks noChangeAspect="1" noChangeArrowheads="1"/>
          </p:cNvPicPr>
          <p:nvPr/>
        </p:nvPicPr>
        <p:blipFill>
          <a:blip r:embed="rId4">
            <a:extLst>
              <a:ext uri="{28A0092B-C50C-407E-A947-70E740481C1C}">
                <a14:useLocalDpi xmlns:a14="http://schemas.microsoft.com/office/drawing/2010/main" val="0"/>
              </a:ext>
            </a:extLst>
          </a:blip>
          <a:srcRect l="4526"/>
          <a:stretch>
            <a:fillRect/>
          </a:stretch>
        </p:blipFill>
        <p:spPr bwMode="auto">
          <a:xfrm>
            <a:off x="3036888" y="4748213"/>
            <a:ext cx="3060700" cy="2138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127" name="Picture 8" descr="D:\桌面 文件 最愛\桌面\南投縣竹山鎮竹山社區_190112_0008.jpg"/>
          <p:cNvPicPr>
            <a:picLocks noChangeAspect="1" noChangeArrowheads="1"/>
          </p:cNvPicPr>
          <p:nvPr/>
        </p:nvPicPr>
        <p:blipFill>
          <a:blip r:embed="rId5">
            <a:extLst>
              <a:ext uri="{28A0092B-C50C-407E-A947-70E740481C1C}">
                <a14:useLocalDpi xmlns:a14="http://schemas.microsoft.com/office/drawing/2010/main" val="0"/>
              </a:ext>
            </a:extLst>
          </a:blip>
          <a:srcRect l="3877" r="2994"/>
          <a:stretch>
            <a:fillRect/>
          </a:stretch>
        </p:blipFill>
        <p:spPr bwMode="auto">
          <a:xfrm>
            <a:off x="6097588" y="4752975"/>
            <a:ext cx="3046412" cy="2179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3606761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pPr eaLnBrk="1" fontAlgn="auto" hangingPunct="1">
              <a:spcAft>
                <a:spcPts val="0"/>
              </a:spcAft>
              <a:defRPr/>
            </a:pPr>
            <a:r>
              <a:rPr lang="zh-TW" altLang="zh-TW" sz="4000" kern="2600" dirty="0">
                <a:latin typeface="標楷體" pitchFamily="65" charset="-120"/>
                <a:ea typeface="標楷體" pitchFamily="65" charset="-120"/>
                <a:cs typeface="Times New Roman"/>
              </a:rPr>
              <a:t>人力配置</a:t>
            </a:r>
            <a:endParaRPr lang="zh-TW" altLang="en-US" sz="4000" dirty="0">
              <a:latin typeface="標楷體" pitchFamily="65" charset="-120"/>
              <a:ea typeface="標楷體" pitchFamily="65" charset="-120"/>
            </a:endParaRPr>
          </a:p>
        </p:txBody>
      </p:sp>
      <p:graphicFrame>
        <p:nvGraphicFramePr>
          <p:cNvPr id="4" name="表格 3"/>
          <p:cNvGraphicFramePr>
            <a:graphicFrameLocks noGrp="1"/>
          </p:cNvGraphicFramePr>
          <p:nvPr/>
        </p:nvGraphicFramePr>
        <p:xfrm>
          <a:off x="107950" y="981075"/>
          <a:ext cx="8858250" cy="5619749"/>
        </p:xfrm>
        <a:graphic>
          <a:graphicData uri="http://schemas.openxmlformats.org/drawingml/2006/table">
            <a:tbl>
              <a:tblPr firstRow="1" firstCol="1" bandRow="1" bandCol="1">
                <a:tableStyleId>{5C22544A-7EE6-4342-B048-85BDC9FD1C3A}</a:tableStyleId>
              </a:tblPr>
              <a:tblGrid>
                <a:gridCol w="2370316">
                  <a:extLst>
                    <a:ext uri="{9D8B030D-6E8A-4147-A177-3AD203B41FA5}">
                      <a16:colId xmlns:a16="http://schemas.microsoft.com/office/drawing/2014/main" val="20000"/>
                    </a:ext>
                  </a:extLst>
                </a:gridCol>
                <a:gridCol w="2375644">
                  <a:extLst>
                    <a:ext uri="{9D8B030D-6E8A-4147-A177-3AD203B41FA5}">
                      <a16:colId xmlns:a16="http://schemas.microsoft.com/office/drawing/2014/main" val="20001"/>
                    </a:ext>
                  </a:extLst>
                </a:gridCol>
                <a:gridCol w="3790173">
                  <a:extLst>
                    <a:ext uri="{9D8B030D-6E8A-4147-A177-3AD203B41FA5}">
                      <a16:colId xmlns:a16="http://schemas.microsoft.com/office/drawing/2014/main" val="20002"/>
                    </a:ext>
                  </a:extLst>
                </a:gridCol>
                <a:gridCol w="322117">
                  <a:extLst>
                    <a:ext uri="{9D8B030D-6E8A-4147-A177-3AD203B41FA5}">
                      <a16:colId xmlns:a16="http://schemas.microsoft.com/office/drawing/2014/main" val="20003"/>
                    </a:ext>
                  </a:extLst>
                </a:gridCol>
              </a:tblGrid>
              <a:tr h="731543">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計畫項目</a:t>
                      </a:r>
                    </a:p>
                  </a:txBody>
                  <a:tcPr marL="59628" marR="59628" marT="0" marB="0" anchor="ctr"/>
                </a:tc>
                <a:tc>
                  <a:txBody>
                    <a:bodyPr/>
                    <a:lstStyle/>
                    <a:p>
                      <a:pPr algn="ctr">
                        <a:lnSpc>
                          <a:spcPct val="150000"/>
                        </a:lnSpc>
                        <a:spcAft>
                          <a:spcPts val="0"/>
                        </a:spcAft>
                      </a:pPr>
                      <a:r>
                        <a:rPr lang="zh-TW" sz="1600" kern="100" dirty="0">
                          <a:solidFill>
                            <a:srgbClr val="000000"/>
                          </a:solidFill>
                          <a:effectLst/>
                          <a:latin typeface="標楷體" pitchFamily="65" charset="-120"/>
                          <a:ea typeface="標楷體" pitchFamily="65" charset="-120"/>
                        </a:rPr>
                        <a:t>負責人</a:t>
                      </a:r>
                    </a:p>
                  </a:txBody>
                  <a:tcPr marL="59628" marR="59628" marT="0" marB="0" anchor="ctr"/>
                </a:tc>
                <a:tc>
                  <a:txBody>
                    <a:bodyPr/>
                    <a:lstStyle/>
                    <a:p>
                      <a:pPr algn="ctr">
                        <a:lnSpc>
                          <a:spcPct val="150000"/>
                        </a:lnSpc>
                        <a:spcAft>
                          <a:spcPts val="0"/>
                        </a:spcAft>
                      </a:pPr>
                      <a:r>
                        <a:rPr lang="zh-TW" sz="1600" kern="100">
                          <a:solidFill>
                            <a:srgbClr val="000000"/>
                          </a:solidFill>
                          <a:effectLst/>
                          <a:latin typeface="標楷體" pitchFamily="65" charset="-120"/>
                          <a:ea typeface="標楷體" pitchFamily="65" charset="-120"/>
                        </a:rPr>
                        <a:t>負責內容</a:t>
                      </a:r>
                    </a:p>
                  </a:txBody>
                  <a:tcPr marL="59628" marR="59628" marT="0" marB="0" anchor="ctr"/>
                </a:tc>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備註</a:t>
                      </a:r>
                    </a:p>
                  </a:txBody>
                  <a:tcPr marL="59628" marR="59628" marT="0" marB="0"/>
                </a:tc>
                <a:extLst>
                  <a:ext uri="{0D108BD9-81ED-4DB2-BD59-A6C34878D82A}">
                    <a16:rowId xmlns:a16="http://schemas.microsoft.com/office/drawing/2014/main" val="10000"/>
                  </a:ext>
                </a:extLst>
              </a:tr>
              <a:tr h="365771">
                <a:tc>
                  <a:txBody>
                    <a:bodyPr/>
                    <a:lstStyle/>
                    <a:p>
                      <a:pPr>
                        <a:lnSpc>
                          <a:spcPct val="150000"/>
                        </a:lnSpc>
                        <a:spcAft>
                          <a:spcPts val="0"/>
                        </a:spcAft>
                      </a:pPr>
                      <a:r>
                        <a:rPr lang="zh-TW" sz="1600" kern="100" dirty="0">
                          <a:solidFill>
                            <a:srgbClr val="000000"/>
                          </a:solidFill>
                          <a:effectLst/>
                          <a:latin typeface="標楷體" pitchFamily="65" charset="-120"/>
                          <a:ea typeface="標楷體" pitchFamily="65" charset="-120"/>
                        </a:rPr>
                        <a:t>計畫總負責人</a:t>
                      </a:r>
                    </a:p>
                  </a:txBody>
                  <a:tcPr marL="59628" marR="59628" marT="0" marB="0"/>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楊麗娜</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負責計畫統籌會議召開之職掌</a:t>
                      </a:r>
                    </a:p>
                  </a:txBody>
                  <a:tcPr marL="59628" marR="59628" marT="0" marB="0" anchor="ctr"/>
                </a:tc>
                <a:tc rowSpan="10">
                  <a:txBody>
                    <a:bodyPr/>
                    <a:lstStyle/>
                    <a:p>
                      <a:pPr>
                        <a:lnSpc>
                          <a:spcPct val="150000"/>
                        </a:lnSpc>
                        <a:spcAft>
                          <a:spcPts val="0"/>
                        </a:spcAft>
                      </a:pPr>
                      <a:r>
                        <a:rPr lang="en-US" sz="1600" kern="100">
                          <a:solidFill>
                            <a:srgbClr val="000000"/>
                          </a:solidFill>
                          <a:effectLst/>
                          <a:latin typeface="標楷體" pitchFamily="65" charset="-120"/>
                          <a:ea typeface="標楷體" pitchFamily="65" charset="-120"/>
                        </a:rPr>
                        <a:t> </a:t>
                      </a:r>
                      <a:endParaRPr lang="zh-TW" sz="1600" kern="100">
                        <a:solidFill>
                          <a:srgbClr val="000000"/>
                        </a:solidFill>
                        <a:effectLst/>
                        <a:latin typeface="標楷體" pitchFamily="65" charset="-120"/>
                        <a:ea typeface="標楷體" pitchFamily="65" charset="-120"/>
                      </a:endParaRPr>
                    </a:p>
                    <a:p>
                      <a:pPr>
                        <a:lnSpc>
                          <a:spcPct val="150000"/>
                        </a:lnSpc>
                        <a:spcAft>
                          <a:spcPts val="0"/>
                        </a:spcAft>
                      </a:pPr>
                      <a:r>
                        <a:rPr lang="zh-TW" sz="1600" kern="100">
                          <a:solidFill>
                            <a:srgbClr val="000000"/>
                          </a:solidFill>
                          <a:effectLst/>
                          <a:latin typeface="標楷體" pitchFamily="65" charset="-120"/>
                          <a:ea typeface="標楷體" pitchFamily="65" charset="-120"/>
                        </a:rPr>
                        <a:t>專案經理人業務協助執行</a:t>
                      </a:r>
                    </a:p>
                  </a:txBody>
                  <a:tcPr marL="59628" marR="59628" marT="0" marB="0"/>
                </a:tc>
                <a:extLst>
                  <a:ext uri="{0D108BD9-81ED-4DB2-BD59-A6C34878D82A}">
                    <a16:rowId xmlns:a16="http://schemas.microsoft.com/office/drawing/2014/main" val="10001"/>
                  </a:ext>
                </a:extLst>
              </a:tr>
              <a:tr h="841274">
                <a:tc>
                  <a:txBody>
                    <a:bodyPr/>
                    <a:lstStyle/>
                    <a:p>
                      <a:pPr>
                        <a:lnSpc>
                          <a:spcPct val="115000"/>
                        </a:lnSpc>
                        <a:spcAft>
                          <a:spcPts val="0"/>
                        </a:spcAft>
                      </a:pPr>
                      <a:r>
                        <a:rPr lang="zh-TW" sz="1600" kern="100">
                          <a:solidFill>
                            <a:srgbClr val="000000"/>
                          </a:solidFill>
                          <a:effectLst/>
                          <a:latin typeface="標楷體" pitchFamily="65" charset="-120"/>
                          <a:ea typeface="標楷體" pitchFamily="65" charset="-120"/>
                        </a:rPr>
                        <a:t>幹部培訓及社區聯繫會報</a:t>
                      </a:r>
                    </a:p>
                  </a:txBody>
                  <a:tcPr marL="59628" marR="59628" marT="0" marB="0"/>
                </a:tc>
                <a:tc>
                  <a:txBody>
                    <a:bodyPr/>
                    <a:lstStyle/>
                    <a:p>
                      <a:pPr algn="just">
                        <a:lnSpc>
                          <a:spcPct val="115000"/>
                        </a:lnSpc>
                        <a:spcAft>
                          <a:spcPts val="0"/>
                        </a:spcAft>
                      </a:pPr>
                      <a:r>
                        <a:rPr lang="zh-TW" sz="1600" kern="100" dirty="0">
                          <a:solidFill>
                            <a:srgbClr val="000000"/>
                          </a:solidFill>
                          <a:effectLst/>
                          <a:latin typeface="標楷體" pitchFamily="65" charset="-120"/>
                          <a:ea typeface="標楷體" pitchFamily="65" charset="-120"/>
                        </a:rPr>
                        <a:t>楊麗娜、管梅秀、曾鈺琄</a:t>
                      </a:r>
                    </a:p>
                    <a:p>
                      <a:pPr algn="just">
                        <a:lnSpc>
                          <a:spcPct val="115000"/>
                        </a:lnSpc>
                        <a:spcAft>
                          <a:spcPts val="0"/>
                        </a:spcAft>
                      </a:pPr>
                      <a:r>
                        <a:rPr lang="zh-TW" sz="1600" kern="100" dirty="0">
                          <a:solidFill>
                            <a:srgbClr val="000000"/>
                          </a:solidFill>
                          <a:effectLst/>
                          <a:latin typeface="標楷體" pitchFamily="65" charset="-120"/>
                          <a:ea typeface="標楷體" pitchFamily="65" charset="-120"/>
                        </a:rPr>
                        <a:t>朱崇慕、林志豪、江松智</a:t>
                      </a:r>
                    </a:p>
                    <a:p>
                      <a:pPr algn="just">
                        <a:lnSpc>
                          <a:spcPct val="115000"/>
                        </a:lnSpc>
                        <a:spcAft>
                          <a:spcPts val="0"/>
                        </a:spcAft>
                      </a:pPr>
                      <a:r>
                        <a:rPr lang="zh-TW" sz="1600" kern="100" dirty="0">
                          <a:solidFill>
                            <a:srgbClr val="000000"/>
                          </a:solidFill>
                          <a:effectLst/>
                          <a:latin typeface="標楷體" pitchFamily="65" charset="-120"/>
                          <a:ea typeface="標楷體" pitchFamily="65" charset="-120"/>
                        </a:rPr>
                        <a:t>林俊佑、</a:t>
                      </a:r>
                    </a:p>
                  </a:txBody>
                  <a:tcPr marL="59628" marR="59628" marT="0" marB="0" anchor="ctr"/>
                </a:tc>
                <a:tc>
                  <a:txBody>
                    <a:bodyPr/>
                    <a:lstStyle/>
                    <a:p>
                      <a:pPr algn="just">
                        <a:lnSpc>
                          <a:spcPct val="115000"/>
                        </a:lnSpc>
                        <a:spcAft>
                          <a:spcPts val="0"/>
                        </a:spcAft>
                      </a:pPr>
                      <a:r>
                        <a:rPr lang="zh-TW" sz="1600" kern="100" dirty="0">
                          <a:solidFill>
                            <a:srgbClr val="000000"/>
                          </a:solidFill>
                          <a:effectLst/>
                          <a:latin typeface="標楷體" pitchFamily="65" charset="-120"/>
                          <a:ea typeface="標楷體" pitchFamily="65" charset="-120"/>
                        </a:rPr>
                        <a:t>在各社區輪流辦理，並由各理事長負責，福利社區幹部培訓及聯繫會報執行</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02"/>
                  </a:ext>
                </a:extLst>
              </a:tr>
              <a:tr h="365771">
                <a:tc>
                  <a:txBody>
                    <a:bodyPr/>
                    <a:lstStyle/>
                    <a:p>
                      <a:pPr>
                        <a:lnSpc>
                          <a:spcPct val="150000"/>
                        </a:lnSpc>
                        <a:spcAft>
                          <a:spcPts val="0"/>
                        </a:spcAft>
                      </a:pPr>
                      <a:r>
                        <a:rPr lang="zh-TW" sz="1600" kern="100" dirty="0">
                          <a:solidFill>
                            <a:srgbClr val="000000"/>
                          </a:solidFill>
                          <a:effectLst/>
                          <a:latin typeface="標楷體" pitchFamily="65" charset="-120"/>
                          <a:ea typeface="標楷體" pitchFamily="65" charset="-120"/>
                        </a:rPr>
                        <a:t>老人福利</a:t>
                      </a:r>
                    </a:p>
                  </a:txBody>
                  <a:tcPr marL="59628" marR="59628" marT="0" marB="0"/>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管梅秀、楊麗娜</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老人福利計畫執行與資料匯整</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03"/>
                  </a:ext>
                </a:extLst>
              </a:tr>
              <a:tr h="365771">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婦女福利</a:t>
                      </a:r>
                    </a:p>
                  </a:txBody>
                  <a:tcPr marL="59628" marR="59628" marT="0" marB="0"/>
                </a:tc>
                <a:tc>
                  <a:txBody>
                    <a:bodyPr/>
                    <a:lstStyle/>
                    <a:p>
                      <a:pPr algn="just">
                        <a:lnSpc>
                          <a:spcPct val="150000"/>
                        </a:lnSpc>
                        <a:spcAft>
                          <a:spcPts val="0"/>
                        </a:spcAft>
                      </a:pPr>
                      <a:r>
                        <a:rPr lang="zh-TW" sz="1600" kern="100">
                          <a:solidFill>
                            <a:srgbClr val="000000"/>
                          </a:solidFill>
                          <a:effectLst/>
                          <a:latin typeface="標楷體" pitchFamily="65" charset="-120"/>
                          <a:ea typeface="標楷體" pitchFamily="65" charset="-120"/>
                        </a:rPr>
                        <a:t>曾鈺琄</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婦女福利計畫執行與資料匯整</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04"/>
                  </a:ext>
                </a:extLst>
              </a:tr>
              <a:tr h="365771">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兒少福利</a:t>
                      </a:r>
                    </a:p>
                  </a:txBody>
                  <a:tcPr marL="59628" marR="59628" marT="0" marB="0"/>
                </a:tc>
                <a:tc>
                  <a:txBody>
                    <a:bodyPr/>
                    <a:lstStyle/>
                    <a:p>
                      <a:pPr algn="just">
                        <a:lnSpc>
                          <a:spcPct val="150000"/>
                        </a:lnSpc>
                        <a:spcAft>
                          <a:spcPts val="0"/>
                        </a:spcAft>
                      </a:pPr>
                      <a:r>
                        <a:rPr lang="zh-TW" sz="1600" kern="100">
                          <a:solidFill>
                            <a:srgbClr val="000000"/>
                          </a:solidFill>
                          <a:effectLst/>
                          <a:latin typeface="標楷體" pitchFamily="65" charset="-120"/>
                          <a:ea typeface="標楷體" pitchFamily="65" charset="-120"/>
                        </a:rPr>
                        <a:t>林志豪、朱崇慕</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兒少福利計畫執行與資料匯整</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05"/>
                  </a:ext>
                </a:extLst>
              </a:tr>
              <a:tr h="365771">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志工培訓</a:t>
                      </a:r>
                    </a:p>
                  </a:txBody>
                  <a:tcPr marL="59628" marR="59628" marT="0" marB="0"/>
                </a:tc>
                <a:tc>
                  <a:txBody>
                    <a:bodyPr/>
                    <a:lstStyle/>
                    <a:p>
                      <a:pPr algn="just">
                        <a:lnSpc>
                          <a:spcPct val="150000"/>
                        </a:lnSpc>
                        <a:spcAft>
                          <a:spcPts val="0"/>
                        </a:spcAft>
                      </a:pPr>
                      <a:r>
                        <a:rPr lang="zh-TW" sz="1600" kern="100">
                          <a:solidFill>
                            <a:srgbClr val="000000"/>
                          </a:solidFill>
                          <a:effectLst/>
                          <a:latin typeface="標楷體" pitchFamily="65" charset="-120"/>
                          <a:ea typeface="標楷體" pitchFamily="65" charset="-120"/>
                        </a:rPr>
                        <a:t>朱崇慕、林俊佑</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志工幹部訓練講師與課程安排</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06"/>
                  </a:ext>
                </a:extLst>
              </a:tr>
              <a:tr h="1097314">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旗艦特刊報導</a:t>
                      </a:r>
                    </a:p>
                  </a:txBody>
                  <a:tcPr marL="59628" marR="59628" marT="0" marB="0"/>
                </a:tc>
                <a:tc>
                  <a:txBody>
                    <a:bodyPr/>
                    <a:lstStyle/>
                    <a:p>
                      <a:pPr algn="just">
                        <a:lnSpc>
                          <a:spcPct val="150000"/>
                        </a:lnSpc>
                        <a:spcAft>
                          <a:spcPts val="0"/>
                        </a:spcAft>
                      </a:pPr>
                      <a:r>
                        <a:rPr lang="zh-TW" sz="1600" kern="100">
                          <a:solidFill>
                            <a:srgbClr val="000000"/>
                          </a:solidFill>
                          <a:effectLst/>
                          <a:latin typeface="標楷體" pitchFamily="65" charset="-120"/>
                          <a:ea typeface="標楷體" pitchFamily="65" charset="-120"/>
                        </a:rPr>
                        <a:t>楊莉理、王金標、曾雪芳</a:t>
                      </a:r>
                    </a:p>
                    <a:p>
                      <a:pPr algn="just">
                        <a:lnSpc>
                          <a:spcPct val="150000"/>
                        </a:lnSpc>
                        <a:spcAft>
                          <a:spcPts val="0"/>
                        </a:spcAft>
                      </a:pPr>
                      <a:r>
                        <a:rPr lang="zh-TW" sz="1600" kern="100">
                          <a:solidFill>
                            <a:srgbClr val="000000"/>
                          </a:solidFill>
                          <a:effectLst/>
                          <a:latin typeface="標楷體" pitchFamily="65" charset="-120"/>
                          <a:ea typeface="標楷體" pitchFamily="65" charset="-120"/>
                        </a:rPr>
                        <a:t>陳玟杅、陳美燕、林燕菁</a:t>
                      </a:r>
                    </a:p>
                    <a:p>
                      <a:pPr algn="just">
                        <a:lnSpc>
                          <a:spcPct val="150000"/>
                        </a:lnSpc>
                        <a:spcAft>
                          <a:spcPts val="0"/>
                        </a:spcAft>
                      </a:pPr>
                      <a:r>
                        <a:rPr lang="zh-TW" sz="1600" kern="100">
                          <a:solidFill>
                            <a:srgbClr val="000000"/>
                          </a:solidFill>
                          <a:effectLst/>
                          <a:latin typeface="標楷體" pitchFamily="65" charset="-120"/>
                          <a:ea typeface="標楷體" pitchFamily="65" charset="-120"/>
                        </a:rPr>
                        <a:t>楊麗娜</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季刊編輯及發行</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07"/>
                  </a:ext>
                </a:extLst>
              </a:tr>
              <a:tr h="389221">
                <a:tc>
                  <a:txBody>
                    <a:bodyPr/>
                    <a:lstStyle/>
                    <a:p>
                      <a:pPr algn="just">
                        <a:lnSpc>
                          <a:spcPct val="150000"/>
                        </a:lnSpc>
                        <a:spcAft>
                          <a:spcPts val="0"/>
                        </a:spcAft>
                      </a:pPr>
                      <a:r>
                        <a:rPr lang="zh-TW" sz="1600" kern="100">
                          <a:solidFill>
                            <a:srgbClr val="000000"/>
                          </a:solidFill>
                          <a:effectLst/>
                          <a:latin typeface="標楷體" pitchFamily="65" charset="-120"/>
                          <a:ea typeface="標楷體" pitchFamily="65" charset="-120"/>
                        </a:rPr>
                        <a:t>財務</a:t>
                      </a:r>
                    </a:p>
                  </a:txBody>
                  <a:tcPr marL="59628" marR="59628" marT="0" marB="0" anchor="ctr"/>
                </a:tc>
                <a:tc>
                  <a:txBody>
                    <a:bodyPr/>
                    <a:lstStyle/>
                    <a:p>
                      <a:pPr algn="just">
                        <a:lnSpc>
                          <a:spcPct val="150000"/>
                        </a:lnSpc>
                        <a:spcAft>
                          <a:spcPts val="0"/>
                        </a:spcAft>
                      </a:pPr>
                      <a:r>
                        <a:rPr lang="zh-TW" sz="1600" kern="100">
                          <a:solidFill>
                            <a:srgbClr val="000000"/>
                          </a:solidFill>
                          <a:effectLst/>
                          <a:latin typeface="標楷體" pitchFamily="65" charset="-120"/>
                          <a:ea typeface="標楷體" pitchFamily="65" charset="-120"/>
                        </a:rPr>
                        <a:t>陳薰玲、陳碧貞</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協助財務業務的管理</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08"/>
                  </a:ext>
                </a:extLst>
              </a:tr>
              <a:tr h="365771">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進度管理</a:t>
                      </a:r>
                    </a:p>
                  </a:txBody>
                  <a:tcPr marL="59628" marR="59628" marT="0" marB="0"/>
                </a:tc>
                <a:tc>
                  <a:txBody>
                    <a:bodyPr/>
                    <a:lstStyle/>
                    <a:p>
                      <a:pPr algn="just">
                        <a:lnSpc>
                          <a:spcPct val="150000"/>
                        </a:lnSpc>
                        <a:spcAft>
                          <a:spcPts val="0"/>
                        </a:spcAft>
                      </a:pPr>
                      <a:r>
                        <a:rPr lang="zh-TW" sz="1600" kern="100">
                          <a:solidFill>
                            <a:srgbClr val="000000"/>
                          </a:solidFill>
                          <a:effectLst/>
                          <a:latin typeface="標楷體" pitchFamily="65" charset="-120"/>
                          <a:ea typeface="標楷體" pitchFamily="65" charset="-120"/>
                        </a:rPr>
                        <a:t>許瓊云</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監督執行進度</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09"/>
                  </a:ext>
                </a:extLst>
              </a:tr>
              <a:tr h="365771">
                <a:tc>
                  <a:txBody>
                    <a:bodyPr/>
                    <a:lstStyle/>
                    <a:p>
                      <a:pPr>
                        <a:lnSpc>
                          <a:spcPct val="150000"/>
                        </a:lnSpc>
                        <a:spcAft>
                          <a:spcPts val="0"/>
                        </a:spcAft>
                      </a:pPr>
                      <a:r>
                        <a:rPr lang="zh-TW" sz="1600" kern="100">
                          <a:solidFill>
                            <a:srgbClr val="000000"/>
                          </a:solidFill>
                          <a:effectLst/>
                          <a:latin typeface="標楷體" pitchFamily="65" charset="-120"/>
                          <a:ea typeface="標楷體" pitchFamily="65" charset="-120"/>
                        </a:rPr>
                        <a:t>月專案報告</a:t>
                      </a:r>
                    </a:p>
                  </a:txBody>
                  <a:tcPr marL="59628" marR="59628" marT="0" marB="0"/>
                </a:tc>
                <a:tc>
                  <a:txBody>
                    <a:bodyPr/>
                    <a:lstStyle/>
                    <a:p>
                      <a:pPr algn="just">
                        <a:lnSpc>
                          <a:spcPct val="150000"/>
                        </a:lnSpc>
                        <a:spcAft>
                          <a:spcPts val="0"/>
                        </a:spcAft>
                      </a:pPr>
                      <a:r>
                        <a:rPr lang="zh-TW" sz="1600" kern="100">
                          <a:solidFill>
                            <a:srgbClr val="000000"/>
                          </a:solidFill>
                          <a:effectLst/>
                          <a:latin typeface="標楷體" pitchFamily="65" charset="-120"/>
                          <a:ea typeface="標楷體" pitchFamily="65" charset="-120"/>
                        </a:rPr>
                        <a:t>許瓊云</a:t>
                      </a:r>
                    </a:p>
                  </a:txBody>
                  <a:tcPr marL="59628" marR="59628" marT="0" marB="0" anchor="ctr"/>
                </a:tc>
                <a:tc>
                  <a:txBody>
                    <a:bodyPr/>
                    <a:lstStyle/>
                    <a:p>
                      <a:pPr algn="just">
                        <a:lnSpc>
                          <a:spcPct val="150000"/>
                        </a:lnSpc>
                        <a:spcAft>
                          <a:spcPts val="0"/>
                        </a:spcAft>
                      </a:pPr>
                      <a:r>
                        <a:rPr lang="zh-TW" sz="1600" kern="100" dirty="0">
                          <a:solidFill>
                            <a:srgbClr val="000000"/>
                          </a:solidFill>
                          <a:effectLst/>
                          <a:latin typeface="標楷體" pitchFamily="65" charset="-120"/>
                          <a:ea typeface="標楷體" pitchFamily="65" charset="-120"/>
                        </a:rPr>
                        <a:t>聯繫會報</a:t>
                      </a:r>
                    </a:p>
                  </a:txBody>
                  <a:tcPr marL="59628" marR="59628" marT="0" marB="0" anchor="ctr"/>
                </a:tc>
                <a:tc vMerge="1">
                  <a:txBody>
                    <a:bodyPr/>
                    <a:lstStyle/>
                    <a:p>
                      <a:endParaRPr lang="zh-TW" altLang="en-US"/>
                    </a:p>
                  </a:txBody>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209990181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7218" name="Picture 5" descr="H:\云\大旗艦\未命名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00638" y="3644900"/>
            <a:ext cx="3768725" cy="309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19" name="標題 1"/>
          <p:cNvSpPr>
            <a:spLocks noGrp="1"/>
          </p:cNvSpPr>
          <p:nvPr>
            <p:ph type="title"/>
          </p:nvPr>
        </p:nvSpPr>
        <p:spPr/>
        <p:txBody>
          <a:bodyPr/>
          <a:lstStyle/>
          <a:p>
            <a:pPr eaLnBrk="1" hangingPunct="1"/>
            <a:r>
              <a:rPr lang="zh-TW" altLang="zh-TW" sz="3200" dirty="0">
                <a:ea typeface="標楷體" pitchFamily="65" charset="-120"/>
                <a:cs typeface="Times New Roman" pitchFamily="18" charset="0"/>
              </a:rPr>
              <a:t>旗艦計畫未來展望</a:t>
            </a:r>
            <a:endParaRPr lang="zh-TW" altLang="en-US" sz="3200" dirty="0">
              <a:ea typeface="新細明體" pitchFamily="18" charset="-120"/>
              <a:cs typeface="Times New Roman" pitchFamily="18" charset="0"/>
            </a:endParaRPr>
          </a:p>
        </p:txBody>
      </p:sp>
      <p:sp>
        <p:nvSpPr>
          <p:cNvPr id="137220" name="內容版面配置區 2"/>
          <p:cNvSpPr>
            <a:spLocks noGrp="1"/>
          </p:cNvSpPr>
          <p:nvPr>
            <p:ph idx="1"/>
          </p:nvPr>
        </p:nvSpPr>
        <p:spPr>
          <a:xfrm>
            <a:off x="827088" y="908050"/>
            <a:ext cx="7499350" cy="4800600"/>
          </a:xfrm>
        </p:spPr>
        <p:txBody>
          <a:bodyPr/>
          <a:lstStyle/>
          <a:p>
            <a:pPr eaLnBrk="1" hangingPunct="1"/>
            <a:r>
              <a:rPr lang="zh-TW" altLang="en-US" sz="2400" b="1">
                <a:latin typeface="標楷體" pitchFamily="65" charset="-120"/>
                <a:ea typeface="標楷體" pitchFamily="65" charset="-120"/>
              </a:rPr>
              <a:t>持續</a:t>
            </a:r>
            <a:r>
              <a:rPr lang="zh-TW" altLang="zh-TW" sz="2400" b="1">
                <a:latin typeface="標楷體" pitchFamily="65" charset="-120"/>
                <a:ea typeface="標楷體" pitchFamily="65" charset="-120"/>
              </a:rPr>
              <a:t>協助協力社區發展社區特色推動社區工作。</a:t>
            </a:r>
          </a:p>
          <a:p>
            <a:pPr eaLnBrk="1" hangingPunct="1"/>
            <a:r>
              <a:rPr lang="zh-TW" altLang="zh-TW" sz="2400" b="1">
                <a:latin typeface="標楷體" pitchFamily="65" charset="-120"/>
                <a:ea typeface="標楷體" pitchFamily="65" charset="-120"/>
              </a:rPr>
              <a:t>有效運用社區資源。</a:t>
            </a:r>
          </a:p>
          <a:p>
            <a:pPr eaLnBrk="1" hangingPunct="1"/>
            <a:r>
              <a:rPr lang="zh-TW" altLang="en-US" sz="2400" b="1">
                <a:latin typeface="標楷體" pitchFamily="65" charset="-120"/>
                <a:ea typeface="標楷體" pitchFamily="65" charset="-120"/>
              </a:rPr>
              <a:t>持續</a:t>
            </a:r>
            <a:r>
              <a:rPr lang="zh-TW" altLang="zh-TW" sz="2400" b="1">
                <a:latin typeface="標楷體" pitchFamily="65" charset="-120"/>
                <a:ea typeface="標楷體" pitchFamily="65" charset="-120"/>
              </a:rPr>
              <a:t>指導協力社區各項文書資料建檔。</a:t>
            </a:r>
          </a:p>
          <a:p>
            <a:pPr eaLnBrk="1" hangingPunct="1"/>
            <a:r>
              <a:rPr lang="zh-TW" altLang="zh-TW" sz="2400" b="1">
                <a:latin typeface="標楷體" pitchFamily="65" charset="-120"/>
                <a:ea typeface="標楷體" pitchFamily="65" charset="-120"/>
              </a:rPr>
              <a:t>持續推動社區福利化。</a:t>
            </a:r>
          </a:p>
          <a:p>
            <a:pPr eaLnBrk="1" hangingPunct="1"/>
            <a:r>
              <a:rPr lang="zh-TW" altLang="en-US" sz="2400" b="1">
                <a:latin typeface="標楷體" pitchFamily="65" charset="-120"/>
                <a:ea typeface="標楷體" pitchFamily="65" charset="-120"/>
              </a:rPr>
              <a:t>持續</a:t>
            </a:r>
            <a:r>
              <a:rPr lang="zh-TW" altLang="zh-TW" sz="2400" b="1">
                <a:latin typeface="標楷體" pitchFamily="65" charset="-120"/>
                <a:ea typeface="標楷體" pitchFamily="65" charset="-120"/>
              </a:rPr>
              <a:t>推動社區產業行銷。</a:t>
            </a:r>
            <a:endParaRPr lang="en-US" altLang="zh-TW" sz="2400" b="1">
              <a:latin typeface="標楷體" pitchFamily="65" charset="-120"/>
              <a:ea typeface="標楷體" pitchFamily="65" charset="-120"/>
            </a:endParaRPr>
          </a:p>
          <a:p>
            <a:pPr eaLnBrk="1" hangingPunct="1"/>
            <a:r>
              <a:rPr lang="zh-TW" altLang="en-US" sz="2400" b="1">
                <a:latin typeface="標楷體" pitchFamily="65" charset="-120"/>
                <a:ea typeface="標楷體" pitchFamily="65" charset="-120"/>
              </a:rPr>
              <a:t>持續</a:t>
            </a:r>
            <a:r>
              <a:rPr lang="zh-TW" altLang="zh-TW" sz="2400" b="1">
                <a:latin typeface="標楷體" pitchFamily="65" charset="-120"/>
                <a:ea typeface="標楷體" pitchFamily="65" charset="-120"/>
              </a:rPr>
              <a:t>發展社區特色。</a:t>
            </a:r>
            <a:endParaRPr lang="en-US" altLang="zh-TW" sz="2400" b="1">
              <a:latin typeface="標楷體" pitchFamily="65" charset="-120"/>
              <a:ea typeface="標楷體" pitchFamily="65" charset="-120"/>
            </a:endParaRPr>
          </a:p>
          <a:p>
            <a:pPr eaLnBrk="1" hangingPunct="1"/>
            <a:r>
              <a:rPr lang="zh-TW" altLang="zh-TW" sz="2400" b="1">
                <a:latin typeface="標楷體" pitchFamily="65" charset="-120"/>
                <a:ea typeface="標楷體" pitchFamily="65" charset="-120"/>
              </a:rPr>
              <a:t>創造多元的發展，</a:t>
            </a:r>
            <a:r>
              <a:rPr lang="zh-TW" altLang="en-US" sz="2400" b="1">
                <a:latin typeface="標楷體" pitchFamily="65" charset="-120"/>
                <a:ea typeface="標楷體" pitchFamily="65" charset="-120"/>
                <a:cs typeface="超研澤粗楷" pitchFamily="49" charset="-120"/>
              </a:rPr>
              <a:t>社區永續經營。</a:t>
            </a:r>
            <a:endParaRPr lang="en-US" altLang="zh-TW" sz="2400" b="1">
              <a:latin typeface="標楷體" pitchFamily="65" charset="-120"/>
              <a:ea typeface="標楷體" pitchFamily="65" charset="-120"/>
              <a:cs typeface="超研澤粗楷" pitchFamily="49" charset="-120"/>
            </a:endParaRPr>
          </a:p>
          <a:p>
            <a:pPr eaLnBrk="1" hangingPunct="1">
              <a:buFont typeface="Wingdings" pitchFamily="2" charset="2"/>
              <a:buNone/>
            </a:pPr>
            <a:endParaRPr lang="zh-TW" altLang="en-US" sz="2400">
              <a:latin typeface="標楷體" pitchFamily="65" charset="-120"/>
              <a:ea typeface="標楷體" pitchFamily="65" charset="-120"/>
            </a:endParaRPr>
          </a:p>
        </p:txBody>
      </p:sp>
      <p:pic>
        <p:nvPicPr>
          <p:cNvPr id="137221" name="Picture 4" descr="H:\云\大旗艦\未命名2.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4575" y="4005263"/>
            <a:ext cx="2735263" cy="274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22" name="文字方塊 6"/>
          <p:cNvSpPr txBox="1">
            <a:spLocks noChangeArrowheads="1"/>
          </p:cNvSpPr>
          <p:nvPr/>
        </p:nvSpPr>
        <p:spPr bwMode="auto">
          <a:xfrm>
            <a:off x="1908175" y="5084763"/>
            <a:ext cx="107950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kumimoji="1">
                <a:solidFill>
                  <a:schemeClr val="tx1"/>
                </a:solidFill>
                <a:latin typeface="Arial" pitchFamily="34" charset="0"/>
                <a:ea typeface="新細明體" pitchFamily="18" charset="-120"/>
              </a:defRPr>
            </a:lvl1pPr>
            <a:lvl2pPr marL="742950" indent="-285750">
              <a:defRPr kumimoji="1">
                <a:solidFill>
                  <a:schemeClr val="tx1"/>
                </a:solidFill>
                <a:latin typeface="Arial" pitchFamily="34" charset="0"/>
                <a:ea typeface="新細明體" pitchFamily="18" charset="-120"/>
              </a:defRPr>
            </a:lvl2pPr>
            <a:lvl3pPr marL="1143000" indent="-228600">
              <a:defRPr kumimoji="1">
                <a:solidFill>
                  <a:schemeClr val="tx1"/>
                </a:solidFill>
                <a:latin typeface="Arial" pitchFamily="34" charset="0"/>
                <a:ea typeface="新細明體" pitchFamily="18" charset="-120"/>
              </a:defRPr>
            </a:lvl3pPr>
            <a:lvl4pPr marL="1600200" indent="-228600">
              <a:defRPr kumimoji="1">
                <a:solidFill>
                  <a:schemeClr val="tx1"/>
                </a:solidFill>
                <a:latin typeface="Arial" pitchFamily="34" charset="0"/>
                <a:ea typeface="新細明體" pitchFamily="18" charset="-120"/>
              </a:defRPr>
            </a:lvl4pPr>
            <a:lvl5pPr marL="2057400" indent="-228600">
              <a:defRPr kumimoji="1">
                <a:solidFill>
                  <a:schemeClr val="tx1"/>
                </a:solidFill>
                <a:latin typeface="Arial" pitchFamily="34" charset="0"/>
                <a:ea typeface="新細明體" pitchFamily="18" charset="-120"/>
              </a:defRPr>
            </a:lvl5pPr>
            <a:lvl6pPr marL="2514600" indent="-228600" eaLnBrk="0" fontAlgn="base" hangingPunct="0">
              <a:spcBef>
                <a:spcPct val="0"/>
              </a:spcBef>
              <a:spcAft>
                <a:spcPct val="0"/>
              </a:spcAft>
              <a:defRPr kumimoji="1">
                <a:solidFill>
                  <a:schemeClr val="tx1"/>
                </a:solidFill>
                <a:latin typeface="Arial" pitchFamily="34" charset="0"/>
                <a:ea typeface="新細明體" pitchFamily="18" charset="-120"/>
              </a:defRPr>
            </a:lvl6pPr>
            <a:lvl7pPr marL="2971800" indent="-228600" eaLnBrk="0" fontAlgn="base" hangingPunct="0">
              <a:spcBef>
                <a:spcPct val="0"/>
              </a:spcBef>
              <a:spcAft>
                <a:spcPct val="0"/>
              </a:spcAft>
              <a:defRPr kumimoji="1">
                <a:solidFill>
                  <a:schemeClr val="tx1"/>
                </a:solidFill>
                <a:latin typeface="Arial" pitchFamily="34" charset="0"/>
                <a:ea typeface="新細明體" pitchFamily="18" charset="-120"/>
              </a:defRPr>
            </a:lvl7pPr>
            <a:lvl8pPr marL="3429000" indent="-228600" eaLnBrk="0" fontAlgn="base" hangingPunct="0">
              <a:spcBef>
                <a:spcPct val="0"/>
              </a:spcBef>
              <a:spcAft>
                <a:spcPct val="0"/>
              </a:spcAft>
              <a:defRPr kumimoji="1">
                <a:solidFill>
                  <a:schemeClr val="tx1"/>
                </a:solidFill>
                <a:latin typeface="Arial" pitchFamily="34" charset="0"/>
                <a:ea typeface="新細明體" pitchFamily="18" charset="-120"/>
              </a:defRPr>
            </a:lvl8pPr>
            <a:lvl9pPr marL="3886200" indent="-228600" eaLnBrk="0" fontAlgn="base" hangingPunct="0">
              <a:spcBef>
                <a:spcPct val="0"/>
              </a:spcBef>
              <a:spcAft>
                <a:spcPct val="0"/>
              </a:spcAft>
              <a:defRPr kumimoji="1">
                <a:solidFill>
                  <a:schemeClr val="tx1"/>
                </a:solidFill>
                <a:latin typeface="Arial" pitchFamily="34" charset="0"/>
                <a:ea typeface="新細明體" pitchFamily="18" charset="-120"/>
              </a:defRPr>
            </a:lvl9pPr>
          </a:lstStyle>
          <a:p>
            <a:pPr algn="ctr" eaLnBrk="0" fontAlgn="base" hangingPunct="0">
              <a:spcBef>
                <a:spcPct val="0"/>
              </a:spcBef>
              <a:spcAft>
                <a:spcPct val="0"/>
              </a:spcAft>
            </a:pPr>
            <a:r>
              <a:rPr lang="zh-TW" altLang="en-US">
                <a:solidFill>
                  <a:srgbClr val="024631"/>
                </a:solidFill>
                <a:latin typeface="標楷體" pitchFamily="65" charset="-120"/>
                <a:ea typeface="標楷體" pitchFamily="65" charset="-120"/>
              </a:rPr>
              <a:t>大旗艦社區</a:t>
            </a:r>
          </a:p>
        </p:txBody>
      </p:sp>
      <p:sp>
        <p:nvSpPr>
          <p:cNvPr id="137223" name="向右箭號 9"/>
          <p:cNvSpPr>
            <a:spLocks noChangeArrowheads="1"/>
          </p:cNvSpPr>
          <p:nvPr/>
        </p:nvSpPr>
        <p:spPr bwMode="auto">
          <a:xfrm>
            <a:off x="3995738" y="4868863"/>
            <a:ext cx="863600" cy="576262"/>
          </a:xfrm>
          <a:prstGeom prst="rightArrow">
            <a:avLst>
              <a:gd name="adj1" fmla="val 50000"/>
              <a:gd name="adj2" fmla="val 49954"/>
            </a:avLst>
          </a:prstGeom>
          <a:solidFill>
            <a:schemeClr val="accent1"/>
          </a:solidFill>
          <a:ln w="9525" algn="ctr">
            <a:solidFill>
              <a:schemeClr val="tx1"/>
            </a:solidFill>
            <a:round/>
            <a:headEnd/>
            <a:tailEnd/>
          </a:ln>
        </p:spPr>
        <p:txBody>
          <a:bodyPr/>
          <a:lstStyle/>
          <a:p>
            <a:pPr fontAlgn="base">
              <a:spcBef>
                <a:spcPct val="0"/>
              </a:spcBef>
              <a:spcAft>
                <a:spcPct val="0"/>
              </a:spcAft>
            </a:pPr>
            <a:endParaRPr lang="zh-TW" altLang="en-US" b="1">
              <a:solidFill>
                <a:srgbClr val="024631"/>
              </a:solidFill>
              <a:ea typeface="新細明體" pitchFamily="18" charset="-120"/>
            </a:endParaRPr>
          </a:p>
        </p:txBody>
      </p:sp>
    </p:spTree>
    <p:extLst>
      <p:ext uri="{BB962C8B-B14F-4D97-AF65-F5344CB8AC3E}">
        <p14:creationId xmlns:p14="http://schemas.microsoft.com/office/powerpoint/2010/main" val="4146907573"/>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dirty="0"/>
              <a:t>旗艦計畫執行完後</a:t>
            </a:r>
            <a:r>
              <a:rPr lang="en-US" altLang="zh-TW" dirty="0"/>
              <a:t>--109</a:t>
            </a:r>
            <a:r>
              <a:rPr lang="zh-TW" altLang="en-US" dirty="0"/>
              <a:t>年</a:t>
            </a:r>
          </a:p>
        </p:txBody>
      </p:sp>
      <p:sp>
        <p:nvSpPr>
          <p:cNvPr id="3" name="內容版面配置區 2"/>
          <p:cNvSpPr>
            <a:spLocks noGrp="1"/>
          </p:cNvSpPr>
          <p:nvPr>
            <p:ph idx="1"/>
          </p:nvPr>
        </p:nvSpPr>
        <p:spPr>
          <a:xfrm>
            <a:off x="539552" y="990600"/>
            <a:ext cx="2592288" cy="5030688"/>
          </a:xfrm>
        </p:spPr>
        <p:txBody>
          <a:bodyPr/>
          <a:lstStyle/>
          <a:p>
            <a:r>
              <a:rPr lang="zh-TW" altLang="en-US" b="1" dirty="0">
                <a:latin typeface="標楷體" pitchFamily="65" charset="-120"/>
                <a:ea typeface="標楷體" pitchFamily="65" charset="-120"/>
              </a:rPr>
              <a:t>富州社區承辦南投縣政府小旗艦計畫，培力鄰近中央社區、社寮社區、山崇社區一起成長。同時執行竹山鎮公所小雞傳承計畫，培力車店仔社區及坪頂社區。</a:t>
            </a:r>
          </a:p>
        </p:txBody>
      </p:sp>
      <p:pic>
        <p:nvPicPr>
          <p:cNvPr id="245762" name="Picture 2" descr="竹山鎮行政區域圖"/>
          <p:cNvPicPr>
            <a:picLocks noChangeAspect="1" noChangeArrowheads="1"/>
          </p:cNvPicPr>
          <p:nvPr/>
        </p:nvPicPr>
        <p:blipFill>
          <a:blip r:embed="rId2" cstate="print">
            <a:clrChange>
              <a:clrFrom>
                <a:srgbClr val="EFEBE0"/>
              </a:clrFrom>
              <a:clrTo>
                <a:srgbClr val="EFEBE0">
                  <a:alpha val="0"/>
                </a:srgbClr>
              </a:clrTo>
            </a:clrChange>
            <a:lum bright="6000"/>
            <a:extLst>
              <a:ext uri="{28A0092B-C50C-407E-A947-70E740481C1C}">
                <a14:useLocalDpi xmlns:a14="http://schemas.microsoft.com/office/drawing/2010/main" val="0"/>
              </a:ext>
            </a:extLst>
          </a:blip>
          <a:srcRect/>
          <a:stretch>
            <a:fillRect/>
          </a:stretch>
        </p:blipFill>
        <p:spPr bwMode="auto">
          <a:xfrm>
            <a:off x="3418688" y="887024"/>
            <a:ext cx="4536504" cy="6897971"/>
          </a:xfrm>
          <a:prstGeom prst="rect">
            <a:avLst/>
          </a:prstGeom>
          <a:noFill/>
          <a:ln>
            <a:noFill/>
          </a:ln>
          <a:extLst>
            <a:ext uri="{909E8E84-426E-40DD-AFC4-6F175D3DCCD1}">
              <a14:hiddenFill xmlns:a14="http://schemas.microsoft.com/office/drawing/2010/main">
                <a:solidFill>
                  <a:srgbClr val="00CCFF"/>
                </a:solidFill>
              </a14:hiddenFill>
            </a:ext>
            <a:ext uri="{91240B29-F687-4F45-9708-019B960494DF}">
              <a14:hiddenLine xmlns:a14="http://schemas.microsoft.com/office/drawing/2010/main" w="3175">
                <a:solidFill>
                  <a:srgbClr val="FF0000"/>
                </a:solidFill>
                <a:miter lim="800000"/>
                <a:headEnd/>
                <a:tailEnd/>
              </a14:hiddenLine>
            </a:ext>
          </a:extLst>
        </p:spPr>
      </p:pic>
      <p:sp>
        <p:nvSpPr>
          <p:cNvPr id="9" name="橢圓 8"/>
          <p:cNvSpPr/>
          <p:nvPr/>
        </p:nvSpPr>
        <p:spPr bwMode="auto">
          <a:xfrm>
            <a:off x="4860032" y="5013176"/>
            <a:ext cx="565212" cy="300608"/>
          </a:xfrm>
          <a:prstGeom prst="ellipse">
            <a:avLst/>
          </a:prstGeom>
          <a:no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TW" altLang="en-US" sz="1800" b="1" i="0" u="none" strike="noStrike" cap="none" normalizeH="0" baseline="0">
              <a:ln>
                <a:noFill/>
              </a:ln>
              <a:solidFill>
                <a:srgbClr val="FF0000"/>
              </a:solidFill>
              <a:effectLst/>
              <a:latin typeface="Arial" pitchFamily="34" charset="0"/>
            </a:endParaRPr>
          </a:p>
        </p:txBody>
      </p:sp>
      <p:pic>
        <p:nvPicPr>
          <p:cNvPr id="2457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0072" y="1916832"/>
            <a:ext cx="1445554" cy="792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橢圓 10"/>
          <p:cNvSpPr/>
          <p:nvPr/>
        </p:nvSpPr>
        <p:spPr bwMode="auto">
          <a:xfrm>
            <a:off x="4433500" y="3717032"/>
            <a:ext cx="565212" cy="300608"/>
          </a:xfrm>
          <a:prstGeom prst="ellipse">
            <a:avLst/>
          </a:prstGeom>
          <a:no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TW" altLang="en-US" sz="1800" b="1" i="0" u="none" strike="noStrike" cap="none" normalizeH="0" baseline="0">
              <a:ln>
                <a:noFill/>
              </a:ln>
              <a:solidFill>
                <a:srgbClr val="FF0000"/>
              </a:solidFill>
              <a:effectLst/>
              <a:latin typeface="Arial" pitchFamily="34" charset="0"/>
            </a:endParaRPr>
          </a:p>
        </p:txBody>
      </p:sp>
      <p:sp>
        <p:nvSpPr>
          <p:cNvPr id="12" name="橢圓 11"/>
          <p:cNvSpPr/>
          <p:nvPr/>
        </p:nvSpPr>
        <p:spPr bwMode="auto">
          <a:xfrm>
            <a:off x="4381488" y="3416424"/>
            <a:ext cx="565212" cy="300608"/>
          </a:xfrm>
          <a:prstGeom prst="ellipse">
            <a:avLst/>
          </a:prstGeom>
          <a:no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TW" altLang="en-US" sz="1800" b="1" i="0" u="none" strike="noStrike" cap="none" normalizeH="0" baseline="0">
              <a:ln>
                <a:noFill/>
              </a:ln>
              <a:solidFill>
                <a:srgbClr val="FF0000"/>
              </a:solidFill>
              <a:effectLst/>
              <a:latin typeface="Arial" pitchFamily="34" charset="0"/>
            </a:endParaRPr>
          </a:p>
        </p:txBody>
      </p:sp>
    </p:spTree>
    <p:extLst>
      <p:ext uri="{BB962C8B-B14F-4D97-AF65-F5344CB8AC3E}">
        <p14:creationId xmlns:p14="http://schemas.microsoft.com/office/powerpoint/2010/main" val="106367192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dirty="0"/>
              <a:t>旗艦計畫執行完後</a:t>
            </a:r>
            <a:r>
              <a:rPr lang="en-US" altLang="zh-TW" dirty="0"/>
              <a:t>--109</a:t>
            </a:r>
            <a:r>
              <a:rPr lang="zh-TW" altLang="en-US" dirty="0"/>
              <a:t>年</a:t>
            </a:r>
          </a:p>
        </p:txBody>
      </p:sp>
      <p:sp>
        <p:nvSpPr>
          <p:cNvPr id="3" name="內容版面配置區 2"/>
          <p:cNvSpPr>
            <a:spLocks noGrp="1"/>
          </p:cNvSpPr>
          <p:nvPr>
            <p:ph idx="1"/>
          </p:nvPr>
        </p:nvSpPr>
        <p:spPr>
          <a:xfrm>
            <a:off x="539552" y="990600"/>
            <a:ext cx="2592288" cy="5030688"/>
          </a:xfrm>
        </p:spPr>
        <p:txBody>
          <a:bodyPr/>
          <a:lstStyle/>
          <a:p>
            <a:r>
              <a:rPr lang="zh-TW" altLang="en-US" b="1" dirty="0">
                <a:latin typeface="標楷體" pitchFamily="65" charset="-120"/>
                <a:ea typeface="標楷體" pitchFamily="65" charset="-120"/>
              </a:rPr>
              <a:t>延正社區承辦南投縣政府小旗艦計畫，培力鄰近桂林社區、籐湖社區一起成長。同時執行竹山鎮公所小雞傳承計畫，培力和興社區及延和社區。</a:t>
            </a:r>
          </a:p>
        </p:txBody>
      </p:sp>
      <p:pic>
        <p:nvPicPr>
          <p:cNvPr id="245762" name="Picture 2" descr="竹山鎮行政區域圖"/>
          <p:cNvPicPr>
            <a:picLocks noChangeAspect="1" noChangeArrowheads="1"/>
          </p:cNvPicPr>
          <p:nvPr/>
        </p:nvPicPr>
        <p:blipFill>
          <a:blip r:embed="rId2" cstate="print">
            <a:clrChange>
              <a:clrFrom>
                <a:srgbClr val="EFEBE0"/>
              </a:clrFrom>
              <a:clrTo>
                <a:srgbClr val="EFEBE0">
                  <a:alpha val="0"/>
                </a:srgbClr>
              </a:clrTo>
            </a:clrChange>
            <a:lum bright="6000"/>
            <a:extLst>
              <a:ext uri="{28A0092B-C50C-407E-A947-70E740481C1C}">
                <a14:useLocalDpi xmlns:a14="http://schemas.microsoft.com/office/drawing/2010/main" val="0"/>
              </a:ext>
            </a:extLst>
          </a:blip>
          <a:srcRect/>
          <a:stretch>
            <a:fillRect/>
          </a:stretch>
        </p:blipFill>
        <p:spPr bwMode="auto">
          <a:xfrm>
            <a:off x="3275856" y="568653"/>
            <a:ext cx="4536504" cy="6897971"/>
          </a:xfrm>
          <a:prstGeom prst="rect">
            <a:avLst/>
          </a:prstGeom>
          <a:noFill/>
          <a:ln>
            <a:noFill/>
          </a:ln>
          <a:extLst>
            <a:ext uri="{909E8E84-426E-40DD-AFC4-6F175D3DCCD1}">
              <a14:hiddenFill xmlns:a14="http://schemas.microsoft.com/office/drawing/2010/main">
                <a:solidFill>
                  <a:srgbClr val="00CCFF"/>
                </a:solidFill>
              </a14:hiddenFill>
            </a:ext>
            <a:ext uri="{91240B29-F687-4F45-9708-019B960494DF}">
              <a14:hiddenLine xmlns:a14="http://schemas.microsoft.com/office/drawing/2010/main" w="3175">
                <a:solidFill>
                  <a:srgbClr val="FF0000"/>
                </a:solidFill>
                <a:miter lim="800000"/>
                <a:headEnd/>
                <a:tailEnd/>
              </a14:hiddenLine>
            </a:ext>
          </a:extLst>
        </p:spPr>
      </p:pic>
      <p:sp>
        <p:nvSpPr>
          <p:cNvPr id="9" name="橢圓 8"/>
          <p:cNvSpPr/>
          <p:nvPr/>
        </p:nvSpPr>
        <p:spPr bwMode="auto">
          <a:xfrm>
            <a:off x="4890987" y="1844824"/>
            <a:ext cx="565212" cy="300608"/>
          </a:xfrm>
          <a:prstGeom prst="ellipse">
            <a:avLst/>
          </a:prstGeom>
          <a:no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FF0000"/>
              </a:solidFill>
            </a:endParaRPr>
          </a:p>
        </p:txBody>
      </p:sp>
      <p:pic>
        <p:nvPicPr>
          <p:cNvPr id="2457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65470" y="2738646"/>
            <a:ext cx="581458" cy="3186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橢圓 10"/>
          <p:cNvSpPr/>
          <p:nvPr/>
        </p:nvSpPr>
        <p:spPr bwMode="auto">
          <a:xfrm>
            <a:off x="4716106" y="2893374"/>
            <a:ext cx="565212" cy="300608"/>
          </a:xfrm>
          <a:prstGeom prst="ellipse">
            <a:avLst/>
          </a:prstGeom>
          <a:no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FF0000"/>
              </a:solidFill>
            </a:endParaRPr>
          </a:p>
        </p:txBody>
      </p:sp>
      <p:sp>
        <p:nvSpPr>
          <p:cNvPr id="12" name="橢圓 11"/>
          <p:cNvSpPr/>
          <p:nvPr/>
        </p:nvSpPr>
        <p:spPr bwMode="auto">
          <a:xfrm>
            <a:off x="4890987" y="3385560"/>
            <a:ext cx="565212" cy="300608"/>
          </a:xfrm>
          <a:prstGeom prst="ellipse">
            <a:avLst/>
          </a:prstGeom>
          <a:no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zh-TW" altLang="en-US" b="1">
              <a:solidFill>
                <a:srgbClr val="FF0000"/>
              </a:solidFill>
            </a:endParaRPr>
          </a:p>
        </p:txBody>
      </p:sp>
    </p:spTree>
    <p:extLst>
      <p:ext uri="{BB962C8B-B14F-4D97-AF65-F5344CB8AC3E}">
        <p14:creationId xmlns:p14="http://schemas.microsoft.com/office/powerpoint/2010/main" val="4232646781"/>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dirty="0"/>
              <a:t>旗艦計畫執行完後</a:t>
            </a:r>
            <a:r>
              <a:rPr lang="en-US" altLang="zh-TW" dirty="0"/>
              <a:t>--109</a:t>
            </a:r>
            <a:r>
              <a:rPr lang="zh-TW" altLang="en-US" dirty="0"/>
              <a:t>年</a:t>
            </a:r>
          </a:p>
        </p:txBody>
      </p:sp>
      <p:sp>
        <p:nvSpPr>
          <p:cNvPr id="3" name="內容版面配置區 2"/>
          <p:cNvSpPr>
            <a:spLocks noGrp="1"/>
          </p:cNvSpPr>
          <p:nvPr>
            <p:ph idx="1"/>
          </p:nvPr>
        </p:nvSpPr>
        <p:spPr>
          <a:xfrm>
            <a:off x="539552" y="990600"/>
            <a:ext cx="2592288" cy="5030688"/>
          </a:xfrm>
        </p:spPr>
        <p:txBody>
          <a:bodyPr/>
          <a:lstStyle/>
          <a:p>
            <a:r>
              <a:rPr lang="zh-TW" altLang="en-US" b="1" dirty="0">
                <a:latin typeface="標楷體" pitchFamily="65" charset="-120"/>
                <a:ea typeface="標楷體" pitchFamily="65" charset="-120"/>
              </a:rPr>
              <a:t>竹山社區承辦南投縣政府社區產業行銷計畫帶領</a:t>
            </a:r>
            <a:r>
              <a:rPr lang="en-US" altLang="zh-TW" b="1" dirty="0">
                <a:latin typeface="標楷體" pitchFamily="65" charset="-120"/>
                <a:ea typeface="標楷體" pitchFamily="65" charset="-120"/>
              </a:rPr>
              <a:t>10</a:t>
            </a:r>
            <a:r>
              <a:rPr lang="zh-TW" altLang="en-US" b="1" dirty="0">
                <a:latin typeface="標楷體" pitchFamily="65" charset="-120"/>
                <a:ea typeface="標楷體" pitchFamily="65" charset="-120"/>
              </a:rPr>
              <a:t>個社區一起行銷。同時執行竹山鎮公所小雞傳承計畫，培力新生社區及鯉魚社區。</a:t>
            </a:r>
          </a:p>
        </p:txBody>
      </p:sp>
      <p:pic>
        <p:nvPicPr>
          <p:cNvPr id="246786" name="Picture 2" descr="D:\桌面 文件 最愛\桌面\100908751_2619093398365424_6270307954696650752_n.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95936" y="980728"/>
            <a:ext cx="3816424" cy="2862318"/>
          </a:xfrm>
          <a:prstGeom prst="rect">
            <a:avLst/>
          </a:prstGeom>
          <a:noFill/>
          <a:extLst>
            <a:ext uri="{909E8E84-426E-40DD-AFC4-6F175D3DCCD1}">
              <a14:hiddenFill xmlns:a14="http://schemas.microsoft.com/office/drawing/2010/main">
                <a:solidFill>
                  <a:srgbClr val="FFFFFF"/>
                </a:solidFill>
              </a14:hiddenFill>
            </a:ext>
          </a:extLst>
        </p:spPr>
      </p:pic>
      <p:pic>
        <p:nvPicPr>
          <p:cNvPr id="246787" name="Picture 3" descr="D:\桌面 文件 最愛\桌面\109518社區產業行銷計畫第二次會議_200531_001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63888" y="3858371"/>
            <a:ext cx="5328592" cy="29973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71847"/>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內容版面配置區 2"/>
          <p:cNvSpPr>
            <a:spLocks noGrp="1"/>
          </p:cNvSpPr>
          <p:nvPr>
            <p:ph idx="1"/>
          </p:nvPr>
        </p:nvSpPr>
        <p:spPr/>
        <p:txBody>
          <a:bodyPr/>
          <a:lstStyle/>
          <a:p>
            <a:pPr lvl="0">
              <a:buClr>
                <a:srgbClr val="69AAB1"/>
              </a:buClr>
            </a:pPr>
            <a:r>
              <a:rPr lang="en-US" altLang="zh-TW" dirty="0">
                <a:solidFill>
                  <a:srgbClr val="024631"/>
                </a:solidFill>
                <a:latin typeface="標楷體" pitchFamily="65" charset="-120"/>
                <a:ea typeface="標楷體" pitchFamily="65" charset="-120"/>
              </a:rPr>
              <a:t>109</a:t>
            </a:r>
            <a:r>
              <a:rPr lang="zh-TW" altLang="en-US" dirty="0">
                <a:solidFill>
                  <a:srgbClr val="024631"/>
                </a:solidFill>
                <a:latin typeface="標楷體" pitchFamily="65" charset="-120"/>
                <a:ea typeface="標楷體" pitchFamily="65" charset="-120"/>
              </a:rPr>
              <a:t>年富州社區及延正社區在南投縣政府推薦下獲得宏將傳媒蒲公英關懷教育基金補助辦理兒少課後陪伴計畫及申請聯合勸募基金會補助。</a:t>
            </a:r>
            <a:endParaRPr lang="en-US" altLang="zh-TW" dirty="0">
              <a:latin typeface="標楷體" pitchFamily="65" charset="-120"/>
              <a:ea typeface="標楷體" pitchFamily="65" charset="-120"/>
            </a:endParaRPr>
          </a:p>
          <a:p>
            <a:r>
              <a:rPr lang="en-US" altLang="zh-TW" dirty="0">
                <a:latin typeface="標楷體" pitchFamily="65" charset="-120"/>
                <a:ea typeface="標楷體" pitchFamily="65" charset="-120"/>
              </a:rPr>
              <a:t>108</a:t>
            </a:r>
            <a:r>
              <a:rPr lang="zh-TW" altLang="en-US" dirty="0">
                <a:latin typeface="標楷體" pitchFamily="65" charset="-120"/>
                <a:ea typeface="標楷體" pitchFamily="65" charset="-120"/>
              </a:rPr>
              <a:t>年中崎社區台灣兒少夢正式掛牌運作，</a:t>
            </a:r>
            <a:r>
              <a:rPr lang="en-US" altLang="zh-TW" dirty="0">
                <a:latin typeface="標楷體" pitchFamily="65" charset="-120"/>
                <a:ea typeface="標楷體" pitchFamily="65" charset="-120"/>
              </a:rPr>
              <a:t>109</a:t>
            </a:r>
            <a:r>
              <a:rPr lang="zh-TW" altLang="en-US" dirty="0">
                <a:latin typeface="標楷體" pitchFamily="65" charset="-120"/>
                <a:ea typeface="標楷體" pitchFamily="65" charset="-120"/>
              </a:rPr>
              <a:t>年持續辦理，同時執行竹山鎮公所小雞傳承計畫，培力硘磘</a:t>
            </a:r>
          </a:p>
          <a:p>
            <a:pPr marL="0" indent="0">
              <a:buNone/>
            </a:pPr>
            <a:r>
              <a:rPr lang="zh-TW" altLang="en-US" dirty="0">
                <a:latin typeface="標楷體" pitchFamily="65" charset="-120"/>
                <a:ea typeface="標楷體" pitchFamily="65" charset="-120"/>
              </a:rPr>
              <a:t>  社區。</a:t>
            </a:r>
          </a:p>
          <a:p>
            <a:r>
              <a:rPr lang="zh-TW" altLang="en-US" dirty="0">
                <a:latin typeface="標楷體" pitchFamily="65" charset="-120"/>
                <a:ea typeface="標楷體" pitchFamily="65" charset="-120"/>
              </a:rPr>
              <a:t>竹山秀傳醫院至和興社區辦理衛政</a:t>
            </a:r>
            <a:r>
              <a:rPr lang="en-US" altLang="zh-TW" dirty="0">
                <a:latin typeface="標楷體" pitchFamily="65" charset="-120"/>
                <a:ea typeface="標楷體" pitchFamily="65" charset="-120"/>
              </a:rPr>
              <a:t>C</a:t>
            </a:r>
            <a:r>
              <a:rPr lang="zh-TW" altLang="en-US" dirty="0">
                <a:latin typeface="標楷體" pitchFamily="65" charset="-120"/>
                <a:ea typeface="標楷體" pitchFamily="65" charset="-120"/>
              </a:rPr>
              <a:t>據點。</a:t>
            </a:r>
            <a:endParaRPr lang="en-US" altLang="zh-TW" dirty="0">
              <a:latin typeface="標楷體" pitchFamily="65" charset="-120"/>
              <a:ea typeface="標楷體" pitchFamily="65" charset="-120"/>
            </a:endParaRPr>
          </a:p>
          <a:p>
            <a:r>
              <a:rPr lang="en-US" altLang="zh-TW" dirty="0">
                <a:latin typeface="標楷體" pitchFamily="65" charset="-120"/>
                <a:ea typeface="標楷體" pitchFamily="65" charset="-120"/>
              </a:rPr>
              <a:t>109</a:t>
            </a:r>
            <a:r>
              <a:rPr lang="zh-TW" altLang="en-US" dirty="0">
                <a:latin typeface="標楷體" pitchFamily="65" charset="-120"/>
                <a:ea typeface="標楷體" pitchFamily="65" charset="-120"/>
              </a:rPr>
              <a:t>年</a:t>
            </a:r>
            <a:r>
              <a:rPr lang="zh-TW" altLang="en-US" dirty="0">
                <a:solidFill>
                  <a:srgbClr val="024631"/>
                </a:solidFill>
                <a:latin typeface="標楷體" pitchFamily="65" charset="-120"/>
                <a:ea typeface="標楷體" pitchFamily="65" charset="-120"/>
              </a:rPr>
              <a:t>南投縣政府評鑑</a:t>
            </a:r>
            <a:r>
              <a:rPr lang="zh-TW" altLang="en-US" dirty="0">
                <a:latin typeface="標楷體" pitchFamily="65" charset="-120"/>
                <a:ea typeface="標楷體" pitchFamily="65" charset="-120"/>
              </a:rPr>
              <a:t>富州社區得到銀質卓越獎</a:t>
            </a:r>
            <a:r>
              <a:rPr lang="zh-TW" altLang="en-US" dirty="0">
                <a:latin typeface="新細明體"/>
                <a:ea typeface="新細明體"/>
              </a:rPr>
              <a:t>，</a:t>
            </a:r>
            <a:r>
              <a:rPr lang="zh-TW" altLang="en-US" dirty="0">
                <a:latin typeface="標楷體" pitchFamily="65" charset="-120"/>
                <a:ea typeface="標楷體" pitchFamily="65" charset="-120"/>
              </a:rPr>
              <a:t>延正社區得到銅質卓越獎，山崇社區甲等獎，籐湖社區及社寮社區單項特色獎。</a:t>
            </a:r>
            <a:endParaRPr lang="en-US" altLang="zh-TW" dirty="0">
              <a:latin typeface="標楷體" pitchFamily="65" charset="-120"/>
              <a:ea typeface="標楷體" pitchFamily="65" charset="-120"/>
            </a:endParaRPr>
          </a:p>
          <a:p>
            <a:pPr marL="0" indent="0">
              <a:buNone/>
            </a:pPr>
            <a:endParaRPr lang="en-US" altLang="zh-TW" dirty="0">
              <a:latin typeface="標楷體" pitchFamily="65" charset="-120"/>
              <a:ea typeface="標楷體" pitchFamily="65" charset="-120"/>
            </a:endParaRPr>
          </a:p>
          <a:p>
            <a:pPr marL="0" indent="0">
              <a:buNone/>
            </a:pPr>
            <a:endParaRPr lang="zh-TW" altLang="en-US" dirty="0">
              <a:latin typeface="標楷體" pitchFamily="65" charset="-120"/>
              <a:ea typeface="標楷體" pitchFamily="65" charset="-120"/>
            </a:endParaRPr>
          </a:p>
          <a:p>
            <a:endParaRPr lang="zh-TW" altLang="en-US" dirty="0">
              <a:latin typeface="標楷體" pitchFamily="65" charset="-120"/>
              <a:ea typeface="標楷體" pitchFamily="65" charset="-120"/>
            </a:endParaRPr>
          </a:p>
        </p:txBody>
      </p:sp>
    </p:spTree>
    <p:extLst>
      <p:ext uri="{BB962C8B-B14F-4D97-AF65-F5344CB8AC3E}">
        <p14:creationId xmlns:p14="http://schemas.microsoft.com/office/powerpoint/2010/main" val="567420268"/>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786" name="Picture 3" descr="D:\桌面 文件 最愛\桌面\水保局\富州設計\1-封面.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720725" y="404813"/>
            <a:ext cx="7821613" cy="830262"/>
          </a:xfrm>
          <a:prstGeom prst="rect">
            <a:avLst/>
          </a:prstGeom>
        </p:spPr>
        <p:txBody>
          <a:bodyPr>
            <a:spAutoFit/>
          </a:bodyPr>
          <a:lstStyle/>
          <a:p>
            <a:pPr algn="ctr">
              <a:defRPr/>
            </a:pPr>
            <a:r>
              <a:rPr kumimoji="1" lang="zh-TW" altLang="en-US" sz="4800" kern="100" dirty="0">
                <a:solidFill>
                  <a:srgbClr val="000000"/>
                </a:solidFill>
                <a:latin typeface="標楷體" pitchFamily="65" charset="-120"/>
                <a:ea typeface="標楷體" pitchFamily="65" charset="-120"/>
                <a:cs typeface="Times New Roman"/>
              </a:rPr>
              <a:t>大旗艦計畫</a:t>
            </a:r>
            <a:r>
              <a:rPr kumimoji="1" lang="en-US" altLang="zh-TW" sz="4800" kern="100" dirty="0">
                <a:solidFill>
                  <a:srgbClr val="000000"/>
                </a:solidFill>
                <a:latin typeface="標楷體" pitchFamily="65" charset="-120"/>
                <a:ea typeface="標楷體" pitchFamily="65" charset="-120"/>
                <a:cs typeface="Times New Roman"/>
              </a:rPr>
              <a:t>-8</a:t>
            </a:r>
            <a:r>
              <a:rPr kumimoji="1" lang="zh-TW" altLang="en-US" sz="4800" kern="100" dirty="0">
                <a:solidFill>
                  <a:srgbClr val="000000"/>
                </a:solidFill>
                <a:latin typeface="標楷體" pitchFamily="65" charset="-120"/>
                <a:ea typeface="標楷體" pitchFamily="65" charset="-120"/>
                <a:cs typeface="Times New Roman"/>
              </a:rPr>
              <a:t>社區全力以赴</a:t>
            </a:r>
          </a:p>
        </p:txBody>
      </p:sp>
      <p:sp>
        <p:nvSpPr>
          <p:cNvPr id="5" name="Rectangle 2"/>
          <p:cNvSpPr txBox="1">
            <a:spLocks noChangeArrowheads="1"/>
          </p:cNvSpPr>
          <p:nvPr/>
        </p:nvSpPr>
        <p:spPr>
          <a:xfrm>
            <a:off x="782638" y="5949950"/>
            <a:ext cx="7489825" cy="1341438"/>
          </a:xfrm>
          <a:prstGeom prst="rect">
            <a:avLst/>
          </a:prstGeom>
        </p:spPr>
        <p:txBody>
          <a:bodyPr/>
          <a:lst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2pPr>
            <a:lvl3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3pPr>
            <a:lvl4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4pPr>
            <a:lvl5pPr algn="ctr" rtl="0" eaLnBrk="0" fontAlgn="base" hangingPunct="0">
              <a:spcBef>
                <a:spcPct val="0"/>
              </a:spcBef>
              <a:spcAft>
                <a:spcPct val="0"/>
              </a:spcAft>
              <a:defRPr kumimoji="1" sz="4400">
                <a:solidFill>
                  <a:schemeClr val="tx2"/>
                </a:solidFill>
                <a:latin typeface="Arial" pitchFamily="34" charset="0"/>
                <a:ea typeface="新細明體" pitchFamily="18" charset="-120"/>
              </a:defRPr>
            </a:lvl5pPr>
            <a:lvl6pPr marL="457200" algn="ctr" rtl="0" fontAlgn="base">
              <a:spcBef>
                <a:spcPct val="0"/>
              </a:spcBef>
              <a:spcAft>
                <a:spcPct val="0"/>
              </a:spcAft>
              <a:defRPr kumimoji="1" sz="4400">
                <a:solidFill>
                  <a:schemeClr val="tx2"/>
                </a:solidFill>
                <a:latin typeface="Arial" pitchFamily="34" charset="0"/>
                <a:ea typeface="新細明體" pitchFamily="18" charset="-120"/>
              </a:defRPr>
            </a:lvl6pPr>
            <a:lvl7pPr marL="914400" algn="ctr" rtl="0" fontAlgn="base">
              <a:spcBef>
                <a:spcPct val="0"/>
              </a:spcBef>
              <a:spcAft>
                <a:spcPct val="0"/>
              </a:spcAft>
              <a:defRPr kumimoji="1" sz="4400">
                <a:solidFill>
                  <a:schemeClr val="tx2"/>
                </a:solidFill>
                <a:latin typeface="Arial" pitchFamily="34" charset="0"/>
                <a:ea typeface="新細明體" pitchFamily="18" charset="-120"/>
              </a:defRPr>
            </a:lvl7pPr>
            <a:lvl8pPr marL="1371600" algn="ctr" rtl="0" fontAlgn="base">
              <a:spcBef>
                <a:spcPct val="0"/>
              </a:spcBef>
              <a:spcAft>
                <a:spcPct val="0"/>
              </a:spcAft>
              <a:defRPr kumimoji="1" sz="4400">
                <a:solidFill>
                  <a:schemeClr val="tx2"/>
                </a:solidFill>
                <a:latin typeface="Arial" pitchFamily="34" charset="0"/>
                <a:ea typeface="新細明體" pitchFamily="18" charset="-120"/>
              </a:defRPr>
            </a:lvl8pPr>
            <a:lvl9pPr marL="1828800" algn="ctr" rtl="0" fontAlgn="base">
              <a:spcBef>
                <a:spcPct val="0"/>
              </a:spcBef>
              <a:spcAft>
                <a:spcPct val="0"/>
              </a:spcAft>
              <a:defRPr kumimoji="1" sz="4400">
                <a:solidFill>
                  <a:schemeClr val="tx2"/>
                </a:solidFill>
                <a:latin typeface="Arial" pitchFamily="34" charset="0"/>
                <a:ea typeface="新細明體" pitchFamily="18" charset="-120"/>
              </a:defRPr>
            </a:lvl9pPr>
          </a:lstStyle>
          <a:p>
            <a:pPr eaLnBrk="1" hangingPunct="1">
              <a:lnSpc>
                <a:spcPct val="130000"/>
              </a:lnSpc>
              <a:defRPr/>
            </a:pPr>
            <a:r>
              <a:rPr kumimoji="0" lang="zh-TW" altLang="en-US" sz="4000" kern="0" dirty="0">
                <a:solidFill>
                  <a:srgbClr val="FF0000"/>
                </a:solidFill>
                <a:latin typeface="標楷體" pitchFamily="65" charset="-120"/>
                <a:ea typeface="標楷體" pitchFamily="65" charset="-120"/>
              </a:rPr>
              <a:t>簡 報 完 畢  敬 請 指 導</a:t>
            </a:r>
            <a:endParaRPr lang="zh-TW" altLang="en-US" sz="4000" kern="0" dirty="0">
              <a:solidFill>
                <a:srgbClr val="FF0000"/>
              </a:solidFill>
              <a:latin typeface="標楷體" pitchFamily="65" charset="-120"/>
              <a:ea typeface="標楷體" pitchFamily="65" charset="-120"/>
            </a:endParaRPr>
          </a:p>
        </p:txBody>
      </p:sp>
      <p:pic>
        <p:nvPicPr>
          <p:cNvPr id="118789" name="圖片 2">
            <a:hlinkClick r:id="rId3" action="ppaction://hlinkfile"/>
          </p:cNvPr>
          <p:cNvPicPr>
            <a:picLocks noChangeAspect="1"/>
          </p:cNvPicPr>
          <p:nvPr/>
        </p:nvPicPr>
        <p:blipFill>
          <a:blip r:embed="rId4">
            <a:extLst>
              <a:ext uri="{28A0092B-C50C-407E-A947-70E740481C1C}">
                <a14:useLocalDpi xmlns:a14="http://schemas.microsoft.com/office/drawing/2010/main" val="0"/>
              </a:ext>
            </a:extLst>
          </a:blip>
          <a:srcRect t="18719" r="2200"/>
          <a:stretch>
            <a:fillRect/>
          </a:stretch>
        </p:blipFill>
        <p:spPr bwMode="auto">
          <a:xfrm>
            <a:off x="160338" y="1492250"/>
            <a:ext cx="8942387" cy="418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1862445"/>
      </p:ext>
    </p:extLst>
  </p:cSld>
  <p:clrMapOvr>
    <a:masterClrMapping/>
  </p:clrMapOvr>
</p:sld>
</file>

<file path=ppt/theme/theme1.xml><?xml version="1.0" encoding="utf-8"?>
<a:theme xmlns:a="http://schemas.openxmlformats.org/drawingml/2006/main" name="12_預設簡報設計">
  <a:themeElements>
    <a:clrScheme name="預設簡報設計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fontScheme name="預設簡報設計">
      <a:majorFont>
        <a:latin typeface="Arial"/>
        <a:ea typeface="新細明體"/>
        <a:cs typeface=""/>
      </a:majorFont>
      <a:minorFont>
        <a:latin typeface="Arial"/>
        <a:ea typeface="新細明體"/>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zh-TW" altLang="en-US" sz="1200" b="0" i="0" u="none" strike="noStrike" cap="none" normalizeH="0" baseline="0" smtClean="0">
            <a:ln>
              <a:noFill/>
            </a:ln>
            <a:solidFill>
              <a:schemeClr val="tx1"/>
            </a:solidFill>
            <a:effectLst/>
            <a:latin typeface="Arial" charset="0"/>
            <a:ea typeface="新細明體" pitchFamily="18" charset="-12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zh-TW" altLang="en-US" sz="1200" b="0" i="0" u="none" strike="noStrike" cap="none" normalizeH="0" baseline="0" smtClean="0">
            <a:ln>
              <a:noFill/>
            </a:ln>
            <a:solidFill>
              <a:schemeClr val="tx1"/>
            </a:solidFill>
            <a:effectLst/>
            <a:latin typeface="Arial" charset="0"/>
            <a:ea typeface="新細明體" pitchFamily="18" charset="-120"/>
          </a:defRPr>
        </a:defPPr>
      </a:lstStyle>
    </a:lnDef>
  </a:objectDefaults>
  <a:extraClrSchemeLst>
    <a:extraClrScheme>
      <a:clrScheme name="預設簡報設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預設簡報設計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預設簡報設計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預設簡報設計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預設簡報設計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預設簡報設計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預設簡報設計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預設簡報設計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預設簡報設計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預設簡報設計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預設簡報設計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預設簡報設計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060TGp_figure_green_v3">
  <a:themeElements>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lnDef>
  </a:objectDefaults>
  <a:extraClrSchemeLst>
    <a:extraClrScheme>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clrMap bg1="lt1" tx1="dk1" bg2="lt2" tx2="dk2" accent1="accent1" accent2="accent2" accent3="accent3" accent4="accent4" accent5="accent5" accent6="accent6" hlink="hlink" folHlink="folHlink"/>
    </a:extraClrScheme>
    <a:extraClrScheme>
      <a:clrScheme name="Default Design 2">
        <a:dk1>
          <a:srgbClr val="660033"/>
        </a:dk1>
        <a:lt1>
          <a:srgbClr val="FFFFFF"/>
        </a:lt1>
        <a:dk2>
          <a:srgbClr val="CCCC00"/>
        </a:dk2>
        <a:lt2>
          <a:srgbClr val="DDDDDD"/>
        </a:lt2>
        <a:accent1>
          <a:srgbClr val="B7B35F"/>
        </a:accent1>
        <a:accent2>
          <a:srgbClr val="D77F2F"/>
        </a:accent2>
        <a:accent3>
          <a:srgbClr val="FFFFFF"/>
        </a:accent3>
        <a:accent4>
          <a:srgbClr val="56002A"/>
        </a:accent4>
        <a:accent5>
          <a:srgbClr val="D8D6B6"/>
        </a:accent5>
        <a:accent6>
          <a:srgbClr val="C3722A"/>
        </a:accent6>
        <a:hlink>
          <a:srgbClr val="AEC258"/>
        </a:hlink>
        <a:folHlink>
          <a:srgbClr val="3672AE"/>
        </a:folHlink>
      </a:clrScheme>
      <a:clrMap bg1="lt1" tx1="dk1" bg2="lt2" tx2="dk2" accent1="accent1" accent2="accent2" accent3="accent3" accent4="accent4" accent5="accent5" accent6="accent6" hlink="hlink" folHlink="folHlink"/>
    </a:extraClrScheme>
    <a:extraClrScheme>
      <a:clrScheme name="Default Design 3">
        <a:dk1>
          <a:srgbClr val="000066"/>
        </a:dk1>
        <a:lt1>
          <a:srgbClr val="FFFFFF"/>
        </a:lt1>
        <a:dk2>
          <a:srgbClr val="2937B7"/>
        </a:dk2>
        <a:lt2>
          <a:srgbClr val="DDDDDD"/>
        </a:lt2>
        <a:accent1>
          <a:srgbClr val="96DAF2"/>
        </a:accent1>
        <a:accent2>
          <a:srgbClr val="50A8E4"/>
        </a:accent2>
        <a:accent3>
          <a:srgbClr val="FFFFFF"/>
        </a:accent3>
        <a:accent4>
          <a:srgbClr val="000056"/>
        </a:accent4>
        <a:accent5>
          <a:srgbClr val="C9EAF7"/>
        </a:accent5>
        <a:accent6>
          <a:srgbClr val="4898CF"/>
        </a:accent6>
        <a:hlink>
          <a:srgbClr val="6847D3"/>
        </a:hlink>
        <a:folHlink>
          <a:srgbClr val="009999"/>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060TGp_figure_green_v3">
  <a:themeElements>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lnDef>
  </a:objectDefaults>
  <a:extraClrSchemeLst>
    <a:extraClrScheme>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clrMap bg1="lt1" tx1="dk1" bg2="lt2" tx2="dk2" accent1="accent1" accent2="accent2" accent3="accent3" accent4="accent4" accent5="accent5" accent6="accent6" hlink="hlink" folHlink="folHlink"/>
    </a:extraClrScheme>
    <a:extraClrScheme>
      <a:clrScheme name="Default Design 2">
        <a:dk1>
          <a:srgbClr val="660033"/>
        </a:dk1>
        <a:lt1>
          <a:srgbClr val="FFFFFF"/>
        </a:lt1>
        <a:dk2>
          <a:srgbClr val="CCCC00"/>
        </a:dk2>
        <a:lt2>
          <a:srgbClr val="DDDDDD"/>
        </a:lt2>
        <a:accent1>
          <a:srgbClr val="B7B35F"/>
        </a:accent1>
        <a:accent2>
          <a:srgbClr val="D77F2F"/>
        </a:accent2>
        <a:accent3>
          <a:srgbClr val="FFFFFF"/>
        </a:accent3>
        <a:accent4>
          <a:srgbClr val="56002A"/>
        </a:accent4>
        <a:accent5>
          <a:srgbClr val="D8D6B6"/>
        </a:accent5>
        <a:accent6>
          <a:srgbClr val="C3722A"/>
        </a:accent6>
        <a:hlink>
          <a:srgbClr val="AEC258"/>
        </a:hlink>
        <a:folHlink>
          <a:srgbClr val="3672AE"/>
        </a:folHlink>
      </a:clrScheme>
      <a:clrMap bg1="lt1" tx1="dk1" bg2="lt2" tx2="dk2" accent1="accent1" accent2="accent2" accent3="accent3" accent4="accent4" accent5="accent5" accent6="accent6" hlink="hlink" folHlink="folHlink"/>
    </a:extraClrScheme>
    <a:extraClrScheme>
      <a:clrScheme name="Default Design 3">
        <a:dk1>
          <a:srgbClr val="000066"/>
        </a:dk1>
        <a:lt1>
          <a:srgbClr val="FFFFFF"/>
        </a:lt1>
        <a:dk2>
          <a:srgbClr val="2937B7"/>
        </a:dk2>
        <a:lt2>
          <a:srgbClr val="DDDDDD"/>
        </a:lt2>
        <a:accent1>
          <a:srgbClr val="96DAF2"/>
        </a:accent1>
        <a:accent2>
          <a:srgbClr val="50A8E4"/>
        </a:accent2>
        <a:accent3>
          <a:srgbClr val="FFFFFF"/>
        </a:accent3>
        <a:accent4>
          <a:srgbClr val="000056"/>
        </a:accent4>
        <a:accent5>
          <a:srgbClr val="C9EAF7"/>
        </a:accent5>
        <a:accent6>
          <a:srgbClr val="4898CF"/>
        </a:accent6>
        <a:hlink>
          <a:srgbClr val="6847D3"/>
        </a:hlink>
        <a:folHlink>
          <a:srgbClr val="009999"/>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2_060TGp_figure_green_v3">
  <a:themeElements>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lnDef>
  </a:objectDefaults>
  <a:extraClrSchemeLst>
    <a:extraClrScheme>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clrMap bg1="lt1" tx1="dk1" bg2="lt2" tx2="dk2" accent1="accent1" accent2="accent2" accent3="accent3" accent4="accent4" accent5="accent5" accent6="accent6" hlink="hlink" folHlink="folHlink"/>
    </a:extraClrScheme>
    <a:extraClrScheme>
      <a:clrScheme name="Default Design 2">
        <a:dk1>
          <a:srgbClr val="660033"/>
        </a:dk1>
        <a:lt1>
          <a:srgbClr val="FFFFFF"/>
        </a:lt1>
        <a:dk2>
          <a:srgbClr val="CCCC00"/>
        </a:dk2>
        <a:lt2>
          <a:srgbClr val="DDDDDD"/>
        </a:lt2>
        <a:accent1>
          <a:srgbClr val="B7B35F"/>
        </a:accent1>
        <a:accent2>
          <a:srgbClr val="D77F2F"/>
        </a:accent2>
        <a:accent3>
          <a:srgbClr val="FFFFFF"/>
        </a:accent3>
        <a:accent4>
          <a:srgbClr val="56002A"/>
        </a:accent4>
        <a:accent5>
          <a:srgbClr val="D8D6B6"/>
        </a:accent5>
        <a:accent6>
          <a:srgbClr val="C3722A"/>
        </a:accent6>
        <a:hlink>
          <a:srgbClr val="AEC258"/>
        </a:hlink>
        <a:folHlink>
          <a:srgbClr val="3672AE"/>
        </a:folHlink>
      </a:clrScheme>
      <a:clrMap bg1="lt1" tx1="dk1" bg2="lt2" tx2="dk2" accent1="accent1" accent2="accent2" accent3="accent3" accent4="accent4" accent5="accent5" accent6="accent6" hlink="hlink" folHlink="folHlink"/>
    </a:extraClrScheme>
    <a:extraClrScheme>
      <a:clrScheme name="Default Design 3">
        <a:dk1>
          <a:srgbClr val="000066"/>
        </a:dk1>
        <a:lt1>
          <a:srgbClr val="FFFFFF"/>
        </a:lt1>
        <a:dk2>
          <a:srgbClr val="2937B7"/>
        </a:dk2>
        <a:lt2>
          <a:srgbClr val="DDDDDD"/>
        </a:lt2>
        <a:accent1>
          <a:srgbClr val="96DAF2"/>
        </a:accent1>
        <a:accent2>
          <a:srgbClr val="50A8E4"/>
        </a:accent2>
        <a:accent3>
          <a:srgbClr val="FFFFFF"/>
        </a:accent3>
        <a:accent4>
          <a:srgbClr val="000056"/>
        </a:accent4>
        <a:accent5>
          <a:srgbClr val="C9EAF7"/>
        </a:accent5>
        <a:accent6>
          <a:srgbClr val="4898CF"/>
        </a:accent6>
        <a:hlink>
          <a:srgbClr val="6847D3"/>
        </a:hlink>
        <a:folHlink>
          <a:srgbClr val="009999"/>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1_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3_060TGp_figure_green_v3">
  <a:themeElements>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lnDef>
  </a:objectDefaults>
  <a:extraClrSchemeLst>
    <a:extraClrScheme>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clrMap bg1="lt1" tx1="dk1" bg2="lt2" tx2="dk2" accent1="accent1" accent2="accent2" accent3="accent3" accent4="accent4" accent5="accent5" accent6="accent6" hlink="hlink" folHlink="folHlink"/>
    </a:extraClrScheme>
    <a:extraClrScheme>
      <a:clrScheme name="Default Design 2">
        <a:dk1>
          <a:srgbClr val="660033"/>
        </a:dk1>
        <a:lt1>
          <a:srgbClr val="FFFFFF"/>
        </a:lt1>
        <a:dk2>
          <a:srgbClr val="CCCC00"/>
        </a:dk2>
        <a:lt2>
          <a:srgbClr val="DDDDDD"/>
        </a:lt2>
        <a:accent1>
          <a:srgbClr val="B7B35F"/>
        </a:accent1>
        <a:accent2>
          <a:srgbClr val="D77F2F"/>
        </a:accent2>
        <a:accent3>
          <a:srgbClr val="FFFFFF"/>
        </a:accent3>
        <a:accent4>
          <a:srgbClr val="56002A"/>
        </a:accent4>
        <a:accent5>
          <a:srgbClr val="D8D6B6"/>
        </a:accent5>
        <a:accent6>
          <a:srgbClr val="C3722A"/>
        </a:accent6>
        <a:hlink>
          <a:srgbClr val="AEC258"/>
        </a:hlink>
        <a:folHlink>
          <a:srgbClr val="3672AE"/>
        </a:folHlink>
      </a:clrScheme>
      <a:clrMap bg1="lt1" tx1="dk1" bg2="lt2" tx2="dk2" accent1="accent1" accent2="accent2" accent3="accent3" accent4="accent4" accent5="accent5" accent6="accent6" hlink="hlink" folHlink="folHlink"/>
    </a:extraClrScheme>
    <a:extraClrScheme>
      <a:clrScheme name="Default Design 3">
        <a:dk1>
          <a:srgbClr val="000066"/>
        </a:dk1>
        <a:lt1>
          <a:srgbClr val="FFFFFF"/>
        </a:lt1>
        <a:dk2>
          <a:srgbClr val="2937B7"/>
        </a:dk2>
        <a:lt2>
          <a:srgbClr val="DDDDDD"/>
        </a:lt2>
        <a:accent1>
          <a:srgbClr val="96DAF2"/>
        </a:accent1>
        <a:accent2>
          <a:srgbClr val="50A8E4"/>
        </a:accent2>
        <a:accent3>
          <a:srgbClr val="FFFFFF"/>
        </a:accent3>
        <a:accent4>
          <a:srgbClr val="000056"/>
        </a:accent4>
        <a:accent5>
          <a:srgbClr val="C9EAF7"/>
        </a:accent5>
        <a:accent6>
          <a:srgbClr val="4898CF"/>
        </a:accent6>
        <a:hlink>
          <a:srgbClr val="6847D3"/>
        </a:hlink>
        <a:folHlink>
          <a:srgbClr val="009999"/>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4_060TGp_figure_green_v3">
  <a:themeElements>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lnDef>
  </a:objectDefaults>
  <a:extraClrSchemeLst>
    <a:extraClrScheme>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clrMap bg1="lt1" tx1="dk1" bg2="lt2" tx2="dk2" accent1="accent1" accent2="accent2" accent3="accent3" accent4="accent4" accent5="accent5" accent6="accent6" hlink="hlink" folHlink="folHlink"/>
    </a:extraClrScheme>
    <a:extraClrScheme>
      <a:clrScheme name="Default Design 2">
        <a:dk1>
          <a:srgbClr val="660033"/>
        </a:dk1>
        <a:lt1>
          <a:srgbClr val="FFFFFF"/>
        </a:lt1>
        <a:dk2>
          <a:srgbClr val="CCCC00"/>
        </a:dk2>
        <a:lt2>
          <a:srgbClr val="DDDDDD"/>
        </a:lt2>
        <a:accent1>
          <a:srgbClr val="B7B35F"/>
        </a:accent1>
        <a:accent2>
          <a:srgbClr val="D77F2F"/>
        </a:accent2>
        <a:accent3>
          <a:srgbClr val="FFFFFF"/>
        </a:accent3>
        <a:accent4>
          <a:srgbClr val="56002A"/>
        </a:accent4>
        <a:accent5>
          <a:srgbClr val="D8D6B6"/>
        </a:accent5>
        <a:accent6>
          <a:srgbClr val="C3722A"/>
        </a:accent6>
        <a:hlink>
          <a:srgbClr val="AEC258"/>
        </a:hlink>
        <a:folHlink>
          <a:srgbClr val="3672AE"/>
        </a:folHlink>
      </a:clrScheme>
      <a:clrMap bg1="lt1" tx1="dk1" bg2="lt2" tx2="dk2" accent1="accent1" accent2="accent2" accent3="accent3" accent4="accent4" accent5="accent5" accent6="accent6" hlink="hlink" folHlink="folHlink"/>
    </a:extraClrScheme>
    <a:extraClrScheme>
      <a:clrScheme name="Default Design 3">
        <a:dk1>
          <a:srgbClr val="000066"/>
        </a:dk1>
        <a:lt1>
          <a:srgbClr val="FFFFFF"/>
        </a:lt1>
        <a:dk2>
          <a:srgbClr val="2937B7"/>
        </a:dk2>
        <a:lt2>
          <a:srgbClr val="DDDDDD"/>
        </a:lt2>
        <a:accent1>
          <a:srgbClr val="96DAF2"/>
        </a:accent1>
        <a:accent2>
          <a:srgbClr val="50A8E4"/>
        </a:accent2>
        <a:accent3>
          <a:srgbClr val="FFFFFF"/>
        </a:accent3>
        <a:accent4>
          <a:srgbClr val="000056"/>
        </a:accent4>
        <a:accent5>
          <a:srgbClr val="C9EAF7"/>
        </a:accent5>
        <a:accent6>
          <a:srgbClr val="4898CF"/>
        </a:accent6>
        <a:hlink>
          <a:srgbClr val="6847D3"/>
        </a:hlink>
        <a:folHlink>
          <a:srgbClr val="009999"/>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2_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3_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4_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5_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7_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5_060TGp_figure_green_v3">
  <a:themeElements>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lnDef>
  </a:objectDefaults>
  <a:extraClrSchemeLst>
    <a:extraClrScheme>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clrMap bg1="lt1" tx1="dk1" bg2="lt2" tx2="dk2" accent1="accent1" accent2="accent2" accent3="accent3" accent4="accent4" accent5="accent5" accent6="accent6" hlink="hlink" folHlink="folHlink"/>
    </a:extraClrScheme>
    <a:extraClrScheme>
      <a:clrScheme name="Default Design 2">
        <a:dk1>
          <a:srgbClr val="660033"/>
        </a:dk1>
        <a:lt1>
          <a:srgbClr val="FFFFFF"/>
        </a:lt1>
        <a:dk2>
          <a:srgbClr val="CCCC00"/>
        </a:dk2>
        <a:lt2>
          <a:srgbClr val="DDDDDD"/>
        </a:lt2>
        <a:accent1>
          <a:srgbClr val="B7B35F"/>
        </a:accent1>
        <a:accent2>
          <a:srgbClr val="D77F2F"/>
        </a:accent2>
        <a:accent3>
          <a:srgbClr val="FFFFFF"/>
        </a:accent3>
        <a:accent4>
          <a:srgbClr val="56002A"/>
        </a:accent4>
        <a:accent5>
          <a:srgbClr val="D8D6B6"/>
        </a:accent5>
        <a:accent6>
          <a:srgbClr val="C3722A"/>
        </a:accent6>
        <a:hlink>
          <a:srgbClr val="AEC258"/>
        </a:hlink>
        <a:folHlink>
          <a:srgbClr val="3672AE"/>
        </a:folHlink>
      </a:clrScheme>
      <a:clrMap bg1="lt1" tx1="dk1" bg2="lt2" tx2="dk2" accent1="accent1" accent2="accent2" accent3="accent3" accent4="accent4" accent5="accent5" accent6="accent6" hlink="hlink" folHlink="folHlink"/>
    </a:extraClrScheme>
    <a:extraClrScheme>
      <a:clrScheme name="Default Design 3">
        <a:dk1>
          <a:srgbClr val="000066"/>
        </a:dk1>
        <a:lt1>
          <a:srgbClr val="FFFFFF"/>
        </a:lt1>
        <a:dk2>
          <a:srgbClr val="2937B7"/>
        </a:dk2>
        <a:lt2>
          <a:srgbClr val="DDDDDD"/>
        </a:lt2>
        <a:accent1>
          <a:srgbClr val="96DAF2"/>
        </a:accent1>
        <a:accent2>
          <a:srgbClr val="50A8E4"/>
        </a:accent2>
        <a:accent3>
          <a:srgbClr val="FFFFFF"/>
        </a:accent3>
        <a:accent4>
          <a:srgbClr val="000056"/>
        </a:accent4>
        <a:accent5>
          <a:srgbClr val="C9EAF7"/>
        </a:accent5>
        <a:accent6>
          <a:srgbClr val="4898CF"/>
        </a:accent6>
        <a:hlink>
          <a:srgbClr val="6847D3"/>
        </a:hlink>
        <a:folHlink>
          <a:srgbClr val="009999"/>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9_預設簡報設計">
  <a:themeElements>
    <a:clrScheme name="預設簡報設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預設簡報設計">
      <a:majorFont>
        <a:latin typeface="Arial"/>
        <a:ea typeface="新細明體"/>
        <a:cs typeface=""/>
      </a:majorFont>
      <a:minorFont>
        <a:latin typeface="Arial"/>
        <a:ea typeface="新細明體"/>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預設簡報設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預設簡報設計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預設簡報設計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預設簡報設計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預設簡報設計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預設簡報設計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預設簡報設計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預設簡報設計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預設簡報設計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預設簡報設計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預設簡報設計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預設簡報設計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7_預設簡報設計">
  <a:themeElements>
    <a:clrScheme name="預設簡報設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預設簡報設計">
      <a:majorFont>
        <a:latin typeface="Arial"/>
        <a:ea typeface="新細明體"/>
        <a:cs typeface=""/>
      </a:majorFont>
      <a:minorFont>
        <a:latin typeface="Arial"/>
        <a:ea typeface="新細明體"/>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預設簡報設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預設簡報設計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預設簡報設計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預設簡報設計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預設簡報設計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預設簡報設計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預設簡報設計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預設簡報設計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預設簡報設計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預設簡報設計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預設簡報設計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預設簡報設計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4_預設簡報設計">
  <a:themeElements>
    <a:clrScheme name="預設簡報設計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fontScheme name="預設簡報設計">
      <a:majorFont>
        <a:latin typeface="Arial"/>
        <a:ea typeface="新細明體"/>
        <a:cs typeface=""/>
      </a:majorFont>
      <a:minorFont>
        <a:latin typeface="Arial"/>
        <a:ea typeface="新細明體"/>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zh-TW" altLang="en-US" sz="1800" b="0" i="0" u="none" strike="noStrike" cap="none" normalizeH="0" baseline="0" smtClean="0">
            <a:ln>
              <a:noFill/>
            </a:ln>
            <a:solidFill>
              <a:schemeClr val="tx1"/>
            </a:solidFill>
            <a:effectLst/>
            <a:latin typeface="Arial" charset="0"/>
            <a:ea typeface="新細明體" pitchFamily="18" charset="-12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zh-TW" altLang="en-US" sz="1800" b="0" i="0" u="none" strike="noStrike" cap="none" normalizeH="0" baseline="0" smtClean="0">
            <a:ln>
              <a:noFill/>
            </a:ln>
            <a:solidFill>
              <a:schemeClr val="tx1"/>
            </a:solidFill>
            <a:effectLst/>
            <a:latin typeface="Arial" charset="0"/>
            <a:ea typeface="新細明體" pitchFamily="18" charset="-120"/>
          </a:defRPr>
        </a:defPPr>
      </a:lstStyle>
    </a:lnDef>
  </a:objectDefaults>
  <a:extraClrSchemeLst>
    <a:extraClrScheme>
      <a:clrScheme name="預設簡報設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預設簡報設計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預設簡報設計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預設簡報設計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預設簡報設計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預設簡報設計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預設簡報設計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預設簡報設計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預設簡報設計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預設簡報設計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預設簡報設計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預設簡報設計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6_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7_060TGp_figure_green_v3">
  <a:themeElements>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pitchFamily="34" charset="0"/>
          </a:defRPr>
        </a:defPPr>
      </a:lstStyle>
    </a:lnDef>
  </a:objectDefaults>
  <a:extraClrSchemeLst>
    <a:extraClrScheme>
      <a:clrScheme name="Default Design 1">
        <a:dk1>
          <a:srgbClr val="024631"/>
        </a:dk1>
        <a:lt1>
          <a:srgbClr val="FFFFFF"/>
        </a:lt1>
        <a:dk2>
          <a:srgbClr val="33A97F"/>
        </a:dk2>
        <a:lt2>
          <a:srgbClr val="DDDDDD"/>
        </a:lt2>
        <a:accent1>
          <a:srgbClr val="C8E0B0"/>
        </a:accent1>
        <a:accent2>
          <a:srgbClr val="99CC00"/>
        </a:accent2>
        <a:accent3>
          <a:srgbClr val="FFFFFF"/>
        </a:accent3>
        <a:accent4>
          <a:srgbClr val="013A28"/>
        </a:accent4>
        <a:accent5>
          <a:srgbClr val="E0EDD4"/>
        </a:accent5>
        <a:accent6>
          <a:srgbClr val="8AB900"/>
        </a:accent6>
        <a:hlink>
          <a:srgbClr val="69AAB1"/>
        </a:hlink>
        <a:folHlink>
          <a:srgbClr val="386B21"/>
        </a:folHlink>
      </a:clrScheme>
      <a:clrMap bg1="lt1" tx1="dk1" bg2="lt2" tx2="dk2" accent1="accent1" accent2="accent2" accent3="accent3" accent4="accent4" accent5="accent5" accent6="accent6" hlink="hlink" folHlink="folHlink"/>
    </a:extraClrScheme>
    <a:extraClrScheme>
      <a:clrScheme name="Default Design 2">
        <a:dk1>
          <a:srgbClr val="660033"/>
        </a:dk1>
        <a:lt1>
          <a:srgbClr val="FFFFFF"/>
        </a:lt1>
        <a:dk2>
          <a:srgbClr val="CCCC00"/>
        </a:dk2>
        <a:lt2>
          <a:srgbClr val="DDDDDD"/>
        </a:lt2>
        <a:accent1>
          <a:srgbClr val="B7B35F"/>
        </a:accent1>
        <a:accent2>
          <a:srgbClr val="D77F2F"/>
        </a:accent2>
        <a:accent3>
          <a:srgbClr val="FFFFFF"/>
        </a:accent3>
        <a:accent4>
          <a:srgbClr val="56002A"/>
        </a:accent4>
        <a:accent5>
          <a:srgbClr val="D8D6B6"/>
        </a:accent5>
        <a:accent6>
          <a:srgbClr val="C3722A"/>
        </a:accent6>
        <a:hlink>
          <a:srgbClr val="AEC258"/>
        </a:hlink>
        <a:folHlink>
          <a:srgbClr val="3672AE"/>
        </a:folHlink>
      </a:clrScheme>
      <a:clrMap bg1="lt1" tx1="dk1" bg2="lt2" tx2="dk2" accent1="accent1" accent2="accent2" accent3="accent3" accent4="accent4" accent5="accent5" accent6="accent6" hlink="hlink" folHlink="folHlink"/>
    </a:extraClrScheme>
    <a:extraClrScheme>
      <a:clrScheme name="Default Design 3">
        <a:dk1>
          <a:srgbClr val="000066"/>
        </a:dk1>
        <a:lt1>
          <a:srgbClr val="FFFFFF"/>
        </a:lt1>
        <a:dk2>
          <a:srgbClr val="2937B7"/>
        </a:dk2>
        <a:lt2>
          <a:srgbClr val="DDDDDD"/>
        </a:lt2>
        <a:accent1>
          <a:srgbClr val="96DAF2"/>
        </a:accent1>
        <a:accent2>
          <a:srgbClr val="50A8E4"/>
        </a:accent2>
        <a:accent3>
          <a:srgbClr val="FFFFFF"/>
        </a:accent3>
        <a:accent4>
          <a:srgbClr val="000056"/>
        </a:accent4>
        <a:accent5>
          <a:srgbClr val="C9EAF7"/>
        </a:accent5>
        <a:accent6>
          <a:srgbClr val="4898CF"/>
        </a:accent6>
        <a:hlink>
          <a:srgbClr val="6847D3"/>
        </a:hlink>
        <a:folHlink>
          <a:srgbClr val="009999"/>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8_預設簡報設計">
  <a:themeElements>
    <a:clrScheme name="預設簡報設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預設簡報設計">
      <a:majorFont>
        <a:latin typeface="Arial"/>
        <a:ea typeface="新細明體"/>
        <a:cs typeface=""/>
      </a:majorFont>
      <a:minorFont>
        <a:latin typeface="Arial"/>
        <a:ea typeface="新細明體"/>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預設簡報設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預設簡報設計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預設簡報設計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預設簡報設計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預設簡報設計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預設簡報設計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預設簡報設計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預設簡報設計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預設簡報設計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預設簡報設計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預設簡報設計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預設簡報設計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5934</TotalTime>
  <Words>16514</Words>
  <Application>Microsoft Office PowerPoint</Application>
  <PresentationFormat>如螢幕大小 (4:3)</PresentationFormat>
  <Paragraphs>2892</Paragraphs>
  <Slides>141</Slides>
  <Notes>22</Notes>
  <HiddenSlides>0</HiddenSlides>
  <MMClips>0</MMClips>
  <ScaleCrop>false</ScaleCrop>
  <HeadingPairs>
    <vt:vector size="8" baseType="variant">
      <vt:variant>
        <vt:lpstr>使用字型</vt:lpstr>
      </vt:variant>
      <vt:variant>
        <vt:i4>13</vt:i4>
      </vt:variant>
      <vt:variant>
        <vt:lpstr>佈景主題</vt:lpstr>
      </vt:variant>
      <vt:variant>
        <vt:i4>20</vt:i4>
      </vt:variant>
      <vt:variant>
        <vt:lpstr>內嵌 OLE 伺服程式</vt:lpstr>
      </vt:variant>
      <vt:variant>
        <vt:i4>1</vt:i4>
      </vt:variant>
      <vt:variant>
        <vt:lpstr>投影片標題</vt:lpstr>
      </vt:variant>
      <vt:variant>
        <vt:i4>141</vt:i4>
      </vt:variant>
    </vt:vector>
  </HeadingPairs>
  <TitlesOfParts>
    <vt:vector size="175" baseType="lpstr">
      <vt:lpstr>Adobe 繁黑體 Std B</vt:lpstr>
      <vt:lpstr>華康楷書體W7</vt:lpstr>
      <vt:lpstr>華康隸書體W7</vt:lpstr>
      <vt:lpstr>華康隸書體W7(P)</vt:lpstr>
      <vt:lpstr>微軟正黑體</vt:lpstr>
      <vt:lpstr>新細明體</vt:lpstr>
      <vt:lpstr>標楷體</vt:lpstr>
      <vt:lpstr>Arial</vt:lpstr>
      <vt:lpstr>Calibri</vt:lpstr>
      <vt:lpstr>Times New Roman</vt:lpstr>
      <vt:lpstr>Verdana</vt:lpstr>
      <vt:lpstr>Wingdings</vt:lpstr>
      <vt:lpstr>Wingdings 2</vt:lpstr>
      <vt:lpstr>12_預設簡報設計</vt:lpstr>
      <vt:lpstr>060TGp_figure_green_v3</vt:lpstr>
      <vt:lpstr>1_060TGp_figure_green_v3</vt:lpstr>
      <vt:lpstr>2_060TGp_figure_green_v3</vt:lpstr>
      <vt:lpstr>1_Office 佈景主題</vt:lpstr>
      <vt:lpstr>3_060TGp_figure_green_v3</vt:lpstr>
      <vt:lpstr>4_060TGp_figure_green_v3</vt:lpstr>
      <vt:lpstr>Office 佈景主題</vt:lpstr>
      <vt:lpstr>2_Office 佈景主題</vt:lpstr>
      <vt:lpstr>3_Office 佈景主題</vt:lpstr>
      <vt:lpstr>4_Office 佈景主題</vt:lpstr>
      <vt:lpstr>5_Office 佈景主題</vt:lpstr>
      <vt:lpstr>7_Office 佈景主題</vt:lpstr>
      <vt:lpstr>5_060TGp_figure_green_v3</vt:lpstr>
      <vt:lpstr>19_預設簡報設計</vt:lpstr>
      <vt:lpstr>7_預設簡報設計</vt:lpstr>
      <vt:lpstr>14_預設簡報設計</vt:lpstr>
      <vt:lpstr>6_Office 佈景主題</vt:lpstr>
      <vt:lpstr>7_060TGp_figure_green_v3</vt:lpstr>
      <vt:lpstr>8_預設簡報設計</vt:lpstr>
      <vt:lpstr>Image</vt:lpstr>
      <vt:lpstr>PowerPoint 簡報</vt:lpstr>
      <vt:lpstr>PowerPoint 簡報</vt:lpstr>
      <vt:lpstr>PowerPoint 簡報</vt:lpstr>
      <vt:lpstr>一、計畫緣起</vt:lpstr>
      <vt:lpstr>大旗艦計畫提報會議</vt:lpstr>
      <vt:lpstr>進京赴考~ 106年1月25日審查會議</vt:lpstr>
      <vt:lpstr>富州社區得獎事蹟及最近執行社區發展工作情形</vt:lpstr>
      <vt:lpstr>延正社區得獎事蹟及最近執行社區發展工作情形</vt:lpstr>
      <vt:lpstr>延正社區得獎事蹟及最近執行社區發展工作情形</vt:lpstr>
      <vt:lpstr>二、計畫目的</vt:lpstr>
      <vt:lpstr>三、辦理單位</vt:lpstr>
      <vt:lpstr>四、實施期間及地點</vt:lpstr>
      <vt:lpstr>五、竹山鎮與旗艦社區簡介 </vt:lpstr>
      <vt:lpstr>1.竹山鎮人口各年齡層調查統計表</vt:lpstr>
      <vt:lpstr>2.大旗艦社區老人及兒童人口數 </vt:lpstr>
      <vt:lpstr>3.竹山鎮新住民人口國籍統計表</vt:lpstr>
      <vt:lpstr>4.竹山鎮社區發展態樣</vt:lpstr>
      <vt:lpstr>5.社會福利社區化旗艦社區態樣分析表</vt:lpstr>
      <vt:lpstr>6.實施地點</vt:lpstr>
      <vt:lpstr>7.竹山鎮社區SWOT分析（優劣勢分析）</vt:lpstr>
      <vt:lpstr>7.竹山鎮社區SWOT分析（優劣勢分析）</vt:lpstr>
      <vt:lpstr>7.竹山鎮社區SWOT分析（優劣勢分析）</vt:lpstr>
      <vt:lpstr>六、當地社區特性及整體執行能力分析：</vt:lpstr>
      <vt:lpstr>七、計畫三年推動目標及步驟</vt:lpstr>
      <vt:lpstr>七、計畫三年推動目標及步驟</vt:lpstr>
      <vt:lpstr>七、計畫三年推動目標及步驟</vt:lpstr>
      <vt:lpstr>八、計畫內容 </vt:lpstr>
      <vt:lpstr>八、計畫內容</vt:lpstr>
      <vt:lpstr>活動內容規劃(關懷據點)</vt:lpstr>
      <vt:lpstr>八、計畫內容</vt:lpstr>
      <vt:lpstr>八、計畫內容</vt:lpstr>
      <vt:lpstr>活動內容規劃(樂齡學堂) </vt:lpstr>
      <vt:lpstr>八、計畫內容</vt:lpstr>
      <vt:lpstr>活動內容規劃 </vt:lpstr>
      <vt:lpstr>八、計畫內容</vt:lpstr>
      <vt:lpstr>活動內容規劃 </vt:lpstr>
      <vt:lpstr>八、計畫內容</vt:lpstr>
      <vt:lpstr>活動內容規劃 </vt:lpstr>
      <vt:lpstr>八、計畫內容</vt:lpstr>
      <vt:lpstr>活動內容規劃－志工基礎及特殊培訓課程： </vt:lpstr>
      <vt:lpstr>活動內容規劃－社福進階培訓課程：： </vt:lpstr>
      <vt:lpstr>八、計畫內容</vt:lpstr>
      <vt:lpstr>八、計畫內容</vt:lpstr>
      <vt:lpstr>八、計畫內容</vt:lpstr>
      <vt:lpstr>八、計畫內容</vt:lpstr>
      <vt:lpstr>八、計畫內容</vt:lpstr>
      <vt:lpstr>八、計畫內容</vt:lpstr>
      <vt:lpstr>PowerPoint 簡報</vt:lpstr>
      <vt:lpstr>PowerPoint 簡報</vt:lpstr>
      <vt:lpstr>PowerPoint 簡報</vt:lpstr>
      <vt:lpstr>PowerPoint 簡報</vt:lpstr>
      <vt:lpstr>PowerPoint 簡報</vt:lpstr>
      <vt:lpstr>PowerPoint 簡報</vt:lpstr>
      <vt:lpstr>十、人力配置</vt:lpstr>
      <vt:lpstr>十一、計畫期程</vt:lpstr>
      <vt:lpstr>十二、106年度總體計畫預期效益</vt:lpstr>
      <vt:lpstr>十三、旗艦計畫未來展望</vt:lpstr>
      <vt:lpstr>大旗艦106年度執行效益</vt:lpstr>
      <vt:lpstr>106年度幸福旗艦特刊 執行效益</vt:lpstr>
      <vt:lpstr>溫暖大竹山˙轉動幸福齊步走－成果展</vt:lpstr>
      <vt:lpstr>106年成果展-展現活力</vt:lpstr>
      <vt:lpstr>富州社區106年度執行社區發展工作情形</vt:lpstr>
      <vt:lpstr>延正社區106年度執行社區發展工作情形</vt:lpstr>
      <vt:lpstr>竹山社區106年度執行社區發展工作情形</vt:lpstr>
      <vt:lpstr>山崇社區106年度執行社區發展工作情形</vt:lpstr>
      <vt:lpstr>中崎社區106年度執行社區發展工作情形</vt:lpstr>
      <vt:lpstr>延平社區106年度執行社區發展工作情形</vt:lpstr>
      <vt:lpstr>106年協力社區參加南投縣政府評鑑成果</vt:lpstr>
      <vt:lpstr>PowerPoint 簡報</vt:lpstr>
      <vt:lpstr>107年計畫緣起</vt:lpstr>
      <vt:lpstr>大旗艦計畫提報會議</vt:lpstr>
      <vt:lpstr>107年旗艦計畫執行社區有8個</vt:lpstr>
      <vt:lpstr>實施地點</vt:lpstr>
      <vt:lpstr>107年到衛生福利部旗艦計畫審查</vt:lpstr>
      <vt:lpstr>計畫內容</vt:lpstr>
      <vt:lpstr>計畫內容</vt:lpstr>
      <vt:lpstr> (一)、老人福利-金點轉動據點幸福升級</vt:lpstr>
      <vt:lpstr>  (一)、老人福利-金點轉動據點幸福升級</vt:lpstr>
      <vt:lpstr>  (一)、老人福利-金點轉動據點幸福升級 </vt:lpstr>
      <vt:lpstr>計畫內容</vt:lpstr>
      <vt:lpstr>計畫內容</vt:lpstr>
      <vt:lpstr>計畫內容</vt:lpstr>
      <vt:lpstr>計畫內容</vt:lpstr>
      <vt:lpstr>計畫內容</vt:lpstr>
      <vt:lpstr>計畫內容</vt:lpstr>
      <vt:lpstr>活動內容規劃 </vt:lpstr>
      <vt:lpstr>(二)、婦女福利－轉動技藝幸福加分</vt:lpstr>
      <vt:lpstr>計畫內容</vt:lpstr>
      <vt:lpstr>活動內容規劃 </vt:lpstr>
      <vt:lpstr>(三)、兒童福利－轉動陪伴幸福無限</vt:lpstr>
      <vt:lpstr>活動內容規劃 </vt:lpstr>
      <vt:lpstr>(三)、兒童福利－轉動陪伴幸福無限</vt:lpstr>
      <vt:lpstr>計畫內容</vt:lpstr>
      <vt:lpstr>活動內容規劃 </vt:lpstr>
      <vt:lpstr>活動內容規劃 </vt:lpstr>
      <vt:lpstr>計畫內容</vt:lpstr>
      <vt:lpstr>(五)、旗艦聯繫會議</vt:lpstr>
      <vt:lpstr>活動內容規劃 </vt:lpstr>
      <vt:lpstr>八、計畫內容</vt:lpstr>
      <vt:lpstr>(六)、轉動幸福˙特色產業啟動-       永續經營</vt:lpstr>
      <vt:lpstr>計畫內容</vt:lpstr>
      <vt:lpstr>(七) 、幸福旗艦特刊-107年度</vt:lpstr>
      <vt:lpstr>計畫內容</vt:lpstr>
      <vt:lpstr>(八) 、溫暖大竹山˙轉動幸福齊步走－        成果展</vt:lpstr>
      <vt:lpstr>計畫內容</vt:lpstr>
      <vt:lpstr>大旗艦107年度執行效益</vt:lpstr>
      <vt:lpstr>旗艦社區亮眼成績-參與選拔</vt:lpstr>
      <vt:lpstr>旗艦社區其他執行成效</vt:lpstr>
      <vt:lpstr>107年宣導及陪伴旗艦社區一起成長</vt:lpstr>
      <vt:lpstr>PowerPoint 簡報</vt:lpstr>
      <vt:lpstr>PowerPoint 簡報</vt:lpstr>
      <vt:lpstr>108年計畫緣起</vt:lpstr>
      <vt:lpstr>召開108年旗艦計畫提報會議</vt:lpstr>
      <vt:lpstr>108年1月14日衛生福利部第三年計畫審查</vt:lpstr>
      <vt:lpstr>旗艦社區整體概況</vt:lpstr>
      <vt:lpstr>旗艦社區整體概況</vt:lpstr>
      <vt:lpstr>旗艦社區整體概況</vt:lpstr>
      <vt:lpstr>旗艦社區SWOT分析</vt:lpstr>
      <vt:lpstr>計畫架構圖 </vt:lpstr>
      <vt:lpstr>計畫內容</vt:lpstr>
      <vt:lpstr>計畫內容</vt:lpstr>
      <vt:lpstr>PowerPoint 簡報</vt:lpstr>
      <vt:lpstr>PowerPoint 簡報</vt:lpstr>
      <vt:lpstr>PowerPoint 簡報</vt:lpstr>
      <vt:lpstr>PowerPoint 簡報</vt:lpstr>
      <vt:lpstr>PowerPoint 簡報</vt:lpstr>
      <vt:lpstr>PowerPoint 簡報</vt:lpstr>
      <vt:lpstr>PowerPoint 簡報</vt:lpstr>
      <vt:lpstr>計畫內容</vt:lpstr>
      <vt:lpstr>PowerPoint 簡報</vt:lpstr>
      <vt:lpstr>PowerPoint 簡報</vt:lpstr>
      <vt:lpstr>108年度總體計畫效益</vt:lpstr>
      <vt:lpstr>大旗艦108年度執行效益</vt:lpstr>
      <vt:lpstr>PowerPoint 簡報</vt:lpstr>
      <vt:lpstr>人力配置</vt:lpstr>
      <vt:lpstr>旗艦計畫未來展望</vt:lpstr>
      <vt:lpstr>旗艦計畫執行完後--109年</vt:lpstr>
      <vt:lpstr>旗艦計畫執行完後--109年</vt:lpstr>
      <vt:lpstr>旗艦計畫執行完後--109年</vt:lpstr>
      <vt:lpstr>PowerPoint 簡報</vt:lpstr>
      <vt:lpstr>PowerPoint 簡報</vt:lpstr>
    </vt:vector>
  </TitlesOfParts>
  <Company>xp</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簡報</dc:title>
  <dc:creator>富州</dc:creator>
  <cp:lastModifiedBy>Jun-zou Chen</cp:lastModifiedBy>
  <cp:revision>249</cp:revision>
  <dcterms:created xsi:type="dcterms:W3CDTF">2014-12-26T02:26:31Z</dcterms:created>
  <dcterms:modified xsi:type="dcterms:W3CDTF">2026-05-16T08:30:27Z</dcterms:modified>
</cp:coreProperties>
</file>