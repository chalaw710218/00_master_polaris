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"/>
  </p:notesMasterIdLst>
  <p:sldIdLst>
    <p:sldId id="358" r:id="rId2"/>
    <p:sldId id="359" r:id="rId3"/>
    <p:sldId id="383" r:id="rId4"/>
    <p:sldId id="385" r:id="rId5"/>
    <p:sldId id="390" r:id="rId6"/>
    <p:sldId id="389" r:id="rId7"/>
    <p:sldId id="379" r:id="rId8"/>
    <p:sldId id="395" r:id="rId9"/>
    <p:sldId id="380" r:id="rId10"/>
    <p:sldId id="381" r:id="rId11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79" autoAdjust="0"/>
    <p:restoredTop sz="94660"/>
  </p:normalViewPr>
  <p:slideViewPr>
    <p:cSldViewPr>
      <p:cViewPr varScale="1">
        <p:scale>
          <a:sx n="59" d="100"/>
          <a:sy n="59" d="100"/>
        </p:scale>
        <p:origin x="14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zh-TW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0ACFB2C-CB50-497F-AC9B-C0B2913C0FD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1BDB4B8-8002-4B54-8224-2B339C78E53B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78855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kumimoji="0" lang="zh-TW" altLang="zh-TW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CB935-401D-43D6-B476-22EFDD2E0B3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553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2B366-E766-498E-B595-ABC93030E0D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5404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7D31D3-EE74-4286-B2FE-7C5109634CF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534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CFBA5-F1BC-4DDD-A189-A914A41BDC4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583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10025-57F8-47AF-8ABE-3BB1FD507D2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827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8F2B8-868A-4F75-AFE4-A9F62A763C2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5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B2B78-D6B5-4E59-88B1-51F54827137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114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6BCDB0-4E78-4454-94C9-46A9C2BE0AE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1664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7C0CB5-E1B1-49E6-A125-B7C6BB41947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2487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3F7D4F-A7B4-4047-8C74-CCA27A30BB6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402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778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kumimoji="0"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778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778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A40CA32F-5504-4807-AFED-46E6FCACDB6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kumimoji="1"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anose="020B0604030504040204" pitchFamily="34" charset="0"/>
          <a:ea typeface="新細明體" panose="02020500000000000000" pitchFamily="18" charset="-12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/>
              <a:t>社區永續經營實務分享</a:t>
            </a:r>
            <a:br>
              <a:rPr lang="zh-TW" altLang="en-US" dirty="0" smtClean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國立台東專科學校     蘇德銓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045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6814" y="1340768"/>
            <a:ext cx="7772400" cy="1371600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I</a:t>
            </a:r>
            <a:r>
              <a:rPr lang="zh-TW" altLang="en-US" dirty="0" smtClean="0"/>
              <a:t>  社區永續</a:t>
            </a:r>
            <a:r>
              <a:rPr lang="zh-TW" altLang="en-US" dirty="0"/>
              <a:t>經營遊戲體驗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從團隊遊戲出發   </a:t>
            </a:r>
            <a:r>
              <a:rPr lang="zh-TW" alt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→    </a:t>
            </a:r>
            <a:r>
              <a:rPr lang="zh-TW" altLang="en-US" dirty="0" smtClean="0"/>
              <a:t>體驗社區永續經營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199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74675" y="468090"/>
            <a:ext cx="8001000" cy="1216025"/>
          </a:xfrm>
        </p:spPr>
        <p:txBody>
          <a:bodyPr/>
          <a:lstStyle/>
          <a:p>
            <a:pPr algn="ctr"/>
            <a:r>
              <a:rPr lang="zh-TW" altLang="en-US" dirty="0" smtClean="0"/>
              <a:t>遊戲一   我是誰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遊戲規則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1325" indent="-441325"/>
            <a:r>
              <a:rPr lang="en-US" altLang="zh-TW" dirty="0" smtClean="0"/>
              <a:t>1.</a:t>
            </a:r>
            <a:r>
              <a:rPr lang="zh-TW" altLang="en-US" dirty="0" smtClean="0"/>
              <a:t>遊戲全程成員皆不得講話，但可以用一隻手指指點點。</a:t>
            </a:r>
            <a:r>
              <a:rPr lang="zh-TW" altLang="en-US" dirty="0"/>
              <a:t>班長老師可以幫忙，可以講話</a:t>
            </a:r>
            <a:endParaRPr lang="en-US" altLang="zh-TW" dirty="0" smtClean="0"/>
          </a:p>
          <a:p>
            <a:pPr marL="441325" indent="-441325"/>
            <a:r>
              <a:rPr lang="en-US" altLang="zh-TW" dirty="0" smtClean="0"/>
              <a:t>2.</a:t>
            </a:r>
            <a:r>
              <a:rPr lang="zh-TW" altLang="en-US" dirty="0" smtClean="0"/>
              <a:t>主持向每</a:t>
            </a:r>
            <a:r>
              <a:rPr lang="zh-TW" altLang="en-US" dirty="0"/>
              <a:t>位成員</a:t>
            </a:r>
            <a:r>
              <a:rPr lang="zh-TW" altLang="en-US" dirty="0" smtClean="0"/>
              <a:t>派一</a:t>
            </a:r>
            <a:r>
              <a:rPr lang="zh-TW" altLang="en-US" dirty="0"/>
              <a:t>張撲克牌，</a:t>
            </a:r>
            <a:r>
              <a:rPr lang="zh-TW" altLang="en-US" dirty="0" smtClean="0"/>
              <a:t>請該成員不要看</a:t>
            </a:r>
            <a:r>
              <a:rPr lang="zh-TW" altLang="en-US" dirty="0"/>
              <a:t>牌，並將</a:t>
            </a:r>
            <a:r>
              <a:rPr lang="zh-TW" altLang="en-US" dirty="0" smtClean="0"/>
              <a:t>撲克牌用一隻手舉在</a:t>
            </a:r>
            <a:r>
              <a:rPr lang="zh-TW" altLang="en-US" dirty="0"/>
              <a:t>額頭上，點數朝</a:t>
            </a:r>
            <a:r>
              <a:rPr lang="zh-TW" altLang="en-US" dirty="0" smtClean="0"/>
              <a:t>外，可供其餘任何成員看到。</a:t>
            </a:r>
            <a:endParaRPr lang="en-US" altLang="zh-TW" dirty="0" smtClean="0"/>
          </a:p>
          <a:p>
            <a:pPr marL="441325" indent="-441325"/>
            <a:r>
              <a:rPr lang="en-US" altLang="zh-TW" dirty="0" smtClean="0"/>
              <a:t>3.</a:t>
            </a:r>
            <a:r>
              <a:rPr lang="zh-TW" altLang="en-US" dirty="0" smtClean="0"/>
              <a:t>成員</a:t>
            </a:r>
            <a:r>
              <a:rPr lang="zh-TW" altLang="en-US" dirty="0"/>
              <a:t>按紙牌顏色，自行分成兩</a:t>
            </a:r>
            <a:r>
              <a:rPr lang="zh-TW" altLang="en-US" dirty="0" smtClean="0"/>
              <a:t>隊</a:t>
            </a:r>
            <a:r>
              <a:rPr lang="en-US" altLang="zh-TW" dirty="0" smtClean="0"/>
              <a:t>(</a:t>
            </a:r>
            <a:r>
              <a:rPr lang="zh-TW" altLang="en-US" dirty="0" smtClean="0"/>
              <a:t>黑</a:t>
            </a:r>
            <a:r>
              <a:rPr lang="zh-TW" altLang="en-US" dirty="0"/>
              <a:t>的一 隊，紅的一</a:t>
            </a:r>
            <a:r>
              <a:rPr lang="zh-TW" altLang="en-US" dirty="0" smtClean="0"/>
              <a:t>隊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，記得過程</a:t>
            </a:r>
            <a:r>
              <a:rPr lang="zh-TW" altLang="en-US" dirty="0"/>
              <a:t>中不可說話，也不</a:t>
            </a:r>
            <a:r>
              <a:rPr lang="zh-TW" altLang="en-US" dirty="0" smtClean="0"/>
              <a:t>可以看到自己的牌。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7642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我是誰 遊戲規則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4.</a:t>
            </a:r>
            <a:r>
              <a:rPr lang="zh-TW" altLang="en-US" dirty="0" smtClean="0"/>
              <a:t>紅黑分完後，</a:t>
            </a:r>
            <a:r>
              <a:rPr lang="zh-TW" altLang="en-US" dirty="0"/>
              <a:t>再請成員按花色分成</a:t>
            </a:r>
            <a:r>
              <a:rPr lang="zh-TW" altLang="en-US" dirty="0" smtClean="0"/>
              <a:t>四隊</a:t>
            </a:r>
            <a:r>
              <a:rPr lang="zh-TW" altLang="en-US" dirty="0"/>
              <a:t>。</a:t>
            </a:r>
            <a:r>
              <a:rPr lang="zh-TW" altLang="en-US" dirty="0" smtClean="0"/>
              <a:t>同樣地</a:t>
            </a:r>
            <a:r>
              <a:rPr lang="zh-TW" altLang="en-US" dirty="0"/>
              <a:t>，過</a:t>
            </a:r>
            <a:r>
              <a:rPr lang="zh-TW" altLang="en-US" dirty="0" smtClean="0"/>
              <a:t>程中成員一樣不可</a:t>
            </a:r>
            <a:r>
              <a:rPr lang="zh-TW" altLang="en-US" dirty="0"/>
              <a:t>說話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5.</a:t>
            </a:r>
            <a:r>
              <a:rPr lang="zh-TW" altLang="en-US" dirty="0" smtClean="0"/>
              <a:t>接著，</a:t>
            </a:r>
            <a:r>
              <a:rPr lang="zh-TW" altLang="en-US" dirty="0"/>
              <a:t>請</a:t>
            </a:r>
            <a:r>
              <a:rPr lang="zh-TW" altLang="en-US" dirty="0" smtClean="0"/>
              <a:t>成員再分成數個小隊，點數相同者同一小隊</a:t>
            </a:r>
            <a:r>
              <a:rPr lang="zh-TW" altLang="en-US" dirty="0"/>
              <a:t>。同樣地，過程中成員一樣不可說話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6.</a:t>
            </a:r>
            <a:r>
              <a:rPr lang="zh-TW" altLang="en-US" dirty="0" smtClean="0"/>
              <a:t>請成員排隊一一向老師報出自己牌的花色及點數，老師並回收紙牌，向全</a:t>
            </a:r>
            <a:r>
              <a:rPr lang="zh-TW" altLang="en-US" dirty="0"/>
              <a:t>隊</a:t>
            </a:r>
            <a:r>
              <a:rPr lang="zh-TW" altLang="en-US" dirty="0" smtClean="0"/>
              <a:t>公布是否有人出錯。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2197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我是誰 第二次遊戲規則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規則同第一次，但是</a:t>
            </a:r>
            <a:r>
              <a:rPr lang="en-US" altLang="zh-TW" dirty="0" smtClean="0"/>
              <a:t>……..</a:t>
            </a:r>
          </a:p>
          <a:p>
            <a:r>
              <a:rPr lang="zh-TW" altLang="en-US" dirty="0" smtClean="0"/>
              <a:t>班長、老師皆不可以</a:t>
            </a:r>
            <a:r>
              <a:rPr lang="zh-TW" altLang="en-US" dirty="0"/>
              <a:t>幫忙</a:t>
            </a:r>
            <a:r>
              <a:rPr lang="zh-TW" altLang="en-US" dirty="0" smtClean="0"/>
              <a:t>，也不可以講話</a:t>
            </a:r>
            <a:endParaRPr lang="en-US" altLang="zh-TW" dirty="0" smtClean="0"/>
          </a:p>
          <a:p>
            <a:r>
              <a:rPr lang="zh-TW" altLang="en-US" dirty="0" smtClean="0"/>
              <a:t>時間計時</a:t>
            </a:r>
            <a:r>
              <a:rPr lang="en-US" altLang="zh-TW" dirty="0" smtClean="0"/>
              <a:t>3</a:t>
            </a:r>
            <a:r>
              <a:rPr lang="zh-TW" altLang="en-US" dirty="0" smtClean="0"/>
              <a:t>分鐘，屆時未能完成，所有成員皆失敗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192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遊戲效果討論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74675" y="1844824"/>
            <a:ext cx="8325742" cy="4267200"/>
          </a:xfrm>
        </p:spPr>
        <p:txBody>
          <a:bodyPr/>
          <a:lstStyle/>
          <a:p>
            <a:r>
              <a:rPr lang="zh-TW" altLang="en-US" dirty="0"/>
              <a:t>給大家討論兩分鐘</a:t>
            </a:r>
          </a:p>
          <a:p>
            <a:r>
              <a:rPr lang="zh-TW" altLang="en-US" dirty="0"/>
              <a:t>我們可以怎麼做？大家才能</a:t>
            </a:r>
            <a:r>
              <a:rPr lang="zh-TW" altLang="en-US" dirty="0" smtClean="0"/>
              <a:t>一起達標？</a:t>
            </a:r>
            <a:endParaRPr lang="en-US" altLang="zh-TW" dirty="0"/>
          </a:p>
          <a:p>
            <a:r>
              <a:rPr lang="zh-TW" altLang="en-US" dirty="0"/>
              <a:t>有辦法更快達標嗎？</a:t>
            </a:r>
            <a:r>
              <a:rPr lang="zh-TW" altLang="en-US" dirty="0" smtClean="0"/>
              <a:t>例如</a:t>
            </a:r>
            <a:r>
              <a:rPr lang="en-US" altLang="zh-TW" dirty="0" smtClean="0"/>
              <a:t>2</a:t>
            </a:r>
            <a:r>
              <a:rPr lang="zh-TW" altLang="en-US" dirty="0" smtClean="0"/>
              <a:t>分鐘內就</a:t>
            </a:r>
            <a:r>
              <a:rPr lang="zh-TW" altLang="en-US" dirty="0"/>
              <a:t>全體達標</a:t>
            </a:r>
            <a:r>
              <a:rPr lang="zh-TW" altLang="en-US" dirty="0" smtClean="0"/>
              <a:t>呢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047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遊戲效果討論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第一回合，也許無法在兩分鐘完成，但大部分的人在一分鐘內就已經坐下了，留了幾位學員還站著找不到人湊到達標。我們有無想到一個問題</a:t>
            </a:r>
            <a:r>
              <a:rPr lang="zh-TW" altLang="en-US" dirty="0" smtClean="0"/>
              <a:t>，怎樣</a:t>
            </a:r>
            <a:r>
              <a:rPr lang="zh-TW" altLang="en-US" dirty="0"/>
              <a:t>才能成功呢？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356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想討論一下， </a:t>
            </a:r>
            <a:r>
              <a:rPr lang="en-US" altLang="zh-TW" dirty="0" smtClean="0"/>
              <a:t>TALK </a:t>
            </a:r>
            <a:r>
              <a:rPr lang="en-US" altLang="zh-TW" dirty="0" err="1" smtClean="0"/>
              <a:t>TALK</a:t>
            </a:r>
            <a:r>
              <a:rPr lang="en-US" altLang="zh-TW" dirty="0" smtClean="0"/>
              <a:t> </a:t>
            </a:r>
            <a:r>
              <a:rPr lang="zh-TW" altLang="en-US" dirty="0" smtClean="0"/>
              <a:t>嗎？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給</a:t>
            </a:r>
            <a:r>
              <a:rPr lang="zh-TW" altLang="en-US" dirty="0"/>
              <a:t>大家討論兩</a:t>
            </a:r>
            <a:r>
              <a:rPr lang="zh-TW" altLang="en-US" dirty="0" smtClean="0"/>
              <a:t>分鐘</a:t>
            </a:r>
            <a:endParaRPr lang="en-US" altLang="zh-TW" dirty="0" smtClean="0"/>
          </a:p>
          <a:p>
            <a:r>
              <a:rPr lang="zh-TW" altLang="en-US" dirty="0"/>
              <a:t>大家是用個人在玩？還是還沒想到用團隊來玩</a:t>
            </a:r>
            <a:r>
              <a:rPr lang="zh-TW" altLang="en-US" dirty="0" smtClean="0"/>
              <a:t>？</a:t>
            </a:r>
            <a:endParaRPr lang="zh-TW" altLang="en-US" dirty="0"/>
          </a:p>
          <a:p>
            <a:r>
              <a:rPr lang="zh-TW" altLang="en-US" dirty="0"/>
              <a:t>我們可以怎麼做？大家才能</a:t>
            </a:r>
            <a:r>
              <a:rPr lang="zh-TW" altLang="en-US" dirty="0" smtClean="0"/>
              <a:t>一起都過關？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6648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想一想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當</a:t>
            </a:r>
            <a:r>
              <a:rPr lang="zh-TW" altLang="en-US" dirty="0"/>
              <a:t>你坐下時，看到隊友還沒完成，</a:t>
            </a:r>
            <a:r>
              <a:rPr lang="zh-TW" altLang="en-US" dirty="0" smtClean="0"/>
              <a:t>你有想到可以做什麼嗎？</a:t>
            </a:r>
            <a:endParaRPr lang="zh-TW" altLang="en-US" dirty="0"/>
          </a:p>
          <a:p>
            <a:r>
              <a:rPr lang="zh-TW" altLang="en-US" dirty="0" smtClean="0"/>
              <a:t>請問沒有成功的人，都是因為他們的點數不好？</a:t>
            </a:r>
            <a:endParaRPr lang="zh-TW" altLang="en-US" dirty="0"/>
          </a:p>
          <a:p>
            <a:r>
              <a:rPr lang="zh-TW" altLang="en-US" dirty="0" smtClean="0"/>
              <a:t>如果</a:t>
            </a:r>
            <a:r>
              <a:rPr lang="zh-TW" altLang="en-US" dirty="0"/>
              <a:t>我們再玩一次</a:t>
            </a:r>
            <a:r>
              <a:rPr lang="zh-TW" altLang="en-US" dirty="0" smtClean="0"/>
              <a:t>，他們</a:t>
            </a:r>
            <a:r>
              <a:rPr lang="zh-TW" altLang="en-US" dirty="0"/>
              <a:t>有機會一起成為</a:t>
            </a:r>
            <a:r>
              <a:rPr lang="en-US" altLang="zh-TW" dirty="0" smtClean="0"/>
              <a:t>24</a:t>
            </a:r>
            <a:r>
              <a:rPr lang="zh-TW" altLang="en-US" dirty="0" smtClean="0"/>
              <a:t>達標過關</a:t>
            </a:r>
            <a:r>
              <a:rPr lang="zh-TW" altLang="en-US" dirty="0"/>
              <a:t>嗎</a:t>
            </a:r>
            <a:r>
              <a:rPr lang="zh-TW" altLang="en-US" dirty="0" smtClean="0"/>
              <a:t>？</a:t>
            </a:r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9612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想再討論一下， </a:t>
            </a:r>
            <a:r>
              <a:rPr lang="en-US" altLang="zh-TW" dirty="0" smtClean="0"/>
              <a:t>TALK </a:t>
            </a:r>
            <a:r>
              <a:rPr lang="en-US" altLang="zh-TW" dirty="0" err="1" smtClean="0"/>
              <a:t>TALK</a:t>
            </a:r>
            <a:r>
              <a:rPr lang="en-US" altLang="zh-TW" dirty="0" smtClean="0"/>
              <a:t> </a:t>
            </a:r>
            <a:r>
              <a:rPr lang="zh-TW" altLang="en-US" dirty="0" smtClean="0"/>
              <a:t>嗎？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7584" y="1752600"/>
            <a:ext cx="7488832" cy="4267200"/>
          </a:xfrm>
        </p:spPr>
        <p:txBody>
          <a:bodyPr/>
          <a:lstStyle/>
          <a:p>
            <a:r>
              <a:rPr lang="zh-TW" altLang="en-US" dirty="0" smtClean="0"/>
              <a:t>給</a:t>
            </a:r>
            <a:r>
              <a:rPr lang="zh-TW" altLang="en-US" dirty="0"/>
              <a:t>大家討論兩分鐘</a:t>
            </a:r>
          </a:p>
          <a:p>
            <a:r>
              <a:rPr lang="zh-TW" altLang="en-US" dirty="0" smtClean="0"/>
              <a:t>大家有用到所有的</a:t>
            </a:r>
            <a:r>
              <a:rPr lang="zh-TW" altLang="en-US" dirty="0"/>
              <a:t>資源</a:t>
            </a:r>
            <a:r>
              <a:rPr lang="zh-TW" altLang="en-US" dirty="0" smtClean="0"/>
              <a:t>嗎？例如減法、括號</a:t>
            </a:r>
            <a:endParaRPr lang="en-US" altLang="zh-TW" dirty="0" smtClean="0"/>
          </a:p>
          <a:p>
            <a:r>
              <a:rPr lang="zh-TW" altLang="en-US" dirty="0" smtClean="0"/>
              <a:t>我們</a:t>
            </a:r>
            <a:r>
              <a:rPr lang="zh-TW" altLang="en-US" dirty="0"/>
              <a:t>可以怎麼做？大家才能</a:t>
            </a:r>
            <a:r>
              <a:rPr lang="zh-TW" altLang="en-US" dirty="0" smtClean="0"/>
              <a:t>一起過關？</a:t>
            </a:r>
            <a:endParaRPr lang="en-US" altLang="zh-TW" dirty="0" smtClean="0"/>
          </a:p>
          <a:p>
            <a:r>
              <a:rPr lang="zh-TW" altLang="en-US" dirty="0" smtClean="0"/>
              <a:t>有辦法更快達標嗎？例如</a:t>
            </a:r>
            <a:r>
              <a:rPr lang="en-US" altLang="zh-TW" dirty="0" smtClean="0"/>
              <a:t>40</a:t>
            </a:r>
            <a:r>
              <a:rPr lang="zh-TW" altLang="en-US" dirty="0" smtClean="0"/>
              <a:t>秒就全體達標呢？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4121669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新細明體"/>
        <a:cs typeface=""/>
      </a:majorFont>
      <a:minorFont>
        <a:latin typeface="Verdan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5059</TotalTime>
  <Words>486</Words>
  <Application>Microsoft Office PowerPoint</Application>
  <PresentationFormat>如螢幕大小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Times New Roman</vt:lpstr>
      <vt:lpstr>Verdana</vt:lpstr>
      <vt:lpstr>Wingdings</vt:lpstr>
      <vt:lpstr>Profile</vt:lpstr>
      <vt:lpstr>社區永續經營實務分享 </vt:lpstr>
      <vt:lpstr>I  社區永續經營遊戲體驗 </vt:lpstr>
      <vt:lpstr>遊戲一   我是誰  遊戲規則</vt:lpstr>
      <vt:lpstr>我是誰 遊戲規則</vt:lpstr>
      <vt:lpstr>我是誰 第二次遊戲規則</vt:lpstr>
      <vt:lpstr>遊戲效果討論</vt:lpstr>
      <vt:lpstr>遊戲效果討論</vt:lpstr>
      <vt:lpstr>想討論一下， TALK TALK 嗎？</vt:lpstr>
      <vt:lpstr>想一想</vt:lpstr>
      <vt:lpstr>想再討論一下， TALK TALK 嗎？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台灣周圍海域海底地形圖</dc:title>
  <dc:creator>user</dc:creator>
  <cp:lastModifiedBy>SU</cp:lastModifiedBy>
  <cp:revision>54</cp:revision>
  <dcterms:created xsi:type="dcterms:W3CDTF">2012-03-22T07:45:18Z</dcterms:created>
  <dcterms:modified xsi:type="dcterms:W3CDTF">2026-04-19T16:45:59Z</dcterms:modified>
</cp:coreProperties>
</file>