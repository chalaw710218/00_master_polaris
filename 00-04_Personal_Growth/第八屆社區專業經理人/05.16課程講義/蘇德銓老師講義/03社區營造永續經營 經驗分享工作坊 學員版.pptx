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"/>
  </p:notesMasterIdLst>
  <p:sldIdLst>
    <p:sldId id="358" r:id="rId2"/>
    <p:sldId id="366" r:id="rId3"/>
    <p:sldId id="383" r:id="rId4"/>
    <p:sldId id="378" r:id="rId5"/>
    <p:sldId id="363" r:id="rId6"/>
    <p:sldId id="361" r:id="rId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9" autoAdjust="0"/>
    <p:restoredTop sz="94660"/>
  </p:normalViewPr>
  <p:slideViewPr>
    <p:cSldViewPr>
      <p:cViewPr varScale="1">
        <p:scale>
          <a:sx n="59" d="100"/>
          <a:sy n="59" d="100"/>
        </p:scale>
        <p:origin x="14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0ACFB2C-CB50-497F-AC9B-C0B2913C0FD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1BDB4B8-8002-4B54-8224-2B339C78E53B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78855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kumimoji="0" lang="zh-TW" altLang="zh-TW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CB935-401D-43D6-B476-22EFDD2E0B3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553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2B366-E766-498E-B595-ABC93030E0D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5404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D31D3-EE74-4286-B2FE-7C5109634CF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534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CFBA5-F1BC-4DDD-A189-A914A41BDC4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583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10025-57F8-47AF-8ABE-3BB1FD507D2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827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8F2B8-868A-4F75-AFE4-A9F62A763C2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5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B2B78-D6B5-4E59-88B1-51F54827137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114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6BCDB0-4E78-4454-94C9-46A9C2BE0AE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166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7C0CB5-E1B1-49E6-A125-B7C6BB41947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487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3F7D4F-A7B4-4047-8C74-CCA27A30BB6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402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778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kumimoji="0"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778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778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A40CA32F-5504-4807-AFED-46E6FCACDB6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kumimoji="1"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484784"/>
            <a:ext cx="7772400" cy="877416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Ⅲ </a:t>
            </a:r>
            <a:r>
              <a:rPr lang="zh-TW" altLang="en-US" dirty="0"/>
              <a:t>社區永續經營實務简易工作坊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國立台東專科學校     蘇德銓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045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/>
              <a:t>課程心得分享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學員</a:t>
            </a:r>
            <a:r>
              <a:rPr lang="zh-TW" altLang="en-US" dirty="0"/>
              <a:t>適當</a:t>
            </a:r>
            <a:r>
              <a:rPr lang="zh-TW" altLang="en-US" dirty="0" smtClean="0"/>
              <a:t>分組依</a:t>
            </a:r>
            <a:r>
              <a:rPr lang="zh-TW" altLang="en-US" dirty="0"/>
              <a:t>選出的意見領袖人數</a:t>
            </a:r>
            <a:r>
              <a:rPr lang="zh-TW" altLang="en-US" dirty="0" smtClean="0"/>
              <a:t>分組，</a:t>
            </a:r>
            <a:r>
              <a:rPr lang="zh-TW" altLang="en-US" dirty="0"/>
              <a:t>每組</a:t>
            </a:r>
            <a:r>
              <a:rPr lang="en-US" altLang="zh-TW" dirty="0"/>
              <a:t>4-6</a:t>
            </a:r>
            <a:r>
              <a:rPr lang="zh-TW" altLang="en-US" dirty="0"/>
              <a:t>人並</a:t>
            </a:r>
            <a:r>
              <a:rPr lang="zh-TW" altLang="en-US" dirty="0" smtClean="0"/>
              <a:t>討論指定議題</a:t>
            </a:r>
            <a:endParaRPr lang="en-US" altLang="zh-TW" dirty="0" smtClean="0"/>
          </a:p>
          <a:p>
            <a:r>
              <a:rPr lang="zh-TW" altLang="en-US" dirty="0" smtClean="0"/>
              <a:t>利用馬克</a:t>
            </a:r>
            <a:r>
              <a:rPr lang="zh-TW" altLang="en-US" dirty="0"/>
              <a:t>筆、各色</a:t>
            </a:r>
            <a:r>
              <a:rPr lang="zh-TW" altLang="en-US" dirty="0" smtClean="0"/>
              <a:t>貼紙，將討論之心得貼寫在壁報紙上</a:t>
            </a:r>
            <a:endParaRPr lang="en-US" altLang="zh-TW" dirty="0" smtClean="0"/>
          </a:p>
          <a:p>
            <a:r>
              <a:rPr lang="zh-TW" altLang="en-US" dirty="0" smtClean="0"/>
              <a:t>利用磁鐵與大白板貼讀各組心得報告</a:t>
            </a:r>
            <a:endParaRPr lang="en-US" altLang="zh-TW" dirty="0" smtClean="0"/>
          </a:p>
          <a:p>
            <a:r>
              <a:rPr lang="zh-TW" altLang="en-US" dirty="0"/>
              <a:t>老師總結</a:t>
            </a:r>
          </a:p>
        </p:txBody>
      </p:sp>
    </p:spTree>
    <p:extLst>
      <p:ext uri="{BB962C8B-B14F-4D97-AF65-F5344CB8AC3E}">
        <p14:creationId xmlns:p14="http://schemas.microsoft.com/office/powerpoint/2010/main" val="293314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4675" y="468090"/>
            <a:ext cx="8001000" cy="1216025"/>
          </a:xfrm>
        </p:spPr>
        <p:txBody>
          <a:bodyPr/>
          <a:lstStyle/>
          <a:p>
            <a:pPr algn="ctr"/>
            <a:r>
              <a:rPr lang="zh-TW" altLang="en-US" dirty="0" smtClean="0"/>
              <a:t>遊戲一   我是誰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分組討論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心得分享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66738" y="1621968"/>
            <a:ext cx="8181726" cy="4267200"/>
          </a:xfrm>
        </p:spPr>
        <p:txBody>
          <a:bodyPr/>
          <a:lstStyle/>
          <a:p>
            <a:pPr marL="441325" indent="-441325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764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遊戲二 神奇</a:t>
            </a:r>
            <a:r>
              <a:rPr lang="en-US" altLang="zh-TW" dirty="0" smtClean="0"/>
              <a:t>24</a:t>
            </a:r>
            <a:br>
              <a:rPr lang="en-US" altLang="zh-TW" dirty="0" smtClean="0"/>
            </a:br>
            <a:r>
              <a:rPr lang="zh-TW" altLang="en-US" dirty="0"/>
              <a:t>分組討論</a:t>
            </a:r>
            <a:r>
              <a:rPr lang="en-US" altLang="zh-TW" dirty="0"/>
              <a:t>&amp;</a:t>
            </a:r>
            <a:r>
              <a:rPr lang="zh-TW" altLang="en-US" dirty="0"/>
              <a:t>心得分享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66738" y="1654626"/>
            <a:ext cx="8001000" cy="4267200"/>
          </a:xfrm>
        </p:spPr>
        <p:txBody>
          <a:bodyPr/>
          <a:lstStyle/>
          <a:p>
            <a:r>
              <a:rPr lang="zh-TW" altLang="en-US" dirty="0"/>
              <a:t>用個人在</a:t>
            </a:r>
            <a:r>
              <a:rPr lang="zh-TW" altLang="en-US" dirty="0" smtClean="0"/>
              <a:t>玩，還是用</a:t>
            </a:r>
            <a:r>
              <a:rPr lang="zh-TW" altLang="en-US" dirty="0"/>
              <a:t>團隊來</a:t>
            </a:r>
            <a:r>
              <a:rPr lang="zh-TW" altLang="en-US" dirty="0" smtClean="0"/>
              <a:t>玩，有何不同？</a:t>
            </a:r>
            <a:endParaRPr lang="en-US" altLang="zh-TW" dirty="0" smtClean="0"/>
          </a:p>
          <a:p>
            <a:r>
              <a:rPr lang="zh-TW" altLang="en-US" dirty="0"/>
              <a:t>最後大家都</a:t>
            </a:r>
            <a:r>
              <a:rPr lang="zh-TW" altLang="en-US" dirty="0" smtClean="0"/>
              <a:t>過關，又有效率，是歸功了那些因素？</a:t>
            </a:r>
            <a:endParaRPr lang="en-US" altLang="zh-TW" dirty="0" smtClean="0"/>
          </a:p>
          <a:p>
            <a:r>
              <a:rPr lang="zh-TW" altLang="en-US" dirty="0"/>
              <a:t>過程中成員有無觀察出個人參與狀態，些人比較主動？那些人較為被動呢</a:t>
            </a:r>
            <a:r>
              <a:rPr lang="zh-TW" altLang="en-US" dirty="0" smtClean="0"/>
              <a:t>？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309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11193" cy="994172"/>
          </a:xfrm>
        </p:spPr>
        <p:txBody>
          <a:bodyPr/>
          <a:lstStyle/>
          <a:p>
            <a:pPr algn="ctr"/>
            <a:r>
              <a:rPr lang="zh-TW" altLang="en-US" sz="4400" dirty="0" smtClean="0"/>
              <a:t>遊戲告訴了我們甚麼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119993"/>
            <a:ext cx="7903028" cy="3880757"/>
          </a:xfrm>
        </p:spPr>
        <p:txBody>
          <a:bodyPr>
            <a:normAutofit fontScale="92500" lnSpcReduction="10000"/>
          </a:bodyPr>
          <a:lstStyle/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？</a:t>
            </a:r>
            <a:endParaRPr lang="en-US" altLang="zh-TW" dirty="0" smtClean="0"/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？</a:t>
            </a:r>
            <a:endParaRPr lang="en-US" altLang="zh-TW" dirty="0" smtClean="0"/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？</a:t>
            </a:r>
            <a:endParaRPr lang="en-US" altLang="zh-TW" dirty="0" smtClean="0"/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？</a:t>
            </a:r>
            <a:endParaRPr lang="en-US" altLang="zh-TW" dirty="0" smtClean="0"/>
          </a:p>
          <a:p>
            <a:pPr marL="385763" indent="-385763">
              <a:buFont typeface="+mj-lt"/>
              <a:buAutoNum type="arabicParenR"/>
            </a:pPr>
            <a:r>
              <a:rPr lang="en-US" altLang="zh-TW" dirty="0" smtClean="0"/>
              <a:t>….</a:t>
            </a:r>
          </a:p>
          <a:p>
            <a:pPr marL="385763" indent="-385763">
              <a:buFont typeface="+mj-lt"/>
              <a:buAutoNum type="arabicParenR"/>
            </a:pPr>
            <a:r>
              <a:rPr lang="en-US" altLang="zh-TW" dirty="0" smtClean="0"/>
              <a:t>….</a:t>
            </a:r>
          </a:p>
          <a:p>
            <a:pPr marL="385763" indent="-385763">
              <a:buFont typeface="+mj-lt"/>
              <a:buAutoNum type="arabicParenR"/>
            </a:pPr>
            <a:endParaRPr lang="en-US" altLang="zh-TW" dirty="0"/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請各組分享報告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690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團隊增能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要求對議題的熟悉度</a:t>
            </a:r>
            <a:r>
              <a:rPr lang="en-US" altLang="zh-TW" dirty="0" smtClean="0"/>
              <a:t>(</a:t>
            </a:r>
            <a:r>
              <a:rPr lang="zh-TW" altLang="en-US" dirty="0" smtClean="0"/>
              <a:t>計秒，加快團隊協作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回頭看第二節的上課資料，名瞭主持人對社區營造的要求是什麼</a:t>
            </a:r>
            <a:r>
              <a:rPr lang="en-US" altLang="zh-TW" dirty="0" smtClean="0"/>
              <a:t>(</a:t>
            </a:r>
            <a:r>
              <a:rPr lang="zh-TW" altLang="en-US" dirty="0" smtClean="0"/>
              <a:t>團隊成為生命共同體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 rot="21196432">
            <a:off x="1910100" y="3532257"/>
            <a:ext cx="531427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4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我的社區能量足不足？</a:t>
            </a:r>
            <a:endParaRPr lang="en-US" altLang="zh-TW" sz="4000" b="1" cap="none" spc="0" dirty="0" smtClean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292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新細明體"/>
        <a:cs typeface=""/>
      </a:majorFont>
      <a:minorFont>
        <a:latin typeface="Verdan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5082</TotalTime>
  <Words>188</Words>
  <Application>Microsoft Office PowerPoint</Application>
  <PresentationFormat>如螢幕大小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新細明體</vt:lpstr>
      <vt:lpstr>Arial</vt:lpstr>
      <vt:lpstr>Times New Roman</vt:lpstr>
      <vt:lpstr>Verdana</vt:lpstr>
      <vt:lpstr>Wingdings</vt:lpstr>
      <vt:lpstr>Profile</vt:lpstr>
      <vt:lpstr>Ⅲ 社區永續經營實務简易工作坊</vt:lpstr>
      <vt:lpstr>課程心得分享</vt:lpstr>
      <vt:lpstr>遊戲一   我是誰  分組討論&amp;心得分享</vt:lpstr>
      <vt:lpstr>遊戲二 神奇24 分組討論&amp;心得分享</vt:lpstr>
      <vt:lpstr>遊戲告訴了我們甚麼</vt:lpstr>
      <vt:lpstr>團隊增能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台灣周圍海域海底地形圖</dc:title>
  <dc:creator>user</dc:creator>
  <cp:lastModifiedBy>SU</cp:lastModifiedBy>
  <cp:revision>57</cp:revision>
  <dcterms:created xsi:type="dcterms:W3CDTF">2012-03-22T07:45:18Z</dcterms:created>
  <dcterms:modified xsi:type="dcterms:W3CDTF">2026-04-19T16:52:21Z</dcterms:modified>
</cp:coreProperties>
</file>